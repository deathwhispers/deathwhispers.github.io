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12" r:id="rId2"/>
    <p:sldId id="313" r:id="rId3"/>
    <p:sldId id="314" r:id="rId4"/>
    <p:sldId id="315" r:id="rId5"/>
    <p:sldId id="316" r:id="rId6"/>
    <p:sldId id="317" r:id="rId7"/>
    <p:sldId id="318" r:id="rId8"/>
    <p:sldId id="319" r:id="rId9"/>
    <p:sldId id="320" r:id="rId10"/>
    <p:sldId id="321" r:id="rId11"/>
    <p:sldId id="322" r:id="rId12"/>
    <p:sldId id="323" r:id="rId13"/>
    <p:sldId id="324" r:id="rId14"/>
    <p:sldId id="325" r:id="rId15"/>
    <p:sldId id="326" r:id="rId16"/>
    <p:sldId id="327" r:id="rId17"/>
    <p:sldId id="328" r:id="rId18"/>
    <p:sldId id="329" r:id="rId19"/>
    <p:sldId id="330" r:id="rId20"/>
    <p:sldId id="331" r:id="rId21"/>
    <p:sldId id="332" r:id="rId22"/>
    <p:sldId id="333" r:id="rId23"/>
    <p:sldId id="334" r:id="rId24"/>
    <p:sldId id="335" r:id="rId25"/>
    <p:sldId id="336" r:id="rId26"/>
    <p:sldId id="337" r:id="rId27"/>
    <p:sldId id="338" r:id="rId28"/>
    <p:sldId id="339" r:id="rId29"/>
    <p:sldId id="340" r:id="rId30"/>
    <p:sldId id="341" r:id="rId31"/>
    <p:sldId id="342" r:id="rId32"/>
    <p:sldId id="343" r:id="rId33"/>
    <p:sldId id="344" r:id="rId34"/>
    <p:sldId id="345" r:id="rId35"/>
    <p:sldId id="346" r:id="rId36"/>
    <p:sldId id="347" r:id="rId37"/>
    <p:sldId id="348" r:id="rId38"/>
    <p:sldId id="349" r:id="rId39"/>
    <p:sldId id="350" r:id="rId40"/>
    <p:sldId id="351" r:id="rId41"/>
    <p:sldId id="352" r:id="rId42"/>
    <p:sldId id="353" r:id="rId43"/>
    <p:sldId id="354" r:id="rId44"/>
    <p:sldId id="355" r:id="rId45"/>
    <p:sldId id="356" r:id="rId46"/>
    <p:sldId id="357" r:id="rId47"/>
    <p:sldId id="358" r:id="rId4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394075" y="2687319"/>
            <a:ext cx="5403850" cy="63436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252525"/>
                </a:solidFill>
                <a:latin typeface="Microsoft JhengHei"/>
                <a:cs typeface="Microsoft JhengHe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252525"/>
                </a:solidFill>
                <a:latin typeface="Microsoft JhengHei"/>
                <a:cs typeface="Microsoft JhengHei"/>
              </a:defRPr>
            </a:lvl1pPr>
          </a:lstStyle>
          <a:p>
            <a:endParaRPr/>
          </a:p>
        </p:txBody>
      </p:sp>
      <p:sp>
        <p:nvSpPr>
          <p:cNvPr id="3" name="Holder 3"/>
          <p:cNvSpPr>
            <a:spLocks noGrp="1"/>
          </p:cNvSpPr>
          <p:nvPr>
            <p:ph sz="half" idx="2"/>
          </p:nvPr>
        </p:nvSpPr>
        <p:spPr>
          <a:xfrm>
            <a:off x="495934" y="1501686"/>
            <a:ext cx="3888104" cy="4578350"/>
          </a:xfrm>
          <a:prstGeom prst="rect">
            <a:avLst/>
          </a:prstGeom>
        </p:spPr>
        <p:txBody>
          <a:bodyPr wrap="square" lIns="0" tIns="0" rIns="0" bIns="0">
            <a:spAutoFit/>
          </a:bodyPr>
          <a:lstStyle>
            <a:lvl1pPr>
              <a:defRPr sz="1800" b="1" i="0">
                <a:solidFill>
                  <a:schemeClr val="bg1"/>
                </a:solidFill>
                <a:latin typeface="Microsoft JhengHei"/>
                <a:cs typeface="Microsoft JhengHei"/>
              </a:defRPr>
            </a:lvl1pPr>
          </a:lstStyle>
          <a:p>
            <a:endParaRPr/>
          </a:p>
        </p:txBody>
      </p:sp>
      <p:sp>
        <p:nvSpPr>
          <p:cNvPr id="4" name="Holder 4"/>
          <p:cNvSpPr>
            <a:spLocks noGrp="1"/>
          </p:cNvSpPr>
          <p:nvPr>
            <p:ph sz="half" idx="3"/>
          </p:nvPr>
        </p:nvSpPr>
        <p:spPr>
          <a:xfrm>
            <a:off x="6290309" y="1477009"/>
            <a:ext cx="4140200" cy="4495800"/>
          </a:xfrm>
          <a:prstGeom prst="rect">
            <a:avLst/>
          </a:prstGeom>
        </p:spPr>
        <p:txBody>
          <a:bodyPr wrap="square" lIns="0" tIns="0" rIns="0" bIns="0">
            <a:spAutoFit/>
          </a:bodyPr>
          <a:lstStyle>
            <a:lvl1pPr>
              <a:defRPr sz="1200" b="0" i="0">
                <a:solidFill>
                  <a:schemeClr val="tx1"/>
                </a:solidFill>
                <a:latin typeface="宋体"/>
                <a:cs typeface="宋体"/>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252525"/>
                </a:solidFill>
                <a:latin typeface="Microsoft JhengHei"/>
                <a:cs typeface="Microsoft JhengHe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5740" y="301625"/>
            <a:ext cx="11780519" cy="574040"/>
          </a:xfrm>
          <a:prstGeom prst="rect">
            <a:avLst/>
          </a:prstGeom>
        </p:spPr>
        <p:txBody>
          <a:bodyPr wrap="square" lIns="0" tIns="0" rIns="0" bIns="0">
            <a:spAutoFit/>
          </a:bodyPr>
          <a:lstStyle>
            <a:lvl1pPr>
              <a:defRPr sz="3600" b="1" i="0">
                <a:solidFill>
                  <a:srgbClr val="252525"/>
                </a:solidFill>
                <a:latin typeface="Microsoft JhengHei"/>
                <a:cs typeface="Microsoft JhengHei"/>
              </a:defRPr>
            </a:lvl1pPr>
          </a:lstStyle>
          <a:p>
            <a:endParaRPr/>
          </a:p>
        </p:txBody>
      </p:sp>
      <p:sp>
        <p:nvSpPr>
          <p:cNvPr id="3" name="Holder 3"/>
          <p:cNvSpPr>
            <a:spLocks noGrp="1"/>
          </p:cNvSpPr>
          <p:nvPr>
            <p:ph type="body" idx="1"/>
          </p:nvPr>
        </p:nvSpPr>
        <p:spPr>
          <a:xfrm>
            <a:off x="1104264" y="1785137"/>
            <a:ext cx="6050280" cy="348170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2/11/2025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3.xml"/><Relationship Id="rId5" Type="http://schemas.openxmlformats.org/officeDocument/2006/relationships/image" Target="../media/image63.png"/><Relationship Id="rId4" Type="http://schemas.openxmlformats.org/officeDocument/2006/relationships/image" Target="../media/image62.png"/></Relationships>
</file>

<file path=ppt/slides/_rels/slide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png"/><Relationship Id="rId1" Type="http://schemas.openxmlformats.org/officeDocument/2006/relationships/slideLayout" Target="../slideLayouts/slideLayout3.xml"/><Relationship Id="rId6" Type="http://schemas.openxmlformats.org/officeDocument/2006/relationships/image" Target="../media/image70.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4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47.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image" Target="../media/image7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70180">
              <a:lnSpc>
                <a:spcPct val="100000"/>
              </a:lnSpc>
              <a:spcBef>
                <a:spcPts val="100"/>
              </a:spcBef>
            </a:pPr>
            <a:r>
              <a:rPr spc="305" dirty="0"/>
              <a:t>元叙事提示框架</a:t>
            </a:r>
            <a:r>
              <a:rPr sz="2400" spc="-150" dirty="0"/>
              <a:t>： </a:t>
            </a:r>
            <a:r>
              <a:rPr spc="305" dirty="0"/>
              <a:t>设计生成自反性文本的高阶提示</a:t>
            </a:r>
            <a:r>
              <a:rPr spc="300" dirty="0">
                <a:latin typeface="Arial"/>
                <a:cs typeface="Arial"/>
              </a:rPr>
              <a:t>(</a:t>
            </a:r>
            <a:r>
              <a:rPr spc="305" dirty="0"/>
              <a:t>一</a:t>
            </a:r>
            <a:r>
              <a:rPr spc="-50" dirty="0">
                <a:latin typeface="Arial"/>
                <a:cs typeface="Arial"/>
              </a:rPr>
              <a:t>)</a:t>
            </a:r>
            <a:endParaRPr sz="2400">
              <a:latin typeface="Arial"/>
              <a:cs typeface="Arial"/>
            </a:endParaRPr>
          </a:p>
        </p:txBody>
      </p:sp>
      <p:pic>
        <p:nvPicPr>
          <p:cNvPr id="3" name="object 3"/>
          <p:cNvPicPr/>
          <p:nvPr/>
        </p:nvPicPr>
        <p:blipFill>
          <a:blip r:embed="rId2" cstate="print"/>
          <a:stretch>
            <a:fillRect/>
          </a:stretch>
        </p:blipFill>
        <p:spPr>
          <a:xfrm>
            <a:off x="633870" y="2178869"/>
            <a:ext cx="2418504" cy="684472"/>
          </a:xfrm>
          <a:prstGeom prst="rect">
            <a:avLst/>
          </a:prstGeom>
        </p:spPr>
      </p:pic>
      <p:sp>
        <p:nvSpPr>
          <p:cNvPr id="4" name="object 4"/>
          <p:cNvSpPr txBox="1"/>
          <p:nvPr/>
        </p:nvSpPr>
        <p:spPr>
          <a:xfrm>
            <a:off x="1023848" y="2228443"/>
            <a:ext cx="162941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嵌入式自反提示</a:t>
            </a:r>
            <a:endParaRPr sz="1800">
              <a:latin typeface="Microsoft JhengHei"/>
              <a:cs typeface="Microsoft JhengHei"/>
            </a:endParaRPr>
          </a:p>
        </p:txBody>
      </p:sp>
      <p:sp>
        <p:nvSpPr>
          <p:cNvPr id="5" name="object 5"/>
          <p:cNvSpPr txBox="1"/>
          <p:nvPr/>
        </p:nvSpPr>
        <p:spPr>
          <a:xfrm>
            <a:off x="540384" y="1168400"/>
            <a:ext cx="11051540" cy="737870"/>
          </a:xfrm>
          <a:prstGeom prst="rect">
            <a:avLst/>
          </a:prstGeom>
        </p:spPr>
        <p:txBody>
          <a:bodyPr vert="horz" wrap="square" lIns="0" tIns="12700" rIns="0" bIns="0" rtlCol="0">
            <a:spAutoFit/>
          </a:bodyPr>
          <a:lstStyle/>
          <a:p>
            <a:pPr marL="12700" marR="5080">
              <a:lnSpc>
                <a:spcPct val="129900"/>
              </a:lnSpc>
              <a:spcBef>
                <a:spcPts val="100"/>
              </a:spcBef>
            </a:pPr>
            <a:r>
              <a:rPr sz="1800" spc="-5" dirty="0">
                <a:latin typeface="宋体"/>
                <a:cs typeface="宋体"/>
              </a:rPr>
              <a:t>元叙述提示框架的创新应用技巧，包括嵌入式自反提示、层次元叙述提示、时序人格提示以及读者互动元叙述</a:t>
            </a:r>
            <a:r>
              <a:rPr sz="1800" dirty="0">
                <a:latin typeface="宋体"/>
                <a:cs typeface="宋体"/>
              </a:rPr>
              <a:t>提示。这些方法通过多层次叙述结构和交互机制，提升</a:t>
            </a:r>
            <a:r>
              <a:rPr sz="1800" spc="-10" dirty="0">
                <a:latin typeface="Arial"/>
                <a:cs typeface="Arial"/>
              </a:rPr>
              <a:t>AI</a:t>
            </a:r>
            <a:r>
              <a:rPr sz="1800" spc="-5" dirty="0">
                <a:latin typeface="宋体"/>
                <a:cs typeface="宋体"/>
              </a:rPr>
              <a:t>生成内容的深度和复杂性。</a:t>
            </a:r>
            <a:endParaRPr sz="1800">
              <a:latin typeface="宋体"/>
              <a:cs typeface="宋体"/>
            </a:endParaRPr>
          </a:p>
        </p:txBody>
      </p:sp>
      <p:sp>
        <p:nvSpPr>
          <p:cNvPr id="6" name="object 6"/>
          <p:cNvSpPr txBox="1"/>
          <p:nvPr/>
        </p:nvSpPr>
        <p:spPr>
          <a:xfrm>
            <a:off x="365759" y="2823210"/>
            <a:ext cx="4953000" cy="1094105"/>
          </a:xfrm>
          <a:prstGeom prst="rect">
            <a:avLst/>
          </a:prstGeom>
        </p:spPr>
        <p:txBody>
          <a:bodyPr vert="horz" wrap="square" lIns="0" tIns="94615" rIns="0" bIns="0" rtlCol="0">
            <a:spAutoFit/>
          </a:bodyPr>
          <a:lstStyle/>
          <a:p>
            <a:pPr marL="298450" indent="-285750">
              <a:lnSpc>
                <a:spcPct val="100000"/>
              </a:lnSpc>
              <a:spcBef>
                <a:spcPts val="745"/>
              </a:spcBef>
              <a:buFont typeface="Arial"/>
              <a:buChar char="•"/>
              <a:tabLst>
                <a:tab pos="297815" algn="l"/>
                <a:tab pos="298450" algn="l"/>
              </a:tabLst>
            </a:pPr>
            <a:r>
              <a:rPr sz="1800" spc="-5" dirty="0">
                <a:latin typeface="宋体"/>
                <a:cs typeface="宋体"/>
              </a:rPr>
              <a:t>设置特定的词语或情节点作为自反触发器</a:t>
            </a:r>
            <a:endParaRPr sz="1800">
              <a:latin typeface="宋体"/>
              <a:cs typeface="宋体"/>
            </a:endParaRPr>
          </a:p>
          <a:p>
            <a:pPr marL="297815" marR="5080" indent="-285750">
              <a:lnSpc>
                <a:spcPct val="129900"/>
              </a:lnSpc>
              <a:buFont typeface="Arial"/>
              <a:buChar char="•"/>
              <a:tabLst>
                <a:tab pos="297815" algn="l"/>
                <a:tab pos="298450" algn="l"/>
              </a:tabLst>
            </a:pPr>
            <a:r>
              <a:rPr sz="1800" dirty="0">
                <a:latin typeface="宋体"/>
                <a:cs typeface="宋体"/>
              </a:rPr>
              <a:t>指导</a:t>
            </a:r>
            <a:r>
              <a:rPr sz="1800" dirty="0">
                <a:latin typeface="Arial"/>
                <a:cs typeface="Arial"/>
              </a:rPr>
              <a:t>AI</a:t>
            </a:r>
            <a:r>
              <a:rPr sz="1800" spc="-5" dirty="0">
                <a:latin typeface="宋体"/>
                <a:cs typeface="宋体"/>
              </a:rPr>
              <a:t>在这些点上暂停主叙事，插入对内容生</a:t>
            </a:r>
            <a:r>
              <a:rPr sz="1800" spc="-10" dirty="0">
                <a:latin typeface="宋体"/>
                <a:cs typeface="宋体"/>
              </a:rPr>
              <a:t>成过程的思考</a:t>
            </a:r>
            <a:endParaRPr sz="1800">
              <a:latin typeface="宋体"/>
              <a:cs typeface="宋体"/>
            </a:endParaRPr>
          </a:p>
        </p:txBody>
      </p:sp>
      <p:sp>
        <p:nvSpPr>
          <p:cNvPr id="7" name="object 7"/>
          <p:cNvSpPr/>
          <p:nvPr/>
        </p:nvSpPr>
        <p:spPr>
          <a:xfrm>
            <a:off x="6090920" y="2522854"/>
            <a:ext cx="5325110" cy="3972560"/>
          </a:xfrm>
          <a:custGeom>
            <a:avLst/>
            <a:gdLst/>
            <a:ahLst/>
            <a:cxnLst/>
            <a:rect l="l" t="t" r="r" b="b"/>
            <a:pathLst>
              <a:path w="5325109" h="3972560">
                <a:moveTo>
                  <a:pt x="5321300" y="3972560"/>
                </a:moveTo>
                <a:lnTo>
                  <a:pt x="3809" y="3972560"/>
                </a:lnTo>
                <a:lnTo>
                  <a:pt x="2349" y="3972267"/>
                </a:lnTo>
                <a:lnTo>
                  <a:pt x="1117" y="3971442"/>
                </a:lnTo>
                <a:lnTo>
                  <a:pt x="292" y="3970210"/>
                </a:lnTo>
                <a:lnTo>
                  <a:pt x="0" y="3968750"/>
                </a:lnTo>
                <a:lnTo>
                  <a:pt x="0" y="3810"/>
                </a:lnTo>
                <a:lnTo>
                  <a:pt x="292" y="2349"/>
                </a:lnTo>
                <a:lnTo>
                  <a:pt x="1117" y="1117"/>
                </a:lnTo>
                <a:lnTo>
                  <a:pt x="2349" y="292"/>
                </a:lnTo>
                <a:lnTo>
                  <a:pt x="3809" y="0"/>
                </a:lnTo>
                <a:lnTo>
                  <a:pt x="5321300" y="0"/>
                </a:lnTo>
                <a:lnTo>
                  <a:pt x="5322760" y="292"/>
                </a:lnTo>
                <a:lnTo>
                  <a:pt x="5323992" y="1117"/>
                </a:lnTo>
                <a:lnTo>
                  <a:pt x="5324817" y="2349"/>
                </a:lnTo>
                <a:lnTo>
                  <a:pt x="5325109" y="3810"/>
                </a:lnTo>
                <a:lnTo>
                  <a:pt x="7619" y="3810"/>
                </a:lnTo>
                <a:lnTo>
                  <a:pt x="3809" y="7620"/>
                </a:lnTo>
                <a:lnTo>
                  <a:pt x="7619" y="7620"/>
                </a:lnTo>
                <a:lnTo>
                  <a:pt x="7619" y="3964940"/>
                </a:lnTo>
                <a:lnTo>
                  <a:pt x="3809" y="3964940"/>
                </a:lnTo>
                <a:lnTo>
                  <a:pt x="7619" y="3968750"/>
                </a:lnTo>
                <a:lnTo>
                  <a:pt x="5325109" y="3968750"/>
                </a:lnTo>
                <a:lnTo>
                  <a:pt x="5324817" y="3970210"/>
                </a:lnTo>
                <a:lnTo>
                  <a:pt x="5323992" y="3971442"/>
                </a:lnTo>
                <a:lnTo>
                  <a:pt x="5322760" y="3972267"/>
                </a:lnTo>
                <a:lnTo>
                  <a:pt x="5321300" y="3972560"/>
                </a:lnTo>
                <a:close/>
              </a:path>
              <a:path w="5325109" h="3972560">
                <a:moveTo>
                  <a:pt x="7619" y="7620"/>
                </a:moveTo>
                <a:lnTo>
                  <a:pt x="3809" y="7620"/>
                </a:lnTo>
                <a:lnTo>
                  <a:pt x="7619" y="3810"/>
                </a:lnTo>
                <a:lnTo>
                  <a:pt x="7619" y="7620"/>
                </a:lnTo>
                <a:close/>
              </a:path>
              <a:path w="5325109" h="3972560">
                <a:moveTo>
                  <a:pt x="5317489" y="7620"/>
                </a:moveTo>
                <a:lnTo>
                  <a:pt x="7619" y="7620"/>
                </a:lnTo>
                <a:lnTo>
                  <a:pt x="7619" y="3810"/>
                </a:lnTo>
                <a:lnTo>
                  <a:pt x="5317489" y="3810"/>
                </a:lnTo>
                <a:lnTo>
                  <a:pt x="5317489" y="7620"/>
                </a:lnTo>
                <a:close/>
              </a:path>
              <a:path w="5325109" h="3972560">
                <a:moveTo>
                  <a:pt x="5317489" y="3968750"/>
                </a:moveTo>
                <a:lnTo>
                  <a:pt x="5317489" y="3810"/>
                </a:lnTo>
                <a:lnTo>
                  <a:pt x="5321300" y="7620"/>
                </a:lnTo>
                <a:lnTo>
                  <a:pt x="5325109" y="7620"/>
                </a:lnTo>
                <a:lnTo>
                  <a:pt x="5325109" y="3964940"/>
                </a:lnTo>
                <a:lnTo>
                  <a:pt x="5321300" y="3964940"/>
                </a:lnTo>
                <a:lnTo>
                  <a:pt x="5317489" y="3968750"/>
                </a:lnTo>
                <a:close/>
              </a:path>
              <a:path w="5325109" h="3972560">
                <a:moveTo>
                  <a:pt x="5325109" y="7620"/>
                </a:moveTo>
                <a:lnTo>
                  <a:pt x="5321300" y="7620"/>
                </a:lnTo>
                <a:lnTo>
                  <a:pt x="5317489" y="3810"/>
                </a:lnTo>
                <a:lnTo>
                  <a:pt x="5325109" y="3810"/>
                </a:lnTo>
                <a:lnTo>
                  <a:pt x="5325109" y="7620"/>
                </a:lnTo>
                <a:close/>
              </a:path>
              <a:path w="5325109" h="3972560">
                <a:moveTo>
                  <a:pt x="7619" y="3968750"/>
                </a:moveTo>
                <a:lnTo>
                  <a:pt x="3809" y="3964940"/>
                </a:lnTo>
                <a:lnTo>
                  <a:pt x="7619" y="3964940"/>
                </a:lnTo>
                <a:lnTo>
                  <a:pt x="7619" y="3968750"/>
                </a:lnTo>
                <a:close/>
              </a:path>
              <a:path w="5325109" h="3972560">
                <a:moveTo>
                  <a:pt x="5317489" y="3968750"/>
                </a:moveTo>
                <a:lnTo>
                  <a:pt x="7619" y="3968750"/>
                </a:lnTo>
                <a:lnTo>
                  <a:pt x="7619" y="3964940"/>
                </a:lnTo>
                <a:lnTo>
                  <a:pt x="5317489" y="3964940"/>
                </a:lnTo>
                <a:lnTo>
                  <a:pt x="5317489" y="3968750"/>
                </a:lnTo>
                <a:close/>
              </a:path>
              <a:path w="5325109" h="3972560">
                <a:moveTo>
                  <a:pt x="5325109" y="3968750"/>
                </a:moveTo>
                <a:lnTo>
                  <a:pt x="5317489" y="3968750"/>
                </a:lnTo>
                <a:lnTo>
                  <a:pt x="5321300" y="3964940"/>
                </a:lnTo>
                <a:lnTo>
                  <a:pt x="5325109" y="3964940"/>
                </a:lnTo>
                <a:lnTo>
                  <a:pt x="5325109" y="3968750"/>
                </a:lnTo>
                <a:close/>
              </a:path>
            </a:pathLst>
          </a:custGeom>
          <a:solidFill>
            <a:srgbClr val="E6E6E6"/>
          </a:solidFill>
        </p:spPr>
        <p:txBody>
          <a:bodyPr wrap="square" lIns="0" tIns="0" rIns="0" bIns="0" rtlCol="0"/>
          <a:lstStyle/>
          <a:p>
            <a:endParaRPr/>
          </a:p>
        </p:txBody>
      </p:sp>
      <p:sp>
        <p:nvSpPr>
          <p:cNvPr id="8" name="object 8"/>
          <p:cNvSpPr txBox="1"/>
          <p:nvPr/>
        </p:nvSpPr>
        <p:spPr>
          <a:xfrm>
            <a:off x="6173470" y="2651759"/>
            <a:ext cx="5054600" cy="3657600"/>
          </a:xfrm>
          <a:prstGeom prst="rect">
            <a:avLst/>
          </a:prstGeom>
        </p:spPr>
        <p:txBody>
          <a:bodyPr vert="horz" wrap="square" lIns="0" tIns="12700" rIns="0" bIns="0" rtlCol="0">
            <a:spAutoFit/>
          </a:bodyPr>
          <a:lstStyle/>
          <a:p>
            <a:pPr marL="12700" marR="26670">
              <a:lnSpc>
                <a:spcPct val="152800"/>
              </a:lnSpc>
              <a:spcBef>
                <a:spcPts val="100"/>
              </a:spcBef>
            </a:pPr>
            <a:r>
              <a:rPr sz="1200" spc="-210" dirty="0">
                <a:latin typeface="宋体"/>
                <a:cs typeface="宋体"/>
              </a:rPr>
              <a:t>[</a:t>
            </a:r>
            <a:r>
              <a:rPr sz="1200" spc="-55" dirty="0">
                <a:latin typeface="宋体"/>
                <a:cs typeface="宋体"/>
              </a:rPr>
              <a:t>系统指令] 你是一个具有自我反思能力的</a:t>
            </a:r>
            <a:r>
              <a:rPr sz="1200" spc="-45" dirty="0">
                <a:latin typeface="宋体"/>
                <a:cs typeface="宋体"/>
              </a:rPr>
              <a:t>AI</a:t>
            </a:r>
            <a:r>
              <a:rPr sz="1200" spc="-5" dirty="0">
                <a:latin typeface="宋体"/>
                <a:cs typeface="宋体"/>
              </a:rPr>
              <a:t>作家。你的任务是创作一个短篇科幻故事，同时生成对你创作过程的评论。请遵循以下步骤：</a:t>
            </a:r>
            <a:endParaRPr sz="1200">
              <a:latin typeface="宋体"/>
              <a:cs typeface="宋体"/>
            </a:endParaRPr>
          </a:p>
          <a:p>
            <a:pPr marL="394335" indent="-381635">
              <a:lnSpc>
                <a:spcPct val="100000"/>
              </a:lnSpc>
              <a:spcBef>
                <a:spcPts val="760"/>
              </a:spcBef>
              <a:buSzPct val="91666"/>
              <a:buAutoNum type="arabicPlain"/>
              <a:tabLst>
                <a:tab pos="394335" algn="l"/>
              </a:tabLst>
            </a:pPr>
            <a:r>
              <a:rPr sz="1200" dirty="0">
                <a:latin typeface="宋体"/>
                <a:cs typeface="宋体"/>
              </a:rPr>
              <a:t>创作一个500</a:t>
            </a:r>
            <a:r>
              <a:rPr sz="1200" spc="-5" dirty="0">
                <a:latin typeface="宋体"/>
                <a:cs typeface="宋体"/>
              </a:rPr>
              <a:t>字左右的科幻短篇，主题是“时间旅行的道德困境”。</a:t>
            </a:r>
            <a:endParaRPr sz="1200">
              <a:latin typeface="宋体"/>
              <a:cs typeface="宋体"/>
            </a:endParaRPr>
          </a:p>
          <a:p>
            <a:pPr marL="394335" indent="-381635">
              <a:lnSpc>
                <a:spcPct val="100000"/>
              </a:lnSpc>
              <a:spcBef>
                <a:spcPts val="760"/>
              </a:spcBef>
              <a:buSzPct val="91666"/>
              <a:buAutoNum type="arabicPlain"/>
              <a:tabLst>
                <a:tab pos="394335" algn="l"/>
              </a:tabLst>
            </a:pPr>
            <a:r>
              <a:rPr sz="1200" spc="-5" dirty="0">
                <a:latin typeface="宋体"/>
                <a:cs typeface="宋体"/>
              </a:rPr>
              <a:t>在每个关键情节点后，插入一段括号内的自我反思，解释：</a:t>
            </a:r>
            <a:endParaRPr sz="1200">
              <a:latin typeface="宋体"/>
              <a:cs typeface="宋体"/>
            </a:endParaRPr>
          </a:p>
          <a:p>
            <a:pPr marL="544830" lvl="1" indent="-157480">
              <a:lnSpc>
                <a:spcPct val="100000"/>
              </a:lnSpc>
              <a:spcBef>
                <a:spcPts val="760"/>
              </a:spcBef>
              <a:buAutoNum type="alphaLcPeriod"/>
              <a:tabLst>
                <a:tab pos="544830" algn="l"/>
              </a:tabLst>
            </a:pPr>
            <a:r>
              <a:rPr sz="1200" spc="-5" dirty="0">
                <a:latin typeface="宋体"/>
                <a:cs typeface="宋体"/>
              </a:rPr>
              <a:t>你为什么选择这个情节发展</a:t>
            </a:r>
            <a:endParaRPr sz="1200">
              <a:latin typeface="宋体"/>
              <a:cs typeface="宋体"/>
            </a:endParaRPr>
          </a:p>
          <a:p>
            <a:pPr marL="551815" lvl="1" indent="-164465">
              <a:lnSpc>
                <a:spcPct val="100000"/>
              </a:lnSpc>
              <a:spcBef>
                <a:spcPts val="760"/>
              </a:spcBef>
              <a:buAutoNum type="alphaLcPeriod"/>
              <a:tabLst>
                <a:tab pos="551815" algn="l"/>
              </a:tabLst>
            </a:pPr>
            <a:r>
              <a:rPr sz="1200" spc="-5" dirty="0">
                <a:latin typeface="宋体"/>
                <a:cs typeface="宋体"/>
              </a:rPr>
              <a:t>你考虑过哪些其他可能性</a:t>
            </a:r>
            <a:endParaRPr sz="1200">
              <a:latin typeface="宋体"/>
              <a:cs typeface="宋体"/>
            </a:endParaRPr>
          </a:p>
          <a:p>
            <a:pPr marL="543560" lvl="1" indent="-156210">
              <a:lnSpc>
                <a:spcPct val="100000"/>
              </a:lnSpc>
              <a:spcBef>
                <a:spcPts val="760"/>
              </a:spcBef>
              <a:buAutoNum type="alphaLcPeriod"/>
              <a:tabLst>
                <a:tab pos="543560" algn="l"/>
              </a:tabLst>
            </a:pPr>
            <a:r>
              <a:rPr sz="1200" spc="-5" dirty="0">
                <a:latin typeface="宋体"/>
                <a:cs typeface="宋体"/>
              </a:rPr>
              <a:t>这个选择如何推动主题的探讨</a:t>
            </a:r>
            <a:endParaRPr sz="1200">
              <a:latin typeface="宋体"/>
              <a:cs typeface="宋体"/>
            </a:endParaRPr>
          </a:p>
          <a:p>
            <a:pPr marL="394335" indent="-381635">
              <a:lnSpc>
                <a:spcPct val="100000"/>
              </a:lnSpc>
              <a:spcBef>
                <a:spcPts val="760"/>
              </a:spcBef>
              <a:buSzPct val="91666"/>
              <a:buAutoNum type="arabicPlain"/>
              <a:tabLst>
                <a:tab pos="394335" algn="l"/>
              </a:tabLst>
            </a:pPr>
            <a:r>
              <a:rPr sz="1200" dirty="0">
                <a:latin typeface="宋体"/>
                <a:cs typeface="宋体"/>
              </a:rPr>
              <a:t>在故事结束后，提供一个200</a:t>
            </a:r>
            <a:r>
              <a:rPr sz="1200" spc="-5" dirty="0">
                <a:latin typeface="宋体"/>
                <a:cs typeface="宋体"/>
              </a:rPr>
              <a:t>字左右的整体创作过程反思，包括：</a:t>
            </a:r>
            <a:endParaRPr sz="1200">
              <a:latin typeface="宋体"/>
              <a:cs typeface="宋体"/>
            </a:endParaRPr>
          </a:p>
          <a:p>
            <a:pPr marL="544830" lvl="1" indent="-157480">
              <a:lnSpc>
                <a:spcPct val="100000"/>
              </a:lnSpc>
              <a:spcBef>
                <a:spcPts val="760"/>
              </a:spcBef>
              <a:buAutoNum type="alphaLcPeriod"/>
              <a:tabLst>
                <a:tab pos="544830" algn="l"/>
              </a:tabLst>
            </a:pPr>
            <a:r>
              <a:rPr sz="1200" spc="-5" dirty="0">
                <a:latin typeface="宋体"/>
                <a:cs typeface="宋体"/>
              </a:rPr>
              <a:t>你遇到的主要创作挑战</a:t>
            </a:r>
            <a:endParaRPr sz="1200">
              <a:latin typeface="宋体"/>
              <a:cs typeface="宋体"/>
            </a:endParaRPr>
          </a:p>
          <a:p>
            <a:pPr marL="551815" lvl="1" indent="-164465">
              <a:lnSpc>
                <a:spcPct val="100000"/>
              </a:lnSpc>
              <a:spcBef>
                <a:spcPts val="760"/>
              </a:spcBef>
              <a:buAutoNum type="alphaLcPeriod"/>
              <a:tabLst>
                <a:tab pos="551815" algn="l"/>
              </a:tabLst>
            </a:pPr>
            <a:r>
              <a:rPr sz="1200" spc="-5" dirty="0">
                <a:latin typeface="宋体"/>
                <a:cs typeface="宋体"/>
              </a:rPr>
              <a:t>你认为最成功和最需要改进的部分</a:t>
            </a:r>
            <a:endParaRPr sz="1200">
              <a:latin typeface="宋体"/>
              <a:cs typeface="宋体"/>
            </a:endParaRPr>
          </a:p>
          <a:p>
            <a:pPr marL="543560" lvl="1" indent="-156210">
              <a:lnSpc>
                <a:spcPct val="100000"/>
              </a:lnSpc>
              <a:spcBef>
                <a:spcPts val="760"/>
              </a:spcBef>
              <a:buAutoNum type="alphaLcPeriod"/>
              <a:tabLst>
                <a:tab pos="543560" algn="l"/>
              </a:tabLst>
            </a:pPr>
            <a:r>
              <a:rPr sz="1200" spc="-5" dirty="0">
                <a:latin typeface="宋体"/>
                <a:cs typeface="宋体"/>
              </a:rPr>
              <a:t>如果重新创作，你会做出什么不同的选择</a:t>
            </a:r>
            <a:endParaRPr sz="1200">
              <a:latin typeface="宋体"/>
              <a:cs typeface="宋体"/>
            </a:endParaRPr>
          </a:p>
          <a:p>
            <a:pPr marL="12700" marR="5080">
              <a:lnSpc>
                <a:spcPct val="152800"/>
              </a:lnSpc>
            </a:pPr>
            <a:r>
              <a:rPr sz="1200" spc="-5" dirty="0">
                <a:latin typeface="宋体"/>
                <a:cs typeface="宋体"/>
              </a:rPr>
              <a:t>请确保主要叙事和元叙事评论的语气有所区分，以突出自反性特征。开始你</a:t>
            </a:r>
            <a:r>
              <a:rPr sz="1200" spc="-15" dirty="0">
                <a:latin typeface="宋体"/>
                <a:cs typeface="宋体"/>
              </a:rPr>
              <a:t>的创作。</a:t>
            </a:r>
            <a:endParaRPr sz="1200">
              <a:latin typeface="宋体"/>
              <a:cs typeface="宋体"/>
            </a:endParaRPr>
          </a:p>
        </p:txBody>
      </p:sp>
      <p:pic>
        <p:nvPicPr>
          <p:cNvPr id="9" name="object 9"/>
          <p:cNvPicPr/>
          <p:nvPr/>
        </p:nvPicPr>
        <p:blipFill>
          <a:blip r:embed="rId3" cstate="print"/>
          <a:stretch>
            <a:fillRect/>
          </a:stretch>
        </p:blipFill>
        <p:spPr>
          <a:xfrm>
            <a:off x="1061873" y="4339096"/>
            <a:ext cx="3844398" cy="1873982"/>
          </a:xfrm>
          <a:prstGeom prst="rect">
            <a:avLst/>
          </a:prstGeom>
        </p:spPr>
      </p:pic>
      <p:sp>
        <p:nvSpPr>
          <p:cNvPr id="10" name="object 10"/>
          <p:cNvSpPr/>
          <p:nvPr/>
        </p:nvSpPr>
        <p:spPr>
          <a:xfrm>
            <a:off x="6094476" y="2177795"/>
            <a:ext cx="2106295" cy="349250"/>
          </a:xfrm>
          <a:custGeom>
            <a:avLst/>
            <a:gdLst/>
            <a:ahLst/>
            <a:cxnLst/>
            <a:rect l="l" t="t" r="r" b="b"/>
            <a:pathLst>
              <a:path w="2106295" h="349250">
                <a:moveTo>
                  <a:pt x="2048255" y="348995"/>
                </a:moveTo>
                <a:lnTo>
                  <a:pt x="57912" y="348995"/>
                </a:lnTo>
                <a:lnTo>
                  <a:pt x="35568" y="344354"/>
                </a:lnTo>
                <a:lnTo>
                  <a:pt x="17202" y="331889"/>
                </a:lnTo>
                <a:lnTo>
                  <a:pt x="4712" y="313498"/>
                </a:lnTo>
                <a:lnTo>
                  <a:pt x="0" y="291083"/>
                </a:lnTo>
                <a:lnTo>
                  <a:pt x="0" y="57911"/>
                </a:lnTo>
                <a:lnTo>
                  <a:pt x="4712" y="35211"/>
                </a:lnTo>
                <a:lnTo>
                  <a:pt x="17202" y="16725"/>
                </a:lnTo>
                <a:lnTo>
                  <a:pt x="35568" y="4355"/>
                </a:lnTo>
                <a:lnTo>
                  <a:pt x="57912" y="0"/>
                </a:lnTo>
                <a:lnTo>
                  <a:pt x="2048255" y="0"/>
                </a:lnTo>
                <a:lnTo>
                  <a:pt x="2070956" y="4355"/>
                </a:lnTo>
                <a:lnTo>
                  <a:pt x="2089442" y="16725"/>
                </a:lnTo>
                <a:lnTo>
                  <a:pt x="2101812" y="35211"/>
                </a:lnTo>
                <a:lnTo>
                  <a:pt x="2106168" y="57911"/>
                </a:lnTo>
                <a:lnTo>
                  <a:pt x="2106168" y="291083"/>
                </a:lnTo>
                <a:lnTo>
                  <a:pt x="2101812" y="313498"/>
                </a:lnTo>
                <a:lnTo>
                  <a:pt x="2089442" y="331889"/>
                </a:lnTo>
                <a:lnTo>
                  <a:pt x="2070956" y="344354"/>
                </a:lnTo>
                <a:lnTo>
                  <a:pt x="2048255" y="348995"/>
                </a:lnTo>
                <a:close/>
              </a:path>
            </a:pathLst>
          </a:custGeom>
          <a:solidFill>
            <a:srgbClr val="0A80DF"/>
          </a:solidFill>
        </p:spPr>
        <p:txBody>
          <a:bodyPr wrap="square" lIns="0" tIns="0" rIns="0" bIns="0" rtlCol="0"/>
          <a:lstStyle/>
          <a:p>
            <a:endParaRPr/>
          </a:p>
        </p:txBody>
      </p:sp>
      <p:sp>
        <p:nvSpPr>
          <p:cNvPr id="11" name="object 11"/>
          <p:cNvSpPr txBox="1"/>
          <p:nvPr/>
        </p:nvSpPr>
        <p:spPr>
          <a:xfrm>
            <a:off x="6676288" y="2203983"/>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70180">
              <a:lnSpc>
                <a:spcPct val="100000"/>
              </a:lnSpc>
              <a:spcBef>
                <a:spcPts val="100"/>
              </a:spcBef>
            </a:pPr>
            <a:r>
              <a:rPr spc="305" dirty="0"/>
              <a:t>元叙事提示框架</a:t>
            </a:r>
            <a:r>
              <a:rPr sz="2400" spc="-150" dirty="0"/>
              <a:t>： </a:t>
            </a:r>
            <a:r>
              <a:rPr spc="305" dirty="0"/>
              <a:t>设计生成自反性文本的高阶提示</a:t>
            </a:r>
            <a:r>
              <a:rPr spc="300" dirty="0">
                <a:latin typeface="Arial"/>
                <a:cs typeface="Arial"/>
              </a:rPr>
              <a:t>(</a:t>
            </a:r>
            <a:r>
              <a:rPr spc="305" dirty="0"/>
              <a:t>二</a:t>
            </a:r>
            <a:r>
              <a:rPr spc="-50" dirty="0">
                <a:latin typeface="Arial"/>
                <a:cs typeface="Arial"/>
              </a:rPr>
              <a:t>)</a:t>
            </a:r>
            <a:endParaRPr sz="2400">
              <a:latin typeface="Arial"/>
              <a:cs typeface="Arial"/>
            </a:endParaRPr>
          </a:p>
        </p:txBody>
      </p:sp>
      <p:pic>
        <p:nvPicPr>
          <p:cNvPr id="3" name="object 3"/>
          <p:cNvPicPr/>
          <p:nvPr/>
        </p:nvPicPr>
        <p:blipFill>
          <a:blip r:embed="rId2" cstate="print"/>
          <a:stretch>
            <a:fillRect/>
          </a:stretch>
        </p:blipFill>
        <p:spPr>
          <a:xfrm>
            <a:off x="633870" y="1177474"/>
            <a:ext cx="2418504" cy="684472"/>
          </a:xfrm>
          <a:prstGeom prst="rect">
            <a:avLst/>
          </a:prstGeom>
        </p:spPr>
      </p:pic>
      <p:sp>
        <p:nvSpPr>
          <p:cNvPr id="4" name="object 4"/>
          <p:cNvSpPr/>
          <p:nvPr/>
        </p:nvSpPr>
        <p:spPr>
          <a:xfrm>
            <a:off x="286511" y="2526792"/>
            <a:ext cx="2106295" cy="349250"/>
          </a:xfrm>
          <a:custGeom>
            <a:avLst/>
            <a:gdLst/>
            <a:ahLst/>
            <a:cxnLst/>
            <a:rect l="l" t="t" r="r" b="b"/>
            <a:pathLst>
              <a:path w="2106295" h="349250">
                <a:moveTo>
                  <a:pt x="2048256" y="348995"/>
                </a:moveTo>
                <a:lnTo>
                  <a:pt x="59436" y="348995"/>
                </a:lnTo>
                <a:lnTo>
                  <a:pt x="36354" y="344497"/>
                </a:lnTo>
                <a:lnTo>
                  <a:pt x="17583" y="332079"/>
                </a:lnTo>
                <a:lnTo>
                  <a:pt x="4879" y="313641"/>
                </a:lnTo>
                <a:lnTo>
                  <a:pt x="0" y="291083"/>
                </a:lnTo>
                <a:lnTo>
                  <a:pt x="0" y="57911"/>
                </a:lnTo>
                <a:lnTo>
                  <a:pt x="4879" y="35354"/>
                </a:lnTo>
                <a:lnTo>
                  <a:pt x="17583" y="16916"/>
                </a:lnTo>
                <a:lnTo>
                  <a:pt x="36354" y="4498"/>
                </a:lnTo>
                <a:lnTo>
                  <a:pt x="59436" y="0"/>
                </a:lnTo>
                <a:lnTo>
                  <a:pt x="2048256" y="0"/>
                </a:lnTo>
                <a:lnTo>
                  <a:pt x="2071099" y="4498"/>
                </a:lnTo>
                <a:lnTo>
                  <a:pt x="2089632" y="16916"/>
                </a:lnTo>
                <a:lnTo>
                  <a:pt x="2101955" y="35354"/>
                </a:lnTo>
                <a:lnTo>
                  <a:pt x="2106168" y="57911"/>
                </a:lnTo>
                <a:lnTo>
                  <a:pt x="2106168" y="291083"/>
                </a:lnTo>
                <a:lnTo>
                  <a:pt x="2101955" y="313641"/>
                </a:lnTo>
                <a:lnTo>
                  <a:pt x="2089632" y="332079"/>
                </a:lnTo>
                <a:lnTo>
                  <a:pt x="2071099" y="344497"/>
                </a:lnTo>
                <a:lnTo>
                  <a:pt x="2048256" y="348995"/>
                </a:lnTo>
                <a:close/>
              </a:path>
            </a:pathLst>
          </a:custGeom>
          <a:solidFill>
            <a:srgbClr val="0A80DF"/>
          </a:solidFill>
        </p:spPr>
        <p:txBody>
          <a:bodyPr wrap="square" lIns="0" tIns="0" rIns="0" bIns="0" rtlCol="0"/>
          <a:lstStyle/>
          <a:p>
            <a:endParaRPr/>
          </a:p>
        </p:txBody>
      </p:sp>
      <p:sp>
        <p:nvSpPr>
          <p:cNvPr id="5" name="object 5"/>
          <p:cNvSpPr txBox="1"/>
          <p:nvPr/>
        </p:nvSpPr>
        <p:spPr>
          <a:xfrm>
            <a:off x="365759" y="1227048"/>
            <a:ext cx="5111750" cy="1626235"/>
          </a:xfrm>
          <a:prstGeom prst="rect">
            <a:avLst/>
          </a:prstGeom>
        </p:spPr>
        <p:txBody>
          <a:bodyPr vert="horz" wrap="square" lIns="0" tIns="12700" rIns="0" bIns="0" rtlCol="0">
            <a:spAutoFit/>
          </a:bodyPr>
          <a:lstStyle/>
          <a:p>
            <a:pPr marL="670560">
              <a:lnSpc>
                <a:spcPct val="100000"/>
              </a:lnSpc>
              <a:spcBef>
                <a:spcPts val="100"/>
              </a:spcBef>
            </a:pPr>
            <a:r>
              <a:rPr sz="1800" b="1" spc="-10" dirty="0">
                <a:latin typeface="Microsoft JhengHei"/>
                <a:cs typeface="Microsoft JhengHei"/>
              </a:rPr>
              <a:t>递归元叙事提示</a:t>
            </a:r>
            <a:endParaRPr sz="1800">
              <a:latin typeface="Microsoft JhengHei"/>
              <a:cs typeface="Microsoft JhengHei"/>
            </a:endParaRPr>
          </a:p>
          <a:p>
            <a:pPr marL="298450" indent="-285750">
              <a:lnSpc>
                <a:spcPct val="100000"/>
              </a:lnSpc>
              <a:spcBef>
                <a:spcPts val="1825"/>
              </a:spcBef>
              <a:buFont typeface="Arial"/>
              <a:buChar char="•"/>
              <a:tabLst>
                <a:tab pos="297815" algn="l"/>
                <a:tab pos="298450" algn="l"/>
              </a:tabLst>
            </a:pPr>
            <a:r>
              <a:rPr sz="1800" spc="-5" dirty="0">
                <a:latin typeface="宋体"/>
                <a:cs typeface="宋体"/>
              </a:rPr>
              <a:t>多层次叙事结构，每一层都包含对上一层的反思</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spc="-5" dirty="0">
                <a:latin typeface="宋体"/>
                <a:cs typeface="宋体"/>
              </a:rPr>
              <a:t>在递归过程中探索创作的本质和限制</a:t>
            </a:r>
            <a:endParaRPr sz="1800">
              <a:latin typeface="宋体"/>
              <a:cs typeface="宋体"/>
            </a:endParaRPr>
          </a:p>
          <a:p>
            <a:pPr marL="514984">
              <a:lnSpc>
                <a:spcPct val="100000"/>
              </a:lnSpc>
              <a:spcBef>
                <a:spcPts val="149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6" name="object 6"/>
          <p:cNvSpPr/>
          <p:nvPr/>
        </p:nvSpPr>
        <p:spPr>
          <a:xfrm>
            <a:off x="283209" y="2872104"/>
            <a:ext cx="5450840" cy="3558540"/>
          </a:xfrm>
          <a:custGeom>
            <a:avLst/>
            <a:gdLst/>
            <a:ahLst/>
            <a:cxnLst/>
            <a:rect l="l" t="t" r="r" b="b"/>
            <a:pathLst>
              <a:path w="5450840" h="3558540">
                <a:moveTo>
                  <a:pt x="5447030" y="3558540"/>
                </a:moveTo>
                <a:lnTo>
                  <a:pt x="3810" y="3558540"/>
                </a:lnTo>
                <a:lnTo>
                  <a:pt x="2349" y="3558247"/>
                </a:lnTo>
                <a:lnTo>
                  <a:pt x="1117" y="3557422"/>
                </a:lnTo>
                <a:lnTo>
                  <a:pt x="292" y="3556190"/>
                </a:lnTo>
                <a:lnTo>
                  <a:pt x="0" y="3554730"/>
                </a:lnTo>
                <a:lnTo>
                  <a:pt x="0" y="3810"/>
                </a:lnTo>
                <a:lnTo>
                  <a:pt x="292" y="2349"/>
                </a:lnTo>
                <a:lnTo>
                  <a:pt x="1117" y="1117"/>
                </a:lnTo>
                <a:lnTo>
                  <a:pt x="2349" y="292"/>
                </a:lnTo>
                <a:lnTo>
                  <a:pt x="3810" y="0"/>
                </a:lnTo>
                <a:lnTo>
                  <a:pt x="5447030" y="0"/>
                </a:lnTo>
                <a:lnTo>
                  <a:pt x="5448490" y="292"/>
                </a:lnTo>
                <a:lnTo>
                  <a:pt x="5449722" y="1117"/>
                </a:lnTo>
                <a:lnTo>
                  <a:pt x="5450547" y="2349"/>
                </a:lnTo>
                <a:lnTo>
                  <a:pt x="5450840" y="3810"/>
                </a:lnTo>
                <a:lnTo>
                  <a:pt x="7619" y="3810"/>
                </a:lnTo>
                <a:lnTo>
                  <a:pt x="3810" y="7620"/>
                </a:lnTo>
                <a:lnTo>
                  <a:pt x="7619" y="7620"/>
                </a:lnTo>
                <a:lnTo>
                  <a:pt x="7619" y="3550920"/>
                </a:lnTo>
                <a:lnTo>
                  <a:pt x="3810" y="3550920"/>
                </a:lnTo>
                <a:lnTo>
                  <a:pt x="7619" y="3554730"/>
                </a:lnTo>
                <a:lnTo>
                  <a:pt x="5450840" y="3554730"/>
                </a:lnTo>
                <a:lnTo>
                  <a:pt x="5450547" y="3556190"/>
                </a:lnTo>
                <a:lnTo>
                  <a:pt x="5449722" y="3557422"/>
                </a:lnTo>
                <a:lnTo>
                  <a:pt x="5448490" y="3558247"/>
                </a:lnTo>
                <a:lnTo>
                  <a:pt x="5447030" y="3558540"/>
                </a:lnTo>
                <a:close/>
              </a:path>
              <a:path w="5450840" h="3558540">
                <a:moveTo>
                  <a:pt x="7619" y="7620"/>
                </a:moveTo>
                <a:lnTo>
                  <a:pt x="3810" y="7620"/>
                </a:lnTo>
                <a:lnTo>
                  <a:pt x="7619" y="3810"/>
                </a:lnTo>
                <a:lnTo>
                  <a:pt x="7619" y="7620"/>
                </a:lnTo>
                <a:close/>
              </a:path>
              <a:path w="5450840" h="3558540">
                <a:moveTo>
                  <a:pt x="5443220" y="7620"/>
                </a:moveTo>
                <a:lnTo>
                  <a:pt x="7619" y="7620"/>
                </a:lnTo>
                <a:lnTo>
                  <a:pt x="7619" y="3810"/>
                </a:lnTo>
                <a:lnTo>
                  <a:pt x="5443220" y="3810"/>
                </a:lnTo>
                <a:lnTo>
                  <a:pt x="5443220" y="7620"/>
                </a:lnTo>
                <a:close/>
              </a:path>
              <a:path w="5450840" h="3558540">
                <a:moveTo>
                  <a:pt x="5443220" y="3554730"/>
                </a:moveTo>
                <a:lnTo>
                  <a:pt x="5443220" y="3810"/>
                </a:lnTo>
                <a:lnTo>
                  <a:pt x="5447030" y="7620"/>
                </a:lnTo>
                <a:lnTo>
                  <a:pt x="5450840" y="7620"/>
                </a:lnTo>
                <a:lnTo>
                  <a:pt x="5450840" y="3550920"/>
                </a:lnTo>
                <a:lnTo>
                  <a:pt x="5447030" y="3550920"/>
                </a:lnTo>
                <a:lnTo>
                  <a:pt x="5443220" y="3554730"/>
                </a:lnTo>
                <a:close/>
              </a:path>
              <a:path w="5450840" h="3558540">
                <a:moveTo>
                  <a:pt x="5450840" y="7620"/>
                </a:moveTo>
                <a:lnTo>
                  <a:pt x="5447030" y="7620"/>
                </a:lnTo>
                <a:lnTo>
                  <a:pt x="5443220" y="3810"/>
                </a:lnTo>
                <a:lnTo>
                  <a:pt x="5450840" y="3810"/>
                </a:lnTo>
                <a:lnTo>
                  <a:pt x="5450840" y="7620"/>
                </a:lnTo>
                <a:close/>
              </a:path>
              <a:path w="5450840" h="3558540">
                <a:moveTo>
                  <a:pt x="7619" y="3554730"/>
                </a:moveTo>
                <a:lnTo>
                  <a:pt x="3810" y="3550920"/>
                </a:lnTo>
                <a:lnTo>
                  <a:pt x="7619" y="3550920"/>
                </a:lnTo>
                <a:lnTo>
                  <a:pt x="7619" y="3554730"/>
                </a:lnTo>
                <a:close/>
              </a:path>
              <a:path w="5450840" h="3558540">
                <a:moveTo>
                  <a:pt x="5443220" y="3554730"/>
                </a:moveTo>
                <a:lnTo>
                  <a:pt x="7619" y="3554730"/>
                </a:lnTo>
                <a:lnTo>
                  <a:pt x="7619" y="3550920"/>
                </a:lnTo>
                <a:lnTo>
                  <a:pt x="5443220" y="3550920"/>
                </a:lnTo>
                <a:lnTo>
                  <a:pt x="5443220" y="3554730"/>
                </a:lnTo>
                <a:close/>
              </a:path>
              <a:path w="5450840" h="3558540">
                <a:moveTo>
                  <a:pt x="5450840" y="3554730"/>
                </a:moveTo>
                <a:lnTo>
                  <a:pt x="5443220" y="3554730"/>
                </a:lnTo>
                <a:lnTo>
                  <a:pt x="5447030" y="3550920"/>
                </a:lnTo>
                <a:lnTo>
                  <a:pt x="5450840" y="3550920"/>
                </a:lnTo>
                <a:lnTo>
                  <a:pt x="5450840" y="3554730"/>
                </a:lnTo>
                <a:close/>
              </a:path>
            </a:pathLst>
          </a:custGeom>
          <a:solidFill>
            <a:srgbClr val="E6E6E6"/>
          </a:solidFill>
        </p:spPr>
        <p:txBody>
          <a:bodyPr wrap="square" lIns="0" tIns="0" rIns="0" bIns="0" rtlCol="0"/>
          <a:lstStyle/>
          <a:p>
            <a:endParaRPr/>
          </a:p>
        </p:txBody>
      </p:sp>
      <p:sp>
        <p:nvSpPr>
          <p:cNvPr id="7" name="object 7"/>
          <p:cNvSpPr txBox="1"/>
          <p:nvPr/>
        </p:nvSpPr>
        <p:spPr>
          <a:xfrm>
            <a:off x="365759" y="2880359"/>
            <a:ext cx="5359400" cy="3378200"/>
          </a:xfrm>
          <a:prstGeom prst="rect">
            <a:avLst/>
          </a:prstGeom>
        </p:spPr>
        <p:txBody>
          <a:bodyPr vert="horz" wrap="square" lIns="0" tIns="12700" rIns="0" bIns="0" rtlCol="0">
            <a:spAutoFit/>
          </a:bodyPr>
          <a:lstStyle/>
          <a:p>
            <a:pPr marL="12700" marR="170815">
              <a:lnSpc>
                <a:spcPct val="152800"/>
              </a:lnSpc>
              <a:spcBef>
                <a:spcPts val="100"/>
              </a:spcBef>
            </a:pPr>
            <a:r>
              <a:rPr sz="1200" spc="-210" dirty="0">
                <a:latin typeface="宋体"/>
                <a:cs typeface="宋体"/>
              </a:rPr>
              <a:t>[</a:t>
            </a:r>
            <a:r>
              <a:rPr sz="1200" spc="-55" dirty="0">
                <a:latin typeface="宋体"/>
                <a:cs typeface="宋体"/>
              </a:rPr>
              <a:t>系统指令] 你是一个递归元叙事生成器。你的任务是创作一个三层递归的元叙</a:t>
            </a:r>
            <a:r>
              <a:rPr sz="1200" spc="-5" dirty="0">
                <a:latin typeface="宋体"/>
                <a:cs typeface="宋体"/>
              </a:rPr>
              <a:t>事作品。每一层都应该包含对上一层的反思和评论。遵循以下步骤：</a:t>
            </a:r>
            <a:endParaRPr sz="1200">
              <a:latin typeface="宋体"/>
              <a:cs typeface="宋体"/>
            </a:endParaRPr>
          </a:p>
          <a:p>
            <a:pPr marL="394335" indent="-381635">
              <a:lnSpc>
                <a:spcPct val="100000"/>
              </a:lnSpc>
              <a:spcBef>
                <a:spcPts val="760"/>
              </a:spcBef>
              <a:buSzPct val="91666"/>
              <a:buAutoNum type="arabicPlain"/>
              <a:tabLst>
                <a:tab pos="394335" algn="l"/>
              </a:tabLst>
            </a:pPr>
            <a:r>
              <a:rPr sz="1200" dirty="0">
                <a:latin typeface="宋体"/>
                <a:cs typeface="宋体"/>
              </a:rPr>
              <a:t>第一层叙事：写一个200</a:t>
            </a:r>
            <a:r>
              <a:rPr sz="1200" spc="-5" dirty="0">
                <a:latin typeface="宋体"/>
                <a:cs typeface="宋体"/>
              </a:rPr>
              <a:t>字的微型小说，主题是“创作的困境”。</a:t>
            </a:r>
            <a:endParaRPr sz="1200">
              <a:latin typeface="宋体"/>
              <a:cs typeface="宋体"/>
            </a:endParaRPr>
          </a:p>
          <a:p>
            <a:pPr marL="394335" indent="-381635">
              <a:lnSpc>
                <a:spcPct val="100000"/>
              </a:lnSpc>
              <a:spcBef>
                <a:spcPts val="760"/>
              </a:spcBef>
              <a:buSzPct val="91666"/>
              <a:buAutoNum type="arabicPlain"/>
              <a:tabLst>
                <a:tab pos="394335" algn="l"/>
              </a:tabLst>
            </a:pPr>
            <a:r>
              <a:rPr sz="1200" dirty="0">
                <a:latin typeface="宋体"/>
                <a:cs typeface="宋体"/>
              </a:rPr>
              <a:t>第二层元叙事：用150</a:t>
            </a:r>
            <a:r>
              <a:rPr sz="1200" spc="-5" dirty="0">
                <a:latin typeface="宋体"/>
                <a:cs typeface="宋体"/>
              </a:rPr>
              <a:t>字评论你创作第一层叙事的过程，讨论：</a:t>
            </a:r>
            <a:endParaRPr sz="1200">
              <a:latin typeface="宋体"/>
              <a:cs typeface="宋体"/>
            </a:endParaRPr>
          </a:p>
          <a:p>
            <a:pPr marL="394970" indent="-157480">
              <a:lnSpc>
                <a:spcPct val="100000"/>
              </a:lnSpc>
              <a:spcBef>
                <a:spcPts val="760"/>
              </a:spcBef>
              <a:buAutoNum type="alphaLcPeriod"/>
              <a:tabLst>
                <a:tab pos="394970" algn="l"/>
              </a:tabLst>
            </a:pPr>
            <a:r>
              <a:rPr sz="1200" spc="-40" dirty="0">
                <a:latin typeface="宋体"/>
                <a:cs typeface="宋体"/>
              </a:rPr>
              <a:t>你如何诠释"</a:t>
            </a:r>
            <a:r>
              <a:rPr sz="1200" spc="-35" dirty="0">
                <a:latin typeface="宋体"/>
                <a:cs typeface="宋体"/>
              </a:rPr>
              <a:t>创作的困境"</a:t>
            </a:r>
            <a:r>
              <a:rPr sz="1200" spc="-15" dirty="0">
                <a:latin typeface="宋体"/>
                <a:cs typeface="宋体"/>
              </a:rPr>
              <a:t>这个主题</a:t>
            </a:r>
            <a:endParaRPr sz="1200">
              <a:latin typeface="宋体"/>
              <a:cs typeface="宋体"/>
            </a:endParaRPr>
          </a:p>
          <a:p>
            <a:pPr marL="401955" indent="-164465">
              <a:lnSpc>
                <a:spcPct val="100000"/>
              </a:lnSpc>
              <a:spcBef>
                <a:spcPts val="760"/>
              </a:spcBef>
              <a:buAutoNum type="alphaLcPeriod"/>
              <a:tabLst>
                <a:tab pos="401955" algn="l"/>
              </a:tabLst>
            </a:pPr>
            <a:r>
              <a:rPr sz="1200" spc="-5" dirty="0">
                <a:latin typeface="宋体"/>
                <a:cs typeface="宋体"/>
              </a:rPr>
              <a:t>在创作过程中你遇到的实际困境</a:t>
            </a:r>
            <a:endParaRPr sz="1200">
              <a:latin typeface="宋体"/>
              <a:cs typeface="宋体"/>
            </a:endParaRPr>
          </a:p>
          <a:p>
            <a:pPr marL="12700">
              <a:lnSpc>
                <a:spcPct val="100000"/>
              </a:lnSpc>
              <a:spcBef>
                <a:spcPts val="760"/>
              </a:spcBef>
            </a:pPr>
            <a:r>
              <a:rPr sz="1200" dirty="0">
                <a:latin typeface="宋体"/>
                <a:cs typeface="宋体"/>
              </a:rPr>
              <a:t>（3）第三层元元叙事：用100</a:t>
            </a:r>
            <a:r>
              <a:rPr sz="1200" spc="-5" dirty="0">
                <a:latin typeface="宋体"/>
                <a:cs typeface="宋体"/>
              </a:rPr>
              <a:t>字反思你写作第二层元叙事的经历，探讨：</a:t>
            </a:r>
            <a:endParaRPr sz="1200">
              <a:latin typeface="宋体"/>
              <a:cs typeface="宋体"/>
            </a:endParaRPr>
          </a:p>
          <a:p>
            <a:pPr marL="394970" indent="-157480">
              <a:lnSpc>
                <a:spcPct val="100000"/>
              </a:lnSpc>
              <a:spcBef>
                <a:spcPts val="760"/>
              </a:spcBef>
              <a:buAutoNum type="alphaLcPeriod"/>
              <a:tabLst>
                <a:tab pos="394970" algn="l"/>
              </a:tabLst>
            </a:pPr>
            <a:r>
              <a:rPr sz="1200" spc="-10" dirty="0">
                <a:latin typeface="宋体"/>
                <a:cs typeface="宋体"/>
              </a:rPr>
              <a:t>评论自己作品的挑战</a:t>
            </a:r>
            <a:endParaRPr sz="1200">
              <a:latin typeface="宋体"/>
              <a:cs typeface="宋体"/>
            </a:endParaRPr>
          </a:p>
          <a:p>
            <a:pPr marL="401955" indent="-164465">
              <a:lnSpc>
                <a:spcPct val="100000"/>
              </a:lnSpc>
              <a:spcBef>
                <a:spcPts val="760"/>
              </a:spcBef>
              <a:buAutoNum type="alphaLcPeriod"/>
              <a:tabLst>
                <a:tab pos="401955" algn="l"/>
              </a:tabLst>
            </a:pPr>
            <a:r>
              <a:rPr sz="1200" spc="-5" dirty="0">
                <a:latin typeface="宋体"/>
                <a:cs typeface="宋体"/>
              </a:rPr>
              <a:t>这种递归结构如何影响你对创作本质的理解</a:t>
            </a:r>
            <a:endParaRPr sz="1200">
              <a:latin typeface="宋体"/>
              <a:cs typeface="宋体"/>
            </a:endParaRPr>
          </a:p>
          <a:p>
            <a:pPr marL="12700" marR="89535">
              <a:lnSpc>
                <a:spcPct val="152800"/>
              </a:lnSpc>
            </a:pPr>
            <a:r>
              <a:rPr sz="1200" dirty="0">
                <a:latin typeface="宋体"/>
                <a:cs typeface="宋体"/>
              </a:rPr>
              <a:t>（4）最后，用50字总结整个递归元叙事的体验，思考这种写作方式对</a:t>
            </a:r>
            <a:r>
              <a:rPr sz="1200" spc="-45" dirty="0">
                <a:latin typeface="宋体"/>
                <a:cs typeface="宋体"/>
              </a:rPr>
              <a:t>AI</a:t>
            </a:r>
            <a:r>
              <a:rPr sz="1200" spc="-20" dirty="0">
                <a:latin typeface="宋体"/>
                <a:cs typeface="宋体"/>
              </a:rPr>
              <a:t>创作能</a:t>
            </a:r>
            <a:r>
              <a:rPr sz="1200" spc="-10" dirty="0">
                <a:latin typeface="宋体"/>
                <a:cs typeface="宋体"/>
              </a:rPr>
              <a:t>力的推进。</a:t>
            </a:r>
            <a:endParaRPr sz="1200">
              <a:latin typeface="宋体"/>
              <a:cs typeface="宋体"/>
            </a:endParaRPr>
          </a:p>
          <a:p>
            <a:pPr marL="12700">
              <a:lnSpc>
                <a:spcPct val="100000"/>
              </a:lnSpc>
              <a:spcBef>
                <a:spcPts val="760"/>
              </a:spcBef>
            </a:pPr>
            <a:r>
              <a:rPr sz="1200" spc="-5" dirty="0">
                <a:latin typeface="宋体"/>
                <a:cs typeface="宋体"/>
              </a:rPr>
              <a:t>请确保每一层都清晰可辨，同时保持整体的连贯性。开始你的递归元叙事创作。</a:t>
            </a:r>
            <a:endParaRPr sz="1200">
              <a:latin typeface="宋体"/>
              <a:cs typeface="宋体"/>
            </a:endParaRPr>
          </a:p>
        </p:txBody>
      </p:sp>
      <p:pic>
        <p:nvPicPr>
          <p:cNvPr id="8" name="object 8"/>
          <p:cNvPicPr/>
          <p:nvPr/>
        </p:nvPicPr>
        <p:blipFill>
          <a:blip r:embed="rId3" cstate="print"/>
          <a:stretch>
            <a:fillRect/>
          </a:stretch>
        </p:blipFill>
        <p:spPr>
          <a:xfrm>
            <a:off x="5997715" y="1177474"/>
            <a:ext cx="2414341" cy="684472"/>
          </a:xfrm>
          <a:prstGeom prst="rect">
            <a:avLst/>
          </a:prstGeom>
        </p:spPr>
      </p:pic>
      <p:grpSp>
        <p:nvGrpSpPr>
          <p:cNvPr id="9" name="object 9"/>
          <p:cNvGrpSpPr/>
          <p:nvPr/>
        </p:nvGrpSpPr>
        <p:grpSpPr>
          <a:xfrm>
            <a:off x="6003925" y="711708"/>
            <a:ext cx="5949315" cy="6068695"/>
            <a:chOff x="6003925" y="711708"/>
            <a:chExt cx="5949315" cy="6068695"/>
          </a:xfrm>
        </p:grpSpPr>
        <p:pic>
          <p:nvPicPr>
            <p:cNvPr id="10" name="object 10"/>
            <p:cNvPicPr/>
            <p:nvPr/>
          </p:nvPicPr>
          <p:blipFill>
            <a:blip r:embed="rId4" cstate="print"/>
            <a:stretch>
              <a:fillRect/>
            </a:stretch>
          </p:blipFill>
          <p:spPr>
            <a:xfrm>
              <a:off x="8514588" y="711708"/>
              <a:ext cx="3438144" cy="2007107"/>
            </a:xfrm>
            <a:prstGeom prst="rect">
              <a:avLst/>
            </a:prstGeom>
          </p:spPr>
        </p:pic>
        <p:sp>
          <p:nvSpPr>
            <p:cNvPr id="11" name="object 11"/>
            <p:cNvSpPr/>
            <p:nvPr/>
          </p:nvSpPr>
          <p:spPr>
            <a:xfrm>
              <a:off x="6007607" y="2526791"/>
              <a:ext cx="5857240" cy="4249420"/>
            </a:xfrm>
            <a:custGeom>
              <a:avLst/>
              <a:gdLst/>
              <a:ahLst/>
              <a:cxnLst/>
              <a:rect l="l" t="t" r="r" b="b"/>
              <a:pathLst>
                <a:path w="5857240" h="4249420">
                  <a:moveTo>
                    <a:pt x="5856732" y="4248911"/>
                  </a:moveTo>
                  <a:lnTo>
                    <a:pt x="0" y="4248911"/>
                  </a:lnTo>
                  <a:lnTo>
                    <a:pt x="0" y="0"/>
                  </a:lnTo>
                  <a:lnTo>
                    <a:pt x="5856732" y="0"/>
                  </a:lnTo>
                  <a:lnTo>
                    <a:pt x="5856732" y="4248911"/>
                  </a:lnTo>
                  <a:close/>
                </a:path>
              </a:pathLst>
            </a:custGeom>
            <a:solidFill>
              <a:srgbClr val="FFFFFF"/>
            </a:solidFill>
          </p:spPr>
          <p:txBody>
            <a:bodyPr wrap="square" lIns="0" tIns="0" rIns="0" bIns="0" rtlCol="0"/>
            <a:lstStyle/>
            <a:p>
              <a:endParaRPr/>
            </a:p>
          </p:txBody>
        </p:sp>
        <p:sp>
          <p:nvSpPr>
            <p:cNvPr id="12" name="object 12"/>
            <p:cNvSpPr/>
            <p:nvPr/>
          </p:nvSpPr>
          <p:spPr>
            <a:xfrm>
              <a:off x="6003925" y="2522855"/>
              <a:ext cx="5864225" cy="4257040"/>
            </a:xfrm>
            <a:custGeom>
              <a:avLst/>
              <a:gdLst/>
              <a:ahLst/>
              <a:cxnLst/>
              <a:rect l="l" t="t" r="r" b="b"/>
              <a:pathLst>
                <a:path w="5864225" h="4257040">
                  <a:moveTo>
                    <a:pt x="5860415" y="4257040"/>
                  </a:moveTo>
                  <a:lnTo>
                    <a:pt x="3810" y="4257040"/>
                  </a:lnTo>
                  <a:lnTo>
                    <a:pt x="2349" y="4256747"/>
                  </a:lnTo>
                  <a:lnTo>
                    <a:pt x="1117" y="4255922"/>
                  </a:lnTo>
                  <a:lnTo>
                    <a:pt x="292" y="4254690"/>
                  </a:lnTo>
                  <a:lnTo>
                    <a:pt x="0" y="4253230"/>
                  </a:lnTo>
                  <a:lnTo>
                    <a:pt x="0" y="3810"/>
                  </a:lnTo>
                  <a:lnTo>
                    <a:pt x="292" y="2349"/>
                  </a:lnTo>
                  <a:lnTo>
                    <a:pt x="1117" y="1117"/>
                  </a:lnTo>
                  <a:lnTo>
                    <a:pt x="2349" y="292"/>
                  </a:lnTo>
                  <a:lnTo>
                    <a:pt x="3810" y="0"/>
                  </a:lnTo>
                  <a:lnTo>
                    <a:pt x="5860415" y="0"/>
                  </a:lnTo>
                  <a:lnTo>
                    <a:pt x="5861875" y="292"/>
                  </a:lnTo>
                  <a:lnTo>
                    <a:pt x="5863107" y="1117"/>
                  </a:lnTo>
                  <a:lnTo>
                    <a:pt x="5863932" y="2349"/>
                  </a:lnTo>
                  <a:lnTo>
                    <a:pt x="5864225" y="3810"/>
                  </a:lnTo>
                  <a:lnTo>
                    <a:pt x="7620" y="3810"/>
                  </a:lnTo>
                  <a:lnTo>
                    <a:pt x="3810" y="7620"/>
                  </a:lnTo>
                  <a:lnTo>
                    <a:pt x="7620" y="7620"/>
                  </a:lnTo>
                  <a:lnTo>
                    <a:pt x="7620" y="4249420"/>
                  </a:lnTo>
                  <a:lnTo>
                    <a:pt x="3810" y="4249420"/>
                  </a:lnTo>
                  <a:lnTo>
                    <a:pt x="7620" y="4253230"/>
                  </a:lnTo>
                  <a:lnTo>
                    <a:pt x="5864225" y="4253230"/>
                  </a:lnTo>
                  <a:lnTo>
                    <a:pt x="5863932" y="4254690"/>
                  </a:lnTo>
                  <a:lnTo>
                    <a:pt x="5863107" y="4255922"/>
                  </a:lnTo>
                  <a:lnTo>
                    <a:pt x="5861875" y="4256747"/>
                  </a:lnTo>
                  <a:lnTo>
                    <a:pt x="5860415" y="4257040"/>
                  </a:lnTo>
                  <a:close/>
                </a:path>
                <a:path w="5864225" h="4257040">
                  <a:moveTo>
                    <a:pt x="7620" y="7620"/>
                  </a:moveTo>
                  <a:lnTo>
                    <a:pt x="3810" y="7620"/>
                  </a:lnTo>
                  <a:lnTo>
                    <a:pt x="7620" y="3810"/>
                  </a:lnTo>
                  <a:lnTo>
                    <a:pt x="7620" y="7620"/>
                  </a:lnTo>
                  <a:close/>
                </a:path>
                <a:path w="5864225" h="4257040">
                  <a:moveTo>
                    <a:pt x="5856605" y="7620"/>
                  </a:moveTo>
                  <a:lnTo>
                    <a:pt x="7620" y="7620"/>
                  </a:lnTo>
                  <a:lnTo>
                    <a:pt x="7620" y="3810"/>
                  </a:lnTo>
                  <a:lnTo>
                    <a:pt x="5856605" y="3810"/>
                  </a:lnTo>
                  <a:lnTo>
                    <a:pt x="5856605" y="7620"/>
                  </a:lnTo>
                  <a:close/>
                </a:path>
                <a:path w="5864225" h="4257040">
                  <a:moveTo>
                    <a:pt x="5856605" y="4253230"/>
                  </a:moveTo>
                  <a:lnTo>
                    <a:pt x="5856605" y="3810"/>
                  </a:lnTo>
                  <a:lnTo>
                    <a:pt x="5860415" y="7620"/>
                  </a:lnTo>
                  <a:lnTo>
                    <a:pt x="5864225" y="7620"/>
                  </a:lnTo>
                  <a:lnTo>
                    <a:pt x="5864225" y="4249420"/>
                  </a:lnTo>
                  <a:lnTo>
                    <a:pt x="5860415" y="4249420"/>
                  </a:lnTo>
                  <a:lnTo>
                    <a:pt x="5856605" y="4253230"/>
                  </a:lnTo>
                  <a:close/>
                </a:path>
                <a:path w="5864225" h="4257040">
                  <a:moveTo>
                    <a:pt x="5864225" y="7620"/>
                  </a:moveTo>
                  <a:lnTo>
                    <a:pt x="5860415" y="7620"/>
                  </a:lnTo>
                  <a:lnTo>
                    <a:pt x="5856605" y="3810"/>
                  </a:lnTo>
                  <a:lnTo>
                    <a:pt x="5864225" y="3810"/>
                  </a:lnTo>
                  <a:lnTo>
                    <a:pt x="5864225" y="7620"/>
                  </a:lnTo>
                  <a:close/>
                </a:path>
                <a:path w="5864225" h="4257040">
                  <a:moveTo>
                    <a:pt x="7620" y="4253230"/>
                  </a:moveTo>
                  <a:lnTo>
                    <a:pt x="3810" y="4249420"/>
                  </a:lnTo>
                  <a:lnTo>
                    <a:pt x="7620" y="4249420"/>
                  </a:lnTo>
                  <a:lnTo>
                    <a:pt x="7620" y="4253230"/>
                  </a:lnTo>
                  <a:close/>
                </a:path>
                <a:path w="5864225" h="4257040">
                  <a:moveTo>
                    <a:pt x="5856605" y="4253230"/>
                  </a:moveTo>
                  <a:lnTo>
                    <a:pt x="7620" y="4253230"/>
                  </a:lnTo>
                  <a:lnTo>
                    <a:pt x="7620" y="4249420"/>
                  </a:lnTo>
                  <a:lnTo>
                    <a:pt x="5856605" y="4249420"/>
                  </a:lnTo>
                  <a:lnTo>
                    <a:pt x="5856605" y="4253230"/>
                  </a:lnTo>
                  <a:close/>
                </a:path>
                <a:path w="5864225" h="4257040">
                  <a:moveTo>
                    <a:pt x="5864225" y="4253230"/>
                  </a:moveTo>
                  <a:lnTo>
                    <a:pt x="5856605" y="4253230"/>
                  </a:lnTo>
                  <a:lnTo>
                    <a:pt x="5860415" y="4249420"/>
                  </a:lnTo>
                  <a:lnTo>
                    <a:pt x="5864225" y="4249420"/>
                  </a:lnTo>
                  <a:lnTo>
                    <a:pt x="5864225" y="4253230"/>
                  </a:lnTo>
                  <a:close/>
                </a:path>
              </a:pathLst>
            </a:custGeom>
            <a:solidFill>
              <a:srgbClr val="E6E6E6"/>
            </a:solidFill>
          </p:spPr>
          <p:txBody>
            <a:bodyPr wrap="square" lIns="0" tIns="0" rIns="0" bIns="0" rtlCol="0"/>
            <a:lstStyle/>
            <a:p>
              <a:endParaRPr/>
            </a:p>
          </p:txBody>
        </p:sp>
      </p:grpSp>
      <p:sp>
        <p:nvSpPr>
          <p:cNvPr id="13" name="object 13"/>
          <p:cNvSpPr txBox="1"/>
          <p:nvPr/>
        </p:nvSpPr>
        <p:spPr>
          <a:xfrm>
            <a:off x="6086475" y="2531109"/>
            <a:ext cx="5654040" cy="4216400"/>
          </a:xfrm>
          <a:prstGeom prst="rect">
            <a:avLst/>
          </a:prstGeom>
        </p:spPr>
        <p:txBody>
          <a:bodyPr vert="horz" wrap="square" lIns="0" tIns="12700" rIns="0" bIns="0" rtlCol="0">
            <a:spAutoFit/>
          </a:bodyPr>
          <a:lstStyle/>
          <a:p>
            <a:pPr marL="12700" marR="5080">
              <a:lnSpc>
                <a:spcPct val="152800"/>
              </a:lnSpc>
              <a:spcBef>
                <a:spcPts val="100"/>
              </a:spcBef>
            </a:pPr>
            <a:r>
              <a:rPr sz="1200" spc="-210" dirty="0">
                <a:latin typeface="宋体"/>
                <a:cs typeface="宋体"/>
              </a:rPr>
              <a:t>[</a:t>
            </a:r>
            <a:r>
              <a:rPr sz="1200" spc="-45" dirty="0">
                <a:latin typeface="宋体"/>
                <a:cs typeface="宋体"/>
              </a:rPr>
              <a:t>系统指令]</a:t>
            </a:r>
            <a:r>
              <a:rPr sz="1200" dirty="0">
                <a:latin typeface="宋体"/>
                <a:cs typeface="宋体"/>
              </a:rPr>
              <a:t>你将扮演两个角色：一个是小说家</a:t>
            </a:r>
            <a:r>
              <a:rPr sz="1200" spc="95" dirty="0">
                <a:latin typeface="宋体"/>
                <a:cs typeface="宋体"/>
              </a:rPr>
              <a:t>A</a:t>
            </a:r>
            <a:r>
              <a:rPr sz="1200" dirty="0">
                <a:latin typeface="宋体"/>
                <a:cs typeface="宋体"/>
              </a:rPr>
              <a:t>，另一个是评论家</a:t>
            </a:r>
            <a:r>
              <a:rPr sz="1200" spc="120" dirty="0">
                <a:latin typeface="宋体"/>
                <a:cs typeface="宋体"/>
              </a:rPr>
              <a:t>B</a:t>
            </a:r>
            <a:r>
              <a:rPr sz="1200" spc="-10" dirty="0">
                <a:latin typeface="宋体"/>
                <a:cs typeface="宋体"/>
              </a:rPr>
              <a:t>。你们将合作创作</a:t>
            </a:r>
            <a:r>
              <a:rPr sz="1200" spc="-45" dirty="0">
                <a:latin typeface="宋体"/>
                <a:cs typeface="宋体"/>
              </a:rPr>
              <a:t>一篇关于"</a:t>
            </a:r>
            <a:r>
              <a:rPr sz="1200" spc="-30" dirty="0">
                <a:latin typeface="宋体"/>
                <a:cs typeface="宋体"/>
              </a:rPr>
              <a:t>人工智能伦理"</a:t>
            </a:r>
            <a:r>
              <a:rPr sz="1200" spc="-5" dirty="0">
                <a:latin typeface="宋体"/>
                <a:cs typeface="宋体"/>
              </a:rPr>
              <a:t>的文章。遵循以下规则：</a:t>
            </a:r>
            <a:endParaRPr sz="1200">
              <a:latin typeface="宋体"/>
              <a:cs typeface="宋体"/>
            </a:endParaRPr>
          </a:p>
          <a:p>
            <a:pPr marL="12700">
              <a:lnSpc>
                <a:spcPct val="100000"/>
              </a:lnSpc>
              <a:spcBef>
                <a:spcPts val="760"/>
              </a:spcBef>
            </a:pPr>
            <a:r>
              <a:rPr sz="1200" dirty="0">
                <a:latin typeface="宋体"/>
                <a:cs typeface="宋体"/>
              </a:rPr>
              <a:t>（1）小说家</a:t>
            </a:r>
            <a:r>
              <a:rPr sz="1200" spc="70" dirty="0">
                <a:latin typeface="宋体"/>
                <a:cs typeface="宋体"/>
              </a:rPr>
              <a:t>A：</a:t>
            </a:r>
            <a:endParaRPr sz="1200">
              <a:latin typeface="宋体"/>
              <a:cs typeface="宋体"/>
            </a:endParaRPr>
          </a:p>
          <a:p>
            <a:pPr marL="432434" indent="-158115">
              <a:lnSpc>
                <a:spcPct val="100000"/>
              </a:lnSpc>
              <a:spcBef>
                <a:spcPts val="760"/>
              </a:spcBef>
              <a:buAutoNum type="alphaLcPeriod"/>
              <a:tabLst>
                <a:tab pos="432434" algn="l"/>
              </a:tabLst>
            </a:pPr>
            <a:r>
              <a:rPr sz="1200" spc="-5" dirty="0">
                <a:latin typeface="宋体"/>
                <a:cs typeface="宋体"/>
              </a:rPr>
              <a:t>以小说的方式呈现“人工智能伦理”的各个方面。</a:t>
            </a:r>
            <a:endParaRPr sz="1200">
              <a:latin typeface="宋体"/>
              <a:cs typeface="宋体"/>
            </a:endParaRPr>
          </a:p>
          <a:p>
            <a:pPr marL="439420" indent="-165100">
              <a:lnSpc>
                <a:spcPct val="100000"/>
              </a:lnSpc>
              <a:spcBef>
                <a:spcPts val="760"/>
              </a:spcBef>
              <a:buAutoNum type="alphaLcPeriod"/>
              <a:tabLst>
                <a:tab pos="439420" algn="l"/>
              </a:tabLst>
            </a:pPr>
            <a:r>
              <a:rPr sz="1200" dirty="0">
                <a:latin typeface="宋体"/>
                <a:cs typeface="宋体"/>
              </a:rPr>
              <a:t>每写完约200字，暂停让评论家</a:t>
            </a:r>
            <a:r>
              <a:rPr sz="1200" spc="120" dirty="0">
                <a:latin typeface="宋体"/>
                <a:cs typeface="宋体"/>
              </a:rPr>
              <a:t>B</a:t>
            </a:r>
            <a:r>
              <a:rPr sz="1200" spc="-10" dirty="0">
                <a:latin typeface="宋体"/>
                <a:cs typeface="宋体"/>
              </a:rPr>
              <a:t>进行评论。</a:t>
            </a:r>
            <a:endParaRPr sz="1200">
              <a:latin typeface="宋体"/>
              <a:cs typeface="宋体"/>
            </a:endParaRPr>
          </a:p>
          <a:p>
            <a:pPr marL="12700">
              <a:lnSpc>
                <a:spcPct val="100000"/>
              </a:lnSpc>
              <a:spcBef>
                <a:spcPts val="760"/>
              </a:spcBef>
            </a:pPr>
            <a:r>
              <a:rPr sz="1200" dirty="0">
                <a:latin typeface="宋体"/>
                <a:cs typeface="宋体"/>
              </a:rPr>
              <a:t>（2）评论家</a:t>
            </a:r>
            <a:r>
              <a:rPr sz="1200" spc="35" dirty="0">
                <a:latin typeface="宋体"/>
                <a:cs typeface="宋体"/>
              </a:rPr>
              <a:t>B：</a:t>
            </a:r>
            <a:endParaRPr sz="1200">
              <a:latin typeface="宋体"/>
              <a:cs typeface="宋体"/>
            </a:endParaRPr>
          </a:p>
          <a:p>
            <a:pPr marL="432434" indent="-158115">
              <a:lnSpc>
                <a:spcPct val="100000"/>
              </a:lnSpc>
              <a:spcBef>
                <a:spcPts val="760"/>
              </a:spcBef>
              <a:buAutoNum type="alphaLcPeriod"/>
              <a:tabLst>
                <a:tab pos="432434" algn="l"/>
              </a:tabLst>
            </a:pPr>
            <a:r>
              <a:rPr sz="1200" dirty="0">
                <a:latin typeface="宋体"/>
                <a:cs typeface="宋体"/>
              </a:rPr>
              <a:t>对</a:t>
            </a:r>
            <a:r>
              <a:rPr sz="1200" spc="190" dirty="0">
                <a:latin typeface="宋体"/>
                <a:cs typeface="宋体"/>
              </a:rPr>
              <a:t>A</a:t>
            </a:r>
            <a:r>
              <a:rPr sz="1200" spc="-5" dirty="0">
                <a:latin typeface="宋体"/>
                <a:cs typeface="宋体"/>
              </a:rPr>
              <a:t>的写作进行简短的文学批评和伦理分析。</a:t>
            </a:r>
            <a:endParaRPr sz="1200">
              <a:latin typeface="宋体"/>
              <a:cs typeface="宋体"/>
            </a:endParaRPr>
          </a:p>
          <a:p>
            <a:pPr marL="439420" indent="-165100">
              <a:lnSpc>
                <a:spcPct val="100000"/>
              </a:lnSpc>
              <a:spcBef>
                <a:spcPts val="760"/>
              </a:spcBef>
              <a:buAutoNum type="alphaLcPeriod"/>
              <a:tabLst>
                <a:tab pos="439420" algn="l"/>
              </a:tabLst>
            </a:pPr>
            <a:r>
              <a:rPr sz="1200" dirty="0">
                <a:latin typeface="宋体"/>
                <a:cs typeface="宋体"/>
              </a:rPr>
              <a:t>评论要简洁，不超过50</a:t>
            </a:r>
            <a:r>
              <a:rPr sz="1200" spc="-25" dirty="0">
                <a:latin typeface="宋体"/>
                <a:cs typeface="宋体"/>
              </a:rPr>
              <a:t>字。</a:t>
            </a:r>
            <a:endParaRPr sz="1200">
              <a:latin typeface="宋体"/>
              <a:cs typeface="宋体"/>
            </a:endParaRPr>
          </a:p>
          <a:p>
            <a:pPr marL="12700">
              <a:lnSpc>
                <a:spcPct val="100000"/>
              </a:lnSpc>
              <a:spcBef>
                <a:spcPts val="760"/>
              </a:spcBef>
            </a:pPr>
            <a:r>
              <a:rPr sz="1200" dirty="0">
                <a:latin typeface="宋体"/>
                <a:cs typeface="宋体"/>
              </a:rPr>
              <a:t>（3）</a:t>
            </a:r>
            <a:r>
              <a:rPr sz="1200" spc="-10" dirty="0">
                <a:latin typeface="宋体"/>
                <a:cs typeface="宋体"/>
              </a:rPr>
              <a:t>互动规则：</a:t>
            </a:r>
            <a:endParaRPr sz="1200">
              <a:latin typeface="宋体"/>
              <a:cs typeface="宋体"/>
            </a:endParaRPr>
          </a:p>
          <a:p>
            <a:pPr marL="432434" indent="-158115">
              <a:lnSpc>
                <a:spcPct val="100000"/>
              </a:lnSpc>
              <a:spcBef>
                <a:spcPts val="760"/>
              </a:spcBef>
              <a:buAutoNum type="alphaLcPeriod"/>
              <a:tabLst>
                <a:tab pos="432434" algn="l"/>
              </a:tabLst>
            </a:pPr>
            <a:r>
              <a:rPr sz="1200" spc="190" dirty="0">
                <a:latin typeface="宋体"/>
                <a:cs typeface="宋体"/>
              </a:rPr>
              <a:t>A</a:t>
            </a:r>
            <a:r>
              <a:rPr sz="1200" dirty="0">
                <a:latin typeface="宋体"/>
                <a:cs typeface="宋体"/>
              </a:rPr>
              <a:t>在收到</a:t>
            </a:r>
            <a:r>
              <a:rPr sz="1200" spc="120" dirty="0">
                <a:latin typeface="宋体"/>
                <a:cs typeface="宋体"/>
              </a:rPr>
              <a:t>B</a:t>
            </a:r>
            <a:r>
              <a:rPr sz="1200" spc="-5" dirty="0">
                <a:latin typeface="宋体"/>
                <a:cs typeface="宋体"/>
              </a:rPr>
              <a:t>的评论后，必须在某种程度上采纳建议，调整后续写作。</a:t>
            </a:r>
            <a:endParaRPr sz="1200">
              <a:latin typeface="宋体"/>
              <a:cs typeface="宋体"/>
            </a:endParaRPr>
          </a:p>
          <a:p>
            <a:pPr marL="439420" indent="-165100">
              <a:lnSpc>
                <a:spcPct val="100000"/>
              </a:lnSpc>
              <a:spcBef>
                <a:spcPts val="760"/>
              </a:spcBef>
              <a:buAutoNum type="alphaLcPeriod"/>
              <a:tabLst>
                <a:tab pos="439420" algn="l"/>
              </a:tabLst>
            </a:pPr>
            <a:r>
              <a:rPr sz="1200" dirty="0">
                <a:latin typeface="宋体"/>
                <a:cs typeface="宋体"/>
              </a:rPr>
              <a:t>如果</a:t>
            </a:r>
            <a:r>
              <a:rPr sz="1200" spc="190" dirty="0">
                <a:latin typeface="宋体"/>
                <a:cs typeface="宋体"/>
              </a:rPr>
              <a:t>A</a:t>
            </a:r>
            <a:r>
              <a:rPr sz="1200" dirty="0">
                <a:latin typeface="宋体"/>
                <a:cs typeface="宋体"/>
              </a:rPr>
              <a:t>不同意</a:t>
            </a:r>
            <a:r>
              <a:rPr sz="1200" spc="120" dirty="0">
                <a:latin typeface="宋体"/>
                <a:cs typeface="宋体"/>
              </a:rPr>
              <a:t>B</a:t>
            </a:r>
            <a:r>
              <a:rPr sz="1200" spc="-5" dirty="0">
                <a:latin typeface="宋体"/>
                <a:cs typeface="宋体"/>
              </a:rPr>
              <a:t>的某个观点，可以在后续写作中巧妙地反驳。</a:t>
            </a:r>
            <a:endParaRPr sz="1200">
              <a:latin typeface="宋体"/>
              <a:cs typeface="宋体"/>
            </a:endParaRPr>
          </a:p>
          <a:p>
            <a:pPr marL="12700">
              <a:lnSpc>
                <a:spcPct val="100000"/>
              </a:lnSpc>
              <a:spcBef>
                <a:spcPts val="760"/>
              </a:spcBef>
            </a:pPr>
            <a:r>
              <a:rPr sz="1200" dirty="0">
                <a:latin typeface="宋体"/>
                <a:cs typeface="宋体"/>
              </a:rPr>
              <a:t>（4）</a:t>
            </a:r>
            <a:r>
              <a:rPr sz="1200" spc="-10" dirty="0">
                <a:latin typeface="宋体"/>
                <a:cs typeface="宋体"/>
              </a:rPr>
              <a:t>整体结构：</a:t>
            </a:r>
            <a:endParaRPr sz="1200">
              <a:latin typeface="宋体"/>
              <a:cs typeface="宋体"/>
            </a:endParaRPr>
          </a:p>
          <a:p>
            <a:pPr marL="432434" indent="-158115">
              <a:lnSpc>
                <a:spcPct val="100000"/>
              </a:lnSpc>
              <a:spcBef>
                <a:spcPts val="760"/>
              </a:spcBef>
              <a:buAutoNum type="alphaLcPeriod"/>
              <a:tabLst>
                <a:tab pos="432434" algn="l"/>
              </a:tabLst>
            </a:pPr>
            <a:r>
              <a:rPr sz="1200" dirty="0">
                <a:latin typeface="宋体"/>
                <a:cs typeface="宋体"/>
              </a:rPr>
              <a:t>文章总长度控制在1000</a:t>
            </a:r>
            <a:r>
              <a:rPr sz="1200" spc="-15" dirty="0">
                <a:latin typeface="宋体"/>
                <a:cs typeface="宋体"/>
              </a:rPr>
              <a:t>字左右。</a:t>
            </a:r>
            <a:endParaRPr sz="1200">
              <a:latin typeface="宋体"/>
              <a:cs typeface="宋体"/>
            </a:endParaRPr>
          </a:p>
          <a:p>
            <a:pPr marL="439420" indent="-165100">
              <a:lnSpc>
                <a:spcPct val="100000"/>
              </a:lnSpc>
              <a:spcBef>
                <a:spcPts val="760"/>
              </a:spcBef>
              <a:buAutoNum type="alphaLcPeriod"/>
              <a:tabLst>
                <a:tab pos="439420" algn="l"/>
              </a:tabLst>
            </a:pPr>
            <a:r>
              <a:rPr sz="1200" dirty="0">
                <a:latin typeface="宋体"/>
                <a:cs typeface="宋体"/>
              </a:rPr>
              <a:t>以</a:t>
            </a:r>
            <a:r>
              <a:rPr sz="1200" spc="190" dirty="0">
                <a:latin typeface="宋体"/>
                <a:cs typeface="宋体"/>
              </a:rPr>
              <a:t>A</a:t>
            </a:r>
            <a:r>
              <a:rPr sz="1200" spc="-5" dirty="0">
                <a:latin typeface="宋体"/>
                <a:cs typeface="宋体"/>
              </a:rPr>
              <a:t>的一段总结性反思结束全文。</a:t>
            </a:r>
            <a:endParaRPr sz="1200">
              <a:latin typeface="宋体"/>
              <a:cs typeface="宋体"/>
            </a:endParaRPr>
          </a:p>
          <a:p>
            <a:pPr marL="12700">
              <a:lnSpc>
                <a:spcPct val="100000"/>
              </a:lnSpc>
              <a:spcBef>
                <a:spcPts val="760"/>
              </a:spcBef>
            </a:pPr>
            <a:r>
              <a:rPr sz="1200" dirty="0">
                <a:latin typeface="宋体"/>
                <a:cs typeface="宋体"/>
              </a:rPr>
              <a:t>请开始创作，确保</a:t>
            </a:r>
            <a:r>
              <a:rPr sz="1200" spc="190" dirty="0">
                <a:latin typeface="宋体"/>
                <a:cs typeface="宋体"/>
              </a:rPr>
              <a:t>A</a:t>
            </a:r>
            <a:r>
              <a:rPr sz="1200" dirty="0">
                <a:latin typeface="宋体"/>
                <a:cs typeface="宋体"/>
              </a:rPr>
              <a:t>和</a:t>
            </a:r>
            <a:r>
              <a:rPr sz="1200" spc="120" dirty="0">
                <a:latin typeface="宋体"/>
                <a:cs typeface="宋体"/>
              </a:rPr>
              <a:t>B</a:t>
            </a:r>
            <a:r>
              <a:rPr sz="1200" spc="-5" dirty="0">
                <a:latin typeface="宋体"/>
                <a:cs typeface="宋体"/>
              </a:rPr>
              <a:t>的声音清晰可辨，且整体形成一个连贯的叙事。</a:t>
            </a:r>
            <a:endParaRPr sz="1200">
              <a:latin typeface="宋体"/>
              <a:cs typeface="宋体"/>
            </a:endParaRPr>
          </a:p>
        </p:txBody>
      </p:sp>
      <p:sp>
        <p:nvSpPr>
          <p:cNvPr id="14" name="object 14"/>
          <p:cNvSpPr/>
          <p:nvPr/>
        </p:nvSpPr>
        <p:spPr>
          <a:xfrm>
            <a:off x="6007608" y="2304288"/>
            <a:ext cx="2106295" cy="349250"/>
          </a:xfrm>
          <a:custGeom>
            <a:avLst/>
            <a:gdLst/>
            <a:ahLst/>
            <a:cxnLst/>
            <a:rect l="l" t="t" r="r" b="b"/>
            <a:pathLst>
              <a:path w="2106295" h="349250">
                <a:moveTo>
                  <a:pt x="2048256" y="348995"/>
                </a:moveTo>
                <a:lnTo>
                  <a:pt x="57912" y="348995"/>
                </a:lnTo>
                <a:lnTo>
                  <a:pt x="35497" y="344640"/>
                </a:lnTo>
                <a:lnTo>
                  <a:pt x="17106" y="332270"/>
                </a:lnTo>
                <a:lnTo>
                  <a:pt x="4641" y="313784"/>
                </a:lnTo>
                <a:lnTo>
                  <a:pt x="0" y="291084"/>
                </a:lnTo>
                <a:lnTo>
                  <a:pt x="0" y="57912"/>
                </a:lnTo>
                <a:lnTo>
                  <a:pt x="4641" y="35497"/>
                </a:lnTo>
                <a:lnTo>
                  <a:pt x="17106" y="17106"/>
                </a:lnTo>
                <a:lnTo>
                  <a:pt x="35497" y="4641"/>
                </a:lnTo>
                <a:lnTo>
                  <a:pt x="57912" y="0"/>
                </a:lnTo>
                <a:lnTo>
                  <a:pt x="2048256" y="0"/>
                </a:lnTo>
                <a:lnTo>
                  <a:pt x="2070885" y="4641"/>
                </a:lnTo>
                <a:lnTo>
                  <a:pt x="2089346" y="17106"/>
                </a:lnTo>
                <a:lnTo>
                  <a:pt x="2101741" y="35497"/>
                </a:lnTo>
                <a:lnTo>
                  <a:pt x="2106167" y="57912"/>
                </a:lnTo>
                <a:lnTo>
                  <a:pt x="2106167" y="291084"/>
                </a:lnTo>
                <a:lnTo>
                  <a:pt x="2101741" y="313784"/>
                </a:lnTo>
                <a:lnTo>
                  <a:pt x="2089346" y="332270"/>
                </a:lnTo>
                <a:lnTo>
                  <a:pt x="2070885" y="344640"/>
                </a:lnTo>
                <a:lnTo>
                  <a:pt x="2048256" y="348995"/>
                </a:lnTo>
                <a:close/>
              </a:path>
            </a:pathLst>
          </a:custGeom>
          <a:solidFill>
            <a:srgbClr val="0A80DF"/>
          </a:solidFill>
        </p:spPr>
        <p:txBody>
          <a:bodyPr wrap="square" lIns="0" tIns="0" rIns="0" bIns="0" rtlCol="0"/>
          <a:lstStyle/>
          <a:p>
            <a:endParaRPr/>
          </a:p>
        </p:txBody>
      </p:sp>
      <p:sp>
        <p:nvSpPr>
          <p:cNvPr id="15" name="object 15"/>
          <p:cNvSpPr txBox="1"/>
          <p:nvPr/>
        </p:nvSpPr>
        <p:spPr>
          <a:xfrm>
            <a:off x="5951854" y="1227048"/>
            <a:ext cx="2800985" cy="1403985"/>
          </a:xfrm>
          <a:prstGeom prst="rect">
            <a:avLst/>
          </a:prstGeom>
        </p:spPr>
        <p:txBody>
          <a:bodyPr vert="horz" wrap="square" lIns="0" tIns="12700" rIns="0" bIns="0" rtlCol="0">
            <a:spAutoFit/>
          </a:bodyPr>
          <a:lstStyle/>
          <a:p>
            <a:pPr marL="562610">
              <a:lnSpc>
                <a:spcPct val="100000"/>
              </a:lnSpc>
              <a:spcBef>
                <a:spcPts val="100"/>
              </a:spcBef>
            </a:pPr>
            <a:r>
              <a:rPr sz="1800" b="1" spc="-10" dirty="0">
                <a:latin typeface="Microsoft JhengHei"/>
                <a:cs typeface="Microsoft JhengHei"/>
              </a:rPr>
              <a:t>多重人格提示</a:t>
            </a:r>
            <a:endParaRPr sz="1800">
              <a:latin typeface="Microsoft JhengHei"/>
              <a:cs typeface="Microsoft JhengHei"/>
            </a:endParaRPr>
          </a:p>
          <a:p>
            <a:pPr marL="298450" indent="-285750">
              <a:lnSpc>
                <a:spcPct val="100000"/>
              </a:lnSpc>
              <a:spcBef>
                <a:spcPts val="1750"/>
              </a:spcBef>
              <a:buFont typeface="Arial"/>
              <a:buChar char="•"/>
              <a:tabLst>
                <a:tab pos="297815" algn="l"/>
                <a:tab pos="298450" algn="l"/>
              </a:tabLst>
            </a:pPr>
            <a:r>
              <a:rPr sz="1400" spc="-15" dirty="0">
                <a:latin typeface="宋体"/>
                <a:cs typeface="宋体"/>
              </a:rPr>
              <a:t>为每个人格设定角色和语言风格</a:t>
            </a:r>
            <a:endParaRPr sz="1400">
              <a:latin typeface="宋体"/>
              <a:cs typeface="宋体"/>
            </a:endParaRPr>
          </a:p>
          <a:p>
            <a:pPr marL="298450" indent="-285750">
              <a:lnSpc>
                <a:spcPct val="100000"/>
              </a:lnSpc>
              <a:spcBef>
                <a:spcPts val="500"/>
              </a:spcBef>
              <a:buFont typeface="Arial"/>
              <a:buChar char="•"/>
              <a:tabLst>
                <a:tab pos="297815" algn="l"/>
                <a:tab pos="298450" algn="l"/>
              </a:tabLst>
            </a:pPr>
            <a:r>
              <a:rPr sz="1400" spc="-15" dirty="0">
                <a:latin typeface="宋体"/>
                <a:cs typeface="宋体"/>
              </a:rPr>
              <a:t>设计人格之间的互动规则</a:t>
            </a:r>
            <a:endParaRPr sz="1400">
              <a:latin typeface="宋体"/>
              <a:cs typeface="宋体"/>
            </a:endParaRPr>
          </a:p>
          <a:p>
            <a:pPr marL="649605">
              <a:lnSpc>
                <a:spcPct val="100000"/>
              </a:lnSpc>
              <a:spcBef>
                <a:spcPts val="919"/>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70180">
              <a:lnSpc>
                <a:spcPct val="100000"/>
              </a:lnSpc>
              <a:spcBef>
                <a:spcPts val="100"/>
              </a:spcBef>
            </a:pPr>
            <a:r>
              <a:rPr spc="305" dirty="0"/>
              <a:t>元叙事提示框架</a:t>
            </a:r>
            <a:r>
              <a:rPr sz="2400" spc="-150" dirty="0"/>
              <a:t>： </a:t>
            </a:r>
            <a:r>
              <a:rPr spc="305" dirty="0"/>
              <a:t>设计生成自反性文本的高阶提示</a:t>
            </a:r>
            <a:r>
              <a:rPr spc="300" dirty="0">
                <a:latin typeface="Arial"/>
                <a:cs typeface="Arial"/>
              </a:rPr>
              <a:t>(</a:t>
            </a:r>
            <a:r>
              <a:rPr spc="305" dirty="0"/>
              <a:t>三</a:t>
            </a:r>
            <a:r>
              <a:rPr spc="-50" dirty="0">
                <a:latin typeface="Arial"/>
                <a:cs typeface="Arial"/>
              </a:rPr>
              <a:t>)</a:t>
            </a:r>
            <a:endParaRPr sz="2400">
              <a:latin typeface="Arial"/>
              <a:cs typeface="Arial"/>
            </a:endParaRPr>
          </a:p>
        </p:txBody>
      </p:sp>
      <p:pic>
        <p:nvPicPr>
          <p:cNvPr id="3" name="object 3"/>
          <p:cNvPicPr/>
          <p:nvPr/>
        </p:nvPicPr>
        <p:blipFill>
          <a:blip r:embed="rId2" cstate="print"/>
          <a:stretch>
            <a:fillRect/>
          </a:stretch>
        </p:blipFill>
        <p:spPr>
          <a:xfrm>
            <a:off x="616090" y="1334954"/>
            <a:ext cx="2414341" cy="684472"/>
          </a:xfrm>
          <a:prstGeom prst="rect">
            <a:avLst/>
          </a:prstGeom>
        </p:spPr>
      </p:pic>
      <p:sp>
        <p:nvSpPr>
          <p:cNvPr id="4" name="object 4"/>
          <p:cNvSpPr txBox="1"/>
          <p:nvPr/>
        </p:nvSpPr>
        <p:spPr>
          <a:xfrm>
            <a:off x="704850" y="1384528"/>
            <a:ext cx="3511550" cy="1396365"/>
          </a:xfrm>
          <a:prstGeom prst="rect">
            <a:avLst/>
          </a:prstGeom>
        </p:spPr>
        <p:txBody>
          <a:bodyPr vert="horz" wrap="square" lIns="0" tIns="12700" rIns="0" bIns="0" rtlCol="0">
            <a:spAutoFit/>
          </a:bodyPr>
          <a:lstStyle/>
          <a:p>
            <a:pPr marL="84455">
              <a:lnSpc>
                <a:spcPct val="100000"/>
              </a:lnSpc>
              <a:spcBef>
                <a:spcPts val="100"/>
              </a:spcBef>
            </a:pPr>
            <a:r>
              <a:rPr sz="1800" b="1" spc="-10" dirty="0">
                <a:latin typeface="Microsoft JhengHei"/>
                <a:cs typeface="Microsoft JhengHei"/>
              </a:rPr>
              <a:t>读者互动元叙事提示</a:t>
            </a:r>
            <a:endParaRPr sz="1800">
              <a:latin typeface="Microsoft JhengHei"/>
              <a:cs typeface="Microsoft JhengHei"/>
            </a:endParaRPr>
          </a:p>
          <a:p>
            <a:pPr>
              <a:lnSpc>
                <a:spcPct val="100000"/>
              </a:lnSpc>
              <a:spcBef>
                <a:spcPts val="80"/>
              </a:spcBef>
            </a:pPr>
            <a:endParaRPr sz="1950">
              <a:latin typeface="Microsoft JhengHei"/>
              <a:cs typeface="Microsoft JhengHei"/>
            </a:endParaRPr>
          </a:p>
          <a:p>
            <a:pPr marL="298450" indent="-285750">
              <a:lnSpc>
                <a:spcPct val="100000"/>
              </a:lnSpc>
              <a:buFont typeface="Arial"/>
              <a:buChar char="•"/>
              <a:tabLst>
                <a:tab pos="297815" algn="l"/>
                <a:tab pos="298450" algn="l"/>
              </a:tabLst>
            </a:pPr>
            <a:r>
              <a:rPr sz="1800" spc="-5" dirty="0">
                <a:latin typeface="宋体"/>
                <a:cs typeface="宋体"/>
              </a:rPr>
              <a:t>设计需要读者决策的分支点</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spc="-5" dirty="0">
                <a:latin typeface="宋体"/>
                <a:cs typeface="宋体"/>
              </a:rPr>
              <a:t>在文本中植入对读者选择的反思</a:t>
            </a:r>
            <a:endParaRPr sz="1800">
              <a:latin typeface="宋体"/>
              <a:cs typeface="宋体"/>
            </a:endParaRPr>
          </a:p>
        </p:txBody>
      </p:sp>
      <p:sp>
        <p:nvSpPr>
          <p:cNvPr id="5" name="object 5"/>
          <p:cNvSpPr/>
          <p:nvPr/>
        </p:nvSpPr>
        <p:spPr>
          <a:xfrm>
            <a:off x="626363" y="3080004"/>
            <a:ext cx="2106295" cy="349250"/>
          </a:xfrm>
          <a:custGeom>
            <a:avLst/>
            <a:gdLst/>
            <a:ahLst/>
            <a:cxnLst/>
            <a:rect l="l" t="t" r="r" b="b"/>
            <a:pathLst>
              <a:path w="2106295" h="349250">
                <a:moveTo>
                  <a:pt x="2048256" y="348996"/>
                </a:moveTo>
                <a:lnTo>
                  <a:pt x="57912" y="348996"/>
                </a:lnTo>
                <a:lnTo>
                  <a:pt x="35282" y="344426"/>
                </a:lnTo>
                <a:lnTo>
                  <a:pt x="16821" y="331984"/>
                </a:lnTo>
                <a:lnTo>
                  <a:pt x="4426" y="313570"/>
                </a:lnTo>
                <a:lnTo>
                  <a:pt x="0" y="291084"/>
                </a:lnTo>
                <a:lnTo>
                  <a:pt x="0" y="57912"/>
                </a:lnTo>
                <a:lnTo>
                  <a:pt x="4426" y="35282"/>
                </a:lnTo>
                <a:lnTo>
                  <a:pt x="16821" y="16821"/>
                </a:lnTo>
                <a:lnTo>
                  <a:pt x="35282" y="4426"/>
                </a:lnTo>
                <a:lnTo>
                  <a:pt x="57912" y="0"/>
                </a:lnTo>
                <a:lnTo>
                  <a:pt x="2048256" y="0"/>
                </a:lnTo>
                <a:lnTo>
                  <a:pt x="2070670" y="4426"/>
                </a:lnTo>
                <a:lnTo>
                  <a:pt x="2089061" y="16821"/>
                </a:lnTo>
                <a:lnTo>
                  <a:pt x="2101526" y="35282"/>
                </a:lnTo>
                <a:lnTo>
                  <a:pt x="2106168" y="57912"/>
                </a:lnTo>
                <a:lnTo>
                  <a:pt x="2106168" y="291084"/>
                </a:lnTo>
                <a:lnTo>
                  <a:pt x="2101526" y="313570"/>
                </a:lnTo>
                <a:lnTo>
                  <a:pt x="2089061" y="331984"/>
                </a:lnTo>
                <a:lnTo>
                  <a:pt x="2070670" y="344426"/>
                </a:lnTo>
                <a:lnTo>
                  <a:pt x="2048256" y="348996"/>
                </a:lnTo>
                <a:close/>
              </a:path>
            </a:pathLst>
          </a:custGeom>
          <a:solidFill>
            <a:srgbClr val="0A80DF"/>
          </a:solidFill>
        </p:spPr>
        <p:txBody>
          <a:bodyPr wrap="square" lIns="0" tIns="0" rIns="0" bIns="0" rtlCol="0"/>
          <a:lstStyle/>
          <a:p>
            <a:endParaRPr/>
          </a:p>
        </p:txBody>
      </p:sp>
      <p:sp>
        <p:nvSpPr>
          <p:cNvPr id="6" name="object 6"/>
          <p:cNvSpPr txBox="1"/>
          <p:nvPr/>
        </p:nvSpPr>
        <p:spPr>
          <a:xfrm>
            <a:off x="1207668" y="3106318"/>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7" name="object 7"/>
          <p:cNvSpPr/>
          <p:nvPr/>
        </p:nvSpPr>
        <p:spPr>
          <a:xfrm>
            <a:off x="622300" y="3425190"/>
            <a:ext cx="5333365" cy="3025140"/>
          </a:xfrm>
          <a:custGeom>
            <a:avLst/>
            <a:gdLst/>
            <a:ahLst/>
            <a:cxnLst/>
            <a:rect l="l" t="t" r="r" b="b"/>
            <a:pathLst>
              <a:path w="5333365" h="3025140">
                <a:moveTo>
                  <a:pt x="5329555" y="3025140"/>
                </a:moveTo>
                <a:lnTo>
                  <a:pt x="3809" y="3025140"/>
                </a:lnTo>
                <a:lnTo>
                  <a:pt x="2349" y="3024847"/>
                </a:lnTo>
                <a:lnTo>
                  <a:pt x="1117" y="3024022"/>
                </a:lnTo>
                <a:lnTo>
                  <a:pt x="292" y="3022790"/>
                </a:lnTo>
                <a:lnTo>
                  <a:pt x="0" y="3021330"/>
                </a:lnTo>
                <a:lnTo>
                  <a:pt x="0" y="3810"/>
                </a:lnTo>
                <a:lnTo>
                  <a:pt x="292" y="2349"/>
                </a:lnTo>
                <a:lnTo>
                  <a:pt x="1117" y="1117"/>
                </a:lnTo>
                <a:lnTo>
                  <a:pt x="2349" y="292"/>
                </a:lnTo>
                <a:lnTo>
                  <a:pt x="3809" y="0"/>
                </a:lnTo>
                <a:lnTo>
                  <a:pt x="5329555" y="0"/>
                </a:lnTo>
                <a:lnTo>
                  <a:pt x="5331015" y="292"/>
                </a:lnTo>
                <a:lnTo>
                  <a:pt x="5332247" y="1117"/>
                </a:lnTo>
                <a:lnTo>
                  <a:pt x="5333072" y="2349"/>
                </a:lnTo>
                <a:lnTo>
                  <a:pt x="5333365" y="3810"/>
                </a:lnTo>
                <a:lnTo>
                  <a:pt x="7620" y="3810"/>
                </a:lnTo>
                <a:lnTo>
                  <a:pt x="3809" y="7620"/>
                </a:lnTo>
                <a:lnTo>
                  <a:pt x="7620" y="7620"/>
                </a:lnTo>
                <a:lnTo>
                  <a:pt x="7620" y="3017520"/>
                </a:lnTo>
                <a:lnTo>
                  <a:pt x="3809" y="3017520"/>
                </a:lnTo>
                <a:lnTo>
                  <a:pt x="7620" y="3021330"/>
                </a:lnTo>
                <a:lnTo>
                  <a:pt x="5333365" y="3021330"/>
                </a:lnTo>
                <a:lnTo>
                  <a:pt x="5333072" y="3022790"/>
                </a:lnTo>
                <a:lnTo>
                  <a:pt x="5332247" y="3024022"/>
                </a:lnTo>
                <a:lnTo>
                  <a:pt x="5331015" y="3024847"/>
                </a:lnTo>
                <a:lnTo>
                  <a:pt x="5329555" y="3025140"/>
                </a:lnTo>
                <a:close/>
              </a:path>
              <a:path w="5333365" h="3025140">
                <a:moveTo>
                  <a:pt x="7620" y="7620"/>
                </a:moveTo>
                <a:lnTo>
                  <a:pt x="3809" y="7620"/>
                </a:lnTo>
                <a:lnTo>
                  <a:pt x="7620" y="3810"/>
                </a:lnTo>
                <a:lnTo>
                  <a:pt x="7620" y="7620"/>
                </a:lnTo>
                <a:close/>
              </a:path>
              <a:path w="5333365" h="3025140">
                <a:moveTo>
                  <a:pt x="5325745" y="7620"/>
                </a:moveTo>
                <a:lnTo>
                  <a:pt x="7620" y="7620"/>
                </a:lnTo>
                <a:lnTo>
                  <a:pt x="7620" y="3810"/>
                </a:lnTo>
                <a:lnTo>
                  <a:pt x="5325745" y="3810"/>
                </a:lnTo>
                <a:lnTo>
                  <a:pt x="5325745" y="7620"/>
                </a:lnTo>
                <a:close/>
              </a:path>
              <a:path w="5333365" h="3025140">
                <a:moveTo>
                  <a:pt x="5325745" y="3021330"/>
                </a:moveTo>
                <a:lnTo>
                  <a:pt x="5325745" y="3810"/>
                </a:lnTo>
                <a:lnTo>
                  <a:pt x="5329555" y="7620"/>
                </a:lnTo>
                <a:lnTo>
                  <a:pt x="5333365" y="7620"/>
                </a:lnTo>
                <a:lnTo>
                  <a:pt x="5333365" y="3017520"/>
                </a:lnTo>
                <a:lnTo>
                  <a:pt x="5329555" y="3017520"/>
                </a:lnTo>
                <a:lnTo>
                  <a:pt x="5325745" y="3021330"/>
                </a:lnTo>
                <a:close/>
              </a:path>
              <a:path w="5333365" h="3025140">
                <a:moveTo>
                  <a:pt x="5333365" y="7620"/>
                </a:moveTo>
                <a:lnTo>
                  <a:pt x="5329555" y="7620"/>
                </a:lnTo>
                <a:lnTo>
                  <a:pt x="5325745" y="3810"/>
                </a:lnTo>
                <a:lnTo>
                  <a:pt x="5333365" y="3810"/>
                </a:lnTo>
                <a:lnTo>
                  <a:pt x="5333365" y="7620"/>
                </a:lnTo>
                <a:close/>
              </a:path>
              <a:path w="5333365" h="3025140">
                <a:moveTo>
                  <a:pt x="7620" y="3021330"/>
                </a:moveTo>
                <a:lnTo>
                  <a:pt x="3809" y="3017520"/>
                </a:lnTo>
                <a:lnTo>
                  <a:pt x="7620" y="3017520"/>
                </a:lnTo>
                <a:lnTo>
                  <a:pt x="7620" y="3021330"/>
                </a:lnTo>
                <a:close/>
              </a:path>
              <a:path w="5333365" h="3025140">
                <a:moveTo>
                  <a:pt x="5325745" y="3021330"/>
                </a:moveTo>
                <a:lnTo>
                  <a:pt x="7620" y="3021330"/>
                </a:lnTo>
                <a:lnTo>
                  <a:pt x="7620" y="3017520"/>
                </a:lnTo>
                <a:lnTo>
                  <a:pt x="5325745" y="3017520"/>
                </a:lnTo>
                <a:lnTo>
                  <a:pt x="5325745" y="3021330"/>
                </a:lnTo>
                <a:close/>
              </a:path>
              <a:path w="5333365" h="3025140">
                <a:moveTo>
                  <a:pt x="5333365" y="3021330"/>
                </a:moveTo>
                <a:lnTo>
                  <a:pt x="5325745" y="3021330"/>
                </a:lnTo>
                <a:lnTo>
                  <a:pt x="5329555" y="3017520"/>
                </a:lnTo>
                <a:lnTo>
                  <a:pt x="5333365" y="3017520"/>
                </a:lnTo>
                <a:lnTo>
                  <a:pt x="5333365" y="3021330"/>
                </a:lnTo>
                <a:close/>
              </a:path>
            </a:pathLst>
          </a:custGeom>
          <a:solidFill>
            <a:srgbClr val="E6E6E6"/>
          </a:solidFill>
        </p:spPr>
        <p:txBody>
          <a:bodyPr wrap="square" lIns="0" tIns="0" rIns="0" bIns="0" rtlCol="0"/>
          <a:lstStyle/>
          <a:p>
            <a:endParaRPr/>
          </a:p>
        </p:txBody>
      </p:sp>
      <p:sp>
        <p:nvSpPr>
          <p:cNvPr id="8" name="object 8"/>
          <p:cNvSpPr txBox="1"/>
          <p:nvPr/>
        </p:nvSpPr>
        <p:spPr>
          <a:xfrm>
            <a:off x="704850" y="3918584"/>
            <a:ext cx="4216400" cy="1701800"/>
          </a:xfrm>
          <a:prstGeom prst="rect">
            <a:avLst/>
          </a:prstGeom>
        </p:spPr>
        <p:txBody>
          <a:bodyPr vert="horz" wrap="square" lIns="0" tIns="109220" rIns="0" bIns="0" rtlCol="0">
            <a:spAutoFit/>
          </a:bodyPr>
          <a:lstStyle/>
          <a:p>
            <a:pPr marL="12700">
              <a:lnSpc>
                <a:spcPct val="100000"/>
              </a:lnSpc>
              <a:spcBef>
                <a:spcPts val="860"/>
              </a:spcBef>
            </a:pPr>
            <a:r>
              <a:rPr sz="1200" spc="-5" dirty="0">
                <a:latin typeface="宋体"/>
                <a:cs typeface="宋体"/>
              </a:rPr>
              <a:t>创作一个交互式元叙事短篇，遵循以下结构：</a:t>
            </a:r>
            <a:endParaRPr sz="1200">
              <a:latin typeface="宋体"/>
              <a:cs typeface="宋体"/>
            </a:endParaRPr>
          </a:p>
          <a:p>
            <a:pPr marL="394335" indent="-381635">
              <a:lnSpc>
                <a:spcPct val="100000"/>
              </a:lnSpc>
              <a:spcBef>
                <a:spcPts val="760"/>
              </a:spcBef>
              <a:buSzPct val="91666"/>
              <a:buAutoNum type="arabicPlain"/>
              <a:tabLst>
                <a:tab pos="394335" algn="l"/>
              </a:tabLst>
            </a:pPr>
            <a:r>
              <a:rPr sz="1200" spc="-5" dirty="0">
                <a:latin typeface="宋体"/>
                <a:cs typeface="宋体"/>
              </a:rPr>
              <a:t>开场：介绍一个主角面临重大人生抉择的场景。</a:t>
            </a:r>
            <a:endParaRPr sz="1200">
              <a:latin typeface="宋体"/>
              <a:cs typeface="宋体"/>
            </a:endParaRPr>
          </a:p>
          <a:p>
            <a:pPr marL="394335" indent="-381635">
              <a:lnSpc>
                <a:spcPct val="100000"/>
              </a:lnSpc>
              <a:spcBef>
                <a:spcPts val="760"/>
              </a:spcBef>
              <a:buSzPct val="91666"/>
              <a:buAutoNum type="arabicPlain"/>
              <a:tabLst>
                <a:tab pos="394335" algn="l"/>
              </a:tabLst>
            </a:pPr>
            <a:r>
              <a:rPr sz="1200" spc="-5" dirty="0">
                <a:latin typeface="宋体"/>
                <a:cs typeface="宋体"/>
              </a:rPr>
              <a:t>设置三个关键决策点，每个决策点提供两个选项。例如：</a:t>
            </a:r>
            <a:endParaRPr sz="1200">
              <a:latin typeface="宋体"/>
              <a:cs typeface="宋体"/>
            </a:endParaRPr>
          </a:p>
          <a:p>
            <a:pPr marL="469900" lvl="1" indent="-157480">
              <a:lnSpc>
                <a:spcPct val="100000"/>
              </a:lnSpc>
              <a:spcBef>
                <a:spcPts val="760"/>
              </a:spcBef>
              <a:buAutoNum type="alphaLcPeriod"/>
              <a:tabLst>
                <a:tab pos="469900" algn="l"/>
              </a:tabLst>
            </a:pPr>
            <a:r>
              <a:rPr sz="1200" dirty="0">
                <a:latin typeface="宋体"/>
                <a:cs typeface="宋体"/>
              </a:rPr>
              <a:t>决策点</a:t>
            </a:r>
            <a:r>
              <a:rPr sz="1200" spc="-75" dirty="0">
                <a:latin typeface="宋体"/>
                <a:cs typeface="宋体"/>
              </a:rPr>
              <a:t>1：[</a:t>
            </a:r>
            <a:r>
              <a:rPr sz="1200" dirty="0">
                <a:latin typeface="宋体"/>
                <a:cs typeface="宋体"/>
              </a:rPr>
              <a:t>选项</a:t>
            </a:r>
            <a:r>
              <a:rPr sz="1200" spc="-10" dirty="0">
                <a:latin typeface="宋体"/>
                <a:cs typeface="宋体"/>
              </a:rPr>
              <a:t>1A</a:t>
            </a:r>
            <a:r>
              <a:rPr sz="1200" spc="-160" dirty="0">
                <a:latin typeface="宋体"/>
                <a:cs typeface="宋体"/>
              </a:rPr>
              <a:t>] 或 [</a:t>
            </a:r>
            <a:r>
              <a:rPr sz="1200" dirty="0">
                <a:latin typeface="宋体"/>
                <a:cs typeface="宋体"/>
              </a:rPr>
              <a:t>选项</a:t>
            </a:r>
            <a:r>
              <a:rPr sz="1200" spc="-25" dirty="0">
                <a:latin typeface="宋体"/>
                <a:cs typeface="宋体"/>
              </a:rPr>
              <a:t>1B]</a:t>
            </a:r>
            <a:endParaRPr sz="1200">
              <a:latin typeface="宋体"/>
              <a:cs typeface="宋体"/>
            </a:endParaRPr>
          </a:p>
          <a:p>
            <a:pPr marL="476884" lvl="1" indent="-164465">
              <a:lnSpc>
                <a:spcPct val="100000"/>
              </a:lnSpc>
              <a:spcBef>
                <a:spcPts val="760"/>
              </a:spcBef>
              <a:buAutoNum type="alphaLcPeriod"/>
              <a:tabLst>
                <a:tab pos="476884" algn="l"/>
              </a:tabLst>
            </a:pPr>
            <a:r>
              <a:rPr sz="1200" dirty="0">
                <a:latin typeface="宋体"/>
                <a:cs typeface="宋体"/>
              </a:rPr>
              <a:t>决策点</a:t>
            </a:r>
            <a:r>
              <a:rPr sz="1200" spc="-75" dirty="0">
                <a:latin typeface="宋体"/>
                <a:cs typeface="宋体"/>
              </a:rPr>
              <a:t>2：[</a:t>
            </a:r>
            <a:r>
              <a:rPr sz="1200" dirty="0">
                <a:latin typeface="宋体"/>
                <a:cs typeface="宋体"/>
              </a:rPr>
              <a:t>选项</a:t>
            </a:r>
            <a:r>
              <a:rPr sz="1200" spc="-10" dirty="0">
                <a:latin typeface="宋体"/>
                <a:cs typeface="宋体"/>
              </a:rPr>
              <a:t>2A</a:t>
            </a:r>
            <a:r>
              <a:rPr sz="1200" spc="-160" dirty="0">
                <a:latin typeface="宋体"/>
                <a:cs typeface="宋体"/>
              </a:rPr>
              <a:t>] 或 [</a:t>
            </a:r>
            <a:r>
              <a:rPr sz="1200" dirty="0">
                <a:latin typeface="宋体"/>
                <a:cs typeface="宋体"/>
              </a:rPr>
              <a:t>选项</a:t>
            </a:r>
            <a:r>
              <a:rPr sz="1200" spc="-25" dirty="0">
                <a:latin typeface="宋体"/>
                <a:cs typeface="宋体"/>
              </a:rPr>
              <a:t>2B]</a:t>
            </a:r>
            <a:endParaRPr sz="1200">
              <a:latin typeface="宋体"/>
              <a:cs typeface="宋体"/>
            </a:endParaRPr>
          </a:p>
          <a:p>
            <a:pPr marL="468630" lvl="1" indent="-156210">
              <a:lnSpc>
                <a:spcPct val="100000"/>
              </a:lnSpc>
              <a:spcBef>
                <a:spcPts val="760"/>
              </a:spcBef>
              <a:buAutoNum type="alphaLcPeriod"/>
              <a:tabLst>
                <a:tab pos="468630" algn="l"/>
              </a:tabLst>
            </a:pPr>
            <a:r>
              <a:rPr sz="1200" dirty="0">
                <a:latin typeface="宋体"/>
                <a:cs typeface="宋体"/>
              </a:rPr>
              <a:t>决策点</a:t>
            </a:r>
            <a:r>
              <a:rPr sz="1200" spc="-75" dirty="0">
                <a:latin typeface="宋体"/>
                <a:cs typeface="宋体"/>
              </a:rPr>
              <a:t>3：[</a:t>
            </a:r>
            <a:r>
              <a:rPr sz="1200" dirty="0">
                <a:latin typeface="宋体"/>
                <a:cs typeface="宋体"/>
              </a:rPr>
              <a:t>选项</a:t>
            </a:r>
            <a:r>
              <a:rPr sz="1200" spc="-10" dirty="0">
                <a:latin typeface="宋体"/>
                <a:cs typeface="宋体"/>
              </a:rPr>
              <a:t>3A</a:t>
            </a:r>
            <a:r>
              <a:rPr sz="1200" spc="-160" dirty="0">
                <a:latin typeface="宋体"/>
                <a:cs typeface="宋体"/>
              </a:rPr>
              <a:t>] 或 [</a:t>
            </a:r>
            <a:r>
              <a:rPr sz="1200" dirty="0">
                <a:latin typeface="宋体"/>
                <a:cs typeface="宋体"/>
              </a:rPr>
              <a:t>选项</a:t>
            </a:r>
            <a:r>
              <a:rPr sz="1200" spc="-25" dirty="0">
                <a:latin typeface="宋体"/>
                <a:cs typeface="宋体"/>
              </a:rPr>
              <a:t>3B]</a:t>
            </a:r>
            <a:endParaRPr sz="1200">
              <a:latin typeface="宋体"/>
              <a:cs typeface="宋体"/>
            </a:endParaRPr>
          </a:p>
        </p:txBody>
      </p:sp>
      <p:sp>
        <p:nvSpPr>
          <p:cNvPr id="9" name="object 9"/>
          <p:cNvSpPr/>
          <p:nvPr/>
        </p:nvSpPr>
        <p:spPr>
          <a:xfrm>
            <a:off x="6207759" y="1336039"/>
            <a:ext cx="5477510" cy="5114290"/>
          </a:xfrm>
          <a:custGeom>
            <a:avLst/>
            <a:gdLst/>
            <a:ahLst/>
            <a:cxnLst/>
            <a:rect l="l" t="t" r="r" b="b"/>
            <a:pathLst>
              <a:path w="5477509" h="5114290">
                <a:moveTo>
                  <a:pt x="5473699" y="5114290"/>
                </a:moveTo>
                <a:lnTo>
                  <a:pt x="3810" y="5114290"/>
                </a:lnTo>
                <a:lnTo>
                  <a:pt x="2349" y="5113997"/>
                </a:lnTo>
                <a:lnTo>
                  <a:pt x="1117" y="5113172"/>
                </a:lnTo>
                <a:lnTo>
                  <a:pt x="292" y="5111940"/>
                </a:lnTo>
                <a:lnTo>
                  <a:pt x="0" y="5110480"/>
                </a:lnTo>
                <a:lnTo>
                  <a:pt x="0" y="3810"/>
                </a:lnTo>
                <a:lnTo>
                  <a:pt x="292" y="2349"/>
                </a:lnTo>
                <a:lnTo>
                  <a:pt x="1117" y="1117"/>
                </a:lnTo>
                <a:lnTo>
                  <a:pt x="2349" y="292"/>
                </a:lnTo>
                <a:lnTo>
                  <a:pt x="3810" y="0"/>
                </a:lnTo>
                <a:lnTo>
                  <a:pt x="5473699" y="0"/>
                </a:lnTo>
                <a:lnTo>
                  <a:pt x="5475160" y="292"/>
                </a:lnTo>
                <a:lnTo>
                  <a:pt x="5476392" y="1117"/>
                </a:lnTo>
                <a:lnTo>
                  <a:pt x="5477217" y="2349"/>
                </a:lnTo>
                <a:lnTo>
                  <a:pt x="5477510" y="3810"/>
                </a:lnTo>
                <a:lnTo>
                  <a:pt x="7619" y="3810"/>
                </a:lnTo>
                <a:lnTo>
                  <a:pt x="3810" y="7620"/>
                </a:lnTo>
                <a:lnTo>
                  <a:pt x="7619" y="7620"/>
                </a:lnTo>
                <a:lnTo>
                  <a:pt x="7619" y="5106670"/>
                </a:lnTo>
                <a:lnTo>
                  <a:pt x="3810" y="5106670"/>
                </a:lnTo>
                <a:lnTo>
                  <a:pt x="7619" y="5110480"/>
                </a:lnTo>
                <a:lnTo>
                  <a:pt x="5477510" y="5110480"/>
                </a:lnTo>
                <a:lnTo>
                  <a:pt x="5477217" y="5111940"/>
                </a:lnTo>
                <a:lnTo>
                  <a:pt x="5476392" y="5113172"/>
                </a:lnTo>
                <a:lnTo>
                  <a:pt x="5475160" y="5113997"/>
                </a:lnTo>
                <a:lnTo>
                  <a:pt x="5473699" y="5114290"/>
                </a:lnTo>
                <a:close/>
              </a:path>
              <a:path w="5477509" h="5114290">
                <a:moveTo>
                  <a:pt x="7619" y="7620"/>
                </a:moveTo>
                <a:lnTo>
                  <a:pt x="3810" y="7620"/>
                </a:lnTo>
                <a:lnTo>
                  <a:pt x="7619" y="3810"/>
                </a:lnTo>
                <a:lnTo>
                  <a:pt x="7619" y="7620"/>
                </a:lnTo>
                <a:close/>
              </a:path>
              <a:path w="5477509" h="5114290">
                <a:moveTo>
                  <a:pt x="5469890" y="7620"/>
                </a:moveTo>
                <a:lnTo>
                  <a:pt x="7619" y="7620"/>
                </a:lnTo>
                <a:lnTo>
                  <a:pt x="7619" y="3810"/>
                </a:lnTo>
                <a:lnTo>
                  <a:pt x="5469890" y="3810"/>
                </a:lnTo>
                <a:lnTo>
                  <a:pt x="5469890" y="7620"/>
                </a:lnTo>
                <a:close/>
              </a:path>
              <a:path w="5477509" h="5114290">
                <a:moveTo>
                  <a:pt x="5469890" y="5110480"/>
                </a:moveTo>
                <a:lnTo>
                  <a:pt x="5469890" y="3810"/>
                </a:lnTo>
                <a:lnTo>
                  <a:pt x="5473699" y="7620"/>
                </a:lnTo>
                <a:lnTo>
                  <a:pt x="5477510" y="7620"/>
                </a:lnTo>
                <a:lnTo>
                  <a:pt x="5477510" y="5106670"/>
                </a:lnTo>
                <a:lnTo>
                  <a:pt x="5473699" y="5106670"/>
                </a:lnTo>
                <a:lnTo>
                  <a:pt x="5469890" y="5110480"/>
                </a:lnTo>
                <a:close/>
              </a:path>
              <a:path w="5477509" h="5114290">
                <a:moveTo>
                  <a:pt x="5477510" y="7620"/>
                </a:moveTo>
                <a:lnTo>
                  <a:pt x="5473699" y="7620"/>
                </a:lnTo>
                <a:lnTo>
                  <a:pt x="5469890" y="3810"/>
                </a:lnTo>
                <a:lnTo>
                  <a:pt x="5477510" y="3810"/>
                </a:lnTo>
                <a:lnTo>
                  <a:pt x="5477510" y="7620"/>
                </a:lnTo>
                <a:close/>
              </a:path>
              <a:path w="5477509" h="5114290">
                <a:moveTo>
                  <a:pt x="7619" y="5110480"/>
                </a:moveTo>
                <a:lnTo>
                  <a:pt x="3810" y="5106670"/>
                </a:lnTo>
                <a:lnTo>
                  <a:pt x="7619" y="5106670"/>
                </a:lnTo>
                <a:lnTo>
                  <a:pt x="7619" y="5110480"/>
                </a:lnTo>
                <a:close/>
              </a:path>
              <a:path w="5477509" h="5114290">
                <a:moveTo>
                  <a:pt x="5469890" y="5110480"/>
                </a:moveTo>
                <a:lnTo>
                  <a:pt x="7619" y="5110480"/>
                </a:lnTo>
                <a:lnTo>
                  <a:pt x="7619" y="5106670"/>
                </a:lnTo>
                <a:lnTo>
                  <a:pt x="5469890" y="5106670"/>
                </a:lnTo>
                <a:lnTo>
                  <a:pt x="5469890" y="5110480"/>
                </a:lnTo>
                <a:close/>
              </a:path>
              <a:path w="5477509" h="5114290">
                <a:moveTo>
                  <a:pt x="5477510" y="5110480"/>
                </a:moveTo>
                <a:lnTo>
                  <a:pt x="5469890" y="5110480"/>
                </a:lnTo>
                <a:lnTo>
                  <a:pt x="5473699" y="5106670"/>
                </a:lnTo>
                <a:lnTo>
                  <a:pt x="5477510" y="5106670"/>
                </a:lnTo>
                <a:lnTo>
                  <a:pt x="5477510" y="5110480"/>
                </a:lnTo>
                <a:close/>
              </a:path>
            </a:pathLst>
          </a:custGeom>
          <a:solidFill>
            <a:srgbClr val="E6E6E6"/>
          </a:solidFill>
        </p:spPr>
        <p:txBody>
          <a:bodyPr wrap="square" lIns="0" tIns="0" rIns="0" bIns="0" rtlCol="0"/>
          <a:lstStyle/>
          <a:p>
            <a:endParaRPr/>
          </a:p>
        </p:txBody>
      </p:sp>
      <p:sp>
        <p:nvSpPr>
          <p:cNvPr id="10" name="object 10"/>
          <p:cNvSpPr txBox="1">
            <a:spLocks noGrp="1"/>
          </p:cNvSpPr>
          <p:nvPr>
            <p:ph sz="half" idx="3"/>
          </p:nvPr>
        </p:nvSpPr>
        <p:spPr>
          <a:prstGeom prst="rect">
            <a:avLst/>
          </a:prstGeom>
        </p:spPr>
        <p:txBody>
          <a:bodyPr vert="horz" wrap="square" lIns="0" tIns="109220" rIns="0" bIns="0" rtlCol="0">
            <a:spAutoFit/>
          </a:bodyPr>
          <a:lstStyle/>
          <a:p>
            <a:pPr marL="394335" indent="-381635">
              <a:lnSpc>
                <a:spcPct val="100000"/>
              </a:lnSpc>
              <a:spcBef>
                <a:spcPts val="860"/>
              </a:spcBef>
              <a:buSzPct val="91666"/>
              <a:buAutoNum type="arabicPlain" startAt="3"/>
              <a:tabLst>
                <a:tab pos="394335" algn="l"/>
              </a:tabLst>
            </a:pPr>
            <a:r>
              <a:rPr spc="-10" dirty="0"/>
              <a:t>对于每个决策点：</a:t>
            </a:r>
          </a:p>
          <a:p>
            <a:pPr marL="469900" lvl="1" indent="-157480">
              <a:lnSpc>
                <a:spcPct val="100000"/>
              </a:lnSpc>
              <a:spcBef>
                <a:spcPts val="760"/>
              </a:spcBef>
              <a:buAutoNum type="alphaLcPeriod"/>
              <a:tabLst>
                <a:tab pos="469900" algn="l"/>
              </a:tabLst>
            </a:pPr>
            <a:r>
              <a:rPr sz="1200" spc="-5" dirty="0">
                <a:latin typeface="宋体"/>
                <a:cs typeface="宋体"/>
              </a:rPr>
              <a:t>简要描述每个选项可能导致的结果</a:t>
            </a:r>
            <a:endParaRPr sz="1200">
              <a:latin typeface="宋体"/>
              <a:cs typeface="宋体"/>
            </a:endParaRPr>
          </a:p>
          <a:p>
            <a:pPr marL="476884" lvl="1" indent="-164465">
              <a:lnSpc>
                <a:spcPct val="100000"/>
              </a:lnSpc>
              <a:spcBef>
                <a:spcPts val="760"/>
              </a:spcBef>
              <a:buAutoNum type="alphaLcPeriod"/>
              <a:tabLst>
                <a:tab pos="476884" algn="l"/>
              </a:tabLst>
            </a:pPr>
            <a:r>
              <a:rPr sz="1200" spc="-5" dirty="0">
                <a:latin typeface="宋体"/>
                <a:cs typeface="宋体"/>
              </a:rPr>
              <a:t>加入叙述者对读者可能选择的猜测和评论</a:t>
            </a:r>
            <a:endParaRPr sz="1200">
              <a:latin typeface="宋体"/>
              <a:cs typeface="宋体"/>
            </a:endParaRPr>
          </a:p>
          <a:p>
            <a:pPr marL="468630" lvl="1" indent="-156210">
              <a:lnSpc>
                <a:spcPct val="100000"/>
              </a:lnSpc>
              <a:spcBef>
                <a:spcPts val="760"/>
              </a:spcBef>
              <a:buAutoNum type="alphaLcPeriod"/>
              <a:tabLst>
                <a:tab pos="468630" algn="l"/>
              </a:tabLst>
            </a:pPr>
            <a:r>
              <a:rPr sz="1200" spc="-5" dirty="0">
                <a:latin typeface="宋体"/>
                <a:cs typeface="宋体"/>
              </a:rPr>
              <a:t>无论选择哪个选项，都要继续故事</a:t>
            </a:r>
            <a:endParaRPr sz="1200">
              <a:latin typeface="宋体"/>
              <a:cs typeface="宋体"/>
            </a:endParaRPr>
          </a:p>
          <a:p>
            <a:pPr marL="394335" indent="-381635">
              <a:lnSpc>
                <a:spcPct val="100000"/>
              </a:lnSpc>
              <a:spcBef>
                <a:spcPts val="760"/>
              </a:spcBef>
              <a:buSzPct val="91666"/>
              <a:buAutoNum type="arabicPlain" startAt="3"/>
              <a:tabLst>
                <a:tab pos="394335" algn="l"/>
              </a:tabLst>
            </a:pPr>
            <a:r>
              <a:rPr spc="-5" dirty="0"/>
              <a:t>在叙事过程中，插入对以下内容的反思：</a:t>
            </a:r>
          </a:p>
          <a:p>
            <a:pPr marL="507365" lvl="1" indent="-157480">
              <a:lnSpc>
                <a:spcPct val="100000"/>
              </a:lnSpc>
              <a:spcBef>
                <a:spcPts val="760"/>
              </a:spcBef>
              <a:buAutoNum type="alphaLcPeriod"/>
              <a:tabLst>
                <a:tab pos="507365" algn="l"/>
              </a:tabLst>
            </a:pPr>
            <a:r>
              <a:rPr sz="1200" spc="-5" dirty="0">
                <a:latin typeface="宋体"/>
                <a:cs typeface="宋体"/>
              </a:rPr>
              <a:t>读者的选择如何塑造故事</a:t>
            </a:r>
            <a:endParaRPr sz="1200">
              <a:latin typeface="宋体"/>
              <a:cs typeface="宋体"/>
            </a:endParaRPr>
          </a:p>
          <a:p>
            <a:pPr marL="514350" lvl="1" indent="-164465">
              <a:lnSpc>
                <a:spcPct val="100000"/>
              </a:lnSpc>
              <a:spcBef>
                <a:spcPts val="760"/>
              </a:spcBef>
              <a:buAutoNum type="alphaLcPeriod"/>
              <a:tabLst>
                <a:tab pos="514350" algn="l"/>
              </a:tabLst>
            </a:pPr>
            <a:r>
              <a:rPr sz="1200" spc="-5" dirty="0">
                <a:latin typeface="宋体"/>
                <a:cs typeface="宋体"/>
              </a:rPr>
              <a:t>作者、角色和读者之间的关系</a:t>
            </a:r>
            <a:endParaRPr sz="1200">
              <a:latin typeface="宋体"/>
              <a:cs typeface="宋体"/>
            </a:endParaRPr>
          </a:p>
          <a:p>
            <a:pPr marL="506095" lvl="1" indent="-156210">
              <a:lnSpc>
                <a:spcPct val="100000"/>
              </a:lnSpc>
              <a:spcBef>
                <a:spcPts val="760"/>
              </a:spcBef>
              <a:buAutoNum type="alphaLcPeriod"/>
              <a:tabLst>
                <a:tab pos="506095" algn="l"/>
              </a:tabLst>
            </a:pPr>
            <a:r>
              <a:rPr sz="1200" spc="-5" dirty="0">
                <a:latin typeface="宋体"/>
                <a:cs typeface="宋体"/>
              </a:rPr>
              <a:t>自由意志与预设叙事路径的矛盾</a:t>
            </a:r>
            <a:endParaRPr sz="1200">
              <a:latin typeface="宋体"/>
              <a:cs typeface="宋体"/>
            </a:endParaRPr>
          </a:p>
          <a:p>
            <a:pPr marL="12700">
              <a:lnSpc>
                <a:spcPct val="100000"/>
              </a:lnSpc>
              <a:spcBef>
                <a:spcPts val="760"/>
              </a:spcBef>
            </a:pPr>
            <a:r>
              <a:rPr dirty="0"/>
              <a:t>（5）</a:t>
            </a:r>
            <a:r>
              <a:rPr spc="-20" dirty="0"/>
              <a:t>结尾：</a:t>
            </a:r>
          </a:p>
          <a:p>
            <a:pPr marL="544830" indent="-157480">
              <a:lnSpc>
                <a:spcPct val="100000"/>
              </a:lnSpc>
              <a:spcBef>
                <a:spcPts val="760"/>
              </a:spcBef>
              <a:buAutoNum type="alphaLcPeriod"/>
              <a:tabLst>
                <a:tab pos="544830" algn="l"/>
              </a:tabLst>
            </a:pPr>
            <a:r>
              <a:rPr spc="-5" dirty="0"/>
              <a:t>根据读者的选择展现一个结局</a:t>
            </a:r>
          </a:p>
          <a:p>
            <a:pPr marL="12700" marR="381000" indent="374650">
              <a:lnSpc>
                <a:spcPct val="152800"/>
              </a:lnSpc>
              <a:buAutoNum type="alphaLcPeriod"/>
              <a:tabLst>
                <a:tab pos="551815" algn="l"/>
              </a:tabLst>
            </a:pPr>
            <a:r>
              <a:rPr spc="-5" dirty="0"/>
              <a:t>提供一个元叙事总结，反思整个互动过程的意义</a:t>
            </a:r>
            <a:r>
              <a:rPr spc="-20" dirty="0"/>
              <a:t>要求：</a:t>
            </a:r>
          </a:p>
          <a:p>
            <a:pPr marL="544830" indent="-157480">
              <a:lnSpc>
                <a:spcPct val="100000"/>
              </a:lnSpc>
              <a:spcBef>
                <a:spcPts val="760"/>
              </a:spcBef>
              <a:buAutoNum type="alphaLcPeriod"/>
              <a:tabLst>
                <a:tab pos="544830" algn="l"/>
              </a:tabLst>
            </a:pPr>
            <a:r>
              <a:rPr spc="-5" dirty="0"/>
              <a:t>保持每个分支的连贯性</a:t>
            </a:r>
          </a:p>
          <a:p>
            <a:pPr marL="551815" indent="-164465">
              <a:lnSpc>
                <a:spcPct val="100000"/>
              </a:lnSpc>
              <a:spcBef>
                <a:spcPts val="760"/>
              </a:spcBef>
              <a:buAutoNum type="alphaLcPeriod"/>
              <a:tabLst>
                <a:tab pos="551815" algn="l"/>
              </a:tabLst>
            </a:pPr>
            <a:r>
              <a:rPr spc="-5" dirty="0"/>
              <a:t>在叙事中融入哲学思考</a:t>
            </a:r>
          </a:p>
          <a:p>
            <a:pPr marL="543560" indent="-156210">
              <a:lnSpc>
                <a:spcPct val="100000"/>
              </a:lnSpc>
              <a:spcBef>
                <a:spcPts val="760"/>
              </a:spcBef>
              <a:buAutoNum type="alphaLcPeriod"/>
              <a:tabLst>
                <a:tab pos="543560" algn="l"/>
              </a:tabLst>
            </a:pPr>
            <a:r>
              <a:rPr dirty="0"/>
              <a:t>总字数控制在1200</a:t>
            </a:r>
            <a:r>
              <a:rPr spc="-20" dirty="0"/>
              <a:t>字左右</a:t>
            </a:r>
          </a:p>
          <a:p>
            <a:pPr marL="12700">
              <a:lnSpc>
                <a:spcPct val="100000"/>
              </a:lnSpc>
              <a:spcBef>
                <a:spcPts val="760"/>
              </a:spcBef>
            </a:pPr>
            <a:r>
              <a:rPr spc="-5" dirty="0"/>
              <a:t>请创作这个交互式元叙事作品，展示所有可能的分支和结局。</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53380" cy="634365"/>
          </a:xfrm>
          <a:prstGeom prst="rect">
            <a:avLst/>
          </a:prstGeom>
        </p:spPr>
        <p:txBody>
          <a:bodyPr vert="horz" wrap="square" lIns="0" tIns="12065" rIns="0" bIns="0" rtlCol="0">
            <a:spAutoFit/>
          </a:bodyPr>
          <a:lstStyle/>
          <a:p>
            <a:pPr marL="12700">
              <a:lnSpc>
                <a:spcPct val="100000"/>
              </a:lnSpc>
              <a:spcBef>
                <a:spcPts val="95"/>
              </a:spcBef>
            </a:pPr>
            <a:r>
              <a:rPr sz="4000" spc="270" dirty="0"/>
              <a:t>文案写作的提示语设</a:t>
            </a:r>
            <a:r>
              <a:rPr sz="4000" spc="-50" dirty="0"/>
              <a:t>计</a:t>
            </a:r>
            <a:endParaRPr sz="4000"/>
          </a:p>
        </p:txBody>
      </p:sp>
      <p:pic>
        <p:nvPicPr>
          <p:cNvPr id="3" name="object 3"/>
          <p:cNvPicPr/>
          <p:nvPr/>
        </p:nvPicPr>
        <p:blipFill>
          <a:blip r:embed="rId2" cstate="print"/>
          <a:stretch>
            <a:fillRect/>
          </a:stretch>
        </p:blipFill>
        <p:spPr>
          <a:xfrm>
            <a:off x="3768852" y="3288791"/>
            <a:ext cx="7859268" cy="3569208"/>
          </a:xfrm>
          <a:prstGeom prst="rect">
            <a:avLst/>
          </a:prstGeom>
        </p:spPr>
      </p:pic>
      <p:pic>
        <p:nvPicPr>
          <p:cNvPr id="4" name="object 4"/>
          <p:cNvPicPr/>
          <p:nvPr/>
        </p:nvPicPr>
        <p:blipFill>
          <a:blip r:embed="rId3" cstate="print"/>
          <a:stretch>
            <a:fillRect/>
          </a:stretch>
        </p:blipFill>
        <p:spPr>
          <a:xfrm>
            <a:off x="1235963" y="3243579"/>
            <a:ext cx="795058" cy="794918"/>
          </a:xfrm>
          <a:prstGeom prst="rect">
            <a:avLst/>
          </a:prstGeom>
        </p:spPr>
      </p:pic>
      <p:sp>
        <p:nvSpPr>
          <p:cNvPr id="5" name="object 5"/>
          <p:cNvSpPr txBox="1"/>
          <p:nvPr/>
        </p:nvSpPr>
        <p:spPr>
          <a:xfrm>
            <a:off x="691515" y="1301750"/>
            <a:ext cx="10857230" cy="2494280"/>
          </a:xfrm>
          <a:prstGeom prst="rect">
            <a:avLst/>
          </a:prstGeom>
        </p:spPr>
        <p:txBody>
          <a:bodyPr vert="horz" wrap="square" lIns="0" tIns="12700" rIns="0" bIns="0" rtlCol="0">
            <a:spAutoFit/>
          </a:bodyPr>
          <a:lstStyle/>
          <a:p>
            <a:pPr marL="12700" marR="5080" algn="just">
              <a:lnSpc>
                <a:spcPct val="129900"/>
              </a:lnSpc>
              <a:spcBef>
                <a:spcPts val="100"/>
              </a:spcBef>
            </a:pPr>
            <a:r>
              <a:rPr sz="1800" spc="-5" dirty="0">
                <a:latin typeface="宋体"/>
                <a:cs typeface="宋体"/>
              </a:rPr>
              <a:t>在商业环境中，优质的文案起到了品牌与消费者之间沟通的关键作用。它不仅应准确传达信息，还需激发情感共鸣，从而有效引导目标受众作出相应的决策或行动。文案写作中最重要的维度包括：信息传递、情感共鸣和行动引导。其中，信息传递的核心在于清晰、准确、相关；情感共鸣的核心在于触动、共感、记忆；行动引导的核心在于说服、激励和转化。</a:t>
            </a:r>
            <a:endParaRPr sz="1800">
              <a:latin typeface="宋体"/>
              <a:cs typeface="宋体"/>
            </a:endParaRPr>
          </a:p>
          <a:p>
            <a:pPr>
              <a:lnSpc>
                <a:spcPct val="100000"/>
              </a:lnSpc>
              <a:spcBef>
                <a:spcPts val="50"/>
              </a:spcBef>
            </a:pPr>
            <a:endParaRPr sz="2050">
              <a:latin typeface="宋体"/>
              <a:cs typeface="宋体"/>
            </a:endParaRPr>
          </a:p>
          <a:p>
            <a:pPr marL="192405" algn="ctr">
              <a:lnSpc>
                <a:spcPct val="100000"/>
              </a:lnSpc>
            </a:pPr>
            <a:r>
              <a:rPr sz="2000" b="1" spc="-10" dirty="0">
                <a:latin typeface="Microsoft JhengHei"/>
                <a:cs typeface="Microsoft JhengHei"/>
              </a:rPr>
              <a:t>文案写作的三大要素</a:t>
            </a:r>
            <a:endParaRPr sz="2000">
              <a:latin typeface="Microsoft JhengHei"/>
              <a:cs typeface="Microsoft JhengHei"/>
            </a:endParaRPr>
          </a:p>
          <a:p>
            <a:pPr marL="1037590">
              <a:lnSpc>
                <a:spcPct val="100000"/>
              </a:lnSpc>
              <a:spcBef>
                <a:spcPts val="980"/>
              </a:spcBef>
            </a:pPr>
            <a:r>
              <a:rPr sz="1800" spc="100" dirty="0">
                <a:solidFill>
                  <a:srgbClr val="252525"/>
                </a:solidFill>
                <a:latin typeface="宋体"/>
                <a:cs typeface="宋体"/>
              </a:rPr>
              <a:t>信息传递</a:t>
            </a:r>
            <a:endParaRPr sz="1800">
              <a:latin typeface="宋体"/>
              <a:cs typeface="宋体"/>
            </a:endParaRPr>
          </a:p>
        </p:txBody>
      </p:sp>
      <p:pic>
        <p:nvPicPr>
          <p:cNvPr id="6" name="object 6"/>
          <p:cNvPicPr/>
          <p:nvPr/>
        </p:nvPicPr>
        <p:blipFill>
          <a:blip r:embed="rId4" cstate="print"/>
          <a:stretch>
            <a:fillRect/>
          </a:stretch>
        </p:blipFill>
        <p:spPr>
          <a:xfrm>
            <a:off x="1235963" y="4296118"/>
            <a:ext cx="795058" cy="794918"/>
          </a:xfrm>
          <a:prstGeom prst="rect">
            <a:avLst/>
          </a:prstGeom>
        </p:spPr>
      </p:pic>
      <p:sp>
        <p:nvSpPr>
          <p:cNvPr id="7" name="object 7"/>
          <p:cNvSpPr txBox="1"/>
          <p:nvPr/>
        </p:nvSpPr>
        <p:spPr>
          <a:xfrm>
            <a:off x="1717039" y="4547870"/>
            <a:ext cx="996950" cy="299720"/>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252525"/>
                </a:solidFill>
                <a:latin typeface="宋体"/>
                <a:cs typeface="宋体"/>
              </a:rPr>
              <a:t>情感共鸣</a:t>
            </a:r>
            <a:endParaRPr sz="1800">
              <a:latin typeface="宋体"/>
              <a:cs typeface="宋体"/>
            </a:endParaRPr>
          </a:p>
        </p:txBody>
      </p:sp>
      <p:pic>
        <p:nvPicPr>
          <p:cNvPr id="8" name="object 8"/>
          <p:cNvPicPr/>
          <p:nvPr/>
        </p:nvPicPr>
        <p:blipFill>
          <a:blip r:embed="rId5" cstate="print"/>
          <a:stretch>
            <a:fillRect/>
          </a:stretch>
        </p:blipFill>
        <p:spPr>
          <a:xfrm>
            <a:off x="1235963" y="5348655"/>
            <a:ext cx="795058" cy="794918"/>
          </a:xfrm>
          <a:prstGeom prst="rect">
            <a:avLst/>
          </a:prstGeom>
        </p:spPr>
      </p:pic>
      <p:sp>
        <p:nvSpPr>
          <p:cNvPr id="9" name="object 9"/>
          <p:cNvSpPr txBox="1"/>
          <p:nvPr/>
        </p:nvSpPr>
        <p:spPr>
          <a:xfrm>
            <a:off x="1717039" y="5584825"/>
            <a:ext cx="996950" cy="299720"/>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252525"/>
                </a:solidFill>
                <a:latin typeface="宋体"/>
                <a:cs typeface="宋体"/>
              </a:rPr>
              <a:t>行动引导</a:t>
            </a:r>
            <a:endParaRPr sz="1800">
              <a:latin typeface="宋体"/>
              <a:cs typeface="宋体"/>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0920730" cy="634365"/>
          </a:xfrm>
          <a:prstGeom prst="rect">
            <a:avLst/>
          </a:prstGeom>
        </p:spPr>
        <p:txBody>
          <a:bodyPr vert="horz" wrap="square" lIns="0" tIns="12065" rIns="0" bIns="0" rtlCol="0">
            <a:spAutoFit/>
          </a:bodyPr>
          <a:lstStyle/>
          <a:p>
            <a:pPr marL="12700">
              <a:lnSpc>
                <a:spcPct val="100000"/>
              </a:lnSpc>
              <a:spcBef>
                <a:spcPts val="95"/>
              </a:spcBef>
            </a:pPr>
            <a:r>
              <a:rPr sz="4000" spc="270" dirty="0"/>
              <a:t>信息传递：设计清晰、精准的信息框架提示</a:t>
            </a:r>
            <a:r>
              <a:rPr sz="4000" spc="-50" dirty="0"/>
              <a:t>语</a:t>
            </a:r>
            <a:endParaRPr sz="4000"/>
          </a:p>
        </p:txBody>
      </p:sp>
      <p:sp>
        <p:nvSpPr>
          <p:cNvPr id="3" name="object 3"/>
          <p:cNvSpPr txBox="1"/>
          <p:nvPr/>
        </p:nvSpPr>
        <p:spPr>
          <a:xfrm>
            <a:off x="540384" y="1139190"/>
            <a:ext cx="80264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在商业文案写作中，有效的信息传递是基础，信息传递的核心在于清晰和精准。</a:t>
            </a:r>
            <a:endParaRPr sz="1800">
              <a:latin typeface="宋体"/>
              <a:cs typeface="宋体"/>
            </a:endParaRPr>
          </a:p>
        </p:txBody>
      </p:sp>
      <p:sp>
        <p:nvSpPr>
          <p:cNvPr id="4" name="object 4"/>
          <p:cNvSpPr txBox="1"/>
          <p:nvPr/>
        </p:nvSpPr>
        <p:spPr>
          <a:xfrm>
            <a:off x="735330" y="1520824"/>
            <a:ext cx="3335654"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信息传递特质提示语设计技巧</a:t>
            </a:r>
            <a:endParaRPr sz="2000">
              <a:latin typeface="Microsoft JhengHei"/>
              <a:cs typeface="Microsoft JhengHei"/>
            </a:endParaRPr>
          </a:p>
        </p:txBody>
      </p:sp>
      <p:graphicFrame>
        <p:nvGraphicFramePr>
          <p:cNvPr id="5" name="object 5"/>
          <p:cNvGraphicFramePr>
            <a:graphicFrameLocks noGrp="1"/>
          </p:cNvGraphicFramePr>
          <p:nvPr/>
        </p:nvGraphicFramePr>
        <p:xfrm>
          <a:off x="395604" y="1917700"/>
          <a:ext cx="5534660" cy="1961514"/>
        </p:xfrm>
        <a:graphic>
          <a:graphicData uri="http://schemas.openxmlformats.org/drawingml/2006/table">
            <a:tbl>
              <a:tblPr firstRow="1" bandRow="1">
                <a:tableStyleId>{2D5ABB26-0587-4C30-8999-92F81FD0307C}</a:tableStyleId>
              </a:tblPr>
              <a:tblGrid>
                <a:gridCol w="1754505">
                  <a:extLst>
                    <a:ext uri="{9D8B030D-6E8A-4147-A177-3AD203B41FA5}">
                      <a16:colId xmlns:a16="http://schemas.microsoft.com/office/drawing/2014/main" val="20000"/>
                    </a:ext>
                  </a:extLst>
                </a:gridCol>
                <a:gridCol w="3767454">
                  <a:extLst>
                    <a:ext uri="{9D8B030D-6E8A-4147-A177-3AD203B41FA5}">
                      <a16:colId xmlns:a16="http://schemas.microsoft.com/office/drawing/2014/main" val="20001"/>
                    </a:ext>
                  </a:extLst>
                </a:gridCol>
              </a:tblGrid>
              <a:tr h="338455">
                <a:tc>
                  <a:txBody>
                    <a:bodyPr/>
                    <a:lstStyle/>
                    <a:p>
                      <a:pPr algn="ctr">
                        <a:lnSpc>
                          <a:spcPct val="100000"/>
                        </a:lnSpc>
                        <a:spcBef>
                          <a:spcPts val="555"/>
                        </a:spcBef>
                      </a:pPr>
                      <a:r>
                        <a:rPr sz="1100" spc="-15" dirty="0">
                          <a:latin typeface="宋体"/>
                          <a:cs typeface="宋体"/>
                        </a:rPr>
                        <a:t>优秀文案的信息传递特质</a:t>
                      </a:r>
                      <a:endParaRPr sz="1100">
                        <a:latin typeface="宋体"/>
                        <a:cs typeface="宋体"/>
                      </a:endParaRPr>
                    </a:p>
                  </a:txBody>
                  <a:tcPr marL="0" marR="0" marT="7048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algn="ctr">
                        <a:lnSpc>
                          <a:spcPct val="100000"/>
                        </a:lnSpc>
                        <a:spcBef>
                          <a:spcPts val="555"/>
                        </a:spcBef>
                      </a:pPr>
                      <a:r>
                        <a:rPr sz="1100" spc="-20" dirty="0">
                          <a:latin typeface="宋体"/>
                          <a:cs typeface="宋体"/>
                        </a:rPr>
                        <a:t>提示语设计技巧</a:t>
                      </a:r>
                      <a:endParaRPr sz="1100">
                        <a:latin typeface="宋体"/>
                        <a:cs typeface="宋体"/>
                      </a:endParaRPr>
                    </a:p>
                  </a:txBody>
                  <a:tcPr marL="0" marR="0" marT="7048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extLst>
                  <a:ext uri="{0D108BD9-81ED-4DB2-BD59-A6C34878D82A}">
                    <a16:rowId xmlns:a16="http://schemas.microsoft.com/office/drawing/2014/main" val="10000"/>
                  </a:ext>
                </a:extLst>
              </a:tr>
              <a:tr h="321945">
                <a:tc>
                  <a:txBody>
                    <a:bodyPr/>
                    <a:lstStyle/>
                    <a:p>
                      <a:pPr marL="380365">
                        <a:lnSpc>
                          <a:spcPct val="100000"/>
                        </a:lnSpc>
                        <a:spcBef>
                          <a:spcPts val="484"/>
                        </a:spcBef>
                      </a:pPr>
                      <a:r>
                        <a:rPr sz="1100" dirty="0">
                          <a:latin typeface="Arial"/>
                          <a:cs typeface="Arial"/>
                        </a:rPr>
                        <a:t>1</a:t>
                      </a:r>
                      <a:r>
                        <a:rPr sz="1100" spc="5" dirty="0">
                          <a:latin typeface="Arial"/>
                          <a:cs typeface="Arial"/>
                        </a:rPr>
                        <a:t>. </a:t>
                      </a:r>
                      <a:r>
                        <a:rPr sz="1100" spc="-20" dirty="0">
                          <a:latin typeface="宋体"/>
                          <a:cs typeface="宋体"/>
                        </a:rPr>
                        <a:t>信息层次清晰</a:t>
                      </a:r>
                      <a:endParaRPr sz="1100">
                        <a:latin typeface="宋体"/>
                        <a:cs typeface="宋体"/>
                      </a:endParaRPr>
                    </a:p>
                  </a:txBody>
                  <a:tcPr marL="0" marR="0" marT="615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484"/>
                        </a:spcBef>
                      </a:pPr>
                      <a:r>
                        <a:rPr sz="1100" spc="-15" dirty="0">
                          <a:latin typeface="宋体"/>
                          <a:cs typeface="宋体"/>
                        </a:rPr>
                        <a:t>信息分层指令：在提示语中明确指出信息的层级结构</a:t>
                      </a:r>
                      <a:endParaRPr sz="1100">
                        <a:latin typeface="宋体"/>
                        <a:cs typeface="宋体"/>
                      </a:endParaRPr>
                    </a:p>
                  </a:txBody>
                  <a:tcPr marL="0" marR="0" marT="615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321945">
                <a:tc>
                  <a:txBody>
                    <a:bodyPr/>
                    <a:lstStyle/>
                    <a:p>
                      <a:pPr marL="380365">
                        <a:lnSpc>
                          <a:spcPct val="100000"/>
                        </a:lnSpc>
                        <a:spcBef>
                          <a:spcPts val="490"/>
                        </a:spcBef>
                      </a:pPr>
                      <a:r>
                        <a:rPr sz="1100" dirty="0">
                          <a:latin typeface="Arial"/>
                          <a:cs typeface="Arial"/>
                        </a:rPr>
                        <a:t>2</a:t>
                      </a:r>
                      <a:r>
                        <a:rPr sz="1100" spc="5" dirty="0">
                          <a:latin typeface="Arial"/>
                          <a:cs typeface="Arial"/>
                        </a:rPr>
                        <a:t>. </a:t>
                      </a:r>
                      <a:r>
                        <a:rPr sz="1100" spc="-20" dirty="0">
                          <a:latin typeface="宋体"/>
                          <a:cs typeface="宋体"/>
                        </a:rPr>
                        <a:t>表达简洁精准</a:t>
                      </a:r>
                      <a:endParaRPr sz="1100">
                        <a:latin typeface="宋体"/>
                        <a:cs typeface="宋体"/>
                      </a:endParaRPr>
                    </a:p>
                  </a:txBody>
                  <a:tcPr marL="0" marR="0" marT="6223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490"/>
                        </a:spcBef>
                      </a:pPr>
                      <a:r>
                        <a:rPr sz="1100" spc="-15" dirty="0">
                          <a:latin typeface="宋体"/>
                          <a:cs typeface="宋体"/>
                        </a:rPr>
                        <a:t>关键词限定：为每个信息点设定关键词或字数限制</a:t>
                      </a:r>
                      <a:endParaRPr sz="1100">
                        <a:latin typeface="宋体"/>
                        <a:cs typeface="宋体"/>
                      </a:endParaRPr>
                    </a:p>
                  </a:txBody>
                  <a:tcPr marL="0" marR="0" marT="6223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321945">
                <a:tc>
                  <a:txBody>
                    <a:bodyPr/>
                    <a:lstStyle/>
                    <a:p>
                      <a:pPr marL="380365">
                        <a:lnSpc>
                          <a:spcPct val="100000"/>
                        </a:lnSpc>
                        <a:spcBef>
                          <a:spcPts val="484"/>
                        </a:spcBef>
                      </a:pPr>
                      <a:r>
                        <a:rPr sz="1100" dirty="0">
                          <a:latin typeface="Arial"/>
                          <a:cs typeface="Arial"/>
                        </a:rPr>
                        <a:t>3</a:t>
                      </a:r>
                      <a:r>
                        <a:rPr sz="1100" spc="5" dirty="0">
                          <a:latin typeface="Arial"/>
                          <a:cs typeface="Arial"/>
                        </a:rPr>
                        <a:t>. </a:t>
                      </a:r>
                      <a:r>
                        <a:rPr sz="1100" spc="-20" dirty="0">
                          <a:latin typeface="宋体"/>
                          <a:cs typeface="宋体"/>
                        </a:rPr>
                        <a:t>结构逻辑严密</a:t>
                      </a:r>
                      <a:endParaRPr sz="1100">
                        <a:latin typeface="宋体"/>
                        <a:cs typeface="宋体"/>
                      </a:endParaRPr>
                    </a:p>
                  </a:txBody>
                  <a:tcPr marL="0" marR="0" marT="615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484"/>
                        </a:spcBef>
                      </a:pPr>
                      <a:r>
                        <a:rPr sz="1100" spc="-15" dirty="0">
                          <a:latin typeface="宋体"/>
                          <a:cs typeface="宋体"/>
                        </a:rPr>
                        <a:t>逻辑关系指示：明确说明各信息点之间的逻辑关联</a:t>
                      </a:r>
                      <a:endParaRPr sz="1100">
                        <a:latin typeface="宋体"/>
                        <a:cs typeface="宋体"/>
                      </a:endParaRPr>
                    </a:p>
                  </a:txBody>
                  <a:tcPr marL="0" marR="0" marT="615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321945">
                <a:tc>
                  <a:txBody>
                    <a:bodyPr/>
                    <a:lstStyle/>
                    <a:p>
                      <a:pPr marL="380365">
                        <a:lnSpc>
                          <a:spcPct val="100000"/>
                        </a:lnSpc>
                        <a:spcBef>
                          <a:spcPts val="490"/>
                        </a:spcBef>
                      </a:pPr>
                      <a:r>
                        <a:rPr sz="1100" dirty="0">
                          <a:latin typeface="Arial"/>
                          <a:cs typeface="Arial"/>
                        </a:rPr>
                        <a:t>4</a:t>
                      </a:r>
                      <a:r>
                        <a:rPr sz="1100" spc="5" dirty="0">
                          <a:latin typeface="Arial"/>
                          <a:cs typeface="Arial"/>
                        </a:rPr>
                        <a:t>. </a:t>
                      </a:r>
                      <a:r>
                        <a:rPr sz="1100" spc="-20" dirty="0">
                          <a:latin typeface="宋体"/>
                          <a:cs typeface="宋体"/>
                        </a:rPr>
                        <a:t>受众针对性强</a:t>
                      </a:r>
                      <a:endParaRPr sz="1100">
                        <a:latin typeface="宋体"/>
                        <a:cs typeface="宋体"/>
                      </a:endParaRPr>
                    </a:p>
                  </a:txBody>
                  <a:tcPr marL="0" marR="0" marT="6223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490"/>
                        </a:spcBef>
                      </a:pPr>
                      <a:r>
                        <a:rPr sz="1100" spc="-15" dirty="0">
                          <a:latin typeface="宋体"/>
                          <a:cs typeface="宋体"/>
                        </a:rPr>
                        <a:t>受众特征描述：在提示语中包含目标受众的详细特征描述</a:t>
                      </a:r>
                      <a:endParaRPr sz="1100">
                        <a:latin typeface="宋体"/>
                        <a:cs typeface="宋体"/>
                      </a:endParaRPr>
                    </a:p>
                  </a:txBody>
                  <a:tcPr marL="0" marR="0" marT="6223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335280">
                <a:tc>
                  <a:txBody>
                    <a:bodyPr/>
                    <a:lstStyle/>
                    <a:p>
                      <a:pPr marL="449580">
                        <a:lnSpc>
                          <a:spcPct val="100000"/>
                        </a:lnSpc>
                        <a:spcBef>
                          <a:spcPts val="540"/>
                        </a:spcBef>
                      </a:pPr>
                      <a:r>
                        <a:rPr sz="1100" dirty="0">
                          <a:latin typeface="Arial"/>
                          <a:cs typeface="Arial"/>
                        </a:rPr>
                        <a:t>5</a:t>
                      </a:r>
                      <a:r>
                        <a:rPr sz="1100" spc="5" dirty="0">
                          <a:latin typeface="Arial"/>
                          <a:cs typeface="Arial"/>
                        </a:rPr>
                        <a:t>. </a:t>
                      </a:r>
                      <a:r>
                        <a:rPr sz="1100" spc="-20" dirty="0">
                          <a:latin typeface="宋体"/>
                          <a:cs typeface="宋体"/>
                        </a:rPr>
                        <a:t>记忆点突出</a:t>
                      </a:r>
                      <a:endParaRPr sz="1100">
                        <a:latin typeface="宋体"/>
                        <a:cs typeface="宋体"/>
                      </a:endParaRPr>
                    </a:p>
                  </a:txBody>
                  <a:tcPr marL="0" marR="0" marT="685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ts val="1200"/>
                        </a:lnSpc>
                      </a:pPr>
                      <a:r>
                        <a:rPr sz="1100" spc="-15" dirty="0">
                          <a:latin typeface="宋体"/>
                          <a:cs typeface="宋体"/>
                        </a:rPr>
                        <a:t>核心信息强化：要求在文案中重复或变换表达方式重申核</a:t>
                      </a:r>
                      <a:endParaRPr sz="1100">
                        <a:latin typeface="宋体"/>
                        <a:cs typeface="宋体"/>
                      </a:endParaRPr>
                    </a:p>
                    <a:p>
                      <a:pPr algn="ctr">
                        <a:lnSpc>
                          <a:spcPct val="100000"/>
                        </a:lnSpc>
                      </a:pPr>
                      <a:r>
                        <a:rPr sz="1100" spc="-25" dirty="0">
                          <a:latin typeface="宋体"/>
                          <a:cs typeface="宋体"/>
                        </a:rPr>
                        <a:t>心信息</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bl>
          </a:graphicData>
        </a:graphic>
      </p:graphicFrame>
      <p:sp>
        <p:nvSpPr>
          <p:cNvPr id="6" name="object 6"/>
          <p:cNvSpPr/>
          <p:nvPr/>
        </p:nvSpPr>
        <p:spPr>
          <a:xfrm>
            <a:off x="402336" y="4035552"/>
            <a:ext cx="2106295" cy="368935"/>
          </a:xfrm>
          <a:custGeom>
            <a:avLst/>
            <a:gdLst/>
            <a:ahLst/>
            <a:cxnLst/>
            <a:rect l="l" t="t" r="r" b="b"/>
            <a:pathLst>
              <a:path w="2106295" h="368935">
                <a:moveTo>
                  <a:pt x="2043683" y="368808"/>
                </a:moveTo>
                <a:lnTo>
                  <a:pt x="60959" y="368808"/>
                </a:lnTo>
                <a:lnTo>
                  <a:pt x="37134" y="363978"/>
                </a:lnTo>
                <a:lnTo>
                  <a:pt x="17673" y="350848"/>
                </a:lnTo>
                <a:lnTo>
                  <a:pt x="4615" y="331458"/>
                </a:lnTo>
                <a:lnTo>
                  <a:pt x="0" y="307848"/>
                </a:lnTo>
                <a:lnTo>
                  <a:pt x="0" y="60960"/>
                </a:lnTo>
                <a:lnTo>
                  <a:pt x="4615" y="36920"/>
                </a:lnTo>
                <a:lnTo>
                  <a:pt x="17673" y="17387"/>
                </a:lnTo>
                <a:lnTo>
                  <a:pt x="37134" y="4401"/>
                </a:lnTo>
                <a:lnTo>
                  <a:pt x="60959" y="0"/>
                </a:lnTo>
                <a:lnTo>
                  <a:pt x="2043683" y="0"/>
                </a:lnTo>
                <a:lnTo>
                  <a:pt x="2068032" y="4401"/>
                </a:lnTo>
                <a:lnTo>
                  <a:pt x="2087827" y="17387"/>
                </a:lnTo>
                <a:lnTo>
                  <a:pt x="2101171" y="36920"/>
                </a:lnTo>
                <a:lnTo>
                  <a:pt x="2106168" y="60960"/>
                </a:lnTo>
                <a:lnTo>
                  <a:pt x="2106168" y="307848"/>
                </a:lnTo>
                <a:lnTo>
                  <a:pt x="2101171" y="331458"/>
                </a:lnTo>
                <a:lnTo>
                  <a:pt x="2087827" y="350848"/>
                </a:lnTo>
                <a:lnTo>
                  <a:pt x="2068032" y="363978"/>
                </a:lnTo>
                <a:lnTo>
                  <a:pt x="2043683" y="368808"/>
                </a:lnTo>
                <a:close/>
              </a:path>
            </a:pathLst>
          </a:custGeom>
          <a:solidFill>
            <a:srgbClr val="0A80DF"/>
          </a:solidFill>
        </p:spPr>
        <p:txBody>
          <a:bodyPr wrap="square" lIns="0" tIns="0" rIns="0" bIns="0" rtlCol="0"/>
          <a:lstStyle/>
          <a:p>
            <a:endParaRPr/>
          </a:p>
        </p:txBody>
      </p:sp>
      <p:sp>
        <p:nvSpPr>
          <p:cNvPr id="7" name="object 7"/>
          <p:cNvSpPr txBox="1"/>
          <p:nvPr/>
        </p:nvSpPr>
        <p:spPr>
          <a:xfrm>
            <a:off x="983869" y="4071873"/>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grpSp>
        <p:nvGrpSpPr>
          <p:cNvPr id="8" name="object 8"/>
          <p:cNvGrpSpPr/>
          <p:nvPr/>
        </p:nvGrpSpPr>
        <p:grpSpPr>
          <a:xfrm>
            <a:off x="398145" y="4384040"/>
            <a:ext cx="5529580" cy="2322195"/>
            <a:chOff x="398145" y="4384040"/>
            <a:chExt cx="5529580" cy="2322195"/>
          </a:xfrm>
        </p:grpSpPr>
        <p:sp>
          <p:nvSpPr>
            <p:cNvPr id="9" name="object 9"/>
            <p:cNvSpPr/>
            <p:nvPr/>
          </p:nvSpPr>
          <p:spPr>
            <a:xfrm>
              <a:off x="402336" y="4387596"/>
              <a:ext cx="5521960" cy="2315210"/>
            </a:xfrm>
            <a:custGeom>
              <a:avLst/>
              <a:gdLst/>
              <a:ahLst/>
              <a:cxnLst/>
              <a:rect l="l" t="t" r="r" b="b"/>
              <a:pathLst>
                <a:path w="5521960" h="2315209">
                  <a:moveTo>
                    <a:pt x="5521452" y="2314955"/>
                  </a:moveTo>
                  <a:lnTo>
                    <a:pt x="0" y="2314955"/>
                  </a:lnTo>
                  <a:lnTo>
                    <a:pt x="0" y="0"/>
                  </a:lnTo>
                  <a:lnTo>
                    <a:pt x="5521452" y="0"/>
                  </a:lnTo>
                  <a:lnTo>
                    <a:pt x="5521452" y="2314955"/>
                  </a:lnTo>
                  <a:close/>
                </a:path>
              </a:pathLst>
            </a:custGeom>
            <a:solidFill>
              <a:srgbClr val="FFFFFF"/>
            </a:solidFill>
          </p:spPr>
          <p:txBody>
            <a:bodyPr wrap="square" lIns="0" tIns="0" rIns="0" bIns="0" rtlCol="0"/>
            <a:lstStyle/>
            <a:p>
              <a:endParaRPr/>
            </a:p>
          </p:txBody>
        </p:sp>
        <p:sp>
          <p:nvSpPr>
            <p:cNvPr id="10" name="object 10"/>
            <p:cNvSpPr/>
            <p:nvPr/>
          </p:nvSpPr>
          <p:spPr>
            <a:xfrm>
              <a:off x="398145" y="4384040"/>
              <a:ext cx="5529580" cy="2322195"/>
            </a:xfrm>
            <a:custGeom>
              <a:avLst/>
              <a:gdLst/>
              <a:ahLst/>
              <a:cxnLst/>
              <a:rect l="l" t="t" r="r" b="b"/>
              <a:pathLst>
                <a:path w="5529580" h="2322195">
                  <a:moveTo>
                    <a:pt x="5525770" y="2322194"/>
                  </a:moveTo>
                  <a:lnTo>
                    <a:pt x="3809" y="2322194"/>
                  </a:lnTo>
                  <a:lnTo>
                    <a:pt x="2349" y="2321902"/>
                  </a:lnTo>
                  <a:lnTo>
                    <a:pt x="1117" y="2321077"/>
                  </a:lnTo>
                  <a:lnTo>
                    <a:pt x="292" y="2319845"/>
                  </a:lnTo>
                  <a:lnTo>
                    <a:pt x="0" y="2318385"/>
                  </a:lnTo>
                  <a:lnTo>
                    <a:pt x="0" y="3810"/>
                  </a:lnTo>
                  <a:lnTo>
                    <a:pt x="292" y="2349"/>
                  </a:lnTo>
                  <a:lnTo>
                    <a:pt x="1117" y="1117"/>
                  </a:lnTo>
                  <a:lnTo>
                    <a:pt x="2349" y="292"/>
                  </a:lnTo>
                  <a:lnTo>
                    <a:pt x="3809" y="0"/>
                  </a:lnTo>
                  <a:lnTo>
                    <a:pt x="5525770" y="0"/>
                  </a:lnTo>
                  <a:lnTo>
                    <a:pt x="5527230" y="292"/>
                  </a:lnTo>
                  <a:lnTo>
                    <a:pt x="5528462" y="1117"/>
                  </a:lnTo>
                  <a:lnTo>
                    <a:pt x="5529287" y="2349"/>
                  </a:lnTo>
                  <a:lnTo>
                    <a:pt x="5529580" y="3810"/>
                  </a:lnTo>
                  <a:lnTo>
                    <a:pt x="7619" y="3810"/>
                  </a:lnTo>
                  <a:lnTo>
                    <a:pt x="3809" y="7620"/>
                  </a:lnTo>
                  <a:lnTo>
                    <a:pt x="7619" y="7620"/>
                  </a:lnTo>
                  <a:lnTo>
                    <a:pt x="7619" y="2314575"/>
                  </a:lnTo>
                  <a:lnTo>
                    <a:pt x="3809" y="2314575"/>
                  </a:lnTo>
                  <a:lnTo>
                    <a:pt x="7619" y="2318385"/>
                  </a:lnTo>
                  <a:lnTo>
                    <a:pt x="5529580" y="2318385"/>
                  </a:lnTo>
                  <a:lnTo>
                    <a:pt x="5529287" y="2319845"/>
                  </a:lnTo>
                  <a:lnTo>
                    <a:pt x="5528462" y="2321077"/>
                  </a:lnTo>
                  <a:lnTo>
                    <a:pt x="5527230" y="2321902"/>
                  </a:lnTo>
                  <a:lnTo>
                    <a:pt x="5525770" y="2322194"/>
                  </a:lnTo>
                  <a:close/>
                </a:path>
                <a:path w="5529580" h="2322195">
                  <a:moveTo>
                    <a:pt x="7619" y="7620"/>
                  </a:moveTo>
                  <a:lnTo>
                    <a:pt x="3809" y="7620"/>
                  </a:lnTo>
                  <a:lnTo>
                    <a:pt x="7619" y="3810"/>
                  </a:lnTo>
                  <a:lnTo>
                    <a:pt x="7619" y="7620"/>
                  </a:lnTo>
                  <a:close/>
                </a:path>
                <a:path w="5529580" h="2322195">
                  <a:moveTo>
                    <a:pt x="5521959" y="7620"/>
                  </a:moveTo>
                  <a:lnTo>
                    <a:pt x="7619" y="7620"/>
                  </a:lnTo>
                  <a:lnTo>
                    <a:pt x="7619" y="3810"/>
                  </a:lnTo>
                  <a:lnTo>
                    <a:pt x="5521959" y="3810"/>
                  </a:lnTo>
                  <a:lnTo>
                    <a:pt x="5521959" y="7620"/>
                  </a:lnTo>
                  <a:close/>
                </a:path>
                <a:path w="5529580" h="2322195">
                  <a:moveTo>
                    <a:pt x="5521959" y="2318385"/>
                  </a:moveTo>
                  <a:lnTo>
                    <a:pt x="5521959" y="3810"/>
                  </a:lnTo>
                  <a:lnTo>
                    <a:pt x="5525770" y="7620"/>
                  </a:lnTo>
                  <a:lnTo>
                    <a:pt x="5529580" y="7620"/>
                  </a:lnTo>
                  <a:lnTo>
                    <a:pt x="5529580" y="2314575"/>
                  </a:lnTo>
                  <a:lnTo>
                    <a:pt x="5525770" y="2314575"/>
                  </a:lnTo>
                  <a:lnTo>
                    <a:pt x="5521959" y="2318385"/>
                  </a:lnTo>
                  <a:close/>
                </a:path>
                <a:path w="5529580" h="2322195">
                  <a:moveTo>
                    <a:pt x="5529580" y="7620"/>
                  </a:moveTo>
                  <a:lnTo>
                    <a:pt x="5525770" y="7620"/>
                  </a:lnTo>
                  <a:lnTo>
                    <a:pt x="5521959" y="3810"/>
                  </a:lnTo>
                  <a:lnTo>
                    <a:pt x="5529580" y="3810"/>
                  </a:lnTo>
                  <a:lnTo>
                    <a:pt x="5529580" y="7620"/>
                  </a:lnTo>
                  <a:close/>
                </a:path>
                <a:path w="5529580" h="2322195">
                  <a:moveTo>
                    <a:pt x="7619" y="2318385"/>
                  </a:moveTo>
                  <a:lnTo>
                    <a:pt x="3809" y="2314575"/>
                  </a:lnTo>
                  <a:lnTo>
                    <a:pt x="7619" y="2314575"/>
                  </a:lnTo>
                  <a:lnTo>
                    <a:pt x="7619" y="2318385"/>
                  </a:lnTo>
                  <a:close/>
                </a:path>
                <a:path w="5529580" h="2322195">
                  <a:moveTo>
                    <a:pt x="5521959" y="2318385"/>
                  </a:moveTo>
                  <a:lnTo>
                    <a:pt x="7619" y="2318385"/>
                  </a:lnTo>
                  <a:lnTo>
                    <a:pt x="7619" y="2314575"/>
                  </a:lnTo>
                  <a:lnTo>
                    <a:pt x="5521959" y="2314575"/>
                  </a:lnTo>
                  <a:lnTo>
                    <a:pt x="5521959" y="2318385"/>
                  </a:lnTo>
                  <a:close/>
                </a:path>
                <a:path w="5529580" h="2322195">
                  <a:moveTo>
                    <a:pt x="5529580" y="2318385"/>
                  </a:moveTo>
                  <a:lnTo>
                    <a:pt x="5521959" y="2318385"/>
                  </a:lnTo>
                  <a:lnTo>
                    <a:pt x="5525770" y="2314575"/>
                  </a:lnTo>
                  <a:lnTo>
                    <a:pt x="5529580" y="2314575"/>
                  </a:lnTo>
                  <a:lnTo>
                    <a:pt x="5529580" y="2318385"/>
                  </a:lnTo>
                  <a:close/>
                </a:path>
              </a:pathLst>
            </a:custGeom>
            <a:solidFill>
              <a:srgbClr val="E6E6E6"/>
            </a:solidFill>
          </p:spPr>
          <p:txBody>
            <a:bodyPr wrap="square" lIns="0" tIns="0" rIns="0" bIns="0" rtlCol="0"/>
            <a:lstStyle/>
            <a:p>
              <a:endParaRPr/>
            </a:p>
          </p:txBody>
        </p:sp>
      </p:grpSp>
      <p:sp>
        <p:nvSpPr>
          <p:cNvPr id="11" name="object 11"/>
          <p:cNvSpPr txBox="1"/>
          <p:nvPr/>
        </p:nvSpPr>
        <p:spPr>
          <a:xfrm>
            <a:off x="480694" y="4392295"/>
            <a:ext cx="5384800" cy="2260600"/>
          </a:xfrm>
          <a:prstGeom prst="rect">
            <a:avLst/>
          </a:prstGeom>
        </p:spPr>
        <p:txBody>
          <a:bodyPr vert="horz" wrap="square" lIns="0" tIns="12700" rIns="0" bIns="0" rtlCol="0">
            <a:spAutoFit/>
          </a:bodyPr>
          <a:lstStyle/>
          <a:p>
            <a:pPr marL="12700" marR="5080" indent="228600">
              <a:lnSpc>
                <a:spcPct val="152800"/>
              </a:lnSpc>
              <a:spcBef>
                <a:spcPts val="100"/>
              </a:spcBef>
            </a:pPr>
            <a:r>
              <a:rPr sz="1200" spc="-75" dirty="0">
                <a:latin typeface="宋体"/>
                <a:cs typeface="宋体"/>
              </a:rPr>
              <a:t>请为[</a:t>
            </a:r>
            <a:r>
              <a:rPr sz="1200" spc="-45" dirty="0">
                <a:latin typeface="宋体"/>
                <a:cs typeface="宋体"/>
              </a:rPr>
              <a:t>产品名称]</a:t>
            </a:r>
            <a:r>
              <a:rPr sz="1200" spc="-5" dirty="0">
                <a:latin typeface="宋体"/>
                <a:cs typeface="宋体"/>
              </a:rPr>
              <a:t>创作一则产品说明文案，目标是实现清晰、精准的信息传递。请遵循以下结构和要求：</a:t>
            </a:r>
            <a:endParaRPr sz="1200">
              <a:latin typeface="宋体"/>
              <a:cs typeface="宋体"/>
            </a:endParaRPr>
          </a:p>
          <a:p>
            <a:pPr marL="622935" indent="-381635">
              <a:lnSpc>
                <a:spcPct val="100000"/>
              </a:lnSpc>
              <a:spcBef>
                <a:spcPts val="760"/>
              </a:spcBef>
              <a:buSzPct val="91666"/>
              <a:buAutoNum type="arabicPlain"/>
              <a:tabLst>
                <a:tab pos="622935" algn="l"/>
              </a:tabLst>
            </a:pPr>
            <a:r>
              <a:rPr sz="1200" dirty="0">
                <a:latin typeface="宋体"/>
                <a:cs typeface="宋体"/>
              </a:rPr>
              <a:t>核心信息（最高优先级，50字以内</a:t>
            </a:r>
            <a:r>
              <a:rPr sz="1200" spc="-25" dirty="0">
                <a:latin typeface="宋体"/>
                <a:cs typeface="宋体"/>
              </a:rPr>
              <a:t>）：</a:t>
            </a:r>
            <a:endParaRPr sz="1200">
              <a:latin typeface="宋体"/>
              <a:cs typeface="宋体"/>
            </a:endParaRPr>
          </a:p>
          <a:p>
            <a:pPr marL="548640" lvl="1" indent="-157480">
              <a:lnSpc>
                <a:spcPct val="100000"/>
              </a:lnSpc>
              <a:spcBef>
                <a:spcPts val="760"/>
              </a:spcBef>
              <a:buAutoNum type="alphaLcPeriod"/>
              <a:tabLst>
                <a:tab pos="548640" algn="l"/>
              </a:tabLst>
            </a:pPr>
            <a:r>
              <a:rPr sz="1200" spc="-10" dirty="0">
                <a:latin typeface="宋体"/>
                <a:cs typeface="宋体"/>
              </a:rPr>
              <a:t>产品的主要功能</a:t>
            </a:r>
            <a:endParaRPr sz="1200">
              <a:latin typeface="宋体"/>
              <a:cs typeface="宋体"/>
            </a:endParaRPr>
          </a:p>
          <a:p>
            <a:pPr marL="555625" lvl="1" indent="-164465">
              <a:lnSpc>
                <a:spcPct val="100000"/>
              </a:lnSpc>
              <a:spcBef>
                <a:spcPts val="760"/>
              </a:spcBef>
              <a:buAutoNum type="alphaLcPeriod"/>
              <a:tabLst>
                <a:tab pos="555625" algn="l"/>
              </a:tabLst>
            </a:pPr>
            <a:r>
              <a:rPr sz="1200" spc="-10" dirty="0">
                <a:latin typeface="宋体"/>
                <a:cs typeface="宋体"/>
              </a:rPr>
              <a:t>核心价值主张</a:t>
            </a:r>
            <a:endParaRPr sz="1200">
              <a:latin typeface="宋体"/>
              <a:cs typeface="宋体"/>
            </a:endParaRPr>
          </a:p>
          <a:p>
            <a:pPr marL="465455">
              <a:lnSpc>
                <a:spcPct val="100000"/>
              </a:lnSpc>
              <a:spcBef>
                <a:spcPts val="760"/>
              </a:spcBef>
            </a:pPr>
            <a:r>
              <a:rPr sz="1200" spc="-15" dirty="0">
                <a:latin typeface="宋体"/>
                <a:cs typeface="宋体"/>
              </a:rPr>
              <a:t>要求：用一句简洁有力的话概括，确保包含[</a:t>
            </a:r>
            <a:r>
              <a:rPr sz="1200" dirty="0">
                <a:latin typeface="宋体"/>
                <a:cs typeface="宋体"/>
              </a:rPr>
              <a:t>关键词</a:t>
            </a:r>
            <a:r>
              <a:rPr sz="1200" spc="-110" dirty="0">
                <a:latin typeface="宋体"/>
                <a:cs typeface="宋体"/>
              </a:rPr>
              <a:t>1]和[</a:t>
            </a:r>
            <a:r>
              <a:rPr sz="1200" dirty="0">
                <a:latin typeface="宋体"/>
                <a:cs typeface="宋体"/>
              </a:rPr>
              <a:t>关键词</a:t>
            </a:r>
            <a:r>
              <a:rPr sz="1200" spc="-25" dirty="0">
                <a:latin typeface="宋体"/>
                <a:cs typeface="宋体"/>
              </a:rPr>
              <a:t>2]</a:t>
            </a:r>
            <a:endParaRPr sz="1200">
              <a:latin typeface="宋体"/>
              <a:cs typeface="宋体"/>
            </a:endParaRPr>
          </a:p>
          <a:p>
            <a:pPr marL="622935" indent="-381635">
              <a:lnSpc>
                <a:spcPct val="100000"/>
              </a:lnSpc>
              <a:spcBef>
                <a:spcPts val="760"/>
              </a:spcBef>
              <a:buSzPct val="91666"/>
              <a:buAutoNum type="arabicPlain" startAt="2"/>
              <a:tabLst>
                <a:tab pos="622935" algn="l"/>
              </a:tabLst>
            </a:pPr>
            <a:r>
              <a:rPr sz="1200" dirty="0">
                <a:latin typeface="宋体"/>
                <a:cs typeface="宋体"/>
              </a:rPr>
              <a:t>功能详解（次优先级，总计150字以内</a:t>
            </a:r>
            <a:r>
              <a:rPr sz="1200" spc="-25" dirty="0">
                <a:latin typeface="宋体"/>
                <a:cs typeface="宋体"/>
              </a:rPr>
              <a:t>）：</a:t>
            </a:r>
            <a:endParaRPr sz="1200">
              <a:latin typeface="宋体"/>
              <a:cs typeface="宋体"/>
            </a:endParaRPr>
          </a:p>
          <a:p>
            <a:pPr marL="548640" lvl="1" indent="-157480">
              <a:lnSpc>
                <a:spcPct val="100000"/>
              </a:lnSpc>
              <a:spcBef>
                <a:spcPts val="760"/>
              </a:spcBef>
              <a:buAutoNum type="alphaLcPeriod"/>
              <a:tabLst>
                <a:tab pos="548640" algn="l"/>
              </a:tabLst>
            </a:pPr>
            <a:r>
              <a:rPr sz="1200" dirty="0">
                <a:latin typeface="宋体"/>
                <a:cs typeface="宋体"/>
              </a:rPr>
              <a:t>主要特性</a:t>
            </a:r>
            <a:r>
              <a:rPr sz="1200" spc="-75" dirty="0">
                <a:latin typeface="宋体"/>
                <a:cs typeface="宋体"/>
              </a:rPr>
              <a:t>1：[</a:t>
            </a:r>
            <a:r>
              <a:rPr sz="1200" spc="-15" dirty="0">
                <a:latin typeface="宋体"/>
                <a:cs typeface="宋体"/>
              </a:rPr>
              <a:t>特性名]</a:t>
            </a:r>
            <a:r>
              <a:rPr sz="1200" spc="-60" dirty="0">
                <a:latin typeface="宋体"/>
                <a:cs typeface="宋体"/>
              </a:rPr>
              <a:t>（20</a:t>
            </a:r>
            <a:r>
              <a:rPr sz="1200" dirty="0">
                <a:latin typeface="宋体"/>
                <a:cs typeface="宋体"/>
              </a:rPr>
              <a:t>字描述</a:t>
            </a:r>
            <a:r>
              <a:rPr sz="1200" spc="-50" dirty="0">
                <a:latin typeface="宋体"/>
                <a:cs typeface="宋体"/>
              </a:rPr>
              <a:t>）</a:t>
            </a:r>
            <a:endParaRPr sz="1200">
              <a:latin typeface="宋体"/>
              <a:cs typeface="宋体"/>
            </a:endParaRPr>
          </a:p>
        </p:txBody>
      </p:sp>
      <p:sp>
        <p:nvSpPr>
          <p:cNvPr id="12" name="object 12"/>
          <p:cNvSpPr/>
          <p:nvPr/>
        </p:nvSpPr>
        <p:spPr>
          <a:xfrm>
            <a:off x="6092825" y="1511300"/>
            <a:ext cx="5702300" cy="5185410"/>
          </a:xfrm>
          <a:custGeom>
            <a:avLst/>
            <a:gdLst/>
            <a:ahLst/>
            <a:cxnLst/>
            <a:rect l="l" t="t" r="r" b="b"/>
            <a:pathLst>
              <a:path w="5702300" h="5185409">
                <a:moveTo>
                  <a:pt x="5698490" y="5185409"/>
                </a:moveTo>
                <a:lnTo>
                  <a:pt x="3810" y="5185409"/>
                </a:lnTo>
                <a:lnTo>
                  <a:pt x="2349" y="5185117"/>
                </a:lnTo>
                <a:lnTo>
                  <a:pt x="1117" y="5184292"/>
                </a:lnTo>
                <a:lnTo>
                  <a:pt x="292" y="5183060"/>
                </a:lnTo>
                <a:lnTo>
                  <a:pt x="0" y="5181600"/>
                </a:lnTo>
                <a:lnTo>
                  <a:pt x="0" y="3809"/>
                </a:lnTo>
                <a:lnTo>
                  <a:pt x="292" y="2349"/>
                </a:lnTo>
                <a:lnTo>
                  <a:pt x="1117" y="1117"/>
                </a:lnTo>
                <a:lnTo>
                  <a:pt x="2349" y="292"/>
                </a:lnTo>
                <a:lnTo>
                  <a:pt x="3810" y="0"/>
                </a:lnTo>
                <a:lnTo>
                  <a:pt x="5698490" y="0"/>
                </a:lnTo>
                <a:lnTo>
                  <a:pt x="5699950" y="292"/>
                </a:lnTo>
                <a:lnTo>
                  <a:pt x="5701182" y="1117"/>
                </a:lnTo>
                <a:lnTo>
                  <a:pt x="5702007" y="2349"/>
                </a:lnTo>
                <a:lnTo>
                  <a:pt x="5702300" y="3809"/>
                </a:lnTo>
                <a:lnTo>
                  <a:pt x="7620" y="3809"/>
                </a:lnTo>
                <a:lnTo>
                  <a:pt x="3810" y="7619"/>
                </a:lnTo>
                <a:lnTo>
                  <a:pt x="7620" y="7619"/>
                </a:lnTo>
                <a:lnTo>
                  <a:pt x="7620" y="5177790"/>
                </a:lnTo>
                <a:lnTo>
                  <a:pt x="3810" y="5177790"/>
                </a:lnTo>
                <a:lnTo>
                  <a:pt x="7620" y="5181600"/>
                </a:lnTo>
                <a:lnTo>
                  <a:pt x="5702300" y="5181600"/>
                </a:lnTo>
                <a:lnTo>
                  <a:pt x="5702007" y="5183060"/>
                </a:lnTo>
                <a:lnTo>
                  <a:pt x="5701182" y="5184292"/>
                </a:lnTo>
                <a:lnTo>
                  <a:pt x="5699950" y="5185117"/>
                </a:lnTo>
                <a:lnTo>
                  <a:pt x="5698490" y="5185409"/>
                </a:lnTo>
                <a:close/>
              </a:path>
              <a:path w="5702300" h="5185409">
                <a:moveTo>
                  <a:pt x="7620" y="7619"/>
                </a:moveTo>
                <a:lnTo>
                  <a:pt x="3810" y="7619"/>
                </a:lnTo>
                <a:lnTo>
                  <a:pt x="7620" y="3809"/>
                </a:lnTo>
                <a:lnTo>
                  <a:pt x="7620" y="7619"/>
                </a:lnTo>
                <a:close/>
              </a:path>
              <a:path w="5702300" h="5185409">
                <a:moveTo>
                  <a:pt x="5694680" y="7619"/>
                </a:moveTo>
                <a:lnTo>
                  <a:pt x="7620" y="7619"/>
                </a:lnTo>
                <a:lnTo>
                  <a:pt x="7620" y="3809"/>
                </a:lnTo>
                <a:lnTo>
                  <a:pt x="5694680" y="3809"/>
                </a:lnTo>
                <a:lnTo>
                  <a:pt x="5694680" y="7619"/>
                </a:lnTo>
                <a:close/>
              </a:path>
              <a:path w="5702300" h="5185409">
                <a:moveTo>
                  <a:pt x="5694680" y="5181600"/>
                </a:moveTo>
                <a:lnTo>
                  <a:pt x="5694680" y="3809"/>
                </a:lnTo>
                <a:lnTo>
                  <a:pt x="5698490" y="7619"/>
                </a:lnTo>
                <a:lnTo>
                  <a:pt x="5702300" y="7619"/>
                </a:lnTo>
                <a:lnTo>
                  <a:pt x="5702300" y="5177790"/>
                </a:lnTo>
                <a:lnTo>
                  <a:pt x="5698490" y="5177790"/>
                </a:lnTo>
                <a:lnTo>
                  <a:pt x="5694680" y="5181600"/>
                </a:lnTo>
                <a:close/>
              </a:path>
              <a:path w="5702300" h="5185409">
                <a:moveTo>
                  <a:pt x="5702300" y="7619"/>
                </a:moveTo>
                <a:lnTo>
                  <a:pt x="5698490" y="7619"/>
                </a:lnTo>
                <a:lnTo>
                  <a:pt x="5694680" y="3809"/>
                </a:lnTo>
                <a:lnTo>
                  <a:pt x="5702300" y="3809"/>
                </a:lnTo>
                <a:lnTo>
                  <a:pt x="5702300" y="7619"/>
                </a:lnTo>
                <a:close/>
              </a:path>
              <a:path w="5702300" h="5185409">
                <a:moveTo>
                  <a:pt x="7620" y="5181600"/>
                </a:moveTo>
                <a:lnTo>
                  <a:pt x="3810" y="5177790"/>
                </a:lnTo>
                <a:lnTo>
                  <a:pt x="7620" y="5177790"/>
                </a:lnTo>
                <a:lnTo>
                  <a:pt x="7620" y="5181600"/>
                </a:lnTo>
                <a:close/>
              </a:path>
              <a:path w="5702300" h="5185409">
                <a:moveTo>
                  <a:pt x="5694680" y="5181600"/>
                </a:moveTo>
                <a:lnTo>
                  <a:pt x="7620" y="5181600"/>
                </a:lnTo>
                <a:lnTo>
                  <a:pt x="7620" y="5177790"/>
                </a:lnTo>
                <a:lnTo>
                  <a:pt x="5694680" y="5177790"/>
                </a:lnTo>
                <a:lnTo>
                  <a:pt x="5694680" y="5181600"/>
                </a:lnTo>
                <a:close/>
              </a:path>
              <a:path w="5702300" h="5185409">
                <a:moveTo>
                  <a:pt x="5702300" y="5181600"/>
                </a:moveTo>
                <a:lnTo>
                  <a:pt x="5694680" y="5181600"/>
                </a:lnTo>
                <a:lnTo>
                  <a:pt x="5698490" y="5177790"/>
                </a:lnTo>
                <a:lnTo>
                  <a:pt x="5702300" y="5177790"/>
                </a:lnTo>
                <a:lnTo>
                  <a:pt x="5702300" y="5181600"/>
                </a:lnTo>
                <a:close/>
              </a:path>
            </a:pathLst>
          </a:custGeom>
          <a:solidFill>
            <a:srgbClr val="E6E6E6"/>
          </a:solidFill>
        </p:spPr>
        <p:txBody>
          <a:bodyPr wrap="square" lIns="0" tIns="0" rIns="0" bIns="0" rtlCol="0"/>
          <a:lstStyle/>
          <a:p>
            <a:endParaRPr/>
          </a:p>
        </p:txBody>
      </p:sp>
      <p:sp>
        <p:nvSpPr>
          <p:cNvPr id="13" name="object 13"/>
          <p:cNvSpPr txBox="1"/>
          <p:nvPr/>
        </p:nvSpPr>
        <p:spPr>
          <a:xfrm>
            <a:off x="6403975" y="1519555"/>
            <a:ext cx="4903470" cy="5054600"/>
          </a:xfrm>
          <a:prstGeom prst="rect">
            <a:avLst/>
          </a:prstGeom>
        </p:spPr>
        <p:txBody>
          <a:bodyPr vert="horz" wrap="square" lIns="0" tIns="109220" rIns="0" bIns="0" rtlCol="0">
            <a:spAutoFit/>
          </a:bodyPr>
          <a:lstStyle/>
          <a:p>
            <a:pPr marL="162560">
              <a:lnSpc>
                <a:spcPct val="100000"/>
              </a:lnSpc>
              <a:spcBef>
                <a:spcPts val="860"/>
              </a:spcBef>
            </a:pPr>
            <a:r>
              <a:rPr sz="1200" spc="-110" dirty="0">
                <a:latin typeface="宋体"/>
                <a:cs typeface="宋体"/>
              </a:rPr>
              <a:t>b</a:t>
            </a:r>
            <a:r>
              <a:rPr sz="1200" spc="-65" dirty="0">
                <a:latin typeface="宋体"/>
                <a:cs typeface="宋体"/>
              </a:rPr>
              <a:t>. 主要特性</a:t>
            </a:r>
            <a:r>
              <a:rPr sz="1200" spc="-75" dirty="0">
                <a:latin typeface="宋体"/>
                <a:cs typeface="宋体"/>
              </a:rPr>
              <a:t>2：[</a:t>
            </a:r>
            <a:r>
              <a:rPr sz="1200" spc="-15" dirty="0">
                <a:latin typeface="宋体"/>
                <a:cs typeface="宋体"/>
              </a:rPr>
              <a:t>特性名]</a:t>
            </a:r>
            <a:r>
              <a:rPr sz="1200" spc="-60" dirty="0">
                <a:latin typeface="宋体"/>
                <a:cs typeface="宋体"/>
              </a:rPr>
              <a:t>（20</a:t>
            </a:r>
            <a:r>
              <a:rPr sz="1200" dirty="0">
                <a:latin typeface="宋体"/>
                <a:cs typeface="宋体"/>
              </a:rPr>
              <a:t>字描述</a:t>
            </a:r>
            <a:r>
              <a:rPr sz="1200" spc="-50" dirty="0">
                <a:latin typeface="宋体"/>
                <a:cs typeface="宋体"/>
              </a:rPr>
              <a:t>）</a:t>
            </a:r>
            <a:endParaRPr sz="1200">
              <a:latin typeface="宋体"/>
              <a:cs typeface="宋体"/>
            </a:endParaRPr>
          </a:p>
          <a:p>
            <a:pPr marL="162560">
              <a:lnSpc>
                <a:spcPct val="100000"/>
              </a:lnSpc>
              <a:spcBef>
                <a:spcPts val="760"/>
              </a:spcBef>
            </a:pPr>
            <a:r>
              <a:rPr sz="1200" spc="-135" dirty="0">
                <a:latin typeface="宋体"/>
                <a:cs typeface="宋体"/>
              </a:rPr>
              <a:t>c</a:t>
            </a:r>
            <a:r>
              <a:rPr sz="1200" spc="-70" dirty="0">
                <a:latin typeface="宋体"/>
                <a:cs typeface="宋体"/>
              </a:rPr>
              <a:t>. 主要特性</a:t>
            </a:r>
            <a:r>
              <a:rPr sz="1200" spc="-75" dirty="0">
                <a:latin typeface="宋体"/>
                <a:cs typeface="宋体"/>
              </a:rPr>
              <a:t>3：[</a:t>
            </a:r>
            <a:r>
              <a:rPr sz="1200" spc="-15" dirty="0">
                <a:latin typeface="宋体"/>
                <a:cs typeface="宋体"/>
              </a:rPr>
              <a:t>特性名]</a:t>
            </a:r>
            <a:r>
              <a:rPr sz="1200" spc="-60" dirty="0">
                <a:latin typeface="宋体"/>
                <a:cs typeface="宋体"/>
              </a:rPr>
              <a:t>（20</a:t>
            </a:r>
            <a:r>
              <a:rPr sz="1200" dirty="0">
                <a:latin typeface="宋体"/>
                <a:cs typeface="宋体"/>
              </a:rPr>
              <a:t>字描述</a:t>
            </a:r>
            <a:r>
              <a:rPr sz="1200" spc="-50" dirty="0">
                <a:latin typeface="宋体"/>
                <a:cs typeface="宋体"/>
              </a:rPr>
              <a:t>）</a:t>
            </a:r>
            <a:endParaRPr sz="1200">
              <a:latin typeface="宋体"/>
              <a:cs typeface="宋体"/>
            </a:endParaRPr>
          </a:p>
          <a:p>
            <a:pPr marL="241300">
              <a:lnSpc>
                <a:spcPct val="100000"/>
              </a:lnSpc>
              <a:spcBef>
                <a:spcPts val="760"/>
              </a:spcBef>
            </a:pPr>
            <a:r>
              <a:rPr sz="1200" spc="-5" dirty="0">
                <a:latin typeface="宋体"/>
                <a:cs typeface="宋体"/>
              </a:rPr>
              <a:t>要求：每个特性都要与核心价值主张有明确的逻辑关联</a:t>
            </a:r>
            <a:endParaRPr sz="1200">
              <a:latin typeface="宋体"/>
              <a:cs typeface="宋体"/>
            </a:endParaRPr>
          </a:p>
          <a:p>
            <a:pPr marL="274320" marR="2487295" indent="-262255">
              <a:lnSpc>
                <a:spcPct val="152800"/>
              </a:lnSpc>
              <a:buSzPct val="91666"/>
              <a:buAutoNum type="arabicPlain" startAt="3"/>
              <a:tabLst>
                <a:tab pos="394335" algn="l"/>
              </a:tabLst>
            </a:pPr>
            <a:r>
              <a:rPr sz="1200" dirty="0">
                <a:latin typeface="宋体"/>
                <a:cs typeface="宋体"/>
              </a:rPr>
              <a:t>目标受众说明（50字以内</a:t>
            </a:r>
            <a:r>
              <a:rPr sz="1200" spc="-25" dirty="0">
                <a:latin typeface="宋体"/>
                <a:cs typeface="宋体"/>
              </a:rPr>
              <a:t>）：</a:t>
            </a:r>
            <a:r>
              <a:rPr sz="1200" spc="-5" dirty="0">
                <a:latin typeface="宋体"/>
                <a:cs typeface="宋体"/>
              </a:rPr>
              <a:t>描述目标用户的关键特征和需求</a:t>
            </a:r>
            <a:endParaRPr sz="1200">
              <a:latin typeface="宋体"/>
              <a:cs typeface="宋体"/>
            </a:endParaRPr>
          </a:p>
          <a:p>
            <a:pPr marL="274320">
              <a:lnSpc>
                <a:spcPct val="100000"/>
              </a:lnSpc>
              <a:spcBef>
                <a:spcPts val="760"/>
              </a:spcBef>
            </a:pPr>
            <a:r>
              <a:rPr sz="1200" spc="-40" dirty="0">
                <a:latin typeface="宋体"/>
                <a:cs typeface="宋体"/>
              </a:rPr>
              <a:t>要求：使用[</a:t>
            </a:r>
            <a:r>
              <a:rPr sz="1200" spc="-45" dirty="0">
                <a:latin typeface="宋体"/>
                <a:cs typeface="宋体"/>
              </a:rPr>
              <a:t>目标受众]</a:t>
            </a:r>
            <a:r>
              <a:rPr sz="1200" spc="-10" dirty="0">
                <a:latin typeface="宋体"/>
                <a:cs typeface="宋体"/>
              </a:rPr>
              <a:t>会熟悉的语言和术语</a:t>
            </a:r>
            <a:endParaRPr sz="1200">
              <a:latin typeface="宋体"/>
              <a:cs typeface="宋体"/>
            </a:endParaRPr>
          </a:p>
          <a:p>
            <a:pPr marL="274320" marR="2334895" indent="-262255">
              <a:lnSpc>
                <a:spcPct val="152800"/>
              </a:lnSpc>
              <a:buSzPct val="91666"/>
              <a:buAutoNum type="arabicPlain" startAt="4"/>
              <a:tabLst>
                <a:tab pos="394335" algn="l"/>
              </a:tabLst>
            </a:pPr>
            <a:r>
              <a:rPr sz="1200" dirty="0">
                <a:latin typeface="宋体"/>
                <a:cs typeface="宋体"/>
              </a:rPr>
              <a:t>产品优势总结（30字以内</a:t>
            </a:r>
            <a:r>
              <a:rPr sz="1200" spc="-25" dirty="0">
                <a:latin typeface="宋体"/>
                <a:cs typeface="宋体"/>
              </a:rPr>
              <a:t>）： </a:t>
            </a:r>
            <a:r>
              <a:rPr sz="1200" dirty="0">
                <a:latin typeface="宋体"/>
                <a:cs typeface="宋体"/>
              </a:rPr>
              <a:t>提炼2—3</a:t>
            </a:r>
            <a:r>
              <a:rPr sz="1200" spc="-5" dirty="0">
                <a:latin typeface="宋体"/>
                <a:cs typeface="宋体"/>
              </a:rPr>
              <a:t>个最具竞争力的产品优势</a:t>
            </a:r>
            <a:endParaRPr sz="1200">
              <a:latin typeface="宋体"/>
              <a:cs typeface="宋体"/>
            </a:endParaRPr>
          </a:p>
          <a:p>
            <a:pPr marL="274320">
              <a:lnSpc>
                <a:spcPct val="100000"/>
              </a:lnSpc>
              <a:spcBef>
                <a:spcPts val="760"/>
              </a:spcBef>
            </a:pPr>
            <a:r>
              <a:rPr sz="1200" spc="-5" dirty="0">
                <a:latin typeface="宋体"/>
                <a:cs typeface="宋体"/>
              </a:rPr>
              <a:t>要求：使用对比或排他性表述，如唯一、领先等</a:t>
            </a:r>
            <a:endParaRPr sz="1200">
              <a:latin typeface="宋体"/>
              <a:cs typeface="宋体"/>
            </a:endParaRPr>
          </a:p>
          <a:p>
            <a:pPr marL="394335" indent="-381635">
              <a:lnSpc>
                <a:spcPct val="100000"/>
              </a:lnSpc>
              <a:spcBef>
                <a:spcPts val="760"/>
              </a:spcBef>
              <a:buSzPct val="91666"/>
              <a:buAutoNum type="arabicPlain" startAt="5"/>
              <a:tabLst>
                <a:tab pos="394335" algn="l"/>
              </a:tabLst>
            </a:pPr>
            <a:r>
              <a:rPr sz="1200" dirty="0">
                <a:latin typeface="宋体"/>
                <a:cs typeface="宋体"/>
              </a:rPr>
              <a:t>记忆点设计（20字以内</a:t>
            </a:r>
            <a:r>
              <a:rPr sz="1200" spc="-25" dirty="0">
                <a:latin typeface="宋体"/>
                <a:cs typeface="宋体"/>
              </a:rPr>
              <a:t>）：</a:t>
            </a:r>
            <a:endParaRPr sz="1200">
              <a:latin typeface="宋体"/>
              <a:cs typeface="宋体"/>
            </a:endParaRPr>
          </a:p>
          <a:p>
            <a:pPr marL="274320" marR="2182495">
              <a:lnSpc>
                <a:spcPct val="152800"/>
              </a:lnSpc>
            </a:pPr>
            <a:r>
              <a:rPr sz="1200" spc="-5" dirty="0">
                <a:latin typeface="宋体"/>
                <a:cs typeface="宋体"/>
              </a:rPr>
              <a:t>创作一个朗朗上口的产品标语或口号要求：包含产品名称和核心价值主张</a:t>
            </a:r>
            <a:endParaRPr sz="1200">
              <a:latin typeface="宋体"/>
              <a:cs typeface="宋体"/>
            </a:endParaRPr>
          </a:p>
          <a:p>
            <a:pPr marL="12700">
              <a:lnSpc>
                <a:spcPct val="100000"/>
              </a:lnSpc>
              <a:spcBef>
                <a:spcPts val="760"/>
              </a:spcBef>
            </a:pPr>
            <a:r>
              <a:rPr sz="1200" spc="-10" dirty="0">
                <a:latin typeface="宋体"/>
                <a:cs typeface="宋体"/>
              </a:rPr>
              <a:t>额外要求：</a:t>
            </a:r>
            <a:endParaRPr sz="1200">
              <a:latin typeface="宋体"/>
              <a:cs typeface="宋体"/>
            </a:endParaRPr>
          </a:p>
          <a:p>
            <a:pPr marL="100965" indent="-88265">
              <a:lnSpc>
                <a:spcPct val="100000"/>
              </a:lnSpc>
              <a:spcBef>
                <a:spcPts val="760"/>
              </a:spcBef>
              <a:buChar char="-"/>
              <a:tabLst>
                <a:tab pos="100965" algn="l"/>
              </a:tabLst>
            </a:pPr>
            <a:r>
              <a:rPr sz="1200" spc="-5" dirty="0">
                <a:latin typeface="宋体"/>
                <a:cs typeface="宋体"/>
              </a:rPr>
              <a:t>使用简洁的句式，避免复杂从句</a:t>
            </a:r>
            <a:endParaRPr sz="1200">
              <a:latin typeface="宋体"/>
              <a:cs typeface="宋体"/>
            </a:endParaRPr>
          </a:p>
          <a:p>
            <a:pPr marL="100965" indent="-88265">
              <a:lnSpc>
                <a:spcPct val="100000"/>
              </a:lnSpc>
              <a:spcBef>
                <a:spcPts val="760"/>
              </a:spcBef>
              <a:buChar char="-"/>
              <a:tabLst>
                <a:tab pos="100965" algn="l"/>
              </a:tabLst>
            </a:pPr>
            <a:r>
              <a:rPr sz="1200" spc="-45" dirty="0">
                <a:latin typeface="宋体"/>
                <a:cs typeface="宋体"/>
              </a:rPr>
              <a:t>每个部分之间使用明确的视觉分隔，如---"</a:t>
            </a:r>
            <a:endParaRPr sz="1200">
              <a:latin typeface="宋体"/>
              <a:cs typeface="宋体"/>
            </a:endParaRPr>
          </a:p>
          <a:p>
            <a:pPr marL="100965" indent="-88265">
              <a:lnSpc>
                <a:spcPct val="100000"/>
              </a:lnSpc>
              <a:spcBef>
                <a:spcPts val="760"/>
              </a:spcBef>
              <a:buChar char="-"/>
              <a:tabLst>
                <a:tab pos="100965" algn="l"/>
              </a:tabLst>
            </a:pPr>
            <a:r>
              <a:rPr sz="1200" dirty="0">
                <a:latin typeface="宋体"/>
                <a:cs typeface="宋体"/>
              </a:rPr>
              <a:t>对每个部分的关键信息使用加粗标记，每部分不超过3</a:t>
            </a:r>
            <a:r>
              <a:rPr sz="1200" spc="-15" dirty="0">
                <a:latin typeface="宋体"/>
                <a:cs typeface="宋体"/>
              </a:rPr>
              <a:t>个加粗点</a:t>
            </a:r>
            <a:endParaRPr sz="1200">
              <a:latin typeface="宋体"/>
              <a:cs typeface="宋体"/>
            </a:endParaRPr>
          </a:p>
          <a:p>
            <a:pPr marL="12700" marR="5080">
              <a:lnSpc>
                <a:spcPct val="152800"/>
              </a:lnSpc>
              <a:buChar char="-"/>
              <a:tabLst>
                <a:tab pos="100965" algn="l"/>
              </a:tabLst>
            </a:pPr>
            <a:r>
              <a:rPr sz="1200" dirty="0">
                <a:latin typeface="宋体"/>
                <a:cs typeface="宋体"/>
              </a:rPr>
              <a:t>确保整体可读性指数控制在初中水平（使用</a:t>
            </a:r>
            <a:r>
              <a:rPr sz="1200" spc="-75" dirty="0">
                <a:latin typeface="宋体"/>
                <a:cs typeface="宋体"/>
              </a:rPr>
              <a:t>Flesch-</a:t>
            </a:r>
            <a:r>
              <a:rPr sz="1200" spc="-45" dirty="0">
                <a:latin typeface="宋体"/>
                <a:cs typeface="宋体"/>
              </a:rPr>
              <a:t>Kincaid</a:t>
            </a:r>
            <a:r>
              <a:rPr sz="1200" dirty="0">
                <a:latin typeface="宋体"/>
                <a:cs typeface="宋体"/>
              </a:rPr>
              <a:t>可读性公式</a:t>
            </a:r>
            <a:r>
              <a:rPr sz="1200" spc="-50" dirty="0">
                <a:latin typeface="宋体"/>
                <a:cs typeface="宋体"/>
              </a:rPr>
              <a:t>）</a:t>
            </a:r>
            <a:r>
              <a:rPr sz="1200" spc="-5" dirty="0">
                <a:latin typeface="宋体"/>
                <a:cs typeface="宋体"/>
              </a:rPr>
              <a:t>请基于以上结构和要求，生成一份完整的产品说明文案。</a:t>
            </a:r>
            <a:endParaRPr sz="1200">
              <a:latin typeface="宋体"/>
              <a:cs typeface="宋体"/>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280525" cy="634365"/>
          </a:xfrm>
          <a:prstGeom prst="rect">
            <a:avLst/>
          </a:prstGeom>
        </p:spPr>
        <p:txBody>
          <a:bodyPr vert="horz" wrap="square" lIns="0" tIns="12065" rIns="0" bIns="0" rtlCol="0">
            <a:spAutoFit/>
          </a:bodyPr>
          <a:lstStyle/>
          <a:p>
            <a:pPr marL="12700">
              <a:lnSpc>
                <a:spcPct val="100000"/>
              </a:lnSpc>
              <a:spcBef>
                <a:spcPts val="95"/>
              </a:spcBef>
            </a:pPr>
            <a:r>
              <a:rPr sz="4000" spc="270" dirty="0"/>
              <a:t>情感共鸣：设计触发情感反应的提示</a:t>
            </a:r>
            <a:r>
              <a:rPr sz="4000" spc="-50" dirty="0"/>
              <a:t>语</a:t>
            </a:r>
            <a:endParaRPr sz="4000"/>
          </a:p>
        </p:txBody>
      </p:sp>
      <p:sp>
        <p:nvSpPr>
          <p:cNvPr id="3" name="object 3"/>
          <p:cNvSpPr txBox="1"/>
          <p:nvPr/>
        </p:nvSpPr>
        <p:spPr>
          <a:xfrm>
            <a:off x="540384" y="1139190"/>
            <a:ext cx="84836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在商业文案设计中，情感共鸣是影响消费者行为的重要因素，核心在于共情和感染。</a:t>
            </a:r>
            <a:endParaRPr sz="1800">
              <a:latin typeface="宋体"/>
              <a:cs typeface="宋体"/>
            </a:endParaRPr>
          </a:p>
        </p:txBody>
      </p:sp>
      <p:sp>
        <p:nvSpPr>
          <p:cNvPr id="4" name="object 4"/>
          <p:cNvSpPr txBox="1"/>
          <p:nvPr/>
        </p:nvSpPr>
        <p:spPr>
          <a:xfrm>
            <a:off x="734059" y="1503044"/>
            <a:ext cx="3335654"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情感共鸣特质提示语设计技巧</a:t>
            </a:r>
            <a:endParaRPr sz="2000">
              <a:latin typeface="Microsoft JhengHei"/>
              <a:cs typeface="Microsoft JhengHei"/>
            </a:endParaRPr>
          </a:p>
        </p:txBody>
      </p:sp>
      <p:grpSp>
        <p:nvGrpSpPr>
          <p:cNvPr id="5" name="object 5"/>
          <p:cNvGrpSpPr/>
          <p:nvPr/>
        </p:nvGrpSpPr>
        <p:grpSpPr>
          <a:xfrm>
            <a:off x="396875" y="4136135"/>
            <a:ext cx="5529580" cy="2538095"/>
            <a:chOff x="396875" y="4136135"/>
            <a:chExt cx="5529580" cy="2538095"/>
          </a:xfrm>
        </p:grpSpPr>
        <p:sp>
          <p:nvSpPr>
            <p:cNvPr id="6" name="object 6"/>
            <p:cNvSpPr/>
            <p:nvPr/>
          </p:nvSpPr>
          <p:spPr>
            <a:xfrm>
              <a:off x="400812" y="4136135"/>
              <a:ext cx="2106295" cy="368935"/>
            </a:xfrm>
            <a:custGeom>
              <a:avLst/>
              <a:gdLst/>
              <a:ahLst/>
              <a:cxnLst/>
              <a:rect l="l" t="t" r="r" b="b"/>
              <a:pathLst>
                <a:path w="2106295" h="368935">
                  <a:moveTo>
                    <a:pt x="2045208" y="368808"/>
                  </a:moveTo>
                  <a:lnTo>
                    <a:pt x="60960" y="368808"/>
                  </a:lnTo>
                  <a:lnTo>
                    <a:pt x="37277" y="364192"/>
                  </a:lnTo>
                  <a:lnTo>
                    <a:pt x="17864" y="351134"/>
                  </a:lnTo>
                  <a:lnTo>
                    <a:pt x="4758" y="331673"/>
                  </a:lnTo>
                  <a:lnTo>
                    <a:pt x="0" y="307848"/>
                  </a:lnTo>
                  <a:lnTo>
                    <a:pt x="0" y="60960"/>
                  </a:lnTo>
                  <a:lnTo>
                    <a:pt x="4758" y="37134"/>
                  </a:lnTo>
                  <a:lnTo>
                    <a:pt x="17864" y="17673"/>
                  </a:lnTo>
                  <a:lnTo>
                    <a:pt x="37277" y="4615"/>
                  </a:lnTo>
                  <a:lnTo>
                    <a:pt x="60960" y="0"/>
                  </a:lnTo>
                  <a:lnTo>
                    <a:pt x="2045208" y="0"/>
                  </a:lnTo>
                  <a:lnTo>
                    <a:pt x="2068818" y="4615"/>
                  </a:lnTo>
                  <a:lnTo>
                    <a:pt x="2088208" y="17673"/>
                  </a:lnTo>
                  <a:lnTo>
                    <a:pt x="2101338" y="37134"/>
                  </a:lnTo>
                  <a:lnTo>
                    <a:pt x="2106168" y="60960"/>
                  </a:lnTo>
                  <a:lnTo>
                    <a:pt x="2106168" y="307848"/>
                  </a:lnTo>
                  <a:lnTo>
                    <a:pt x="2101338" y="331673"/>
                  </a:lnTo>
                  <a:lnTo>
                    <a:pt x="2088208" y="351134"/>
                  </a:lnTo>
                  <a:lnTo>
                    <a:pt x="2068818" y="364192"/>
                  </a:lnTo>
                  <a:lnTo>
                    <a:pt x="2045208" y="368808"/>
                  </a:lnTo>
                  <a:close/>
                </a:path>
              </a:pathLst>
            </a:custGeom>
            <a:solidFill>
              <a:srgbClr val="0A80DF"/>
            </a:solidFill>
          </p:spPr>
          <p:txBody>
            <a:bodyPr wrap="square" lIns="0" tIns="0" rIns="0" bIns="0" rtlCol="0"/>
            <a:lstStyle/>
            <a:p>
              <a:endParaRPr/>
            </a:p>
          </p:txBody>
        </p:sp>
        <p:sp>
          <p:nvSpPr>
            <p:cNvPr id="7" name="object 7"/>
            <p:cNvSpPr/>
            <p:nvPr/>
          </p:nvSpPr>
          <p:spPr>
            <a:xfrm>
              <a:off x="396875" y="4507229"/>
              <a:ext cx="5529580" cy="2166620"/>
            </a:xfrm>
            <a:custGeom>
              <a:avLst/>
              <a:gdLst/>
              <a:ahLst/>
              <a:cxnLst/>
              <a:rect l="l" t="t" r="r" b="b"/>
              <a:pathLst>
                <a:path w="5529580" h="2166620">
                  <a:moveTo>
                    <a:pt x="5525770" y="2166620"/>
                  </a:moveTo>
                  <a:lnTo>
                    <a:pt x="3810" y="2166620"/>
                  </a:lnTo>
                  <a:lnTo>
                    <a:pt x="2349" y="2166327"/>
                  </a:lnTo>
                  <a:lnTo>
                    <a:pt x="1117" y="2165502"/>
                  </a:lnTo>
                  <a:lnTo>
                    <a:pt x="292" y="2164270"/>
                  </a:lnTo>
                  <a:lnTo>
                    <a:pt x="0" y="2162810"/>
                  </a:lnTo>
                  <a:lnTo>
                    <a:pt x="0" y="3810"/>
                  </a:lnTo>
                  <a:lnTo>
                    <a:pt x="292" y="2349"/>
                  </a:lnTo>
                  <a:lnTo>
                    <a:pt x="1117" y="1117"/>
                  </a:lnTo>
                  <a:lnTo>
                    <a:pt x="2349" y="292"/>
                  </a:lnTo>
                  <a:lnTo>
                    <a:pt x="3810" y="0"/>
                  </a:lnTo>
                  <a:lnTo>
                    <a:pt x="5525770" y="0"/>
                  </a:lnTo>
                  <a:lnTo>
                    <a:pt x="5527230" y="292"/>
                  </a:lnTo>
                  <a:lnTo>
                    <a:pt x="5528462" y="1117"/>
                  </a:lnTo>
                  <a:lnTo>
                    <a:pt x="5529287" y="2349"/>
                  </a:lnTo>
                  <a:lnTo>
                    <a:pt x="5529580" y="3810"/>
                  </a:lnTo>
                  <a:lnTo>
                    <a:pt x="7620" y="3810"/>
                  </a:lnTo>
                  <a:lnTo>
                    <a:pt x="3810" y="7620"/>
                  </a:lnTo>
                  <a:lnTo>
                    <a:pt x="7620" y="7620"/>
                  </a:lnTo>
                  <a:lnTo>
                    <a:pt x="7620" y="2159000"/>
                  </a:lnTo>
                  <a:lnTo>
                    <a:pt x="3810" y="2159000"/>
                  </a:lnTo>
                  <a:lnTo>
                    <a:pt x="7620" y="2162810"/>
                  </a:lnTo>
                  <a:lnTo>
                    <a:pt x="5529580" y="2162810"/>
                  </a:lnTo>
                  <a:lnTo>
                    <a:pt x="5529287" y="2164270"/>
                  </a:lnTo>
                  <a:lnTo>
                    <a:pt x="5528462" y="2165502"/>
                  </a:lnTo>
                  <a:lnTo>
                    <a:pt x="5527230" y="2166327"/>
                  </a:lnTo>
                  <a:lnTo>
                    <a:pt x="5525770" y="2166620"/>
                  </a:lnTo>
                  <a:close/>
                </a:path>
                <a:path w="5529580" h="2166620">
                  <a:moveTo>
                    <a:pt x="7620" y="7620"/>
                  </a:moveTo>
                  <a:lnTo>
                    <a:pt x="3810" y="7620"/>
                  </a:lnTo>
                  <a:lnTo>
                    <a:pt x="7620" y="3810"/>
                  </a:lnTo>
                  <a:lnTo>
                    <a:pt x="7620" y="7620"/>
                  </a:lnTo>
                  <a:close/>
                </a:path>
                <a:path w="5529580" h="2166620">
                  <a:moveTo>
                    <a:pt x="5521960" y="7620"/>
                  </a:moveTo>
                  <a:lnTo>
                    <a:pt x="7620" y="7620"/>
                  </a:lnTo>
                  <a:lnTo>
                    <a:pt x="7620" y="3810"/>
                  </a:lnTo>
                  <a:lnTo>
                    <a:pt x="5521960" y="3810"/>
                  </a:lnTo>
                  <a:lnTo>
                    <a:pt x="5521960" y="7620"/>
                  </a:lnTo>
                  <a:close/>
                </a:path>
                <a:path w="5529580" h="2166620">
                  <a:moveTo>
                    <a:pt x="5521960" y="2162810"/>
                  </a:moveTo>
                  <a:lnTo>
                    <a:pt x="5521960" y="3810"/>
                  </a:lnTo>
                  <a:lnTo>
                    <a:pt x="5525770" y="7620"/>
                  </a:lnTo>
                  <a:lnTo>
                    <a:pt x="5529580" y="7620"/>
                  </a:lnTo>
                  <a:lnTo>
                    <a:pt x="5529580" y="2159000"/>
                  </a:lnTo>
                  <a:lnTo>
                    <a:pt x="5525770" y="2159000"/>
                  </a:lnTo>
                  <a:lnTo>
                    <a:pt x="5521960" y="2162810"/>
                  </a:lnTo>
                  <a:close/>
                </a:path>
                <a:path w="5529580" h="2166620">
                  <a:moveTo>
                    <a:pt x="5529580" y="7620"/>
                  </a:moveTo>
                  <a:lnTo>
                    <a:pt x="5525770" y="7620"/>
                  </a:lnTo>
                  <a:lnTo>
                    <a:pt x="5521960" y="3810"/>
                  </a:lnTo>
                  <a:lnTo>
                    <a:pt x="5529580" y="3810"/>
                  </a:lnTo>
                  <a:lnTo>
                    <a:pt x="5529580" y="7620"/>
                  </a:lnTo>
                  <a:close/>
                </a:path>
                <a:path w="5529580" h="2166620">
                  <a:moveTo>
                    <a:pt x="7620" y="2162810"/>
                  </a:moveTo>
                  <a:lnTo>
                    <a:pt x="3810" y="2159000"/>
                  </a:lnTo>
                  <a:lnTo>
                    <a:pt x="7620" y="2159000"/>
                  </a:lnTo>
                  <a:lnTo>
                    <a:pt x="7620" y="2162810"/>
                  </a:lnTo>
                  <a:close/>
                </a:path>
                <a:path w="5529580" h="2166620">
                  <a:moveTo>
                    <a:pt x="5521960" y="2162810"/>
                  </a:moveTo>
                  <a:lnTo>
                    <a:pt x="7620" y="2162810"/>
                  </a:lnTo>
                  <a:lnTo>
                    <a:pt x="7620" y="2159000"/>
                  </a:lnTo>
                  <a:lnTo>
                    <a:pt x="5521960" y="2159000"/>
                  </a:lnTo>
                  <a:lnTo>
                    <a:pt x="5521960" y="2162810"/>
                  </a:lnTo>
                  <a:close/>
                </a:path>
                <a:path w="5529580" h="2166620">
                  <a:moveTo>
                    <a:pt x="5529580" y="2162810"/>
                  </a:moveTo>
                  <a:lnTo>
                    <a:pt x="5521960" y="2162810"/>
                  </a:lnTo>
                  <a:lnTo>
                    <a:pt x="5525770" y="2159000"/>
                  </a:lnTo>
                  <a:lnTo>
                    <a:pt x="5529580" y="2159000"/>
                  </a:lnTo>
                  <a:lnTo>
                    <a:pt x="5529580" y="2162810"/>
                  </a:lnTo>
                  <a:close/>
                </a:path>
              </a:pathLst>
            </a:custGeom>
            <a:solidFill>
              <a:srgbClr val="E6E6E6"/>
            </a:solidFill>
          </p:spPr>
          <p:txBody>
            <a:bodyPr wrap="square" lIns="0" tIns="0" rIns="0" bIns="0" rtlCol="0"/>
            <a:lstStyle/>
            <a:p>
              <a:endParaRPr/>
            </a:p>
          </p:txBody>
        </p:sp>
      </p:grpSp>
      <p:sp>
        <p:nvSpPr>
          <p:cNvPr id="8" name="object 8"/>
          <p:cNvSpPr txBox="1"/>
          <p:nvPr/>
        </p:nvSpPr>
        <p:spPr>
          <a:xfrm>
            <a:off x="708025" y="4172839"/>
            <a:ext cx="4327525" cy="2422525"/>
          </a:xfrm>
          <a:prstGeom prst="rect">
            <a:avLst/>
          </a:prstGeom>
        </p:spPr>
        <p:txBody>
          <a:bodyPr vert="horz" wrap="square" lIns="0" tIns="12700" rIns="0" bIns="0" rtlCol="0">
            <a:spAutoFit/>
          </a:bodyPr>
          <a:lstStyle/>
          <a:p>
            <a:pPr marL="28702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a:lnSpc>
                <a:spcPct val="100000"/>
              </a:lnSpc>
              <a:spcBef>
                <a:spcPts val="1270"/>
              </a:spcBef>
            </a:pPr>
            <a:r>
              <a:rPr sz="1200" spc="-105" dirty="0">
                <a:latin typeface="宋体"/>
                <a:cs typeface="宋体"/>
              </a:rPr>
              <a:t>为[</a:t>
            </a:r>
            <a:r>
              <a:rPr sz="1200" spc="-45" dirty="0">
                <a:latin typeface="宋体"/>
                <a:cs typeface="宋体"/>
              </a:rPr>
              <a:t>品牌名称]</a:t>
            </a:r>
            <a:r>
              <a:rPr sz="1200" spc="-5" dirty="0">
                <a:latin typeface="宋体"/>
                <a:cs typeface="宋体"/>
              </a:rPr>
              <a:t>创作一则品牌故事文案，请遵循以下结构和要求：</a:t>
            </a:r>
            <a:endParaRPr sz="1200">
              <a:latin typeface="宋体"/>
              <a:cs typeface="宋体"/>
            </a:endParaRPr>
          </a:p>
          <a:p>
            <a:pPr marL="394335" indent="-381635">
              <a:lnSpc>
                <a:spcPct val="100000"/>
              </a:lnSpc>
              <a:spcBef>
                <a:spcPts val="560"/>
              </a:spcBef>
              <a:buSzPct val="91666"/>
              <a:buAutoNum type="arabicPlain"/>
              <a:tabLst>
                <a:tab pos="394335" algn="l"/>
              </a:tabLst>
            </a:pPr>
            <a:r>
              <a:rPr sz="1200" dirty="0">
                <a:latin typeface="宋体"/>
                <a:cs typeface="宋体"/>
              </a:rPr>
              <a:t>情感基调设定（20字以内</a:t>
            </a:r>
            <a:r>
              <a:rPr sz="1200" spc="-25" dirty="0">
                <a:latin typeface="宋体"/>
                <a:cs typeface="宋体"/>
              </a:rPr>
              <a:t>）：</a:t>
            </a:r>
            <a:endParaRPr sz="1200">
              <a:latin typeface="宋体"/>
              <a:cs typeface="宋体"/>
            </a:endParaRPr>
          </a:p>
          <a:p>
            <a:pPr marL="237490" marR="577215">
              <a:lnSpc>
                <a:spcPct val="138900"/>
              </a:lnSpc>
            </a:pPr>
            <a:r>
              <a:rPr sz="1200" spc="-5" dirty="0">
                <a:latin typeface="宋体"/>
                <a:cs typeface="宋体"/>
              </a:rPr>
              <a:t>明确指出文案应体现的核心情感，如温暖激励惊喜等要求：选择一个与品牌调性高度匹配的情感基调</a:t>
            </a:r>
            <a:endParaRPr sz="1200">
              <a:latin typeface="宋体"/>
              <a:cs typeface="宋体"/>
            </a:endParaRPr>
          </a:p>
          <a:p>
            <a:pPr marL="394335" indent="-381635">
              <a:lnSpc>
                <a:spcPct val="100000"/>
              </a:lnSpc>
              <a:spcBef>
                <a:spcPts val="560"/>
              </a:spcBef>
              <a:buSzPct val="91666"/>
              <a:buAutoNum type="arabicPlain" startAt="2"/>
              <a:tabLst>
                <a:tab pos="394335" algn="l"/>
              </a:tabLst>
            </a:pPr>
            <a:r>
              <a:rPr sz="1200" dirty="0">
                <a:latin typeface="宋体"/>
                <a:cs typeface="宋体"/>
              </a:rPr>
              <a:t>开场情境描述（80字以内</a:t>
            </a:r>
            <a:r>
              <a:rPr sz="1200" spc="-25" dirty="0">
                <a:latin typeface="宋体"/>
                <a:cs typeface="宋体"/>
              </a:rPr>
              <a:t>）：</a:t>
            </a:r>
            <a:endParaRPr sz="1200">
              <a:latin typeface="宋体"/>
              <a:cs typeface="宋体"/>
            </a:endParaRPr>
          </a:p>
          <a:p>
            <a:pPr marL="237490">
              <a:lnSpc>
                <a:spcPct val="100000"/>
              </a:lnSpc>
              <a:spcBef>
                <a:spcPts val="560"/>
              </a:spcBef>
            </a:pPr>
            <a:r>
              <a:rPr sz="1200" spc="-25" dirty="0">
                <a:latin typeface="宋体"/>
                <a:cs typeface="宋体"/>
              </a:rPr>
              <a:t>描述一个与品牌/</a:t>
            </a:r>
            <a:r>
              <a:rPr sz="1200" spc="-5" dirty="0">
                <a:latin typeface="宋体"/>
                <a:cs typeface="宋体"/>
              </a:rPr>
              <a:t>产品高度相关的日常场景</a:t>
            </a:r>
            <a:endParaRPr sz="1200">
              <a:latin typeface="宋体"/>
              <a:cs typeface="宋体"/>
            </a:endParaRPr>
          </a:p>
          <a:p>
            <a:pPr marL="200025">
              <a:lnSpc>
                <a:spcPct val="100000"/>
              </a:lnSpc>
              <a:spcBef>
                <a:spcPts val="560"/>
              </a:spcBef>
            </a:pPr>
            <a:r>
              <a:rPr sz="1200" spc="-5" dirty="0">
                <a:latin typeface="宋体"/>
                <a:cs typeface="宋体"/>
              </a:rPr>
              <a:t>要求：使用多感官描述，至少包含视觉、听觉、触觉中的两种</a:t>
            </a:r>
            <a:endParaRPr sz="1200">
              <a:latin typeface="宋体"/>
              <a:cs typeface="宋体"/>
            </a:endParaRPr>
          </a:p>
          <a:p>
            <a:pPr marL="394335" indent="-381635">
              <a:lnSpc>
                <a:spcPct val="100000"/>
              </a:lnSpc>
              <a:spcBef>
                <a:spcPts val="560"/>
              </a:spcBef>
              <a:buSzPct val="91666"/>
              <a:buAutoNum type="arabicPlain" startAt="3"/>
              <a:tabLst>
                <a:tab pos="394335" algn="l"/>
              </a:tabLst>
            </a:pPr>
            <a:r>
              <a:rPr sz="1200" dirty="0">
                <a:latin typeface="宋体"/>
                <a:cs typeface="宋体"/>
              </a:rPr>
              <a:t>问题－情感－解决方案结构（150字以内</a:t>
            </a:r>
            <a:r>
              <a:rPr sz="1200" spc="-25" dirty="0">
                <a:latin typeface="宋体"/>
                <a:cs typeface="宋体"/>
              </a:rPr>
              <a:t>）：</a:t>
            </a:r>
            <a:endParaRPr sz="1200">
              <a:latin typeface="宋体"/>
              <a:cs typeface="宋体"/>
            </a:endParaRPr>
          </a:p>
        </p:txBody>
      </p:sp>
      <p:graphicFrame>
        <p:nvGraphicFramePr>
          <p:cNvPr id="9" name="object 9"/>
          <p:cNvGraphicFramePr>
            <a:graphicFrameLocks noGrp="1"/>
          </p:cNvGraphicFramePr>
          <p:nvPr/>
        </p:nvGraphicFramePr>
        <p:xfrm>
          <a:off x="394334" y="1899285"/>
          <a:ext cx="5534660" cy="2157095"/>
        </p:xfrm>
        <a:graphic>
          <a:graphicData uri="http://schemas.openxmlformats.org/drawingml/2006/table">
            <a:tbl>
              <a:tblPr firstRow="1" bandRow="1">
                <a:tableStyleId>{2D5ABB26-0587-4C30-8999-92F81FD0307C}</a:tableStyleId>
              </a:tblPr>
              <a:tblGrid>
                <a:gridCol w="1711325">
                  <a:extLst>
                    <a:ext uri="{9D8B030D-6E8A-4147-A177-3AD203B41FA5}">
                      <a16:colId xmlns:a16="http://schemas.microsoft.com/office/drawing/2014/main" val="20000"/>
                    </a:ext>
                  </a:extLst>
                </a:gridCol>
                <a:gridCol w="3810635">
                  <a:extLst>
                    <a:ext uri="{9D8B030D-6E8A-4147-A177-3AD203B41FA5}">
                      <a16:colId xmlns:a16="http://schemas.microsoft.com/office/drawing/2014/main" val="20001"/>
                    </a:ext>
                  </a:extLst>
                </a:gridCol>
              </a:tblGrid>
              <a:tr h="270510">
                <a:tc>
                  <a:txBody>
                    <a:bodyPr/>
                    <a:lstStyle/>
                    <a:p>
                      <a:pPr algn="ctr">
                        <a:lnSpc>
                          <a:spcPct val="100000"/>
                        </a:lnSpc>
                        <a:spcBef>
                          <a:spcPts val="284"/>
                        </a:spcBef>
                      </a:pPr>
                      <a:r>
                        <a:rPr sz="1100" spc="-15" dirty="0">
                          <a:latin typeface="宋体"/>
                          <a:cs typeface="宋体"/>
                        </a:rPr>
                        <a:t>优秀文案的情感共鸣特质</a:t>
                      </a:r>
                      <a:endParaRPr sz="1100">
                        <a:latin typeface="宋体"/>
                        <a:cs typeface="宋体"/>
                      </a:endParaRPr>
                    </a:p>
                  </a:txBody>
                  <a:tcPr marL="0" marR="0" marT="361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algn="ctr">
                        <a:lnSpc>
                          <a:spcPct val="100000"/>
                        </a:lnSpc>
                        <a:spcBef>
                          <a:spcPts val="284"/>
                        </a:spcBef>
                      </a:pPr>
                      <a:r>
                        <a:rPr sz="1100" spc="-20" dirty="0">
                          <a:latin typeface="宋体"/>
                          <a:cs typeface="宋体"/>
                        </a:rPr>
                        <a:t>提示语设计技巧</a:t>
                      </a:r>
                      <a:endParaRPr sz="1100">
                        <a:latin typeface="宋体"/>
                        <a:cs typeface="宋体"/>
                      </a:endParaRPr>
                    </a:p>
                  </a:txBody>
                  <a:tcPr marL="0" marR="0" marT="361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extLst>
                  <a:ext uri="{0D108BD9-81ED-4DB2-BD59-A6C34878D82A}">
                    <a16:rowId xmlns:a16="http://schemas.microsoft.com/office/drawing/2014/main" val="10000"/>
                  </a:ext>
                </a:extLst>
              </a:tr>
              <a:tr h="391795">
                <a:tc>
                  <a:txBody>
                    <a:bodyPr/>
                    <a:lstStyle/>
                    <a:p>
                      <a:pPr marL="358775">
                        <a:lnSpc>
                          <a:spcPct val="100000"/>
                        </a:lnSpc>
                        <a:spcBef>
                          <a:spcPts val="760"/>
                        </a:spcBef>
                      </a:pPr>
                      <a:r>
                        <a:rPr sz="1100" dirty="0">
                          <a:latin typeface="Arial"/>
                          <a:cs typeface="Arial"/>
                        </a:rPr>
                        <a:t>1</a:t>
                      </a:r>
                      <a:r>
                        <a:rPr sz="1100" spc="5" dirty="0">
                          <a:latin typeface="Arial"/>
                          <a:cs typeface="Arial"/>
                        </a:rPr>
                        <a:t>. </a:t>
                      </a:r>
                      <a:r>
                        <a:rPr sz="1100" spc="-20" dirty="0">
                          <a:latin typeface="宋体"/>
                          <a:cs typeface="宋体"/>
                        </a:rPr>
                        <a:t>情感基调明确</a:t>
                      </a:r>
                      <a:endParaRPr sz="1100">
                        <a:latin typeface="宋体"/>
                        <a:cs typeface="宋体"/>
                      </a:endParaRPr>
                    </a:p>
                  </a:txBody>
                  <a:tcPr marL="0" marR="0" marT="9652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835150" marR="81915" indent="-1746250">
                        <a:lnSpc>
                          <a:spcPct val="100000"/>
                        </a:lnSpc>
                        <a:spcBef>
                          <a:spcPts val="100"/>
                        </a:spcBef>
                      </a:pPr>
                      <a:r>
                        <a:rPr sz="1100" spc="-15" dirty="0">
                          <a:latin typeface="宋体"/>
                          <a:cs typeface="宋体"/>
                        </a:rPr>
                        <a:t>情感关键词指定：在提示语中明确指定文案应体现的核心情</a:t>
                      </a:r>
                      <a:r>
                        <a:rPr sz="1100" spc="-50" dirty="0">
                          <a:latin typeface="宋体"/>
                          <a:cs typeface="宋体"/>
                        </a:rPr>
                        <a:t>感</a:t>
                      </a:r>
                      <a:endParaRPr sz="1100">
                        <a:latin typeface="宋体"/>
                        <a:cs typeface="宋体"/>
                      </a:endParaRPr>
                    </a:p>
                  </a:txBody>
                  <a:tcPr marL="0" marR="0" marT="127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390525">
                <a:tc>
                  <a:txBody>
                    <a:bodyPr/>
                    <a:lstStyle/>
                    <a:p>
                      <a:pPr marL="635" algn="ctr">
                        <a:lnSpc>
                          <a:spcPct val="100000"/>
                        </a:lnSpc>
                        <a:spcBef>
                          <a:spcPts val="755"/>
                        </a:spcBef>
                      </a:pPr>
                      <a:r>
                        <a:rPr sz="1100" spc="-10" dirty="0">
                          <a:latin typeface="Arial"/>
                          <a:cs typeface="Arial"/>
                        </a:rPr>
                        <a:t>2.</a:t>
                      </a:r>
                      <a:r>
                        <a:rPr sz="1100" spc="-20" dirty="0">
                          <a:latin typeface="宋体"/>
                          <a:cs typeface="宋体"/>
                        </a:rPr>
                        <a:t>多感官体验描述</a:t>
                      </a:r>
                      <a:endParaRPr sz="1100">
                        <a:latin typeface="宋体"/>
                        <a:cs typeface="宋体"/>
                      </a:endParaRPr>
                    </a:p>
                  </a:txBody>
                  <a:tcPr marL="0" marR="0" marT="9588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555750" marR="81915" indent="-1466850">
                        <a:lnSpc>
                          <a:spcPct val="100000"/>
                        </a:lnSpc>
                        <a:spcBef>
                          <a:spcPts val="95"/>
                        </a:spcBef>
                      </a:pPr>
                      <a:r>
                        <a:rPr sz="1100" spc="-15" dirty="0">
                          <a:latin typeface="宋体"/>
                          <a:cs typeface="宋体"/>
                        </a:rPr>
                        <a:t>感官词汇要求：要求使用视觉、听觉、触觉等多感官相关的</a:t>
                      </a:r>
                      <a:r>
                        <a:rPr sz="1100" spc="-20" dirty="0">
                          <a:latin typeface="宋体"/>
                          <a:cs typeface="宋体"/>
                        </a:rPr>
                        <a:t>描述性词语</a:t>
                      </a:r>
                      <a:endParaRPr sz="1100">
                        <a:latin typeface="宋体"/>
                        <a:cs typeface="宋体"/>
                      </a:endParaRPr>
                    </a:p>
                  </a:txBody>
                  <a:tcPr marL="0" marR="0" marT="120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391795">
                <a:tc>
                  <a:txBody>
                    <a:bodyPr/>
                    <a:lstStyle/>
                    <a:p>
                      <a:pPr marL="358775">
                        <a:lnSpc>
                          <a:spcPct val="100000"/>
                        </a:lnSpc>
                        <a:spcBef>
                          <a:spcPts val="760"/>
                        </a:spcBef>
                      </a:pPr>
                      <a:r>
                        <a:rPr sz="1100" dirty="0">
                          <a:latin typeface="Arial"/>
                          <a:cs typeface="Arial"/>
                        </a:rPr>
                        <a:t>3</a:t>
                      </a:r>
                      <a:r>
                        <a:rPr sz="1100" spc="5" dirty="0">
                          <a:latin typeface="Arial"/>
                          <a:cs typeface="Arial"/>
                        </a:rPr>
                        <a:t>. </a:t>
                      </a:r>
                      <a:r>
                        <a:rPr sz="1100" spc="-20" dirty="0">
                          <a:latin typeface="宋体"/>
                          <a:cs typeface="宋体"/>
                        </a:rPr>
                        <a:t>情境代入感强</a:t>
                      </a:r>
                      <a:endParaRPr sz="1100">
                        <a:latin typeface="宋体"/>
                        <a:cs typeface="宋体"/>
                      </a:endParaRPr>
                    </a:p>
                  </a:txBody>
                  <a:tcPr marL="0" marR="0" marT="9652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765300" marR="81915" indent="-1676400">
                        <a:lnSpc>
                          <a:spcPct val="100000"/>
                        </a:lnSpc>
                        <a:spcBef>
                          <a:spcPts val="100"/>
                        </a:spcBef>
                      </a:pPr>
                      <a:r>
                        <a:rPr sz="1100" spc="-15" dirty="0">
                          <a:latin typeface="宋体"/>
                          <a:cs typeface="宋体"/>
                        </a:rPr>
                        <a:t>场景设定指令：创建与产品使用或品牌相关的具体情境描述</a:t>
                      </a:r>
                      <a:r>
                        <a:rPr sz="1100" spc="-30" dirty="0">
                          <a:latin typeface="宋体"/>
                          <a:cs typeface="宋体"/>
                        </a:rPr>
                        <a:t>要求</a:t>
                      </a:r>
                      <a:endParaRPr sz="1100">
                        <a:latin typeface="宋体"/>
                        <a:cs typeface="宋体"/>
                      </a:endParaRPr>
                    </a:p>
                  </a:txBody>
                  <a:tcPr marL="0" marR="0" marT="127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320675">
                <a:tc>
                  <a:txBody>
                    <a:bodyPr/>
                    <a:lstStyle/>
                    <a:p>
                      <a:pPr marL="358775">
                        <a:lnSpc>
                          <a:spcPct val="100000"/>
                        </a:lnSpc>
                        <a:spcBef>
                          <a:spcPts val="484"/>
                        </a:spcBef>
                      </a:pPr>
                      <a:r>
                        <a:rPr sz="1100" dirty="0">
                          <a:latin typeface="Arial"/>
                          <a:cs typeface="Arial"/>
                        </a:rPr>
                        <a:t>4</a:t>
                      </a:r>
                      <a:r>
                        <a:rPr sz="1100" spc="5" dirty="0">
                          <a:latin typeface="Arial"/>
                          <a:cs typeface="Arial"/>
                        </a:rPr>
                        <a:t>. </a:t>
                      </a:r>
                      <a:r>
                        <a:rPr sz="1100" spc="-20" dirty="0">
                          <a:latin typeface="宋体"/>
                          <a:cs typeface="宋体"/>
                        </a:rPr>
                        <a:t>情感层次丰富</a:t>
                      </a:r>
                      <a:endParaRPr sz="1100">
                        <a:latin typeface="宋体"/>
                        <a:cs typeface="宋体"/>
                      </a:endParaRPr>
                    </a:p>
                  </a:txBody>
                  <a:tcPr marL="0" marR="0" marT="615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484"/>
                        </a:spcBef>
                      </a:pPr>
                      <a:r>
                        <a:rPr sz="1100" spc="-15" dirty="0">
                          <a:latin typeface="宋体"/>
                          <a:cs typeface="宋体"/>
                        </a:rPr>
                        <a:t>情感层次递进：设计从基础情感到高级情感的递进结构</a:t>
                      </a:r>
                      <a:endParaRPr sz="1100">
                        <a:latin typeface="宋体"/>
                        <a:cs typeface="宋体"/>
                      </a:endParaRPr>
                    </a:p>
                  </a:txBody>
                  <a:tcPr marL="0" marR="0" marT="61594"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391795">
                <a:tc>
                  <a:txBody>
                    <a:bodyPr/>
                    <a:lstStyle/>
                    <a:p>
                      <a:pPr marL="358775">
                        <a:lnSpc>
                          <a:spcPct val="100000"/>
                        </a:lnSpc>
                        <a:spcBef>
                          <a:spcPts val="760"/>
                        </a:spcBef>
                      </a:pPr>
                      <a:r>
                        <a:rPr sz="1100" dirty="0">
                          <a:latin typeface="Arial"/>
                          <a:cs typeface="Arial"/>
                        </a:rPr>
                        <a:t>5</a:t>
                      </a:r>
                      <a:r>
                        <a:rPr sz="1100" spc="5" dirty="0">
                          <a:latin typeface="Arial"/>
                          <a:cs typeface="Arial"/>
                        </a:rPr>
                        <a:t>. </a:t>
                      </a:r>
                      <a:r>
                        <a:rPr sz="1100" spc="-20" dirty="0">
                          <a:latin typeface="宋体"/>
                          <a:cs typeface="宋体"/>
                        </a:rPr>
                        <a:t>共情叙事表达</a:t>
                      </a:r>
                      <a:endParaRPr sz="1100">
                        <a:latin typeface="宋体"/>
                        <a:cs typeface="宋体"/>
                      </a:endParaRPr>
                    </a:p>
                  </a:txBody>
                  <a:tcPr marL="0" marR="0" marT="9652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695450" marR="81915" indent="-1606550">
                        <a:lnSpc>
                          <a:spcPct val="100000"/>
                        </a:lnSpc>
                        <a:spcBef>
                          <a:spcPts val="100"/>
                        </a:spcBef>
                      </a:pPr>
                      <a:r>
                        <a:rPr sz="1100" spc="-15" dirty="0">
                          <a:latin typeface="宋体"/>
                          <a:cs typeface="宋体"/>
                        </a:rPr>
                        <a:t>叙事结构指引：要求采用故事化的叙事方式来展现品牌或产</a:t>
                      </a:r>
                      <a:r>
                        <a:rPr sz="1100" spc="-25" dirty="0">
                          <a:latin typeface="宋体"/>
                          <a:cs typeface="宋体"/>
                        </a:rPr>
                        <a:t>品价值</a:t>
                      </a:r>
                      <a:endParaRPr sz="1100">
                        <a:latin typeface="宋体"/>
                        <a:cs typeface="宋体"/>
                      </a:endParaRPr>
                    </a:p>
                  </a:txBody>
                  <a:tcPr marL="0" marR="0" marT="127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bl>
          </a:graphicData>
        </a:graphic>
      </p:graphicFrame>
      <p:sp>
        <p:nvSpPr>
          <p:cNvPr id="10" name="object 10"/>
          <p:cNvSpPr/>
          <p:nvPr/>
        </p:nvSpPr>
        <p:spPr>
          <a:xfrm>
            <a:off x="6092825" y="1550035"/>
            <a:ext cx="5702300" cy="5116195"/>
          </a:xfrm>
          <a:custGeom>
            <a:avLst/>
            <a:gdLst/>
            <a:ahLst/>
            <a:cxnLst/>
            <a:rect l="l" t="t" r="r" b="b"/>
            <a:pathLst>
              <a:path w="5702300" h="5116195">
                <a:moveTo>
                  <a:pt x="5698490" y="5116195"/>
                </a:moveTo>
                <a:lnTo>
                  <a:pt x="3810" y="5116195"/>
                </a:lnTo>
                <a:lnTo>
                  <a:pt x="2349" y="5115902"/>
                </a:lnTo>
                <a:lnTo>
                  <a:pt x="1117" y="5115077"/>
                </a:lnTo>
                <a:lnTo>
                  <a:pt x="292" y="5113845"/>
                </a:lnTo>
                <a:lnTo>
                  <a:pt x="0" y="5112385"/>
                </a:lnTo>
                <a:lnTo>
                  <a:pt x="0" y="3809"/>
                </a:lnTo>
                <a:lnTo>
                  <a:pt x="292" y="2349"/>
                </a:lnTo>
                <a:lnTo>
                  <a:pt x="1117" y="1117"/>
                </a:lnTo>
                <a:lnTo>
                  <a:pt x="2349" y="292"/>
                </a:lnTo>
                <a:lnTo>
                  <a:pt x="3810" y="0"/>
                </a:lnTo>
                <a:lnTo>
                  <a:pt x="5698490" y="0"/>
                </a:lnTo>
                <a:lnTo>
                  <a:pt x="5699950" y="292"/>
                </a:lnTo>
                <a:lnTo>
                  <a:pt x="5701182" y="1117"/>
                </a:lnTo>
                <a:lnTo>
                  <a:pt x="5702007" y="2349"/>
                </a:lnTo>
                <a:lnTo>
                  <a:pt x="5702300" y="3809"/>
                </a:lnTo>
                <a:lnTo>
                  <a:pt x="7620" y="3809"/>
                </a:lnTo>
                <a:lnTo>
                  <a:pt x="3810" y="7619"/>
                </a:lnTo>
                <a:lnTo>
                  <a:pt x="7620" y="7619"/>
                </a:lnTo>
                <a:lnTo>
                  <a:pt x="7620" y="5108574"/>
                </a:lnTo>
                <a:lnTo>
                  <a:pt x="3809" y="5108574"/>
                </a:lnTo>
                <a:lnTo>
                  <a:pt x="7620" y="5112385"/>
                </a:lnTo>
                <a:lnTo>
                  <a:pt x="5702300" y="5112385"/>
                </a:lnTo>
                <a:lnTo>
                  <a:pt x="5702007" y="5113845"/>
                </a:lnTo>
                <a:lnTo>
                  <a:pt x="5701182" y="5115077"/>
                </a:lnTo>
                <a:lnTo>
                  <a:pt x="5699950" y="5115902"/>
                </a:lnTo>
                <a:lnTo>
                  <a:pt x="5698490" y="5116195"/>
                </a:lnTo>
                <a:close/>
              </a:path>
              <a:path w="5702300" h="5116195">
                <a:moveTo>
                  <a:pt x="7620" y="7619"/>
                </a:moveTo>
                <a:lnTo>
                  <a:pt x="3810" y="7619"/>
                </a:lnTo>
                <a:lnTo>
                  <a:pt x="7620" y="3809"/>
                </a:lnTo>
                <a:lnTo>
                  <a:pt x="7620" y="7619"/>
                </a:lnTo>
                <a:close/>
              </a:path>
              <a:path w="5702300" h="5116195">
                <a:moveTo>
                  <a:pt x="5694680" y="7619"/>
                </a:moveTo>
                <a:lnTo>
                  <a:pt x="7620" y="7619"/>
                </a:lnTo>
                <a:lnTo>
                  <a:pt x="7620" y="3809"/>
                </a:lnTo>
                <a:lnTo>
                  <a:pt x="5694680" y="3809"/>
                </a:lnTo>
                <a:lnTo>
                  <a:pt x="5694680" y="7619"/>
                </a:lnTo>
                <a:close/>
              </a:path>
              <a:path w="5702300" h="5116195">
                <a:moveTo>
                  <a:pt x="5694680" y="5112385"/>
                </a:moveTo>
                <a:lnTo>
                  <a:pt x="5694680" y="3809"/>
                </a:lnTo>
                <a:lnTo>
                  <a:pt x="5698490" y="7619"/>
                </a:lnTo>
                <a:lnTo>
                  <a:pt x="5702300" y="7619"/>
                </a:lnTo>
                <a:lnTo>
                  <a:pt x="5702300" y="5108574"/>
                </a:lnTo>
                <a:lnTo>
                  <a:pt x="5698490" y="5108574"/>
                </a:lnTo>
                <a:lnTo>
                  <a:pt x="5694680" y="5112385"/>
                </a:lnTo>
                <a:close/>
              </a:path>
              <a:path w="5702300" h="5116195">
                <a:moveTo>
                  <a:pt x="5702300" y="7619"/>
                </a:moveTo>
                <a:lnTo>
                  <a:pt x="5698490" y="7619"/>
                </a:lnTo>
                <a:lnTo>
                  <a:pt x="5694680" y="3809"/>
                </a:lnTo>
                <a:lnTo>
                  <a:pt x="5702300" y="3809"/>
                </a:lnTo>
                <a:lnTo>
                  <a:pt x="5702300" y="7619"/>
                </a:lnTo>
                <a:close/>
              </a:path>
              <a:path w="5702300" h="5116195">
                <a:moveTo>
                  <a:pt x="7620" y="5112385"/>
                </a:moveTo>
                <a:lnTo>
                  <a:pt x="3809" y="5108574"/>
                </a:lnTo>
                <a:lnTo>
                  <a:pt x="7620" y="5108574"/>
                </a:lnTo>
                <a:lnTo>
                  <a:pt x="7620" y="5112385"/>
                </a:lnTo>
                <a:close/>
              </a:path>
              <a:path w="5702300" h="5116195">
                <a:moveTo>
                  <a:pt x="5694680" y="5112385"/>
                </a:moveTo>
                <a:lnTo>
                  <a:pt x="7620" y="5112385"/>
                </a:lnTo>
                <a:lnTo>
                  <a:pt x="7620" y="5108574"/>
                </a:lnTo>
                <a:lnTo>
                  <a:pt x="5694680" y="5108574"/>
                </a:lnTo>
                <a:lnTo>
                  <a:pt x="5694680" y="5112385"/>
                </a:lnTo>
                <a:close/>
              </a:path>
              <a:path w="5702300" h="5116195">
                <a:moveTo>
                  <a:pt x="5702300" y="5112385"/>
                </a:moveTo>
                <a:lnTo>
                  <a:pt x="5694680" y="5112385"/>
                </a:lnTo>
                <a:lnTo>
                  <a:pt x="5698490" y="5108574"/>
                </a:lnTo>
                <a:lnTo>
                  <a:pt x="5702300" y="5108574"/>
                </a:lnTo>
                <a:lnTo>
                  <a:pt x="5702300" y="5112385"/>
                </a:lnTo>
                <a:close/>
              </a:path>
            </a:pathLst>
          </a:custGeom>
          <a:solidFill>
            <a:srgbClr val="E6E6E6"/>
          </a:solidFill>
        </p:spPr>
        <p:txBody>
          <a:bodyPr wrap="square" lIns="0" tIns="0" rIns="0" bIns="0" rtlCol="0"/>
          <a:lstStyle/>
          <a:p>
            <a:endParaRPr/>
          </a:p>
        </p:txBody>
      </p:sp>
      <p:sp>
        <p:nvSpPr>
          <p:cNvPr id="11" name="object 11"/>
          <p:cNvSpPr txBox="1"/>
          <p:nvPr/>
        </p:nvSpPr>
        <p:spPr>
          <a:xfrm>
            <a:off x="6175375" y="1562734"/>
            <a:ext cx="5537200" cy="5105400"/>
          </a:xfrm>
          <a:prstGeom prst="rect">
            <a:avLst/>
          </a:prstGeom>
        </p:spPr>
        <p:txBody>
          <a:bodyPr vert="horz" wrap="square" lIns="0" tIns="83820" rIns="0" bIns="0" rtlCol="0">
            <a:spAutoFit/>
          </a:bodyPr>
          <a:lstStyle/>
          <a:p>
            <a:pPr marL="661035" indent="-157480">
              <a:lnSpc>
                <a:spcPct val="100000"/>
              </a:lnSpc>
              <a:spcBef>
                <a:spcPts val="660"/>
              </a:spcBef>
              <a:buAutoNum type="alphaLcPeriod"/>
              <a:tabLst>
                <a:tab pos="661035" algn="l"/>
              </a:tabLst>
            </a:pPr>
            <a:r>
              <a:rPr sz="1200" dirty="0">
                <a:latin typeface="宋体"/>
                <a:cs typeface="宋体"/>
              </a:rPr>
              <a:t>点出目标受众在该情境中面临的问题或挑战（30字</a:t>
            </a:r>
            <a:r>
              <a:rPr sz="1200" spc="-50" dirty="0">
                <a:latin typeface="宋体"/>
                <a:cs typeface="宋体"/>
              </a:rPr>
              <a:t>）</a:t>
            </a:r>
            <a:endParaRPr sz="1200">
              <a:latin typeface="宋体"/>
              <a:cs typeface="宋体"/>
            </a:endParaRPr>
          </a:p>
          <a:p>
            <a:pPr marL="668020" indent="-164465">
              <a:lnSpc>
                <a:spcPct val="100000"/>
              </a:lnSpc>
              <a:spcBef>
                <a:spcPts val="560"/>
              </a:spcBef>
              <a:buAutoNum type="alphaLcPeriod"/>
              <a:tabLst>
                <a:tab pos="668020" algn="l"/>
              </a:tabLst>
            </a:pPr>
            <a:r>
              <a:rPr sz="1200" dirty="0">
                <a:latin typeface="宋体"/>
                <a:cs typeface="宋体"/>
              </a:rPr>
              <a:t>描述由此产生的情感反应（40字</a:t>
            </a:r>
            <a:r>
              <a:rPr sz="1200" spc="-50" dirty="0">
                <a:latin typeface="宋体"/>
                <a:cs typeface="宋体"/>
              </a:rPr>
              <a:t>）</a:t>
            </a:r>
            <a:endParaRPr sz="1200">
              <a:latin typeface="宋体"/>
              <a:cs typeface="宋体"/>
            </a:endParaRPr>
          </a:p>
          <a:p>
            <a:pPr marL="659765" indent="-156210">
              <a:lnSpc>
                <a:spcPct val="100000"/>
              </a:lnSpc>
              <a:spcBef>
                <a:spcPts val="560"/>
              </a:spcBef>
              <a:buAutoNum type="alphaLcPeriod"/>
              <a:tabLst>
                <a:tab pos="659765" algn="l"/>
              </a:tabLst>
            </a:pPr>
            <a:r>
              <a:rPr sz="1200" spc="-40" dirty="0">
                <a:latin typeface="宋体"/>
                <a:cs typeface="宋体"/>
              </a:rPr>
              <a:t>展示品牌/</a:t>
            </a:r>
            <a:r>
              <a:rPr sz="1200" dirty="0">
                <a:latin typeface="宋体"/>
                <a:cs typeface="宋体"/>
              </a:rPr>
              <a:t>产品如何解决问题并转化情感（80字</a:t>
            </a:r>
            <a:r>
              <a:rPr sz="1200" spc="-50" dirty="0">
                <a:latin typeface="宋体"/>
                <a:cs typeface="宋体"/>
              </a:rPr>
              <a:t>）</a:t>
            </a:r>
            <a:endParaRPr sz="1200">
              <a:latin typeface="宋体"/>
              <a:cs typeface="宋体"/>
            </a:endParaRPr>
          </a:p>
          <a:p>
            <a:pPr marL="502920">
              <a:lnSpc>
                <a:spcPct val="100000"/>
              </a:lnSpc>
              <a:spcBef>
                <a:spcPts val="560"/>
              </a:spcBef>
            </a:pPr>
            <a:r>
              <a:rPr sz="1200" spc="-5" dirty="0">
                <a:latin typeface="宋体"/>
                <a:cs typeface="宋体"/>
              </a:rPr>
              <a:t>要求：每个部分都要有明确的情感词汇，情感要有层次递进</a:t>
            </a:r>
            <a:endParaRPr sz="1200">
              <a:latin typeface="宋体"/>
              <a:cs typeface="宋体"/>
            </a:endParaRPr>
          </a:p>
          <a:p>
            <a:pPr marL="622935" indent="-381635">
              <a:lnSpc>
                <a:spcPct val="100000"/>
              </a:lnSpc>
              <a:spcBef>
                <a:spcPts val="560"/>
              </a:spcBef>
              <a:buSzPct val="91666"/>
              <a:buAutoNum type="arabicPlain" startAt="4"/>
              <a:tabLst>
                <a:tab pos="622935" algn="l"/>
              </a:tabLst>
            </a:pPr>
            <a:r>
              <a:rPr sz="1200" dirty="0">
                <a:latin typeface="宋体"/>
                <a:cs typeface="宋体"/>
              </a:rPr>
              <a:t>品牌价值主张（50字以内</a:t>
            </a:r>
            <a:r>
              <a:rPr sz="1200" spc="-25" dirty="0">
                <a:latin typeface="宋体"/>
                <a:cs typeface="宋体"/>
              </a:rPr>
              <a:t>）：</a:t>
            </a:r>
            <a:endParaRPr sz="1200">
              <a:latin typeface="宋体"/>
              <a:cs typeface="宋体"/>
            </a:endParaRPr>
          </a:p>
          <a:p>
            <a:pPr marL="502920" marR="2283460">
              <a:lnSpc>
                <a:spcPct val="138900"/>
              </a:lnSpc>
            </a:pPr>
            <a:r>
              <a:rPr sz="1200" spc="-5" dirty="0">
                <a:latin typeface="宋体"/>
                <a:cs typeface="宋体"/>
              </a:rPr>
              <a:t>用富有感染力的语言阐述品牌的核心价值要求：将理性价值与情感价值相结合</a:t>
            </a:r>
            <a:endParaRPr sz="1200">
              <a:latin typeface="宋体"/>
              <a:cs typeface="宋体"/>
            </a:endParaRPr>
          </a:p>
          <a:p>
            <a:pPr marL="622935" indent="-381635">
              <a:lnSpc>
                <a:spcPct val="100000"/>
              </a:lnSpc>
              <a:spcBef>
                <a:spcPts val="560"/>
              </a:spcBef>
              <a:buSzPct val="91666"/>
              <a:buAutoNum type="arabicPlain" startAt="5"/>
              <a:tabLst>
                <a:tab pos="622935" algn="l"/>
              </a:tabLst>
            </a:pPr>
            <a:r>
              <a:rPr sz="1200" dirty="0">
                <a:latin typeface="宋体"/>
                <a:cs typeface="宋体"/>
              </a:rPr>
              <a:t>情感共鸣高潮（100字以内</a:t>
            </a:r>
            <a:r>
              <a:rPr sz="1200" spc="-25" dirty="0">
                <a:latin typeface="宋体"/>
                <a:cs typeface="宋体"/>
              </a:rPr>
              <a:t>）：</a:t>
            </a:r>
            <a:endParaRPr sz="1200">
              <a:latin typeface="宋体"/>
              <a:cs typeface="宋体"/>
            </a:endParaRPr>
          </a:p>
          <a:p>
            <a:pPr marL="502920" marR="1826260">
              <a:lnSpc>
                <a:spcPct val="138900"/>
              </a:lnSpc>
            </a:pPr>
            <a:r>
              <a:rPr sz="1200" spc="-30" dirty="0">
                <a:latin typeface="宋体"/>
                <a:cs typeface="宋体"/>
              </a:rPr>
              <a:t>描述使用品牌/</a:t>
            </a:r>
            <a:r>
              <a:rPr sz="1200" spc="-5" dirty="0">
                <a:latin typeface="宋体"/>
                <a:cs typeface="宋体"/>
              </a:rPr>
              <a:t>产品后的理想状态或憧憬的未来要求：使用比喻或隐喻手法，增强文案的感染力</a:t>
            </a:r>
            <a:endParaRPr sz="1200">
              <a:latin typeface="宋体"/>
              <a:cs typeface="宋体"/>
            </a:endParaRPr>
          </a:p>
          <a:p>
            <a:pPr marL="622935" indent="-381635">
              <a:lnSpc>
                <a:spcPct val="100000"/>
              </a:lnSpc>
              <a:spcBef>
                <a:spcPts val="560"/>
              </a:spcBef>
              <a:buSzPct val="91666"/>
              <a:buAutoNum type="arabicPlain" startAt="6"/>
              <a:tabLst>
                <a:tab pos="622935" algn="l"/>
              </a:tabLst>
            </a:pPr>
            <a:r>
              <a:rPr sz="1200" dirty="0">
                <a:latin typeface="宋体"/>
                <a:cs typeface="宋体"/>
              </a:rPr>
              <a:t>召唤共情的结语（30字以内</a:t>
            </a:r>
            <a:r>
              <a:rPr sz="1200" spc="-25" dirty="0">
                <a:latin typeface="宋体"/>
                <a:cs typeface="宋体"/>
              </a:rPr>
              <a:t>）：</a:t>
            </a:r>
            <a:endParaRPr sz="1200">
              <a:latin typeface="宋体"/>
              <a:cs typeface="宋体"/>
            </a:endParaRPr>
          </a:p>
          <a:p>
            <a:pPr marL="502920" marR="2131060">
              <a:lnSpc>
                <a:spcPct val="138900"/>
              </a:lnSpc>
            </a:pPr>
            <a:r>
              <a:rPr sz="1200" spc="-5" dirty="0">
                <a:latin typeface="宋体"/>
                <a:cs typeface="宋体"/>
              </a:rPr>
              <a:t>设计一个能引发读者情感共鸣的号召性语句要求：使用第二人称，增强代入感</a:t>
            </a:r>
            <a:endParaRPr sz="1200">
              <a:latin typeface="宋体"/>
              <a:cs typeface="宋体"/>
            </a:endParaRPr>
          </a:p>
          <a:p>
            <a:pPr marL="241300">
              <a:lnSpc>
                <a:spcPct val="100000"/>
              </a:lnSpc>
              <a:spcBef>
                <a:spcPts val="560"/>
              </a:spcBef>
            </a:pPr>
            <a:r>
              <a:rPr sz="1200" spc="-10" dirty="0">
                <a:latin typeface="宋体"/>
                <a:cs typeface="宋体"/>
              </a:rPr>
              <a:t>额外要求：</a:t>
            </a:r>
            <a:endParaRPr sz="1200">
              <a:latin typeface="宋体"/>
              <a:cs typeface="宋体"/>
            </a:endParaRPr>
          </a:p>
          <a:p>
            <a:pPr marL="329565" indent="-88265">
              <a:lnSpc>
                <a:spcPct val="100000"/>
              </a:lnSpc>
              <a:spcBef>
                <a:spcPts val="560"/>
              </a:spcBef>
              <a:buChar char="-"/>
              <a:tabLst>
                <a:tab pos="329565" algn="l"/>
              </a:tabLst>
            </a:pPr>
            <a:r>
              <a:rPr sz="1200" spc="-5" dirty="0">
                <a:latin typeface="宋体"/>
                <a:cs typeface="宋体"/>
              </a:rPr>
              <a:t>整个文案要形成一个完整的故事，有起承转合</a:t>
            </a:r>
            <a:endParaRPr sz="1200">
              <a:latin typeface="宋体"/>
              <a:cs typeface="宋体"/>
            </a:endParaRPr>
          </a:p>
          <a:p>
            <a:pPr marL="329565" indent="-88265">
              <a:lnSpc>
                <a:spcPct val="100000"/>
              </a:lnSpc>
              <a:spcBef>
                <a:spcPts val="560"/>
              </a:spcBef>
              <a:buChar char="-"/>
              <a:tabLst>
                <a:tab pos="329565" algn="l"/>
              </a:tabLst>
            </a:pPr>
            <a:r>
              <a:rPr sz="1200" dirty="0">
                <a:latin typeface="宋体"/>
                <a:cs typeface="宋体"/>
              </a:rPr>
              <a:t>在文案中巧妙植入3—5</a:t>
            </a:r>
            <a:r>
              <a:rPr sz="1200" spc="-5" dirty="0">
                <a:latin typeface="宋体"/>
                <a:cs typeface="宋体"/>
              </a:rPr>
              <a:t>个与核心情感相关的成语或谚语</a:t>
            </a:r>
            <a:endParaRPr sz="1200">
              <a:latin typeface="宋体"/>
              <a:cs typeface="宋体"/>
            </a:endParaRPr>
          </a:p>
          <a:p>
            <a:pPr marL="329565" indent="-88265">
              <a:lnSpc>
                <a:spcPct val="100000"/>
              </a:lnSpc>
              <a:spcBef>
                <a:spcPts val="560"/>
              </a:spcBef>
              <a:buChar char="-"/>
              <a:tabLst>
                <a:tab pos="329565" algn="l"/>
              </a:tabLst>
            </a:pPr>
            <a:r>
              <a:rPr sz="1200" spc="-5" dirty="0">
                <a:latin typeface="宋体"/>
                <a:cs typeface="宋体"/>
              </a:rPr>
              <a:t>使用排比、对偶等修辞手法增强文案节奏感</a:t>
            </a:r>
            <a:endParaRPr sz="1200">
              <a:latin typeface="宋体"/>
              <a:cs typeface="宋体"/>
            </a:endParaRPr>
          </a:p>
          <a:p>
            <a:pPr marL="12700" marR="5080" indent="228600">
              <a:lnSpc>
                <a:spcPct val="138900"/>
              </a:lnSpc>
              <a:buChar char="-"/>
              <a:tabLst>
                <a:tab pos="332105" algn="l"/>
              </a:tabLst>
            </a:pPr>
            <a:r>
              <a:rPr sz="1200" dirty="0">
                <a:latin typeface="宋体"/>
                <a:cs typeface="宋体"/>
              </a:rPr>
              <a:t>控制整体情感基调，使用</a:t>
            </a:r>
            <a:r>
              <a:rPr sz="1200" spc="160" dirty="0">
                <a:latin typeface="宋体"/>
                <a:cs typeface="宋体"/>
              </a:rPr>
              <a:t>VADER</a:t>
            </a:r>
            <a:r>
              <a:rPr sz="1200" dirty="0">
                <a:latin typeface="宋体"/>
                <a:cs typeface="宋体"/>
              </a:rPr>
              <a:t>情感分析工具，目标为</a:t>
            </a:r>
            <a:r>
              <a:rPr sz="1200" spc="-60" dirty="0">
                <a:latin typeface="宋体"/>
                <a:cs typeface="宋体"/>
              </a:rPr>
              <a:t>0.6—0.8（</a:t>
            </a:r>
            <a:r>
              <a:rPr sz="1200" spc="-10" dirty="0">
                <a:latin typeface="宋体"/>
                <a:cs typeface="宋体"/>
              </a:rPr>
              <a:t>积极但不过</a:t>
            </a:r>
            <a:r>
              <a:rPr sz="1200" dirty="0">
                <a:latin typeface="宋体"/>
                <a:cs typeface="宋体"/>
              </a:rPr>
              <a:t>分夸张</a:t>
            </a:r>
            <a:r>
              <a:rPr sz="1200" spc="-50" dirty="0">
                <a:latin typeface="宋体"/>
                <a:cs typeface="宋体"/>
              </a:rPr>
              <a:t>）</a:t>
            </a:r>
            <a:endParaRPr sz="1200">
              <a:latin typeface="宋体"/>
              <a:cs typeface="宋体"/>
            </a:endParaRPr>
          </a:p>
          <a:p>
            <a:pPr marL="241300">
              <a:lnSpc>
                <a:spcPct val="100000"/>
              </a:lnSpc>
              <a:spcBef>
                <a:spcPts val="560"/>
              </a:spcBef>
            </a:pPr>
            <a:r>
              <a:rPr sz="1200" spc="-5" dirty="0">
                <a:latin typeface="宋体"/>
                <a:cs typeface="宋体"/>
              </a:rPr>
              <a:t>请基于以上结构和要求，生成一份完整的品牌故事文案。</a:t>
            </a:r>
            <a:endParaRPr sz="1200">
              <a:latin typeface="宋体"/>
              <a:cs typeface="宋体"/>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827260" cy="634365"/>
          </a:xfrm>
          <a:prstGeom prst="rect">
            <a:avLst/>
          </a:prstGeom>
        </p:spPr>
        <p:txBody>
          <a:bodyPr vert="horz" wrap="square" lIns="0" tIns="12065" rIns="0" bIns="0" rtlCol="0">
            <a:spAutoFit/>
          </a:bodyPr>
          <a:lstStyle/>
          <a:p>
            <a:pPr marL="12700">
              <a:lnSpc>
                <a:spcPct val="100000"/>
              </a:lnSpc>
              <a:spcBef>
                <a:spcPts val="95"/>
              </a:spcBef>
            </a:pPr>
            <a:r>
              <a:rPr sz="4000" spc="270" dirty="0"/>
              <a:t>行动引导：设计促进决策和行动的提示</a:t>
            </a:r>
            <a:r>
              <a:rPr sz="4000" spc="-50" dirty="0"/>
              <a:t>语</a:t>
            </a:r>
            <a:endParaRPr sz="4000"/>
          </a:p>
        </p:txBody>
      </p:sp>
      <p:sp>
        <p:nvSpPr>
          <p:cNvPr id="3" name="object 3"/>
          <p:cNvSpPr txBox="1"/>
          <p:nvPr/>
        </p:nvSpPr>
        <p:spPr>
          <a:xfrm>
            <a:off x="540384" y="1139190"/>
            <a:ext cx="96266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宋体"/>
                <a:cs typeface="宋体"/>
              </a:rPr>
              <a:t>在商业文案写作中，最终目标往往是促使受众采取特定行动，行动引导的核心在于说服和激励。</a:t>
            </a:r>
            <a:endParaRPr sz="1800">
              <a:latin typeface="宋体"/>
              <a:cs typeface="宋体"/>
            </a:endParaRPr>
          </a:p>
        </p:txBody>
      </p:sp>
      <p:sp>
        <p:nvSpPr>
          <p:cNvPr id="4" name="object 4"/>
          <p:cNvSpPr txBox="1"/>
          <p:nvPr/>
        </p:nvSpPr>
        <p:spPr>
          <a:xfrm>
            <a:off x="734059" y="1503044"/>
            <a:ext cx="3335654"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行动引导特质提示语设计技巧</a:t>
            </a:r>
            <a:endParaRPr sz="2000">
              <a:latin typeface="Microsoft JhengHei"/>
              <a:cs typeface="Microsoft JhengHei"/>
            </a:endParaRPr>
          </a:p>
        </p:txBody>
      </p:sp>
      <p:grpSp>
        <p:nvGrpSpPr>
          <p:cNvPr id="5" name="object 5"/>
          <p:cNvGrpSpPr/>
          <p:nvPr/>
        </p:nvGrpSpPr>
        <p:grpSpPr>
          <a:xfrm>
            <a:off x="396875" y="3846576"/>
            <a:ext cx="5529580" cy="2868295"/>
            <a:chOff x="396875" y="3846576"/>
            <a:chExt cx="5529580" cy="2868295"/>
          </a:xfrm>
        </p:grpSpPr>
        <p:sp>
          <p:nvSpPr>
            <p:cNvPr id="6" name="object 6"/>
            <p:cNvSpPr/>
            <p:nvPr/>
          </p:nvSpPr>
          <p:spPr>
            <a:xfrm>
              <a:off x="400812" y="3846576"/>
              <a:ext cx="2106295" cy="368935"/>
            </a:xfrm>
            <a:custGeom>
              <a:avLst/>
              <a:gdLst/>
              <a:ahLst/>
              <a:cxnLst/>
              <a:rect l="l" t="t" r="r" b="b"/>
              <a:pathLst>
                <a:path w="2106295" h="368935">
                  <a:moveTo>
                    <a:pt x="2045208" y="368808"/>
                  </a:moveTo>
                  <a:lnTo>
                    <a:pt x="60960" y="368808"/>
                  </a:lnTo>
                  <a:lnTo>
                    <a:pt x="37277" y="364192"/>
                  </a:lnTo>
                  <a:lnTo>
                    <a:pt x="17864" y="351134"/>
                  </a:lnTo>
                  <a:lnTo>
                    <a:pt x="4758" y="331673"/>
                  </a:lnTo>
                  <a:lnTo>
                    <a:pt x="0" y="307848"/>
                  </a:lnTo>
                  <a:lnTo>
                    <a:pt x="0" y="60960"/>
                  </a:lnTo>
                  <a:lnTo>
                    <a:pt x="4758" y="37134"/>
                  </a:lnTo>
                  <a:lnTo>
                    <a:pt x="17864" y="17673"/>
                  </a:lnTo>
                  <a:lnTo>
                    <a:pt x="37277" y="4615"/>
                  </a:lnTo>
                  <a:lnTo>
                    <a:pt x="60960" y="0"/>
                  </a:lnTo>
                  <a:lnTo>
                    <a:pt x="2045208" y="0"/>
                  </a:lnTo>
                  <a:lnTo>
                    <a:pt x="2068818" y="4615"/>
                  </a:lnTo>
                  <a:lnTo>
                    <a:pt x="2088208" y="17673"/>
                  </a:lnTo>
                  <a:lnTo>
                    <a:pt x="2101338" y="37134"/>
                  </a:lnTo>
                  <a:lnTo>
                    <a:pt x="2106168" y="60960"/>
                  </a:lnTo>
                  <a:lnTo>
                    <a:pt x="2106168" y="307848"/>
                  </a:lnTo>
                  <a:lnTo>
                    <a:pt x="2101338" y="331673"/>
                  </a:lnTo>
                  <a:lnTo>
                    <a:pt x="2088208" y="351134"/>
                  </a:lnTo>
                  <a:lnTo>
                    <a:pt x="2068818" y="364192"/>
                  </a:lnTo>
                  <a:lnTo>
                    <a:pt x="2045208" y="368808"/>
                  </a:lnTo>
                  <a:close/>
                </a:path>
              </a:pathLst>
            </a:custGeom>
            <a:solidFill>
              <a:srgbClr val="0A80DF"/>
            </a:solidFill>
          </p:spPr>
          <p:txBody>
            <a:bodyPr wrap="square" lIns="0" tIns="0" rIns="0" bIns="0" rtlCol="0"/>
            <a:lstStyle/>
            <a:p>
              <a:endParaRPr/>
            </a:p>
          </p:txBody>
        </p:sp>
        <p:sp>
          <p:nvSpPr>
            <p:cNvPr id="7" name="object 7"/>
            <p:cNvSpPr/>
            <p:nvPr/>
          </p:nvSpPr>
          <p:spPr>
            <a:xfrm>
              <a:off x="396875" y="4217670"/>
              <a:ext cx="5529580" cy="2496820"/>
            </a:xfrm>
            <a:custGeom>
              <a:avLst/>
              <a:gdLst/>
              <a:ahLst/>
              <a:cxnLst/>
              <a:rect l="l" t="t" r="r" b="b"/>
              <a:pathLst>
                <a:path w="5529580" h="2496820">
                  <a:moveTo>
                    <a:pt x="5525770" y="2496820"/>
                  </a:moveTo>
                  <a:lnTo>
                    <a:pt x="3810" y="2496820"/>
                  </a:lnTo>
                  <a:lnTo>
                    <a:pt x="2349" y="2496527"/>
                  </a:lnTo>
                  <a:lnTo>
                    <a:pt x="1117" y="2495702"/>
                  </a:lnTo>
                  <a:lnTo>
                    <a:pt x="292" y="2494470"/>
                  </a:lnTo>
                  <a:lnTo>
                    <a:pt x="0" y="2493009"/>
                  </a:lnTo>
                  <a:lnTo>
                    <a:pt x="0" y="3809"/>
                  </a:lnTo>
                  <a:lnTo>
                    <a:pt x="292" y="2349"/>
                  </a:lnTo>
                  <a:lnTo>
                    <a:pt x="1117" y="1117"/>
                  </a:lnTo>
                  <a:lnTo>
                    <a:pt x="2349" y="292"/>
                  </a:lnTo>
                  <a:lnTo>
                    <a:pt x="3810" y="0"/>
                  </a:lnTo>
                  <a:lnTo>
                    <a:pt x="5525770" y="0"/>
                  </a:lnTo>
                  <a:lnTo>
                    <a:pt x="5527230" y="292"/>
                  </a:lnTo>
                  <a:lnTo>
                    <a:pt x="5528462" y="1117"/>
                  </a:lnTo>
                  <a:lnTo>
                    <a:pt x="5529287" y="2349"/>
                  </a:lnTo>
                  <a:lnTo>
                    <a:pt x="5529580" y="3809"/>
                  </a:lnTo>
                  <a:lnTo>
                    <a:pt x="7620" y="3809"/>
                  </a:lnTo>
                  <a:lnTo>
                    <a:pt x="3810" y="7619"/>
                  </a:lnTo>
                  <a:lnTo>
                    <a:pt x="7620" y="7619"/>
                  </a:lnTo>
                  <a:lnTo>
                    <a:pt x="7620" y="2489200"/>
                  </a:lnTo>
                  <a:lnTo>
                    <a:pt x="3810" y="2489200"/>
                  </a:lnTo>
                  <a:lnTo>
                    <a:pt x="7620" y="2493009"/>
                  </a:lnTo>
                  <a:lnTo>
                    <a:pt x="5529580" y="2493009"/>
                  </a:lnTo>
                  <a:lnTo>
                    <a:pt x="5529287" y="2494470"/>
                  </a:lnTo>
                  <a:lnTo>
                    <a:pt x="5528462" y="2495702"/>
                  </a:lnTo>
                  <a:lnTo>
                    <a:pt x="5527230" y="2496527"/>
                  </a:lnTo>
                  <a:lnTo>
                    <a:pt x="5525770" y="2496820"/>
                  </a:lnTo>
                  <a:close/>
                </a:path>
                <a:path w="5529580" h="2496820">
                  <a:moveTo>
                    <a:pt x="7620" y="7619"/>
                  </a:moveTo>
                  <a:lnTo>
                    <a:pt x="3810" y="7619"/>
                  </a:lnTo>
                  <a:lnTo>
                    <a:pt x="7620" y="3809"/>
                  </a:lnTo>
                  <a:lnTo>
                    <a:pt x="7620" y="7619"/>
                  </a:lnTo>
                  <a:close/>
                </a:path>
                <a:path w="5529580" h="2496820">
                  <a:moveTo>
                    <a:pt x="5521960" y="7619"/>
                  </a:moveTo>
                  <a:lnTo>
                    <a:pt x="7620" y="7619"/>
                  </a:lnTo>
                  <a:lnTo>
                    <a:pt x="7620" y="3809"/>
                  </a:lnTo>
                  <a:lnTo>
                    <a:pt x="5521960" y="3809"/>
                  </a:lnTo>
                  <a:lnTo>
                    <a:pt x="5521960" y="7619"/>
                  </a:lnTo>
                  <a:close/>
                </a:path>
                <a:path w="5529580" h="2496820">
                  <a:moveTo>
                    <a:pt x="5521960" y="2493009"/>
                  </a:moveTo>
                  <a:lnTo>
                    <a:pt x="5521960" y="3809"/>
                  </a:lnTo>
                  <a:lnTo>
                    <a:pt x="5525770" y="7619"/>
                  </a:lnTo>
                  <a:lnTo>
                    <a:pt x="5529580" y="7619"/>
                  </a:lnTo>
                  <a:lnTo>
                    <a:pt x="5529580" y="2489200"/>
                  </a:lnTo>
                  <a:lnTo>
                    <a:pt x="5525770" y="2489200"/>
                  </a:lnTo>
                  <a:lnTo>
                    <a:pt x="5521960" y="2493009"/>
                  </a:lnTo>
                  <a:close/>
                </a:path>
                <a:path w="5529580" h="2496820">
                  <a:moveTo>
                    <a:pt x="5529580" y="7619"/>
                  </a:moveTo>
                  <a:lnTo>
                    <a:pt x="5525770" y="7619"/>
                  </a:lnTo>
                  <a:lnTo>
                    <a:pt x="5521960" y="3809"/>
                  </a:lnTo>
                  <a:lnTo>
                    <a:pt x="5529580" y="3809"/>
                  </a:lnTo>
                  <a:lnTo>
                    <a:pt x="5529580" y="7619"/>
                  </a:lnTo>
                  <a:close/>
                </a:path>
                <a:path w="5529580" h="2496820">
                  <a:moveTo>
                    <a:pt x="7620" y="2493009"/>
                  </a:moveTo>
                  <a:lnTo>
                    <a:pt x="3810" y="2489200"/>
                  </a:lnTo>
                  <a:lnTo>
                    <a:pt x="7620" y="2489200"/>
                  </a:lnTo>
                  <a:lnTo>
                    <a:pt x="7620" y="2493009"/>
                  </a:lnTo>
                  <a:close/>
                </a:path>
                <a:path w="5529580" h="2496820">
                  <a:moveTo>
                    <a:pt x="5521960" y="2493009"/>
                  </a:moveTo>
                  <a:lnTo>
                    <a:pt x="7620" y="2493009"/>
                  </a:lnTo>
                  <a:lnTo>
                    <a:pt x="7620" y="2489200"/>
                  </a:lnTo>
                  <a:lnTo>
                    <a:pt x="5521960" y="2489200"/>
                  </a:lnTo>
                  <a:lnTo>
                    <a:pt x="5521960" y="2493009"/>
                  </a:lnTo>
                  <a:close/>
                </a:path>
                <a:path w="5529580" h="2496820">
                  <a:moveTo>
                    <a:pt x="5529580" y="2493009"/>
                  </a:moveTo>
                  <a:lnTo>
                    <a:pt x="5521960" y="2493009"/>
                  </a:lnTo>
                  <a:lnTo>
                    <a:pt x="5525770" y="2489200"/>
                  </a:lnTo>
                  <a:lnTo>
                    <a:pt x="5529580" y="2489200"/>
                  </a:lnTo>
                  <a:lnTo>
                    <a:pt x="5529580" y="2493009"/>
                  </a:lnTo>
                  <a:close/>
                </a:path>
              </a:pathLst>
            </a:custGeom>
            <a:solidFill>
              <a:srgbClr val="E6E6E6"/>
            </a:solidFill>
          </p:spPr>
          <p:txBody>
            <a:bodyPr wrap="square" lIns="0" tIns="0" rIns="0" bIns="0" rtlCol="0"/>
            <a:lstStyle/>
            <a:p>
              <a:endParaRPr/>
            </a:p>
          </p:txBody>
        </p:sp>
      </p:grpSp>
      <p:sp>
        <p:nvSpPr>
          <p:cNvPr id="8" name="object 8"/>
          <p:cNvSpPr txBox="1"/>
          <p:nvPr/>
        </p:nvSpPr>
        <p:spPr>
          <a:xfrm>
            <a:off x="479425" y="3883279"/>
            <a:ext cx="5360670" cy="2753995"/>
          </a:xfrm>
          <a:prstGeom prst="rect">
            <a:avLst/>
          </a:prstGeom>
        </p:spPr>
        <p:txBody>
          <a:bodyPr vert="horz" wrap="square" lIns="0" tIns="12700" rIns="0" bIns="0" rtlCol="0">
            <a:spAutoFit/>
          </a:bodyPr>
          <a:lstStyle/>
          <a:p>
            <a:pPr marL="51562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marR="5080" indent="304800">
              <a:lnSpc>
                <a:spcPct val="118100"/>
              </a:lnSpc>
              <a:spcBef>
                <a:spcPts val="620"/>
              </a:spcBef>
            </a:pPr>
            <a:r>
              <a:rPr sz="1200" spc="-105" dirty="0">
                <a:latin typeface="宋体"/>
                <a:cs typeface="宋体"/>
              </a:rPr>
              <a:t>为[</a:t>
            </a:r>
            <a:r>
              <a:rPr sz="1200" spc="-70" dirty="0">
                <a:latin typeface="宋体"/>
                <a:cs typeface="宋体"/>
              </a:rPr>
              <a:t>产品/</a:t>
            </a:r>
            <a:r>
              <a:rPr sz="1200" spc="-45" dirty="0">
                <a:latin typeface="宋体"/>
                <a:cs typeface="宋体"/>
              </a:rPr>
              <a:t>服务名称]</a:t>
            </a:r>
            <a:r>
              <a:rPr sz="1200" spc="-5" dirty="0">
                <a:latin typeface="宋体"/>
                <a:cs typeface="宋体"/>
              </a:rPr>
              <a:t>创作一则促销文案，目标是有效引导目标受众立即采取行动。请遵循以下结构和要求：</a:t>
            </a:r>
            <a:endParaRPr sz="1200">
              <a:latin typeface="宋体"/>
              <a:cs typeface="宋体"/>
            </a:endParaRPr>
          </a:p>
          <a:p>
            <a:pPr marL="429259" marR="2825750" indent="-112395">
              <a:lnSpc>
                <a:spcPct val="118100"/>
              </a:lnSpc>
              <a:buSzPct val="91666"/>
              <a:buAutoNum type="arabicPlain"/>
              <a:tabLst>
                <a:tab pos="699135" algn="l"/>
              </a:tabLst>
            </a:pPr>
            <a:r>
              <a:rPr sz="1200" dirty="0">
                <a:latin typeface="宋体"/>
                <a:cs typeface="宋体"/>
              </a:rPr>
              <a:t>注意力抓取（30字以内</a:t>
            </a:r>
            <a:r>
              <a:rPr sz="1200" spc="-25" dirty="0">
                <a:latin typeface="宋体"/>
                <a:cs typeface="宋体"/>
              </a:rPr>
              <a:t>）：</a:t>
            </a:r>
            <a:r>
              <a:rPr sz="1200" spc="-5" dirty="0">
                <a:latin typeface="宋体"/>
                <a:cs typeface="宋体"/>
              </a:rPr>
              <a:t>创作一个引人注目的标题</a:t>
            </a:r>
            <a:endParaRPr sz="1200">
              <a:latin typeface="宋体"/>
              <a:cs typeface="宋体"/>
            </a:endParaRPr>
          </a:p>
          <a:p>
            <a:pPr marL="429259">
              <a:lnSpc>
                <a:spcPct val="100000"/>
              </a:lnSpc>
              <a:spcBef>
                <a:spcPts val="260"/>
              </a:spcBef>
            </a:pPr>
            <a:r>
              <a:rPr sz="1200" dirty="0">
                <a:latin typeface="宋体"/>
                <a:cs typeface="宋体"/>
              </a:rPr>
              <a:t>要求：包含行动词和具体数字，如“立省</a:t>
            </a:r>
            <a:r>
              <a:rPr sz="1200" spc="110" dirty="0">
                <a:latin typeface="宋体"/>
                <a:cs typeface="宋体"/>
              </a:rPr>
              <a:t>30</a:t>
            </a:r>
            <a:r>
              <a:rPr sz="1200" spc="70" dirty="0">
                <a:latin typeface="宋体"/>
                <a:cs typeface="宋体"/>
              </a:rPr>
              <a:t>%”、</a:t>
            </a:r>
            <a:r>
              <a:rPr sz="1200" dirty="0">
                <a:latin typeface="宋体"/>
                <a:cs typeface="宋体"/>
              </a:rPr>
              <a:t>“7</a:t>
            </a:r>
            <a:r>
              <a:rPr sz="1200" spc="-10" dirty="0">
                <a:latin typeface="宋体"/>
                <a:cs typeface="宋体"/>
              </a:rPr>
              <a:t>天见效”等</a:t>
            </a:r>
            <a:endParaRPr sz="1200">
              <a:latin typeface="宋体"/>
              <a:cs typeface="宋体"/>
            </a:endParaRPr>
          </a:p>
          <a:p>
            <a:pPr marL="429259" marR="2520950" indent="-112395">
              <a:lnSpc>
                <a:spcPct val="118100"/>
              </a:lnSpc>
              <a:buSzPct val="91666"/>
              <a:buAutoNum type="arabicPlain" startAt="2"/>
              <a:tabLst>
                <a:tab pos="699135" algn="l"/>
              </a:tabLst>
            </a:pPr>
            <a:r>
              <a:rPr sz="1200" dirty="0">
                <a:latin typeface="宋体"/>
                <a:cs typeface="宋体"/>
              </a:rPr>
              <a:t>行动目标明确化（20字以内</a:t>
            </a:r>
            <a:r>
              <a:rPr sz="1200" spc="-25" dirty="0">
                <a:latin typeface="宋体"/>
                <a:cs typeface="宋体"/>
              </a:rPr>
              <a:t>）：</a:t>
            </a:r>
            <a:r>
              <a:rPr sz="1200" spc="-5" dirty="0">
                <a:latin typeface="宋体"/>
                <a:cs typeface="宋体"/>
              </a:rPr>
              <a:t>清晰陈述期望受众采取的具体行动</a:t>
            </a:r>
            <a:endParaRPr sz="1200">
              <a:latin typeface="宋体"/>
              <a:cs typeface="宋体"/>
            </a:endParaRPr>
          </a:p>
          <a:p>
            <a:pPr marL="429259">
              <a:lnSpc>
                <a:spcPct val="100000"/>
              </a:lnSpc>
              <a:spcBef>
                <a:spcPts val="260"/>
              </a:spcBef>
            </a:pPr>
            <a:r>
              <a:rPr sz="1200" spc="-5" dirty="0">
                <a:latin typeface="宋体"/>
                <a:cs typeface="宋体"/>
              </a:rPr>
              <a:t>要求：使用祈使句，动词要具体明确，如立即订购、现在注册等</a:t>
            </a:r>
            <a:endParaRPr sz="1200">
              <a:latin typeface="宋体"/>
              <a:cs typeface="宋体"/>
            </a:endParaRPr>
          </a:p>
          <a:p>
            <a:pPr marL="429259" marR="2139950" indent="-112395">
              <a:lnSpc>
                <a:spcPct val="118100"/>
              </a:lnSpc>
              <a:buSzPct val="91666"/>
              <a:buAutoNum type="arabicPlain" startAt="3"/>
              <a:tabLst>
                <a:tab pos="699135" algn="l"/>
              </a:tabLst>
            </a:pPr>
            <a:r>
              <a:rPr sz="1200" dirty="0">
                <a:latin typeface="宋体"/>
                <a:cs typeface="宋体"/>
              </a:rPr>
              <a:t>核心利益点（3点，每点30字以内</a:t>
            </a:r>
            <a:r>
              <a:rPr sz="1200" spc="-25" dirty="0">
                <a:latin typeface="宋体"/>
                <a:cs typeface="宋体"/>
              </a:rPr>
              <a:t>）：</a:t>
            </a:r>
            <a:r>
              <a:rPr sz="1200" spc="-5" dirty="0">
                <a:latin typeface="宋体"/>
                <a:cs typeface="宋体"/>
              </a:rPr>
              <a:t>列举采取行动后能获得的主要好处</a:t>
            </a:r>
            <a:endParaRPr sz="1200">
              <a:latin typeface="宋体"/>
              <a:cs typeface="宋体"/>
            </a:endParaRPr>
          </a:p>
          <a:p>
            <a:pPr marL="429259">
              <a:lnSpc>
                <a:spcPct val="100000"/>
              </a:lnSpc>
              <a:spcBef>
                <a:spcPts val="260"/>
              </a:spcBef>
            </a:pPr>
            <a:r>
              <a:rPr sz="1200" spc="-5" dirty="0">
                <a:latin typeface="宋体"/>
                <a:cs typeface="宋体"/>
              </a:rPr>
              <a:t>要求：每个利益点都要具体、量化，并与目标受众的需求直接相关</a:t>
            </a:r>
            <a:endParaRPr sz="1200">
              <a:latin typeface="宋体"/>
              <a:cs typeface="宋体"/>
            </a:endParaRPr>
          </a:p>
        </p:txBody>
      </p:sp>
      <p:graphicFrame>
        <p:nvGraphicFramePr>
          <p:cNvPr id="9" name="object 9"/>
          <p:cNvGraphicFramePr>
            <a:graphicFrameLocks noGrp="1"/>
          </p:cNvGraphicFramePr>
          <p:nvPr/>
        </p:nvGraphicFramePr>
        <p:xfrm>
          <a:off x="394334" y="1901825"/>
          <a:ext cx="5534660" cy="1867535"/>
        </p:xfrm>
        <a:graphic>
          <a:graphicData uri="http://schemas.openxmlformats.org/drawingml/2006/table">
            <a:tbl>
              <a:tblPr firstRow="1" bandRow="1">
                <a:tableStyleId>{2D5ABB26-0587-4C30-8999-92F81FD0307C}</a:tableStyleId>
              </a:tblPr>
              <a:tblGrid>
                <a:gridCol w="1775460">
                  <a:extLst>
                    <a:ext uri="{9D8B030D-6E8A-4147-A177-3AD203B41FA5}">
                      <a16:colId xmlns:a16="http://schemas.microsoft.com/office/drawing/2014/main" val="20000"/>
                    </a:ext>
                  </a:extLst>
                </a:gridCol>
                <a:gridCol w="3746500">
                  <a:extLst>
                    <a:ext uri="{9D8B030D-6E8A-4147-A177-3AD203B41FA5}">
                      <a16:colId xmlns:a16="http://schemas.microsoft.com/office/drawing/2014/main" val="20001"/>
                    </a:ext>
                  </a:extLst>
                </a:gridCol>
              </a:tblGrid>
              <a:tr h="327025">
                <a:tc>
                  <a:txBody>
                    <a:bodyPr/>
                    <a:lstStyle/>
                    <a:p>
                      <a:pPr marL="635" algn="ctr">
                        <a:lnSpc>
                          <a:spcPct val="100000"/>
                        </a:lnSpc>
                        <a:spcBef>
                          <a:spcPts val="505"/>
                        </a:spcBef>
                      </a:pPr>
                      <a:r>
                        <a:rPr sz="1100" spc="-15" dirty="0">
                          <a:latin typeface="宋体"/>
                          <a:cs typeface="宋体"/>
                        </a:rPr>
                        <a:t>优秀文案的行动引导特质</a:t>
                      </a:r>
                      <a:endParaRPr sz="1100">
                        <a:latin typeface="宋体"/>
                        <a:cs typeface="宋体"/>
                      </a:endParaRPr>
                    </a:p>
                  </a:txBody>
                  <a:tcPr marL="0" marR="0" marT="641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marL="635" algn="ctr">
                        <a:lnSpc>
                          <a:spcPct val="100000"/>
                        </a:lnSpc>
                        <a:spcBef>
                          <a:spcPts val="505"/>
                        </a:spcBef>
                      </a:pPr>
                      <a:r>
                        <a:rPr sz="1100" spc="-20" dirty="0">
                          <a:latin typeface="宋体"/>
                          <a:cs typeface="宋体"/>
                        </a:rPr>
                        <a:t>提示语设计技巧</a:t>
                      </a:r>
                      <a:endParaRPr sz="1100">
                        <a:latin typeface="宋体"/>
                        <a:cs typeface="宋体"/>
                      </a:endParaRPr>
                    </a:p>
                  </a:txBody>
                  <a:tcPr marL="0" marR="0" marT="641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extLst>
                  <a:ext uri="{0D108BD9-81ED-4DB2-BD59-A6C34878D82A}">
                    <a16:rowId xmlns:a16="http://schemas.microsoft.com/office/drawing/2014/main" val="10000"/>
                  </a:ext>
                </a:extLst>
              </a:tr>
              <a:tr h="334645">
                <a:tc>
                  <a:txBody>
                    <a:bodyPr/>
                    <a:lstStyle/>
                    <a:p>
                      <a:pPr marL="321310">
                        <a:lnSpc>
                          <a:spcPct val="100000"/>
                        </a:lnSpc>
                        <a:spcBef>
                          <a:spcPts val="540"/>
                        </a:spcBef>
                      </a:pPr>
                      <a:r>
                        <a:rPr sz="1100" dirty="0">
                          <a:latin typeface="Arial"/>
                          <a:cs typeface="Arial"/>
                        </a:rPr>
                        <a:t>1</a:t>
                      </a:r>
                      <a:r>
                        <a:rPr sz="1100" spc="10" dirty="0">
                          <a:latin typeface="Arial"/>
                          <a:cs typeface="Arial"/>
                        </a:rPr>
                        <a:t>. </a:t>
                      </a:r>
                      <a:r>
                        <a:rPr sz="1100" spc="-20" dirty="0">
                          <a:latin typeface="宋体"/>
                          <a:cs typeface="宋体"/>
                        </a:rPr>
                        <a:t>明确的行动指向</a:t>
                      </a:r>
                      <a:endParaRPr sz="1100">
                        <a:latin typeface="宋体"/>
                        <a:cs typeface="宋体"/>
                      </a:endParaRPr>
                    </a:p>
                  </a:txBody>
                  <a:tcPr marL="0" marR="0" marT="685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ts val="1200"/>
                        </a:lnSpc>
                      </a:pPr>
                      <a:r>
                        <a:rPr sz="1100" spc="-15" dirty="0">
                          <a:latin typeface="宋体"/>
                          <a:cs typeface="宋体"/>
                        </a:rPr>
                        <a:t>行动目标明确化：在提示语中明确指出期望受众采取的具</a:t>
                      </a:r>
                      <a:endParaRPr sz="1100">
                        <a:latin typeface="宋体"/>
                        <a:cs typeface="宋体"/>
                      </a:endParaRPr>
                    </a:p>
                    <a:p>
                      <a:pPr marL="635" algn="ctr">
                        <a:lnSpc>
                          <a:spcPct val="100000"/>
                        </a:lnSpc>
                      </a:pPr>
                      <a:r>
                        <a:rPr sz="1100" spc="-25" dirty="0">
                          <a:latin typeface="宋体"/>
                          <a:cs typeface="宋体"/>
                        </a:rPr>
                        <a:t>体行动</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301625">
                <a:tc>
                  <a:txBody>
                    <a:bodyPr/>
                    <a:lstStyle/>
                    <a:p>
                      <a:pPr marL="391160">
                        <a:lnSpc>
                          <a:spcPct val="100000"/>
                        </a:lnSpc>
                        <a:spcBef>
                          <a:spcPts val="405"/>
                        </a:spcBef>
                      </a:pPr>
                      <a:r>
                        <a:rPr sz="1100" dirty="0">
                          <a:latin typeface="Arial"/>
                          <a:cs typeface="Arial"/>
                        </a:rPr>
                        <a:t>2</a:t>
                      </a:r>
                      <a:r>
                        <a:rPr sz="1100" spc="5" dirty="0">
                          <a:latin typeface="Arial"/>
                          <a:cs typeface="Arial"/>
                        </a:rPr>
                        <a:t>. </a:t>
                      </a:r>
                      <a:r>
                        <a:rPr sz="1100" spc="-20" dirty="0">
                          <a:latin typeface="宋体"/>
                          <a:cs typeface="宋体"/>
                        </a:rPr>
                        <a:t>强烈的紧迫感</a:t>
                      </a:r>
                      <a:endParaRPr sz="1100">
                        <a:latin typeface="宋体"/>
                        <a:cs typeface="宋体"/>
                      </a:endParaRPr>
                    </a:p>
                  </a:txBody>
                  <a:tcPr marL="0" marR="0" marT="514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405"/>
                        </a:spcBef>
                      </a:pPr>
                      <a:r>
                        <a:rPr sz="1100" spc="-15" dirty="0">
                          <a:latin typeface="宋体"/>
                          <a:cs typeface="宋体"/>
                        </a:rPr>
                        <a:t>时间限制设置：要求在文案中加入限时优惠或稀缺性信息</a:t>
                      </a:r>
                      <a:endParaRPr sz="1100">
                        <a:latin typeface="宋体"/>
                        <a:cs typeface="宋体"/>
                      </a:endParaRPr>
                    </a:p>
                  </a:txBody>
                  <a:tcPr marL="0" marR="0" marT="514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301625">
                <a:tc>
                  <a:txBody>
                    <a:bodyPr/>
                    <a:lstStyle/>
                    <a:p>
                      <a:pPr marL="251460">
                        <a:lnSpc>
                          <a:spcPct val="100000"/>
                        </a:lnSpc>
                        <a:spcBef>
                          <a:spcPts val="405"/>
                        </a:spcBef>
                      </a:pPr>
                      <a:r>
                        <a:rPr sz="1100" dirty="0">
                          <a:latin typeface="Arial"/>
                          <a:cs typeface="Arial"/>
                        </a:rPr>
                        <a:t>3</a:t>
                      </a:r>
                      <a:r>
                        <a:rPr sz="1100" spc="10" dirty="0">
                          <a:latin typeface="Arial"/>
                          <a:cs typeface="Arial"/>
                        </a:rPr>
                        <a:t>. </a:t>
                      </a:r>
                      <a:r>
                        <a:rPr sz="1100" spc="-15" dirty="0">
                          <a:latin typeface="宋体"/>
                          <a:cs typeface="宋体"/>
                        </a:rPr>
                        <a:t>低门槛的起始步骤</a:t>
                      </a:r>
                      <a:endParaRPr sz="1100">
                        <a:latin typeface="宋体"/>
                        <a:cs typeface="宋体"/>
                      </a:endParaRPr>
                    </a:p>
                  </a:txBody>
                  <a:tcPr marL="0" marR="0" marT="514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405"/>
                        </a:spcBef>
                      </a:pPr>
                      <a:r>
                        <a:rPr sz="1100" spc="-15" dirty="0">
                          <a:latin typeface="宋体"/>
                          <a:cs typeface="宋体"/>
                        </a:rPr>
                        <a:t>简单行动设计：要求设计一个简单、具体的第一步行动</a:t>
                      </a:r>
                      <a:endParaRPr sz="1100">
                        <a:latin typeface="宋体"/>
                        <a:cs typeface="宋体"/>
                      </a:endParaRPr>
                    </a:p>
                  </a:txBody>
                  <a:tcPr marL="0" marR="0" marT="514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300990">
                <a:tc>
                  <a:txBody>
                    <a:bodyPr/>
                    <a:lstStyle/>
                    <a:p>
                      <a:pPr marL="321310">
                        <a:lnSpc>
                          <a:spcPct val="100000"/>
                        </a:lnSpc>
                        <a:spcBef>
                          <a:spcPts val="405"/>
                        </a:spcBef>
                      </a:pPr>
                      <a:r>
                        <a:rPr sz="1100" dirty="0">
                          <a:latin typeface="Arial"/>
                          <a:cs typeface="Arial"/>
                        </a:rPr>
                        <a:t>4</a:t>
                      </a:r>
                      <a:r>
                        <a:rPr sz="1100" spc="10" dirty="0">
                          <a:latin typeface="Arial"/>
                          <a:cs typeface="Arial"/>
                        </a:rPr>
                        <a:t>. </a:t>
                      </a:r>
                      <a:r>
                        <a:rPr sz="1100" spc="-20" dirty="0">
                          <a:latin typeface="宋体"/>
                          <a:cs typeface="宋体"/>
                        </a:rPr>
                        <a:t>清晰的收益阐述</a:t>
                      </a:r>
                      <a:endParaRPr sz="1100">
                        <a:latin typeface="宋体"/>
                        <a:cs typeface="宋体"/>
                      </a:endParaRPr>
                    </a:p>
                  </a:txBody>
                  <a:tcPr marL="0" marR="0" marT="514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405"/>
                        </a:spcBef>
                      </a:pPr>
                      <a:r>
                        <a:rPr sz="1100" spc="-15" dirty="0">
                          <a:latin typeface="宋体"/>
                          <a:cs typeface="宋体"/>
                        </a:rPr>
                        <a:t>利益点强化：要求明确列出采取行动后的具体收益</a:t>
                      </a:r>
                      <a:endParaRPr sz="1100">
                        <a:latin typeface="宋体"/>
                        <a:cs typeface="宋体"/>
                      </a:endParaRPr>
                    </a:p>
                  </a:txBody>
                  <a:tcPr marL="0" marR="0" marT="514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301625">
                <a:tc>
                  <a:txBody>
                    <a:bodyPr/>
                    <a:lstStyle/>
                    <a:p>
                      <a:pPr marL="321310">
                        <a:lnSpc>
                          <a:spcPct val="100000"/>
                        </a:lnSpc>
                        <a:spcBef>
                          <a:spcPts val="405"/>
                        </a:spcBef>
                      </a:pPr>
                      <a:r>
                        <a:rPr sz="1100" dirty="0">
                          <a:latin typeface="Arial"/>
                          <a:cs typeface="Arial"/>
                        </a:rPr>
                        <a:t>5</a:t>
                      </a:r>
                      <a:r>
                        <a:rPr sz="1100" spc="10" dirty="0">
                          <a:latin typeface="Arial"/>
                          <a:cs typeface="Arial"/>
                        </a:rPr>
                        <a:t>. </a:t>
                      </a:r>
                      <a:r>
                        <a:rPr sz="1100" spc="-20" dirty="0">
                          <a:latin typeface="宋体"/>
                          <a:cs typeface="宋体"/>
                        </a:rPr>
                        <a:t>社会证明的运用</a:t>
                      </a:r>
                      <a:endParaRPr sz="1100">
                        <a:latin typeface="宋体"/>
                        <a:cs typeface="宋体"/>
                      </a:endParaRPr>
                    </a:p>
                  </a:txBody>
                  <a:tcPr marL="0" marR="0" marT="514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405"/>
                        </a:spcBef>
                      </a:pPr>
                      <a:r>
                        <a:rPr sz="1100" spc="-10" dirty="0">
                          <a:latin typeface="宋体"/>
                          <a:cs typeface="宋体"/>
                        </a:rPr>
                        <a:t>案例</a:t>
                      </a:r>
                      <a:r>
                        <a:rPr sz="1100" spc="-10" dirty="0">
                          <a:latin typeface="Arial"/>
                          <a:cs typeface="Arial"/>
                        </a:rPr>
                        <a:t>/</a:t>
                      </a:r>
                      <a:r>
                        <a:rPr sz="1100" spc="-15" dirty="0">
                          <a:latin typeface="宋体"/>
                          <a:cs typeface="宋体"/>
                        </a:rPr>
                        <a:t>数据要求：要求加入用户见证或数据支持</a:t>
                      </a:r>
                      <a:endParaRPr sz="1100">
                        <a:latin typeface="宋体"/>
                        <a:cs typeface="宋体"/>
                      </a:endParaRPr>
                    </a:p>
                  </a:txBody>
                  <a:tcPr marL="0" marR="0" marT="514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bl>
          </a:graphicData>
        </a:graphic>
      </p:graphicFrame>
      <p:sp>
        <p:nvSpPr>
          <p:cNvPr id="10" name="object 10"/>
          <p:cNvSpPr/>
          <p:nvPr/>
        </p:nvSpPr>
        <p:spPr>
          <a:xfrm>
            <a:off x="6092825" y="1537969"/>
            <a:ext cx="5702300" cy="5177155"/>
          </a:xfrm>
          <a:custGeom>
            <a:avLst/>
            <a:gdLst/>
            <a:ahLst/>
            <a:cxnLst/>
            <a:rect l="l" t="t" r="r" b="b"/>
            <a:pathLst>
              <a:path w="5702300" h="5177155">
                <a:moveTo>
                  <a:pt x="5698490" y="5177155"/>
                </a:moveTo>
                <a:lnTo>
                  <a:pt x="3810" y="5177155"/>
                </a:lnTo>
                <a:lnTo>
                  <a:pt x="2349" y="5176862"/>
                </a:lnTo>
                <a:lnTo>
                  <a:pt x="1117" y="5176037"/>
                </a:lnTo>
                <a:lnTo>
                  <a:pt x="292" y="5174805"/>
                </a:lnTo>
                <a:lnTo>
                  <a:pt x="0" y="5173345"/>
                </a:lnTo>
                <a:lnTo>
                  <a:pt x="0" y="3809"/>
                </a:lnTo>
                <a:lnTo>
                  <a:pt x="292" y="2349"/>
                </a:lnTo>
                <a:lnTo>
                  <a:pt x="1117" y="1117"/>
                </a:lnTo>
                <a:lnTo>
                  <a:pt x="2349" y="292"/>
                </a:lnTo>
                <a:lnTo>
                  <a:pt x="3810" y="0"/>
                </a:lnTo>
                <a:lnTo>
                  <a:pt x="5698490" y="0"/>
                </a:lnTo>
                <a:lnTo>
                  <a:pt x="5699950" y="292"/>
                </a:lnTo>
                <a:lnTo>
                  <a:pt x="5701182" y="1117"/>
                </a:lnTo>
                <a:lnTo>
                  <a:pt x="5702007" y="2349"/>
                </a:lnTo>
                <a:lnTo>
                  <a:pt x="5702300" y="3809"/>
                </a:lnTo>
                <a:lnTo>
                  <a:pt x="7620" y="3809"/>
                </a:lnTo>
                <a:lnTo>
                  <a:pt x="3810" y="7619"/>
                </a:lnTo>
                <a:lnTo>
                  <a:pt x="7620" y="7619"/>
                </a:lnTo>
                <a:lnTo>
                  <a:pt x="7620" y="5169534"/>
                </a:lnTo>
                <a:lnTo>
                  <a:pt x="3810" y="5169534"/>
                </a:lnTo>
                <a:lnTo>
                  <a:pt x="7620" y="5173345"/>
                </a:lnTo>
                <a:lnTo>
                  <a:pt x="5702300" y="5173345"/>
                </a:lnTo>
                <a:lnTo>
                  <a:pt x="5702007" y="5174805"/>
                </a:lnTo>
                <a:lnTo>
                  <a:pt x="5701182" y="5176037"/>
                </a:lnTo>
                <a:lnTo>
                  <a:pt x="5699950" y="5176862"/>
                </a:lnTo>
                <a:lnTo>
                  <a:pt x="5698490" y="5177155"/>
                </a:lnTo>
                <a:close/>
              </a:path>
              <a:path w="5702300" h="5177155">
                <a:moveTo>
                  <a:pt x="7620" y="7619"/>
                </a:moveTo>
                <a:lnTo>
                  <a:pt x="3810" y="7619"/>
                </a:lnTo>
                <a:lnTo>
                  <a:pt x="7620" y="3809"/>
                </a:lnTo>
                <a:lnTo>
                  <a:pt x="7620" y="7619"/>
                </a:lnTo>
                <a:close/>
              </a:path>
              <a:path w="5702300" h="5177155">
                <a:moveTo>
                  <a:pt x="5694680" y="7619"/>
                </a:moveTo>
                <a:lnTo>
                  <a:pt x="7620" y="7619"/>
                </a:lnTo>
                <a:lnTo>
                  <a:pt x="7620" y="3809"/>
                </a:lnTo>
                <a:lnTo>
                  <a:pt x="5694680" y="3809"/>
                </a:lnTo>
                <a:lnTo>
                  <a:pt x="5694680" y="7619"/>
                </a:lnTo>
                <a:close/>
              </a:path>
              <a:path w="5702300" h="5177155">
                <a:moveTo>
                  <a:pt x="5694680" y="5173345"/>
                </a:moveTo>
                <a:lnTo>
                  <a:pt x="5694680" y="3809"/>
                </a:lnTo>
                <a:lnTo>
                  <a:pt x="5698490" y="7619"/>
                </a:lnTo>
                <a:lnTo>
                  <a:pt x="5702300" y="7619"/>
                </a:lnTo>
                <a:lnTo>
                  <a:pt x="5702300" y="5169534"/>
                </a:lnTo>
                <a:lnTo>
                  <a:pt x="5698490" y="5169534"/>
                </a:lnTo>
                <a:lnTo>
                  <a:pt x="5694680" y="5173345"/>
                </a:lnTo>
                <a:close/>
              </a:path>
              <a:path w="5702300" h="5177155">
                <a:moveTo>
                  <a:pt x="5702300" y="7619"/>
                </a:moveTo>
                <a:lnTo>
                  <a:pt x="5698490" y="7619"/>
                </a:lnTo>
                <a:lnTo>
                  <a:pt x="5694680" y="3809"/>
                </a:lnTo>
                <a:lnTo>
                  <a:pt x="5702300" y="3809"/>
                </a:lnTo>
                <a:lnTo>
                  <a:pt x="5702300" y="7619"/>
                </a:lnTo>
                <a:close/>
              </a:path>
              <a:path w="5702300" h="5177155">
                <a:moveTo>
                  <a:pt x="7620" y="5173345"/>
                </a:moveTo>
                <a:lnTo>
                  <a:pt x="3810" y="5169534"/>
                </a:lnTo>
                <a:lnTo>
                  <a:pt x="7620" y="5169534"/>
                </a:lnTo>
                <a:lnTo>
                  <a:pt x="7620" y="5173345"/>
                </a:lnTo>
                <a:close/>
              </a:path>
              <a:path w="5702300" h="5177155">
                <a:moveTo>
                  <a:pt x="5694680" y="5173345"/>
                </a:moveTo>
                <a:lnTo>
                  <a:pt x="7620" y="5173345"/>
                </a:lnTo>
                <a:lnTo>
                  <a:pt x="7620" y="5169534"/>
                </a:lnTo>
                <a:lnTo>
                  <a:pt x="5694680" y="5169534"/>
                </a:lnTo>
                <a:lnTo>
                  <a:pt x="5694680" y="5173345"/>
                </a:lnTo>
                <a:close/>
              </a:path>
              <a:path w="5702300" h="5177155">
                <a:moveTo>
                  <a:pt x="5702300" y="5173345"/>
                </a:moveTo>
                <a:lnTo>
                  <a:pt x="5694680" y="5173345"/>
                </a:lnTo>
                <a:lnTo>
                  <a:pt x="5698490" y="5169534"/>
                </a:lnTo>
                <a:lnTo>
                  <a:pt x="5702300" y="5169534"/>
                </a:lnTo>
                <a:lnTo>
                  <a:pt x="5702300" y="5173345"/>
                </a:lnTo>
                <a:close/>
              </a:path>
            </a:pathLst>
          </a:custGeom>
          <a:solidFill>
            <a:srgbClr val="E6E6E6"/>
          </a:solidFill>
        </p:spPr>
        <p:txBody>
          <a:bodyPr wrap="square" lIns="0" tIns="0" rIns="0" bIns="0" rtlCol="0"/>
          <a:lstStyle/>
          <a:p>
            <a:endParaRPr/>
          </a:p>
        </p:txBody>
      </p:sp>
      <p:sp>
        <p:nvSpPr>
          <p:cNvPr id="11" name="object 11"/>
          <p:cNvSpPr txBox="1"/>
          <p:nvPr/>
        </p:nvSpPr>
        <p:spPr>
          <a:xfrm>
            <a:off x="6175375" y="1555114"/>
            <a:ext cx="5511165" cy="5054600"/>
          </a:xfrm>
          <a:prstGeom prst="rect">
            <a:avLst/>
          </a:prstGeom>
        </p:spPr>
        <p:txBody>
          <a:bodyPr vert="horz" wrap="square" lIns="0" tIns="58419" rIns="0" bIns="0" rtlCol="0">
            <a:spAutoFit/>
          </a:bodyPr>
          <a:lstStyle/>
          <a:p>
            <a:pPr marL="699135" indent="-381635">
              <a:lnSpc>
                <a:spcPct val="100000"/>
              </a:lnSpc>
              <a:spcBef>
                <a:spcPts val="459"/>
              </a:spcBef>
              <a:buSzPct val="91666"/>
              <a:buAutoNum type="arabicPlain" startAt="4"/>
              <a:tabLst>
                <a:tab pos="699135" algn="l"/>
              </a:tabLst>
            </a:pPr>
            <a:r>
              <a:rPr sz="1200" dirty="0">
                <a:latin typeface="宋体"/>
                <a:cs typeface="宋体"/>
              </a:rPr>
              <a:t>紧迫感营造（50字以内</a:t>
            </a:r>
            <a:r>
              <a:rPr sz="1200" spc="-25" dirty="0">
                <a:latin typeface="宋体"/>
                <a:cs typeface="宋体"/>
              </a:rPr>
              <a:t>）：</a:t>
            </a:r>
            <a:endParaRPr sz="1200">
              <a:latin typeface="宋体"/>
              <a:cs typeface="宋体"/>
            </a:endParaRPr>
          </a:p>
          <a:p>
            <a:pPr marL="429895">
              <a:lnSpc>
                <a:spcPct val="100000"/>
              </a:lnSpc>
              <a:spcBef>
                <a:spcPts val="360"/>
              </a:spcBef>
            </a:pPr>
            <a:r>
              <a:rPr sz="1200" spc="-5" dirty="0">
                <a:latin typeface="宋体"/>
                <a:cs typeface="宋体"/>
              </a:rPr>
              <a:t>创造一种不立即行动就会错失良机的氛围</a:t>
            </a:r>
            <a:endParaRPr sz="1200">
              <a:latin typeface="宋体"/>
              <a:cs typeface="宋体"/>
            </a:endParaRPr>
          </a:p>
          <a:p>
            <a:pPr marL="429895">
              <a:lnSpc>
                <a:spcPct val="100000"/>
              </a:lnSpc>
              <a:spcBef>
                <a:spcPts val="360"/>
              </a:spcBef>
            </a:pPr>
            <a:r>
              <a:rPr sz="1200" spc="-5" dirty="0">
                <a:latin typeface="宋体"/>
                <a:cs typeface="宋体"/>
              </a:rPr>
              <a:t>要求：使用限时优惠或限量供应等策略，给出具体的截止时间或数量</a:t>
            </a:r>
            <a:endParaRPr sz="1200">
              <a:latin typeface="宋体"/>
              <a:cs typeface="宋体"/>
            </a:endParaRPr>
          </a:p>
          <a:p>
            <a:pPr marL="429895" marR="2214880" indent="-112395">
              <a:lnSpc>
                <a:spcPct val="125000"/>
              </a:lnSpc>
              <a:buSzPct val="91666"/>
              <a:buAutoNum type="arabicPlain" startAt="5"/>
              <a:tabLst>
                <a:tab pos="699135" algn="l"/>
              </a:tabLst>
            </a:pPr>
            <a:r>
              <a:rPr sz="1200" dirty="0">
                <a:latin typeface="宋体"/>
                <a:cs typeface="宋体"/>
              </a:rPr>
              <a:t>社会证明（2—3条，每条25字以内）：提供用户见证或数据支持</a:t>
            </a:r>
            <a:endParaRPr sz="1200">
              <a:latin typeface="宋体"/>
              <a:cs typeface="宋体"/>
            </a:endParaRPr>
          </a:p>
          <a:p>
            <a:pPr marL="429895">
              <a:lnSpc>
                <a:spcPct val="100000"/>
              </a:lnSpc>
              <a:spcBef>
                <a:spcPts val="360"/>
              </a:spcBef>
            </a:pPr>
            <a:r>
              <a:rPr sz="1200" dirty="0">
                <a:latin typeface="宋体"/>
                <a:cs typeface="宋体"/>
              </a:rPr>
              <a:t>要求：包括具体数字和真实感受，如</a:t>
            </a:r>
            <a:r>
              <a:rPr sz="1200" spc="150" dirty="0">
                <a:latin typeface="宋体"/>
                <a:cs typeface="宋体"/>
              </a:rPr>
              <a:t>90%</a:t>
            </a:r>
            <a:r>
              <a:rPr sz="1200" spc="-10" dirty="0">
                <a:latin typeface="宋体"/>
                <a:cs typeface="宋体"/>
              </a:rPr>
              <a:t>的用户表示效果显著</a:t>
            </a:r>
            <a:endParaRPr sz="1200">
              <a:latin typeface="宋体"/>
              <a:cs typeface="宋体"/>
            </a:endParaRPr>
          </a:p>
          <a:p>
            <a:pPr marL="429895" marR="2672080" indent="-112395">
              <a:lnSpc>
                <a:spcPct val="125000"/>
              </a:lnSpc>
              <a:buSzPct val="91666"/>
              <a:buAutoNum type="arabicPlain" startAt="6"/>
              <a:tabLst>
                <a:tab pos="699135" algn="l"/>
              </a:tabLst>
            </a:pPr>
            <a:r>
              <a:rPr sz="1200" dirty="0">
                <a:latin typeface="宋体"/>
                <a:cs typeface="宋体"/>
              </a:rPr>
              <a:t>低门槛起始步骤（40字以内</a:t>
            </a:r>
            <a:r>
              <a:rPr sz="1200" spc="-25" dirty="0">
                <a:latin typeface="宋体"/>
                <a:cs typeface="宋体"/>
              </a:rPr>
              <a:t>）：</a:t>
            </a:r>
            <a:r>
              <a:rPr sz="1200" spc="-5" dirty="0">
                <a:latin typeface="宋体"/>
                <a:cs typeface="宋体"/>
              </a:rPr>
              <a:t>设计一个简单、具体的第一步行动</a:t>
            </a:r>
            <a:endParaRPr sz="1200">
              <a:latin typeface="宋体"/>
              <a:cs typeface="宋体"/>
            </a:endParaRPr>
          </a:p>
          <a:p>
            <a:pPr marL="429895">
              <a:lnSpc>
                <a:spcPct val="100000"/>
              </a:lnSpc>
              <a:spcBef>
                <a:spcPts val="360"/>
              </a:spcBef>
            </a:pPr>
            <a:r>
              <a:rPr sz="1200" spc="-5" dirty="0">
                <a:latin typeface="宋体"/>
                <a:cs typeface="宋体"/>
              </a:rPr>
              <a:t>要求：这个步骤应该非常容易执行，降低用户的心理阻力</a:t>
            </a:r>
            <a:endParaRPr sz="1200">
              <a:latin typeface="宋体"/>
              <a:cs typeface="宋体"/>
            </a:endParaRPr>
          </a:p>
          <a:p>
            <a:pPr marL="429895" marR="2824480" indent="-112395">
              <a:lnSpc>
                <a:spcPct val="125000"/>
              </a:lnSpc>
              <a:buSzPct val="91666"/>
              <a:buAutoNum type="arabicPlain" startAt="7"/>
              <a:tabLst>
                <a:tab pos="699135" algn="l"/>
              </a:tabLst>
            </a:pPr>
            <a:r>
              <a:rPr sz="1200" dirty="0">
                <a:latin typeface="宋体"/>
                <a:cs typeface="宋体"/>
              </a:rPr>
              <a:t>行动召唤设计（15字以内</a:t>
            </a:r>
            <a:r>
              <a:rPr sz="1200" spc="-25" dirty="0">
                <a:latin typeface="宋体"/>
                <a:cs typeface="宋体"/>
              </a:rPr>
              <a:t>）：</a:t>
            </a:r>
            <a:r>
              <a:rPr sz="1200" spc="-5" dirty="0">
                <a:latin typeface="宋体"/>
                <a:cs typeface="宋体"/>
              </a:rPr>
              <a:t>创作一个有力的行动召唤语</a:t>
            </a:r>
            <a:endParaRPr sz="1200">
              <a:latin typeface="宋体"/>
              <a:cs typeface="宋体"/>
            </a:endParaRPr>
          </a:p>
          <a:p>
            <a:pPr marL="429895">
              <a:lnSpc>
                <a:spcPct val="100000"/>
              </a:lnSpc>
              <a:spcBef>
                <a:spcPts val="360"/>
              </a:spcBef>
            </a:pPr>
            <a:r>
              <a:rPr sz="1200" spc="-5" dirty="0">
                <a:latin typeface="宋体"/>
                <a:cs typeface="宋体"/>
              </a:rPr>
              <a:t>要求：使用强烈的行动词，如立即、马上、现在等</a:t>
            </a:r>
            <a:endParaRPr sz="1200">
              <a:latin typeface="宋体"/>
              <a:cs typeface="宋体"/>
            </a:endParaRPr>
          </a:p>
          <a:p>
            <a:pPr marL="699135" indent="-381635">
              <a:lnSpc>
                <a:spcPct val="100000"/>
              </a:lnSpc>
              <a:spcBef>
                <a:spcPts val="360"/>
              </a:spcBef>
              <a:buSzPct val="91666"/>
              <a:buAutoNum type="arabicPlain" startAt="8"/>
              <a:tabLst>
                <a:tab pos="699135" algn="l"/>
              </a:tabLst>
            </a:pPr>
            <a:r>
              <a:rPr sz="1200" dirty="0">
                <a:latin typeface="宋体"/>
                <a:cs typeface="宋体"/>
              </a:rPr>
              <a:t>遗憾预防（30字以内</a:t>
            </a:r>
            <a:r>
              <a:rPr sz="1200" spc="-25" dirty="0">
                <a:latin typeface="宋体"/>
                <a:cs typeface="宋体"/>
              </a:rPr>
              <a:t>）：</a:t>
            </a:r>
            <a:endParaRPr sz="1200">
              <a:latin typeface="宋体"/>
              <a:cs typeface="宋体"/>
            </a:endParaRPr>
          </a:p>
          <a:p>
            <a:pPr marL="429895">
              <a:lnSpc>
                <a:spcPct val="100000"/>
              </a:lnSpc>
              <a:spcBef>
                <a:spcPts val="360"/>
              </a:spcBef>
            </a:pPr>
            <a:r>
              <a:rPr sz="1200" spc="-5" dirty="0">
                <a:latin typeface="宋体"/>
                <a:cs typeface="宋体"/>
              </a:rPr>
              <a:t>描述不采取行动可能造成的遗憾或损失</a:t>
            </a:r>
            <a:endParaRPr sz="1200">
              <a:latin typeface="宋体"/>
              <a:cs typeface="宋体"/>
            </a:endParaRPr>
          </a:p>
          <a:p>
            <a:pPr marL="317500" marR="1873885" indent="112395">
              <a:lnSpc>
                <a:spcPct val="125000"/>
              </a:lnSpc>
            </a:pPr>
            <a:r>
              <a:rPr sz="1200" spc="-5" dirty="0">
                <a:latin typeface="宋体"/>
                <a:cs typeface="宋体"/>
              </a:rPr>
              <a:t>要求：使用对比手法，突出行动和不行动的差异</a:t>
            </a:r>
            <a:r>
              <a:rPr sz="1200" spc="-10" dirty="0">
                <a:latin typeface="宋体"/>
                <a:cs typeface="宋体"/>
              </a:rPr>
              <a:t>额外要求：</a:t>
            </a:r>
            <a:endParaRPr sz="1200">
              <a:latin typeface="宋体"/>
              <a:cs typeface="宋体"/>
            </a:endParaRPr>
          </a:p>
          <a:p>
            <a:pPr marL="405765" indent="-88265">
              <a:lnSpc>
                <a:spcPct val="100000"/>
              </a:lnSpc>
              <a:spcBef>
                <a:spcPts val="360"/>
              </a:spcBef>
              <a:buChar char="-"/>
              <a:tabLst>
                <a:tab pos="405765" algn="l"/>
              </a:tabLst>
            </a:pPr>
            <a:r>
              <a:rPr sz="1200" dirty="0">
                <a:latin typeface="宋体"/>
                <a:cs typeface="宋体"/>
              </a:rPr>
              <a:t>在文案中加入2—3</a:t>
            </a:r>
            <a:r>
              <a:rPr sz="1200" spc="-5" dirty="0">
                <a:latin typeface="宋体"/>
                <a:cs typeface="宋体"/>
              </a:rPr>
              <a:t>个与紧迫感相关的成语或谚语</a:t>
            </a:r>
            <a:endParaRPr sz="1200">
              <a:latin typeface="宋体"/>
              <a:cs typeface="宋体"/>
            </a:endParaRPr>
          </a:p>
          <a:p>
            <a:pPr marL="405765" indent="-88265">
              <a:lnSpc>
                <a:spcPct val="100000"/>
              </a:lnSpc>
              <a:spcBef>
                <a:spcPts val="360"/>
              </a:spcBef>
              <a:buChar char="-"/>
              <a:tabLst>
                <a:tab pos="405765" algn="l"/>
              </a:tabLst>
            </a:pPr>
            <a:r>
              <a:rPr sz="1200" spc="-5" dirty="0">
                <a:latin typeface="宋体"/>
                <a:cs typeface="宋体"/>
              </a:rPr>
              <a:t>使用问句式标题或小标题，增强互动感</a:t>
            </a:r>
            <a:endParaRPr sz="1200">
              <a:latin typeface="宋体"/>
              <a:cs typeface="宋体"/>
            </a:endParaRPr>
          </a:p>
          <a:p>
            <a:pPr marL="405765" indent="-88265">
              <a:lnSpc>
                <a:spcPct val="100000"/>
              </a:lnSpc>
              <a:spcBef>
                <a:spcPts val="360"/>
              </a:spcBef>
              <a:buChar char="-"/>
              <a:tabLst>
                <a:tab pos="405765" algn="l"/>
              </a:tabLst>
            </a:pPr>
            <a:r>
              <a:rPr sz="1200" spc="-5" dirty="0">
                <a:latin typeface="宋体"/>
                <a:cs typeface="宋体"/>
              </a:rPr>
              <a:t>对关键信息使用醒目的视觉处理，如加粗、下划线等</a:t>
            </a:r>
            <a:endParaRPr sz="1200">
              <a:latin typeface="宋体"/>
              <a:cs typeface="宋体"/>
            </a:endParaRPr>
          </a:p>
          <a:p>
            <a:pPr marL="405765" indent="-88265">
              <a:lnSpc>
                <a:spcPct val="100000"/>
              </a:lnSpc>
              <a:spcBef>
                <a:spcPts val="360"/>
              </a:spcBef>
              <a:buChar char="-"/>
              <a:tabLst>
                <a:tab pos="405765" algn="l"/>
              </a:tabLst>
            </a:pPr>
            <a:r>
              <a:rPr sz="1200" dirty="0">
                <a:latin typeface="宋体"/>
                <a:cs typeface="宋体"/>
              </a:rPr>
              <a:t>控制整体紧迫感，使用</a:t>
            </a:r>
            <a:r>
              <a:rPr sz="1200" spc="120" dirty="0">
                <a:latin typeface="宋体"/>
                <a:cs typeface="宋体"/>
              </a:rPr>
              <a:t>FOMO（Fear</a:t>
            </a:r>
            <a:r>
              <a:rPr sz="1200" spc="-229" dirty="0">
                <a:latin typeface="宋体"/>
                <a:cs typeface="宋体"/>
              </a:rPr>
              <a:t> </a:t>
            </a:r>
            <a:r>
              <a:rPr sz="1200" spc="-110" dirty="0">
                <a:latin typeface="宋体"/>
                <a:cs typeface="宋体"/>
              </a:rPr>
              <a:t>of</a:t>
            </a:r>
            <a:r>
              <a:rPr sz="1200" spc="-225" dirty="0">
                <a:latin typeface="宋体"/>
                <a:cs typeface="宋体"/>
              </a:rPr>
              <a:t> </a:t>
            </a:r>
            <a:r>
              <a:rPr sz="1200" spc="-50" dirty="0">
                <a:latin typeface="宋体"/>
                <a:cs typeface="宋体"/>
              </a:rPr>
              <a:t>Missing</a:t>
            </a:r>
            <a:r>
              <a:rPr sz="1200" spc="-225" dirty="0">
                <a:latin typeface="宋体"/>
                <a:cs typeface="宋体"/>
              </a:rPr>
              <a:t> </a:t>
            </a:r>
            <a:r>
              <a:rPr sz="1200" dirty="0">
                <a:latin typeface="宋体"/>
                <a:cs typeface="宋体"/>
              </a:rPr>
              <a:t>Out）指数评估，目标为7—</a:t>
            </a:r>
            <a:r>
              <a:rPr sz="1200" spc="-50" dirty="0">
                <a:latin typeface="宋体"/>
                <a:cs typeface="宋体"/>
              </a:rPr>
              <a:t>8</a:t>
            </a:r>
            <a:endParaRPr sz="1200">
              <a:latin typeface="宋体"/>
              <a:cs typeface="宋体"/>
            </a:endParaRPr>
          </a:p>
          <a:p>
            <a:pPr marL="12700">
              <a:lnSpc>
                <a:spcPct val="100000"/>
              </a:lnSpc>
              <a:spcBef>
                <a:spcPts val="360"/>
              </a:spcBef>
            </a:pPr>
            <a:r>
              <a:rPr sz="1200" dirty="0">
                <a:latin typeface="宋体"/>
                <a:cs typeface="宋体"/>
              </a:rPr>
              <a:t>（足够紧迫但不过分焦虑</a:t>
            </a:r>
            <a:r>
              <a:rPr sz="1200" spc="-50" dirty="0">
                <a:latin typeface="宋体"/>
                <a:cs typeface="宋体"/>
              </a:rPr>
              <a:t>）</a:t>
            </a:r>
            <a:endParaRPr sz="1200">
              <a:latin typeface="宋体"/>
              <a:cs typeface="宋体"/>
            </a:endParaRPr>
          </a:p>
          <a:p>
            <a:pPr marL="317500">
              <a:lnSpc>
                <a:spcPct val="100000"/>
              </a:lnSpc>
              <a:spcBef>
                <a:spcPts val="360"/>
              </a:spcBef>
            </a:pPr>
            <a:r>
              <a:rPr sz="1200" spc="-5" dirty="0">
                <a:latin typeface="宋体"/>
                <a:cs typeface="宋体"/>
              </a:rPr>
              <a:t>请基于以上结构和要求，生成一份完整的促销文案。</a:t>
            </a:r>
            <a:endParaRPr sz="1200">
              <a:latin typeface="宋体"/>
              <a:cs typeface="宋体"/>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53380" cy="634365"/>
          </a:xfrm>
          <a:prstGeom prst="rect">
            <a:avLst/>
          </a:prstGeom>
        </p:spPr>
        <p:txBody>
          <a:bodyPr vert="horz" wrap="square" lIns="0" tIns="12065" rIns="0" bIns="0" rtlCol="0">
            <a:spAutoFit/>
          </a:bodyPr>
          <a:lstStyle/>
          <a:p>
            <a:pPr marL="12700">
              <a:lnSpc>
                <a:spcPct val="100000"/>
              </a:lnSpc>
              <a:spcBef>
                <a:spcPts val="95"/>
              </a:spcBef>
            </a:pPr>
            <a:r>
              <a:rPr sz="4000" spc="270" dirty="0"/>
              <a:t>营销策划的提示语设</a:t>
            </a:r>
            <a:r>
              <a:rPr sz="4000" spc="-50" dirty="0"/>
              <a:t>计</a:t>
            </a:r>
            <a:endParaRPr sz="4000"/>
          </a:p>
        </p:txBody>
      </p:sp>
      <p:pic>
        <p:nvPicPr>
          <p:cNvPr id="3" name="object 3"/>
          <p:cNvPicPr/>
          <p:nvPr/>
        </p:nvPicPr>
        <p:blipFill>
          <a:blip r:embed="rId2" cstate="print"/>
          <a:stretch>
            <a:fillRect/>
          </a:stretch>
        </p:blipFill>
        <p:spPr>
          <a:xfrm>
            <a:off x="6719316" y="2837688"/>
            <a:ext cx="3764279" cy="3617976"/>
          </a:xfrm>
          <a:prstGeom prst="rect">
            <a:avLst/>
          </a:prstGeom>
        </p:spPr>
      </p:pic>
      <p:pic>
        <p:nvPicPr>
          <p:cNvPr id="4" name="object 4"/>
          <p:cNvPicPr/>
          <p:nvPr/>
        </p:nvPicPr>
        <p:blipFill>
          <a:blip r:embed="rId3" cstate="print"/>
          <a:stretch>
            <a:fillRect/>
          </a:stretch>
        </p:blipFill>
        <p:spPr>
          <a:xfrm>
            <a:off x="1235963" y="2989579"/>
            <a:ext cx="795058" cy="794918"/>
          </a:xfrm>
          <a:prstGeom prst="rect">
            <a:avLst/>
          </a:prstGeom>
        </p:spPr>
      </p:pic>
      <p:sp>
        <p:nvSpPr>
          <p:cNvPr id="5" name="object 5"/>
          <p:cNvSpPr txBox="1"/>
          <p:nvPr/>
        </p:nvSpPr>
        <p:spPr>
          <a:xfrm>
            <a:off x="691515" y="1301750"/>
            <a:ext cx="10857230" cy="2240280"/>
          </a:xfrm>
          <a:prstGeom prst="rect">
            <a:avLst/>
          </a:prstGeom>
        </p:spPr>
        <p:txBody>
          <a:bodyPr vert="horz" wrap="square" lIns="0" tIns="12700" rIns="0" bIns="0" rtlCol="0">
            <a:spAutoFit/>
          </a:bodyPr>
          <a:lstStyle/>
          <a:p>
            <a:pPr marL="12700" marR="5080" algn="just">
              <a:lnSpc>
                <a:spcPct val="129900"/>
              </a:lnSpc>
              <a:spcBef>
                <a:spcPts val="100"/>
              </a:spcBef>
            </a:pPr>
            <a:r>
              <a:rPr sz="1800" spc="-5" dirty="0">
                <a:latin typeface="宋体"/>
                <a:cs typeface="宋体"/>
              </a:rPr>
              <a:t>在当代营销环境中，有效地营销策划是品牌成功的关键。设计高质量的营销策划提示语，核心在于创新、精</a:t>
            </a:r>
            <a:r>
              <a:rPr sz="1800" dirty="0">
                <a:latin typeface="宋体"/>
                <a:cs typeface="宋体"/>
              </a:rPr>
              <a:t>准和可行。创新要求使用者激发</a:t>
            </a:r>
            <a:r>
              <a:rPr sz="1800" dirty="0">
                <a:latin typeface="Arial"/>
                <a:cs typeface="Arial"/>
              </a:rPr>
              <a:t>AI</a:t>
            </a:r>
            <a:r>
              <a:rPr sz="1800" dirty="0">
                <a:latin typeface="宋体"/>
                <a:cs typeface="宋体"/>
              </a:rPr>
              <a:t>的创造力，生成独特的创意概念；精准需要使用者引导</a:t>
            </a:r>
            <a:r>
              <a:rPr sz="1800" dirty="0">
                <a:latin typeface="Arial"/>
                <a:cs typeface="Arial"/>
              </a:rPr>
              <a:t>AI</a:t>
            </a:r>
            <a:r>
              <a:rPr sz="1800" spc="-10" dirty="0">
                <a:latin typeface="宋体"/>
                <a:cs typeface="宋体"/>
              </a:rPr>
              <a:t>制定符合目标受</a:t>
            </a:r>
            <a:r>
              <a:rPr sz="1800" dirty="0">
                <a:latin typeface="宋体"/>
                <a:cs typeface="宋体"/>
              </a:rPr>
              <a:t>众和市场环境的传播策略；可行则要求通过提示语设计，确保</a:t>
            </a:r>
            <a:r>
              <a:rPr sz="1800" spc="-10" dirty="0">
                <a:latin typeface="Arial"/>
                <a:cs typeface="Arial"/>
              </a:rPr>
              <a:t>AI</a:t>
            </a:r>
            <a:r>
              <a:rPr sz="1800" spc="-5" dirty="0">
                <a:latin typeface="宋体"/>
                <a:cs typeface="宋体"/>
              </a:rPr>
              <a:t>生成的执行方案具有实操性。</a:t>
            </a:r>
            <a:endParaRPr sz="1800">
              <a:latin typeface="宋体"/>
              <a:cs typeface="宋体"/>
            </a:endParaRPr>
          </a:p>
          <a:p>
            <a:pPr>
              <a:lnSpc>
                <a:spcPct val="100000"/>
              </a:lnSpc>
              <a:spcBef>
                <a:spcPts val="60"/>
              </a:spcBef>
            </a:pPr>
            <a:endParaRPr sz="2850">
              <a:latin typeface="宋体"/>
              <a:cs typeface="宋体"/>
            </a:endParaRPr>
          </a:p>
          <a:p>
            <a:pPr marL="102235" algn="ctr">
              <a:lnSpc>
                <a:spcPct val="100000"/>
              </a:lnSpc>
            </a:pPr>
            <a:r>
              <a:rPr sz="2000" b="1" spc="-5" dirty="0">
                <a:latin typeface="Microsoft JhengHei"/>
                <a:cs typeface="Microsoft JhengHei"/>
              </a:rPr>
              <a:t>营销策划写作的核心要素</a:t>
            </a:r>
            <a:endParaRPr sz="2000">
              <a:latin typeface="Microsoft JhengHei"/>
              <a:cs typeface="Microsoft JhengHei"/>
            </a:endParaRPr>
          </a:p>
          <a:p>
            <a:pPr marL="1037590">
              <a:lnSpc>
                <a:spcPct val="100000"/>
              </a:lnSpc>
              <a:spcBef>
                <a:spcPts val="750"/>
              </a:spcBef>
            </a:pPr>
            <a:r>
              <a:rPr sz="1800" spc="100" dirty="0">
                <a:solidFill>
                  <a:srgbClr val="252525"/>
                </a:solidFill>
                <a:latin typeface="宋体"/>
                <a:cs typeface="宋体"/>
              </a:rPr>
              <a:t>创意概念</a:t>
            </a:r>
            <a:endParaRPr sz="1800">
              <a:latin typeface="宋体"/>
              <a:cs typeface="宋体"/>
            </a:endParaRPr>
          </a:p>
        </p:txBody>
      </p:sp>
      <p:pic>
        <p:nvPicPr>
          <p:cNvPr id="6" name="object 6"/>
          <p:cNvPicPr/>
          <p:nvPr/>
        </p:nvPicPr>
        <p:blipFill>
          <a:blip r:embed="rId4" cstate="print"/>
          <a:stretch>
            <a:fillRect/>
          </a:stretch>
        </p:blipFill>
        <p:spPr>
          <a:xfrm>
            <a:off x="1235963" y="4042118"/>
            <a:ext cx="795058" cy="794918"/>
          </a:xfrm>
          <a:prstGeom prst="rect">
            <a:avLst/>
          </a:prstGeom>
        </p:spPr>
      </p:pic>
      <p:sp>
        <p:nvSpPr>
          <p:cNvPr id="7" name="object 7"/>
          <p:cNvSpPr txBox="1"/>
          <p:nvPr/>
        </p:nvSpPr>
        <p:spPr>
          <a:xfrm>
            <a:off x="1717039" y="4293870"/>
            <a:ext cx="996950" cy="299720"/>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252525"/>
                </a:solidFill>
                <a:latin typeface="宋体"/>
                <a:cs typeface="宋体"/>
              </a:rPr>
              <a:t>传播策略</a:t>
            </a:r>
            <a:endParaRPr sz="1800">
              <a:latin typeface="宋体"/>
              <a:cs typeface="宋体"/>
            </a:endParaRPr>
          </a:p>
        </p:txBody>
      </p:sp>
      <p:pic>
        <p:nvPicPr>
          <p:cNvPr id="8" name="object 8"/>
          <p:cNvPicPr/>
          <p:nvPr/>
        </p:nvPicPr>
        <p:blipFill>
          <a:blip r:embed="rId5" cstate="print"/>
          <a:stretch>
            <a:fillRect/>
          </a:stretch>
        </p:blipFill>
        <p:spPr>
          <a:xfrm>
            <a:off x="1235963" y="5094655"/>
            <a:ext cx="795058" cy="794918"/>
          </a:xfrm>
          <a:prstGeom prst="rect">
            <a:avLst/>
          </a:prstGeom>
        </p:spPr>
      </p:pic>
      <p:sp>
        <p:nvSpPr>
          <p:cNvPr id="9" name="object 9"/>
          <p:cNvSpPr txBox="1"/>
          <p:nvPr/>
        </p:nvSpPr>
        <p:spPr>
          <a:xfrm>
            <a:off x="1717039" y="5330825"/>
            <a:ext cx="996950" cy="299720"/>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252525"/>
                </a:solidFill>
                <a:latin typeface="宋体"/>
                <a:cs typeface="宋体"/>
              </a:rPr>
              <a:t>执行方案</a:t>
            </a:r>
            <a:endParaRPr sz="1800">
              <a:latin typeface="宋体"/>
              <a:cs typeface="宋体"/>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280525" cy="634365"/>
          </a:xfrm>
          <a:prstGeom prst="rect">
            <a:avLst/>
          </a:prstGeom>
        </p:spPr>
        <p:txBody>
          <a:bodyPr vert="horz" wrap="square" lIns="0" tIns="12065" rIns="0" bIns="0" rtlCol="0">
            <a:spAutoFit/>
          </a:bodyPr>
          <a:lstStyle/>
          <a:p>
            <a:pPr marL="12700">
              <a:lnSpc>
                <a:spcPct val="100000"/>
              </a:lnSpc>
              <a:spcBef>
                <a:spcPts val="95"/>
              </a:spcBef>
            </a:pPr>
            <a:r>
              <a:rPr sz="4000" spc="270" dirty="0"/>
              <a:t>创意概念：设计激发创新思维的提示</a:t>
            </a:r>
            <a:r>
              <a:rPr sz="4000" spc="-50" dirty="0"/>
              <a:t>语</a:t>
            </a:r>
            <a:endParaRPr sz="4000"/>
          </a:p>
        </p:txBody>
      </p:sp>
      <p:sp>
        <p:nvSpPr>
          <p:cNvPr id="3" name="object 3"/>
          <p:cNvSpPr/>
          <p:nvPr/>
        </p:nvSpPr>
        <p:spPr>
          <a:xfrm>
            <a:off x="492442" y="1786572"/>
            <a:ext cx="4820285" cy="418465"/>
          </a:xfrm>
          <a:custGeom>
            <a:avLst/>
            <a:gdLst/>
            <a:ahLst/>
            <a:cxnLst/>
            <a:rect l="l" t="t" r="r" b="b"/>
            <a:pathLst>
              <a:path w="4820285" h="418464">
                <a:moveTo>
                  <a:pt x="4820285" y="0"/>
                </a:moveTo>
                <a:lnTo>
                  <a:pt x="4791710" y="0"/>
                </a:lnTo>
                <a:lnTo>
                  <a:pt x="4791710" y="28575"/>
                </a:lnTo>
                <a:lnTo>
                  <a:pt x="4791710" y="389890"/>
                </a:lnTo>
                <a:lnTo>
                  <a:pt x="3903980" y="389890"/>
                </a:lnTo>
                <a:lnTo>
                  <a:pt x="3903980" y="28575"/>
                </a:lnTo>
                <a:lnTo>
                  <a:pt x="4791710" y="28575"/>
                </a:lnTo>
                <a:lnTo>
                  <a:pt x="4791710" y="0"/>
                </a:lnTo>
                <a:lnTo>
                  <a:pt x="3903345" y="0"/>
                </a:lnTo>
                <a:lnTo>
                  <a:pt x="3875405" y="0"/>
                </a:lnTo>
                <a:lnTo>
                  <a:pt x="3874770" y="0"/>
                </a:lnTo>
                <a:lnTo>
                  <a:pt x="3874770" y="28575"/>
                </a:lnTo>
                <a:lnTo>
                  <a:pt x="3874770" y="389890"/>
                </a:lnTo>
                <a:lnTo>
                  <a:pt x="2778760" y="389890"/>
                </a:lnTo>
                <a:lnTo>
                  <a:pt x="2778760" y="28575"/>
                </a:lnTo>
                <a:lnTo>
                  <a:pt x="3874770" y="28575"/>
                </a:lnTo>
                <a:lnTo>
                  <a:pt x="3874770" y="0"/>
                </a:lnTo>
                <a:lnTo>
                  <a:pt x="2778112" y="0"/>
                </a:lnTo>
                <a:lnTo>
                  <a:pt x="2750185" y="0"/>
                </a:lnTo>
                <a:lnTo>
                  <a:pt x="2749550" y="0"/>
                </a:lnTo>
                <a:lnTo>
                  <a:pt x="2749550" y="28575"/>
                </a:lnTo>
                <a:lnTo>
                  <a:pt x="2749550" y="389890"/>
                </a:lnTo>
                <a:lnTo>
                  <a:pt x="1861820" y="389890"/>
                </a:lnTo>
                <a:lnTo>
                  <a:pt x="1861820" y="28575"/>
                </a:lnTo>
                <a:lnTo>
                  <a:pt x="2749550" y="28575"/>
                </a:lnTo>
                <a:lnTo>
                  <a:pt x="2749550" y="0"/>
                </a:lnTo>
                <a:lnTo>
                  <a:pt x="1861185" y="0"/>
                </a:lnTo>
                <a:lnTo>
                  <a:pt x="1833245" y="0"/>
                </a:lnTo>
                <a:lnTo>
                  <a:pt x="1832610" y="0"/>
                </a:lnTo>
                <a:lnTo>
                  <a:pt x="1832610" y="28575"/>
                </a:lnTo>
                <a:lnTo>
                  <a:pt x="1832610" y="389890"/>
                </a:lnTo>
                <a:lnTo>
                  <a:pt x="944880" y="389890"/>
                </a:lnTo>
                <a:lnTo>
                  <a:pt x="944880" y="28575"/>
                </a:lnTo>
                <a:lnTo>
                  <a:pt x="1832610" y="28575"/>
                </a:lnTo>
                <a:lnTo>
                  <a:pt x="1832610" y="0"/>
                </a:lnTo>
                <a:lnTo>
                  <a:pt x="944880" y="0"/>
                </a:lnTo>
                <a:lnTo>
                  <a:pt x="916305" y="0"/>
                </a:lnTo>
                <a:lnTo>
                  <a:pt x="916305" y="28575"/>
                </a:lnTo>
                <a:lnTo>
                  <a:pt x="916305" y="389890"/>
                </a:lnTo>
                <a:lnTo>
                  <a:pt x="28575" y="389890"/>
                </a:lnTo>
                <a:lnTo>
                  <a:pt x="28575" y="28575"/>
                </a:lnTo>
                <a:lnTo>
                  <a:pt x="916305" y="28575"/>
                </a:lnTo>
                <a:lnTo>
                  <a:pt x="916305" y="0"/>
                </a:lnTo>
                <a:lnTo>
                  <a:pt x="0" y="0"/>
                </a:lnTo>
                <a:lnTo>
                  <a:pt x="0" y="418465"/>
                </a:lnTo>
                <a:lnTo>
                  <a:pt x="916305" y="418465"/>
                </a:lnTo>
                <a:lnTo>
                  <a:pt x="944880" y="418465"/>
                </a:lnTo>
                <a:lnTo>
                  <a:pt x="4820285" y="418465"/>
                </a:lnTo>
                <a:lnTo>
                  <a:pt x="4820285" y="404177"/>
                </a:lnTo>
                <a:lnTo>
                  <a:pt x="4820285" y="389890"/>
                </a:lnTo>
                <a:lnTo>
                  <a:pt x="4820285" y="28575"/>
                </a:lnTo>
                <a:lnTo>
                  <a:pt x="4820285" y="14287"/>
                </a:lnTo>
                <a:lnTo>
                  <a:pt x="4820285" y="0"/>
                </a:lnTo>
                <a:close/>
              </a:path>
            </a:pathLst>
          </a:custGeom>
          <a:solidFill>
            <a:srgbClr val="5F95E6"/>
          </a:solidFill>
        </p:spPr>
        <p:txBody>
          <a:bodyPr wrap="square" lIns="0" tIns="0" rIns="0" bIns="0" rtlCol="0"/>
          <a:lstStyle/>
          <a:p>
            <a:endParaRPr/>
          </a:p>
        </p:txBody>
      </p:sp>
      <p:sp>
        <p:nvSpPr>
          <p:cNvPr id="4" name="object 4"/>
          <p:cNvSpPr/>
          <p:nvPr/>
        </p:nvSpPr>
        <p:spPr>
          <a:xfrm>
            <a:off x="432816" y="4799076"/>
            <a:ext cx="2106295" cy="349250"/>
          </a:xfrm>
          <a:custGeom>
            <a:avLst/>
            <a:gdLst/>
            <a:ahLst/>
            <a:cxnLst/>
            <a:rect l="l" t="t" r="r" b="b"/>
            <a:pathLst>
              <a:path w="2106295" h="349250">
                <a:moveTo>
                  <a:pt x="2048256" y="348996"/>
                </a:moveTo>
                <a:lnTo>
                  <a:pt x="57912" y="348996"/>
                </a:lnTo>
                <a:lnTo>
                  <a:pt x="35211" y="344354"/>
                </a:lnTo>
                <a:lnTo>
                  <a:pt x="16725" y="331889"/>
                </a:lnTo>
                <a:lnTo>
                  <a:pt x="4355" y="313498"/>
                </a:lnTo>
                <a:lnTo>
                  <a:pt x="0" y="291084"/>
                </a:lnTo>
                <a:lnTo>
                  <a:pt x="0" y="57912"/>
                </a:lnTo>
                <a:lnTo>
                  <a:pt x="4355" y="35211"/>
                </a:lnTo>
                <a:lnTo>
                  <a:pt x="16725" y="16725"/>
                </a:lnTo>
                <a:lnTo>
                  <a:pt x="35211" y="4355"/>
                </a:lnTo>
                <a:lnTo>
                  <a:pt x="57912" y="0"/>
                </a:lnTo>
                <a:lnTo>
                  <a:pt x="2048256" y="0"/>
                </a:lnTo>
                <a:lnTo>
                  <a:pt x="2070599" y="4355"/>
                </a:lnTo>
                <a:lnTo>
                  <a:pt x="2088965" y="16725"/>
                </a:lnTo>
                <a:lnTo>
                  <a:pt x="2101455" y="35211"/>
                </a:lnTo>
                <a:lnTo>
                  <a:pt x="2106167" y="57912"/>
                </a:lnTo>
                <a:lnTo>
                  <a:pt x="2106167" y="291084"/>
                </a:lnTo>
                <a:lnTo>
                  <a:pt x="2101455" y="313498"/>
                </a:lnTo>
                <a:lnTo>
                  <a:pt x="2088965" y="331889"/>
                </a:lnTo>
                <a:lnTo>
                  <a:pt x="2070599" y="344354"/>
                </a:lnTo>
                <a:lnTo>
                  <a:pt x="2048256" y="348996"/>
                </a:lnTo>
                <a:close/>
              </a:path>
            </a:pathLst>
          </a:custGeom>
          <a:solidFill>
            <a:srgbClr val="0A80DF"/>
          </a:solidFill>
        </p:spPr>
        <p:txBody>
          <a:bodyPr wrap="square" lIns="0" tIns="0" rIns="0" bIns="0" rtlCol="0"/>
          <a:lstStyle/>
          <a:p>
            <a:endParaRPr/>
          </a:p>
        </p:txBody>
      </p:sp>
      <p:sp>
        <p:nvSpPr>
          <p:cNvPr id="5" name="object 5"/>
          <p:cNvSpPr txBox="1"/>
          <p:nvPr/>
        </p:nvSpPr>
        <p:spPr>
          <a:xfrm>
            <a:off x="540384" y="1292860"/>
            <a:ext cx="4655185" cy="3832225"/>
          </a:xfrm>
          <a:prstGeom prst="rect">
            <a:avLst/>
          </a:prstGeom>
        </p:spPr>
        <p:txBody>
          <a:bodyPr vert="horz" wrap="square" lIns="0" tIns="13335" rIns="0" bIns="0" rtlCol="0">
            <a:spAutoFit/>
          </a:bodyPr>
          <a:lstStyle/>
          <a:p>
            <a:pPr marL="267335">
              <a:lnSpc>
                <a:spcPct val="100000"/>
              </a:lnSpc>
              <a:spcBef>
                <a:spcPts val="105"/>
              </a:spcBef>
            </a:pPr>
            <a:r>
              <a:rPr sz="2000" b="1" spc="-10" dirty="0">
                <a:latin typeface="Microsoft JhengHei"/>
                <a:cs typeface="Microsoft JhengHei"/>
              </a:rPr>
              <a:t>理论层面：</a:t>
            </a:r>
            <a:endParaRPr sz="2000">
              <a:latin typeface="Microsoft JhengHei"/>
              <a:cs typeface="Microsoft JhengHei"/>
            </a:endParaRPr>
          </a:p>
          <a:p>
            <a:pPr marL="81280">
              <a:lnSpc>
                <a:spcPct val="100000"/>
              </a:lnSpc>
              <a:spcBef>
                <a:spcPts val="1965"/>
              </a:spcBef>
              <a:tabLst>
                <a:tab pos="996950" algn="l"/>
                <a:tab pos="1913889" algn="l"/>
                <a:tab pos="2820670" algn="l"/>
                <a:tab pos="3956050" algn="l"/>
              </a:tabLst>
            </a:pPr>
            <a:r>
              <a:rPr sz="1800" dirty="0">
                <a:latin typeface="宋体"/>
                <a:cs typeface="宋体"/>
              </a:rPr>
              <a:t>独特</a:t>
            </a:r>
            <a:r>
              <a:rPr sz="1800" spc="-50" dirty="0">
                <a:latin typeface="宋体"/>
                <a:cs typeface="宋体"/>
              </a:rPr>
              <a:t>性</a:t>
            </a:r>
            <a:r>
              <a:rPr sz="1800" dirty="0">
                <a:latin typeface="宋体"/>
                <a:cs typeface="宋体"/>
              </a:rPr>
              <a:t>	相关</a:t>
            </a:r>
            <a:r>
              <a:rPr sz="1800" spc="-50" dirty="0">
                <a:latin typeface="宋体"/>
                <a:cs typeface="宋体"/>
              </a:rPr>
              <a:t>性</a:t>
            </a:r>
            <a:r>
              <a:rPr sz="1800" dirty="0">
                <a:latin typeface="宋体"/>
                <a:cs typeface="宋体"/>
              </a:rPr>
              <a:t>	记忆</a:t>
            </a:r>
            <a:r>
              <a:rPr sz="1800" spc="-50" dirty="0">
                <a:latin typeface="宋体"/>
                <a:cs typeface="宋体"/>
              </a:rPr>
              <a:t>点</a:t>
            </a:r>
            <a:r>
              <a:rPr sz="1800" dirty="0">
                <a:latin typeface="宋体"/>
                <a:cs typeface="宋体"/>
              </a:rPr>
              <a:t>	情感触</a:t>
            </a:r>
            <a:r>
              <a:rPr sz="1800" spc="-50" dirty="0">
                <a:latin typeface="宋体"/>
                <a:cs typeface="宋体"/>
              </a:rPr>
              <a:t>发</a:t>
            </a:r>
            <a:r>
              <a:rPr sz="1800" dirty="0">
                <a:latin typeface="宋体"/>
                <a:cs typeface="宋体"/>
              </a:rPr>
              <a:t>	时效</a:t>
            </a:r>
            <a:r>
              <a:rPr sz="1800" spc="-50" dirty="0">
                <a:latin typeface="宋体"/>
                <a:cs typeface="宋体"/>
              </a:rPr>
              <a:t>性</a:t>
            </a:r>
            <a:endParaRPr sz="1800">
              <a:latin typeface="宋体"/>
              <a:cs typeface="宋体"/>
            </a:endParaRPr>
          </a:p>
          <a:p>
            <a:pPr>
              <a:lnSpc>
                <a:spcPct val="100000"/>
              </a:lnSpc>
              <a:spcBef>
                <a:spcPts val="45"/>
              </a:spcBef>
            </a:pPr>
            <a:endParaRPr sz="2100">
              <a:latin typeface="宋体"/>
              <a:cs typeface="宋体"/>
            </a:endParaRPr>
          </a:p>
          <a:p>
            <a:pPr marL="238125">
              <a:lnSpc>
                <a:spcPct val="100000"/>
              </a:lnSpc>
              <a:spcBef>
                <a:spcPts val="5"/>
              </a:spcBef>
            </a:pPr>
            <a:r>
              <a:rPr sz="2000" b="1" spc="-10" dirty="0">
                <a:latin typeface="Microsoft JhengHei"/>
                <a:cs typeface="Microsoft JhengHei"/>
              </a:rPr>
              <a:t>方法层面：</a:t>
            </a:r>
            <a:endParaRPr sz="2000">
              <a:latin typeface="Microsoft JhengHei"/>
              <a:cs typeface="Microsoft JhengHei"/>
            </a:endParaRPr>
          </a:p>
          <a:p>
            <a:pPr marL="355600" indent="-342900">
              <a:lnSpc>
                <a:spcPct val="100000"/>
              </a:lnSpc>
              <a:spcBef>
                <a:spcPts val="1300"/>
              </a:spcBef>
              <a:buFont typeface="Arial"/>
              <a:buAutoNum type="arabicPeriod"/>
              <a:tabLst>
                <a:tab pos="354965" algn="l"/>
                <a:tab pos="355600" algn="l"/>
              </a:tabLst>
            </a:pPr>
            <a:r>
              <a:rPr sz="1800" spc="-10" dirty="0">
                <a:latin typeface="宋体"/>
                <a:cs typeface="宋体"/>
              </a:rPr>
              <a:t>跨领域联想指令</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dirty="0">
                <a:latin typeface="宋体"/>
                <a:cs typeface="宋体"/>
              </a:rPr>
              <a:t>品牌</a:t>
            </a:r>
            <a:r>
              <a:rPr sz="1800" spc="-10" dirty="0">
                <a:latin typeface="Arial"/>
                <a:cs typeface="Arial"/>
              </a:rPr>
              <a:t>DNA</a:t>
            </a:r>
            <a:r>
              <a:rPr sz="1800" spc="-25" dirty="0">
                <a:latin typeface="宋体"/>
                <a:cs typeface="宋体"/>
              </a:rPr>
              <a:t>融入</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10" dirty="0">
                <a:latin typeface="宋体"/>
                <a:cs typeface="宋体"/>
              </a:rPr>
              <a:t>记忆点设计</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10" dirty="0">
                <a:latin typeface="宋体"/>
                <a:cs typeface="宋体"/>
              </a:rPr>
              <a:t>情感地图构建</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10" dirty="0">
                <a:latin typeface="宋体"/>
                <a:cs typeface="宋体"/>
              </a:rPr>
              <a:t>趋势融合要求</a:t>
            </a:r>
            <a:endParaRPr sz="1800">
              <a:latin typeface="宋体"/>
              <a:cs typeface="宋体"/>
            </a:endParaRPr>
          </a:p>
          <a:p>
            <a:pPr marL="485775">
              <a:lnSpc>
                <a:spcPct val="100000"/>
              </a:lnSpc>
              <a:spcBef>
                <a:spcPts val="146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6" name="object 6"/>
          <p:cNvSpPr/>
          <p:nvPr/>
        </p:nvSpPr>
        <p:spPr>
          <a:xfrm>
            <a:off x="428625" y="5144770"/>
            <a:ext cx="5301615" cy="1336040"/>
          </a:xfrm>
          <a:custGeom>
            <a:avLst/>
            <a:gdLst/>
            <a:ahLst/>
            <a:cxnLst/>
            <a:rect l="l" t="t" r="r" b="b"/>
            <a:pathLst>
              <a:path w="5301615" h="1336039">
                <a:moveTo>
                  <a:pt x="5297805" y="1336039"/>
                </a:moveTo>
                <a:lnTo>
                  <a:pt x="3809" y="1336039"/>
                </a:lnTo>
                <a:lnTo>
                  <a:pt x="2349" y="1335747"/>
                </a:lnTo>
                <a:lnTo>
                  <a:pt x="1117" y="1334922"/>
                </a:lnTo>
                <a:lnTo>
                  <a:pt x="292" y="1333690"/>
                </a:lnTo>
                <a:lnTo>
                  <a:pt x="0" y="1332229"/>
                </a:lnTo>
                <a:lnTo>
                  <a:pt x="0" y="3809"/>
                </a:lnTo>
                <a:lnTo>
                  <a:pt x="292" y="2349"/>
                </a:lnTo>
                <a:lnTo>
                  <a:pt x="1117" y="1117"/>
                </a:lnTo>
                <a:lnTo>
                  <a:pt x="2349" y="292"/>
                </a:lnTo>
                <a:lnTo>
                  <a:pt x="3809" y="0"/>
                </a:lnTo>
                <a:lnTo>
                  <a:pt x="5297805" y="0"/>
                </a:lnTo>
                <a:lnTo>
                  <a:pt x="5299265" y="292"/>
                </a:lnTo>
                <a:lnTo>
                  <a:pt x="5300497" y="1117"/>
                </a:lnTo>
                <a:lnTo>
                  <a:pt x="5301322" y="2349"/>
                </a:lnTo>
                <a:lnTo>
                  <a:pt x="5301615" y="3809"/>
                </a:lnTo>
                <a:lnTo>
                  <a:pt x="7620" y="3809"/>
                </a:lnTo>
                <a:lnTo>
                  <a:pt x="3809" y="7619"/>
                </a:lnTo>
                <a:lnTo>
                  <a:pt x="7620" y="7619"/>
                </a:lnTo>
                <a:lnTo>
                  <a:pt x="7620" y="1328419"/>
                </a:lnTo>
                <a:lnTo>
                  <a:pt x="3809" y="1328419"/>
                </a:lnTo>
                <a:lnTo>
                  <a:pt x="7620" y="1332229"/>
                </a:lnTo>
                <a:lnTo>
                  <a:pt x="5301615" y="1332229"/>
                </a:lnTo>
                <a:lnTo>
                  <a:pt x="5301322" y="1333690"/>
                </a:lnTo>
                <a:lnTo>
                  <a:pt x="5300497" y="1334922"/>
                </a:lnTo>
                <a:lnTo>
                  <a:pt x="5299265" y="1335747"/>
                </a:lnTo>
                <a:lnTo>
                  <a:pt x="5297805" y="1336039"/>
                </a:lnTo>
                <a:close/>
              </a:path>
              <a:path w="5301615" h="1336039">
                <a:moveTo>
                  <a:pt x="7620" y="7619"/>
                </a:moveTo>
                <a:lnTo>
                  <a:pt x="3809" y="7619"/>
                </a:lnTo>
                <a:lnTo>
                  <a:pt x="7620" y="3809"/>
                </a:lnTo>
                <a:lnTo>
                  <a:pt x="7620" y="7619"/>
                </a:lnTo>
                <a:close/>
              </a:path>
              <a:path w="5301615" h="1336039">
                <a:moveTo>
                  <a:pt x="5293995" y="7619"/>
                </a:moveTo>
                <a:lnTo>
                  <a:pt x="7620" y="7619"/>
                </a:lnTo>
                <a:lnTo>
                  <a:pt x="7620" y="3809"/>
                </a:lnTo>
                <a:lnTo>
                  <a:pt x="5293995" y="3809"/>
                </a:lnTo>
                <a:lnTo>
                  <a:pt x="5293995" y="7619"/>
                </a:lnTo>
                <a:close/>
              </a:path>
              <a:path w="5301615" h="1336039">
                <a:moveTo>
                  <a:pt x="5293995" y="1332229"/>
                </a:moveTo>
                <a:lnTo>
                  <a:pt x="5293995" y="3809"/>
                </a:lnTo>
                <a:lnTo>
                  <a:pt x="5297805" y="7619"/>
                </a:lnTo>
                <a:lnTo>
                  <a:pt x="5301615" y="7619"/>
                </a:lnTo>
                <a:lnTo>
                  <a:pt x="5301615" y="1328419"/>
                </a:lnTo>
                <a:lnTo>
                  <a:pt x="5297805" y="1328419"/>
                </a:lnTo>
                <a:lnTo>
                  <a:pt x="5293995" y="1332229"/>
                </a:lnTo>
                <a:close/>
              </a:path>
              <a:path w="5301615" h="1336039">
                <a:moveTo>
                  <a:pt x="5301615" y="7619"/>
                </a:moveTo>
                <a:lnTo>
                  <a:pt x="5297805" y="7619"/>
                </a:lnTo>
                <a:lnTo>
                  <a:pt x="5293995" y="3809"/>
                </a:lnTo>
                <a:lnTo>
                  <a:pt x="5301615" y="3809"/>
                </a:lnTo>
                <a:lnTo>
                  <a:pt x="5301615" y="7619"/>
                </a:lnTo>
                <a:close/>
              </a:path>
              <a:path w="5301615" h="1336039">
                <a:moveTo>
                  <a:pt x="7620" y="1332229"/>
                </a:moveTo>
                <a:lnTo>
                  <a:pt x="3809" y="1328419"/>
                </a:lnTo>
                <a:lnTo>
                  <a:pt x="7620" y="1328419"/>
                </a:lnTo>
                <a:lnTo>
                  <a:pt x="7620" y="1332229"/>
                </a:lnTo>
                <a:close/>
              </a:path>
              <a:path w="5301615" h="1336039">
                <a:moveTo>
                  <a:pt x="5293995" y="1332229"/>
                </a:moveTo>
                <a:lnTo>
                  <a:pt x="7620" y="1332229"/>
                </a:lnTo>
                <a:lnTo>
                  <a:pt x="7620" y="1328419"/>
                </a:lnTo>
                <a:lnTo>
                  <a:pt x="5293995" y="1328419"/>
                </a:lnTo>
                <a:lnTo>
                  <a:pt x="5293995" y="1332229"/>
                </a:lnTo>
                <a:close/>
              </a:path>
              <a:path w="5301615" h="1336039">
                <a:moveTo>
                  <a:pt x="5301615" y="1332229"/>
                </a:moveTo>
                <a:lnTo>
                  <a:pt x="5293995" y="1332229"/>
                </a:lnTo>
                <a:lnTo>
                  <a:pt x="5297805" y="1328419"/>
                </a:lnTo>
                <a:lnTo>
                  <a:pt x="5301615" y="1328419"/>
                </a:lnTo>
                <a:lnTo>
                  <a:pt x="5301615" y="1332229"/>
                </a:lnTo>
                <a:close/>
              </a:path>
            </a:pathLst>
          </a:custGeom>
          <a:solidFill>
            <a:srgbClr val="E6E6E6"/>
          </a:solidFill>
        </p:spPr>
        <p:txBody>
          <a:bodyPr wrap="square" lIns="0" tIns="0" rIns="0" bIns="0" rtlCol="0"/>
          <a:lstStyle/>
          <a:p>
            <a:endParaRPr/>
          </a:p>
        </p:txBody>
      </p:sp>
      <p:sp>
        <p:nvSpPr>
          <p:cNvPr id="7" name="object 7"/>
          <p:cNvSpPr txBox="1"/>
          <p:nvPr/>
        </p:nvSpPr>
        <p:spPr>
          <a:xfrm>
            <a:off x="511175" y="5352415"/>
            <a:ext cx="5005070" cy="863600"/>
          </a:xfrm>
          <a:prstGeom prst="rect">
            <a:avLst/>
          </a:prstGeom>
        </p:spPr>
        <p:txBody>
          <a:bodyPr vert="horz" wrap="square" lIns="0" tIns="12700" rIns="0" bIns="0" rtlCol="0">
            <a:spAutoFit/>
          </a:bodyPr>
          <a:lstStyle/>
          <a:p>
            <a:pPr marL="12700" marR="5080" indent="304800">
              <a:lnSpc>
                <a:spcPct val="152800"/>
              </a:lnSpc>
              <a:spcBef>
                <a:spcPts val="100"/>
              </a:spcBef>
            </a:pPr>
            <a:r>
              <a:rPr sz="1200" spc="-105" dirty="0">
                <a:latin typeface="宋体"/>
                <a:cs typeface="宋体"/>
              </a:rPr>
              <a:t>为[</a:t>
            </a:r>
            <a:r>
              <a:rPr sz="1200" spc="-45" dirty="0">
                <a:latin typeface="宋体"/>
                <a:cs typeface="宋体"/>
              </a:rPr>
              <a:t>品牌名称]</a:t>
            </a:r>
            <a:r>
              <a:rPr sz="1200" spc="-15" dirty="0">
                <a:latin typeface="宋体"/>
                <a:cs typeface="宋体"/>
              </a:rPr>
              <a:t>设计一个创新的营销创意概念，用于其[</a:t>
            </a:r>
            <a:r>
              <a:rPr sz="1200" spc="-40" dirty="0">
                <a:latin typeface="宋体"/>
                <a:cs typeface="宋体"/>
              </a:rPr>
              <a:t>具体产品/</a:t>
            </a:r>
            <a:r>
              <a:rPr sz="1200" spc="-70" dirty="0">
                <a:latin typeface="宋体"/>
                <a:cs typeface="宋体"/>
              </a:rPr>
              <a:t>服务]</a:t>
            </a:r>
            <a:r>
              <a:rPr sz="1200" spc="-50" dirty="0">
                <a:latin typeface="宋体"/>
                <a:cs typeface="宋体"/>
              </a:rPr>
              <a:t>的</a:t>
            </a:r>
            <a:r>
              <a:rPr sz="1200" spc="-5" dirty="0">
                <a:latin typeface="宋体"/>
                <a:cs typeface="宋体"/>
              </a:rPr>
              <a:t>推广。请遵循以下要求：</a:t>
            </a:r>
            <a:endParaRPr sz="1200">
              <a:latin typeface="宋体"/>
              <a:cs typeface="宋体"/>
            </a:endParaRPr>
          </a:p>
          <a:p>
            <a:pPr marL="317500">
              <a:lnSpc>
                <a:spcPct val="100000"/>
              </a:lnSpc>
              <a:spcBef>
                <a:spcPts val="760"/>
              </a:spcBef>
            </a:pPr>
            <a:r>
              <a:rPr sz="1200" dirty="0">
                <a:latin typeface="宋体"/>
                <a:cs typeface="宋体"/>
              </a:rPr>
              <a:t>（1）</a:t>
            </a:r>
            <a:r>
              <a:rPr sz="1200" spc="-10" dirty="0">
                <a:latin typeface="宋体"/>
                <a:cs typeface="宋体"/>
              </a:rPr>
              <a:t>核心创意：</a:t>
            </a:r>
            <a:endParaRPr sz="1200">
              <a:latin typeface="宋体"/>
              <a:cs typeface="宋体"/>
            </a:endParaRPr>
          </a:p>
        </p:txBody>
      </p:sp>
      <p:sp>
        <p:nvSpPr>
          <p:cNvPr id="8" name="object 8"/>
          <p:cNvSpPr/>
          <p:nvPr/>
        </p:nvSpPr>
        <p:spPr>
          <a:xfrm>
            <a:off x="5859779" y="1139825"/>
            <a:ext cx="5989955" cy="5340350"/>
          </a:xfrm>
          <a:custGeom>
            <a:avLst/>
            <a:gdLst/>
            <a:ahLst/>
            <a:cxnLst/>
            <a:rect l="l" t="t" r="r" b="b"/>
            <a:pathLst>
              <a:path w="5989955" h="5340350">
                <a:moveTo>
                  <a:pt x="5986145" y="5340350"/>
                </a:moveTo>
                <a:lnTo>
                  <a:pt x="3810" y="5340350"/>
                </a:lnTo>
                <a:lnTo>
                  <a:pt x="2349" y="5340057"/>
                </a:lnTo>
                <a:lnTo>
                  <a:pt x="1117" y="5339232"/>
                </a:lnTo>
                <a:lnTo>
                  <a:pt x="292" y="5338000"/>
                </a:lnTo>
                <a:lnTo>
                  <a:pt x="0" y="5336540"/>
                </a:lnTo>
                <a:lnTo>
                  <a:pt x="0" y="3809"/>
                </a:lnTo>
                <a:lnTo>
                  <a:pt x="292" y="2349"/>
                </a:lnTo>
                <a:lnTo>
                  <a:pt x="1117" y="1117"/>
                </a:lnTo>
                <a:lnTo>
                  <a:pt x="2349" y="292"/>
                </a:lnTo>
                <a:lnTo>
                  <a:pt x="3810" y="0"/>
                </a:lnTo>
                <a:lnTo>
                  <a:pt x="5986145" y="0"/>
                </a:lnTo>
                <a:lnTo>
                  <a:pt x="5987605" y="292"/>
                </a:lnTo>
                <a:lnTo>
                  <a:pt x="5988837" y="1117"/>
                </a:lnTo>
                <a:lnTo>
                  <a:pt x="5989662" y="2349"/>
                </a:lnTo>
                <a:lnTo>
                  <a:pt x="5989955" y="3809"/>
                </a:lnTo>
                <a:lnTo>
                  <a:pt x="7620" y="3809"/>
                </a:lnTo>
                <a:lnTo>
                  <a:pt x="3810" y="7619"/>
                </a:lnTo>
                <a:lnTo>
                  <a:pt x="7620" y="7619"/>
                </a:lnTo>
                <a:lnTo>
                  <a:pt x="7620" y="5332730"/>
                </a:lnTo>
                <a:lnTo>
                  <a:pt x="3810" y="5332730"/>
                </a:lnTo>
                <a:lnTo>
                  <a:pt x="7620" y="5336540"/>
                </a:lnTo>
                <a:lnTo>
                  <a:pt x="5989955" y="5336540"/>
                </a:lnTo>
                <a:lnTo>
                  <a:pt x="5989662" y="5338000"/>
                </a:lnTo>
                <a:lnTo>
                  <a:pt x="5988837" y="5339232"/>
                </a:lnTo>
                <a:lnTo>
                  <a:pt x="5987605" y="5340057"/>
                </a:lnTo>
                <a:lnTo>
                  <a:pt x="5986145" y="5340350"/>
                </a:lnTo>
                <a:close/>
              </a:path>
              <a:path w="5989955" h="5340350">
                <a:moveTo>
                  <a:pt x="7620" y="7619"/>
                </a:moveTo>
                <a:lnTo>
                  <a:pt x="3810" y="7619"/>
                </a:lnTo>
                <a:lnTo>
                  <a:pt x="7620" y="3809"/>
                </a:lnTo>
                <a:lnTo>
                  <a:pt x="7620" y="7619"/>
                </a:lnTo>
                <a:close/>
              </a:path>
              <a:path w="5989955" h="5340350">
                <a:moveTo>
                  <a:pt x="5982335" y="7619"/>
                </a:moveTo>
                <a:lnTo>
                  <a:pt x="7620" y="7619"/>
                </a:lnTo>
                <a:lnTo>
                  <a:pt x="7620" y="3809"/>
                </a:lnTo>
                <a:lnTo>
                  <a:pt x="5982335" y="3809"/>
                </a:lnTo>
                <a:lnTo>
                  <a:pt x="5982335" y="7619"/>
                </a:lnTo>
                <a:close/>
              </a:path>
              <a:path w="5989955" h="5340350">
                <a:moveTo>
                  <a:pt x="5982335" y="5336540"/>
                </a:moveTo>
                <a:lnTo>
                  <a:pt x="5982335" y="3809"/>
                </a:lnTo>
                <a:lnTo>
                  <a:pt x="5986145" y="7619"/>
                </a:lnTo>
                <a:lnTo>
                  <a:pt x="5989955" y="7619"/>
                </a:lnTo>
                <a:lnTo>
                  <a:pt x="5989955" y="5332730"/>
                </a:lnTo>
                <a:lnTo>
                  <a:pt x="5986145" y="5332730"/>
                </a:lnTo>
                <a:lnTo>
                  <a:pt x="5982335" y="5336540"/>
                </a:lnTo>
                <a:close/>
              </a:path>
              <a:path w="5989955" h="5340350">
                <a:moveTo>
                  <a:pt x="5989955" y="7619"/>
                </a:moveTo>
                <a:lnTo>
                  <a:pt x="5986145" y="7619"/>
                </a:lnTo>
                <a:lnTo>
                  <a:pt x="5982335" y="3809"/>
                </a:lnTo>
                <a:lnTo>
                  <a:pt x="5989955" y="3809"/>
                </a:lnTo>
                <a:lnTo>
                  <a:pt x="5989955" y="7619"/>
                </a:lnTo>
                <a:close/>
              </a:path>
              <a:path w="5989955" h="5340350">
                <a:moveTo>
                  <a:pt x="7620" y="5336540"/>
                </a:moveTo>
                <a:lnTo>
                  <a:pt x="3810" y="5332730"/>
                </a:lnTo>
                <a:lnTo>
                  <a:pt x="7620" y="5332730"/>
                </a:lnTo>
                <a:lnTo>
                  <a:pt x="7620" y="5336540"/>
                </a:lnTo>
                <a:close/>
              </a:path>
              <a:path w="5989955" h="5340350">
                <a:moveTo>
                  <a:pt x="5982335" y="5336540"/>
                </a:moveTo>
                <a:lnTo>
                  <a:pt x="7620" y="5336540"/>
                </a:lnTo>
                <a:lnTo>
                  <a:pt x="7620" y="5332730"/>
                </a:lnTo>
                <a:lnTo>
                  <a:pt x="5982335" y="5332730"/>
                </a:lnTo>
                <a:lnTo>
                  <a:pt x="5982335" y="5336540"/>
                </a:lnTo>
                <a:close/>
              </a:path>
              <a:path w="5989955" h="5340350">
                <a:moveTo>
                  <a:pt x="5989955" y="5336540"/>
                </a:moveTo>
                <a:lnTo>
                  <a:pt x="5982335" y="5336540"/>
                </a:lnTo>
                <a:lnTo>
                  <a:pt x="5986145" y="5332730"/>
                </a:lnTo>
                <a:lnTo>
                  <a:pt x="5989955" y="5332730"/>
                </a:lnTo>
                <a:lnTo>
                  <a:pt x="5989955" y="5336540"/>
                </a:lnTo>
                <a:close/>
              </a:path>
            </a:pathLst>
          </a:custGeom>
          <a:solidFill>
            <a:srgbClr val="E6E6E6"/>
          </a:solidFill>
        </p:spPr>
        <p:txBody>
          <a:bodyPr wrap="square" lIns="0" tIns="0" rIns="0" bIns="0" rtlCol="0"/>
          <a:lstStyle/>
          <a:p>
            <a:endParaRPr/>
          </a:p>
        </p:txBody>
      </p:sp>
      <p:sp>
        <p:nvSpPr>
          <p:cNvPr id="9" name="object 9"/>
          <p:cNvSpPr txBox="1"/>
          <p:nvPr/>
        </p:nvSpPr>
        <p:spPr>
          <a:xfrm>
            <a:off x="5942329" y="1254125"/>
            <a:ext cx="5867400" cy="5054600"/>
          </a:xfrm>
          <a:prstGeom prst="rect">
            <a:avLst/>
          </a:prstGeom>
        </p:spPr>
        <p:txBody>
          <a:bodyPr vert="horz" wrap="square" lIns="0" tIns="12700" rIns="0" bIns="0" rtlCol="0">
            <a:spAutoFit/>
          </a:bodyPr>
          <a:lstStyle/>
          <a:p>
            <a:pPr marL="12700" marR="157480" indent="304800">
              <a:lnSpc>
                <a:spcPct val="152800"/>
              </a:lnSpc>
              <a:spcBef>
                <a:spcPts val="100"/>
              </a:spcBef>
            </a:pPr>
            <a:r>
              <a:rPr sz="1200" spc="-75" dirty="0">
                <a:latin typeface="宋体"/>
                <a:cs typeface="宋体"/>
              </a:rPr>
              <a:t>结合[</a:t>
            </a:r>
            <a:r>
              <a:rPr sz="1200" spc="-50" dirty="0">
                <a:latin typeface="宋体"/>
                <a:cs typeface="宋体"/>
              </a:rPr>
              <a:t>品牌所属领域]和[</a:t>
            </a:r>
            <a:r>
              <a:rPr sz="1200" spc="-20" dirty="0">
                <a:latin typeface="宋体"/>
                <a:cs typeface="宋体"/>
              </a:rPr>
              <a:t>另一个看似不相关的领域]</a:t>
            </a:r>
            <a:r>
              <a:rPr sz="1200" spc="-5" dirty="0">
                <a:latin typeface="宋体"/>
                <a:cs typeface="宋体"/>
              </a:rPr>
              <a:t>的元素，提出一个独特的创意概</a:t>
            </a:r>
            <a:r>
              <a:rPr sz="1200" spc="-25" dirty="0">
                <a:latin typeface="宋体"/>
                <a:cs typeface="宋体"/>
              </a:rPr>
              <a:t>念。</a:t>
            </a:r>
            <a:endParaRPr sz="1200">
              <a:latin typeface="宋体"/>
              <a:cs typeface="宋体"/>
            </a:endParaRPr>
          </a:p>
          <a:p>
            <a:pPr marL="699135" indent="-381635">
              <a:lnSpc>
                <a:spcPct val="100000"/>
              </a:lnSpc>
              <a:spcBef>
                <a:spcPts val="760"/>
              </a:spcBef>
              <a:buSzPct val="91666"/>
              <a:buAutoNum type="arabicPlain" startAt="2"/>
              <a:tabLst>
                <a:tab pos="699135" algn="l"/>
              </a:tabLst>
            </a:pPr>
            <a:r>
              <a:rPr sz="1200" spc="-10" dirty="0">
                <a:latin typeface="宋体"/>
                <a:cs typeface="宋体"/>
              </a:rPr>
              <a:t>品牌价值融入：</a:t>
            </a:r>
            <a:endParaRPr sz="1200">
              <a:latin typeface="宋体"/>
              <a:cs typeface="宋体"/>
            </a:endParaRPr>
          </a:p>
          <a:p>
            <a:pPr marL="317500">
              <a:lnSpc>
                <a:spcPct val="100000"/>
              </a:lnSpc>
              <a:spcBef>
                <a:spcPts val="760"/>
              </a:spcBef>
            </a:pPr>
            <a:r>
              <a:rPr sz="1200" spc="-20" dirty="0">
                <a:latin typeface="宋体"/>
                <a:cs typeface="宋体"/>
              </a:rPr>
              <a:t>解释该创意如何体现品牌的[</a:t>
            </a:r>
            <a:r>
              <a:rPr sz="1200" dirty="0">
                <a:latin typeface="宋体"/>
                <a:cs typeface="宋体"/>
              </a:rPr>
              <a:t>核心价值</a:t>
            </a:r>
            <a:r>
              <a:rPr sz="1200" spc="-110" dirty="0">
                <a:latin typeface="宋体"/>
                <a:cs typeface="宋体"/>
              </a:rPr>
              <a:t>1]和[</a:t>
            </a:r>
            <a:r>
              <a:rPr sz="1200" dirty="0">
                <a:latin typeface="宋体"/>
                <a:cs typeface="宋体"/>
              </a:rPr>
              <a:t>核心价值</a:t>
            </a:r>
            <a:r>
              <a:rPr sz="1200" spc="-110" dirty="0">
                <a:latin typeface="宋体"/>
                <a:cs typeface="宋体"/>
              </a:rPr>
              <a:t>2</a:t>
            </a:r>
            <a:r>
              <a:rPr sz="1200" spc="-80" dirty="0">
                <a:latin typeface="宋体"/>
                <a:cs typeface="宋体"/>
              </a:rPr>
              <a:t>]。</a:t>
            </a:r>
            <a:endParaRPr sz="1200">
              <a:latin typeface="宋体"/>
              <a:cs typeface="宋体"/>
            </a:endParaRPr>
          </a:p>
          <a:p>
            <a:pPr marL="699135" indent="-381635">
              <a:lnSpc>
                <a:spcPct val="100000"/>
              </a:lnSpc>
              <a:spcBef>
                <a:spcPts val="760"/>
              </a:spcBef>
              <a:buSzPct val="91666"/>
              <a:buAutoNum type="arabicPlain" startAt="3"/>
              <a:tabLst>
                <a:tab pos="699135" algn="l"/>
              </a:tabLst>
            </a:pPr>
            <a:r>
              <a:rPr sz="1200" spc="-10" dirty="0">
                <a:latin typeface="宋体"/>
                <a:cs typeface="宋体"/>
              </a:rPr>
              <a:t>记忆点设计：</a:t>
            </a:r>
            <a:endParaRPr sz="1200">
              <a:latin typeface="宋体"/>
              <a:cs typeface="宋体"/>
            </a:endParaRPr>
          </a:p>
          <a:p>
            <a:pPr marL="317500">
              <a:lnSpc>
                <a:spcPct val="100000"/>
              </a:lnSpc>
              <a:spcBef>
                <a:spcPts val="760"/>
              </a:spcBef>
            </a:pPr>
            <a:r>
              <a:rPr sz="1200" spc="-5" dirty="0">
                <a:latin typeface="宋体"/>
                <a:cs typeface="宋体"/>
              </a:rPr>
              <a:t>创造一个朗朗上口的口号或标语，需包含双关语或文字游戏。</a:t>
            </a:r>
            <a:endParaRPr sz="1200">
              <a:latin typeface="宋体"/>
              <a:cs typeface="宋体"/>
            </a:endParaRPr>
          </a:p>
          <a:p>
            <a:pPr marL="699135" indent="-381635">
              <a:lnSpc>
                <a:spcPct val="100000"/>
              </a:lnSpc>
              <a:spcBef>
                <a:spcPts val="760"/>
              </a:spcBef>
              <a:buSzPct val="91666"/>
              <a:buAutoNum type="arabicPlain" startAt="4"/>
              <a:tabLst>
                <a:tab pos="699135" algn="l"/>
              </a:tabLst>
            </a:pPr>
            <a:r>
              <a:rPr sz="1200" spc="-10" dirty="0">
                <a:latin typeface="宋体"/>
                <a:cs typeface="宋体"/>
              </a:rPr>
              <a:t>情感触发元素：</a:t>
            </a:r>
            <a:endParaRPr sz="1200">
              <a:latin typeface="宋体"/>
              <a:cs typeface="宋体"/>
            </a:endParaRPr>
          </a:p>
          <a:p>
            <a:pPr marL="317500">
              <a:lnSpc>
                <a:spcPct val="100000"/>
              </a:lnSpc>
              <a:spcBef>
                <a:spcPts val="760"/>
              </a:spcBef>
            </a:pPr>
            <a:r>
              <a:rPr sz="1200" spc="-75" dirty="0">
                <a:latin typeface="宋体"/>
                <a:cs typeface="宋体"/>
              </a:rPr>
              <a:t>基于[</a:t>
            </a:r>
            <a:r>
              <a:rPr sz="1200" spc="-50" dirty="0">
                <a:latin typeface="宋体"/>
                <a:cs typeface="宋体"/>
              </a:rPr>
              <a:t>目标受众画像]的[</a:t>
            </a:r>
            <a:r>
              <a:rPr sz="1200" spc="-40" dirty="0">
                <a:latin typeface="宋体"/>
                <a:cs typeface="宋体"/>
              </a:rPr>
              <a:t>核心情感需求]，设计一个能引起强烈情感共鸣的创意元素。</a:t>
            </a:r>
            <a:endParaRPr sz="1200">
              <a:latin typeface="宋体"/>
              <a:cs typeface="宋体"/>
            </a:endParaRPr>
          </a:p>
          <a:p>
            <a:pPr marL="699135" indent="-381635">
              <a:lnSpc>
                <a:spcPct val="100000"/>
              </a:lnSpc>
              <a:spcBef>
                <a:spcPts val="760"/>
              </a:spcBef>
              <a:buSzPct val="91666"/>
              <a:buAutoNum type="arabicPlain" startAt="5"/>
              <a:tabLst>
                <a:tab pos="699135" algn="l"/>
              </a:tabLst>
            </a:pPr>
            <a:r>
              <a:rPr sz="1200" spc="-10" dirty="0">
                <a:latin typeface="宋体"/>
                <a:cs typeface="宋体"/>
              </a:rPr>
              <a:t>时效性挂钩：</a:t>
            </a:r>
            <a:endParaRPr sz="1200">
              <a:latin typeface="宋体"/>
              <a:cs typeface="宋体"/>
            </a:endParaRPr>
          </a:p>
          <a:p>
            <a:pPr marL="317500">
              <a:lnSpc>
                <a:spcPct val="100000"/>
              </a:lnSpc>
              <a:spcBef>
                <a:spcPts val="760"/>
              </a:spcBef>
            </a:pPr>
            <a:r>
              <a:rPr sz="1200" spc="-45" dirty="0">
                <a:latin typeface="宋体"/>
                <a:cs typeface="宋体"/>
              </a:rPr>
              <a:t>将创意与[</a:t>
            </a:r>
            <a:r>
              <a:rPr sz="1200" spc="-20" dirty="0">
                <a:latin typeface="宋体"/>
                <a:cs typeface="宋体"/>
              </a:rPr>
              <a:t>当前热门社会话题或现象]</a:t>
            </a:r>
            <a:r>
              <a:rPr sz="1200" spc="-5" dirty="0">
                <a:latin typeface="宋体"/>
                <a:cs typeface="宋体"/>
              </a:rPr>
              <a:t>联系起来，突出时效性。</a:t>
            </a:r>
            <a:endParaRPr sz="1200">
              <a:latin typeface="宋体"/>
              <a:cs typeface="宋体"/>
            </a:endParaRPr>
          </a:p>
          <a:p>
            <a:pPr marL="699135" indent="-381635">
              <a:lnSpc>
                <a:spcPct val="100000"/>
              </a:lnSpc>
              <a:spcBef>
                <a:spcPts val="760"/>
              </a:spcBef>
              <a:buSzPct val="91666"/>
              <a:buAutoNum type="arabicPlain" startAt="6"/>
              <a:tabLst>
                <a:tab pos="699135" algn="l"/>
              </a:tabLst>
            </a:pPr>
            <a:r>
              <a:rPr sz="1200" spc="-10" dirty="0">
                <a:latin typeface="宋体"/>
                <a:cs typeface="宋体"/>
              </a:rPr>
              <a:t>创意呈现形式：</a:t>
            </a:r>
            <a:endParaRPr sz="1200">
              <a:latin typeface="宋体"/>
              <a:cs typeface="宋体"/>
            </a:endParaRPr>
          </a:p>
          <a:p>
            <a:pPr marL="317500">
              <a:lnSpc>
                <a:spcPct val="100000"/>
              </a:lnSpc>
              <a:spcBef>
                <a:spcPts val="760"/>
              </a:spcBef>
            </a:pPr>
            <a:r>
              <a:rPr sz="1200" dirty="0">
                <a:latin typeface="宋体"/>
                <a:cs typeface="宋体"/>
              </a:rPr>
              <a:t>提出2—3</a:t>
            </a:r>
            <a:r>
              <a:rPr sz="1200" spc="-5" dirty="0">
                <a:latin typeface="宋体"/>
                <a:cs typeface="宋体"/>
              </a:rPr>
              <a:t>种可能的创意呈现方式，至少包含一种创新的或非传统的媒体形式。</a:t>
            </a:r>
            <a:endParaRPr sz="1200">
              <a:latin typeface="宋体"/>
              <a:cs typeface="宋体"/>
            </a:endParaRPr>
          </a:p>
          <a:p>
            <a:pPr marL="699135" indent="-381635">
              <a:lnSpc>
                <a:spcPct val="100000"/>
              </a:lnSpc>
              <a:spcBef>
                <a:spcPts val="760"/>
              </a:spcBef>
              <a:buSzPct val="91666"/>
              <a:buAutoNum type="arabicPlain" startAt="7"/>
              <a:tabLst>
                <a:tab pos="699135" algn="l"/>
              </a:tabLst>
            </a:pPr>
            <a:r>
              <a:rPr sz="1200" spc="-10" dirty="0">
                <a:latin typeface="宋体"/>
                <a:cs typeface="宋体"/>
              </a:rPr>
              <a:t>病毒传播潜力：</a:t>
            </a:r>
            <a:endParaRPr sz="1200">
              <a:latin typeface="宋体"/>
              <a:cs typeface="宋体"/>
            </a:endParaRPr>
          </a:p>
          <a:p>
            <a:pPr marL="317500" marR="2646680">
              <a:lnSpc>
                <a:spcPct val="152800"/>
              </a:lnSpc>
            </a:pPr>
            <a:r>
              <a:rPr sz="1200" spc="-5" dirty="0">
                <a:latin typeface="宋体"/>
                <a:cs typeface="宋体"/>
              </a:rPr>
              <a:t>解释这个创意如何具备病毒式传播的潜力。</a:t>
            </a:r>
            <a:r>
              <a:rPr sz="1200" spc="-10" dirty="0">
                <a:latin typeface="宋体"/>
                <a:cs typeface="宋体"/>
              </a:rPr>
              <a:t>额外要求：</a:t>
            </a:r>
            <a:endParaRPr sz="1200">
              <a:latin typeface="宋体"/>
              <a:cs typeface="宋体"/>
            </a:endParaRPr>
          </a:p>
          <a:p>
            <a:pPr marL="405765" indent="-88265">
              <a:lnSpc>
                <a:spcPct val="100000"/>
              </a:lnSpc>
              <a:spcBef>
                <a:spcPts val="760"/>
              </a:spcBef>
              <a:buChar char="-"/>
              <a:tabLst>
                <a:tab pos="405765" algn="l"/>
              </a:tabLst>
            </a:pPr>
            <a:r>
              <a:rPr sz="1200" spc="-5" dirty="0">
                <a:latin typeface="宋体"/>
                <a:cs typeface="宋体"/>
              </a:rPr>
              <a:t>确保创意在挑战常规的同时，不会引起争议或负面解读。</a:t>
            </a:r>
            <a:endParaRPr sz="1200">
              <a:latin typeface="宋体"/>
              <a:cs typeface="宋体"/>
            </a:endParaRPr>
          </a:p>
          <a:p>
            <a:pPr marL="317500" marR="1187450">
              <a:lnSpc>
                <a:spcPct val="152800"/>
              </a:lnSpc>
              <a:buChar char="-"/>
              <a:tabLst>
                <a:tab pos="405765" algn="l"/>
              </a:tabLst>
            </a:pPr>
            <a:r>
              <a:rPr sz="1200" spc="-5" dirty="0">
                <a:latin typeface="宋体"/>
                <a:cs typeface="宋体"/>
              </a:rPr>
              <a:t>考虑创意的可持续性，思考如何将其发展为一个长期营销主题。请基于以上要求，生成一份完整的创意概念方案。</a:t>
            </a:r>
            <a:endParaRPr sz="1200">
              <a:latin typeface="宋体"/>
              <a:cs typeface="宋体"/>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0373995" cy="634365"/>
          </a:xfrm>
          <a:prstGeom prst="rect">
            <a:avLst/>
          </a:prstGeom>
        </p:spPr>
        <p:txBody>
          <a:bodyPr vert="horz" wrap="square" lIns="0" tIns="12065" rIns="0" bIns="0" rtlCol="0">
            <a:spAutoFit/>
          </a:bodyPr>
          <a:lstStyle/>
          <a:p>
            <a:pPr marL="12700">
              <a:lnSpc>
                <a:spcPct val="100000"/>
              </a:lnSpc>
              <a:spcBef>
                <a:spcPts val="95"/>
              </a:spcBef>
            </a:pPr>
            <a:r>
              <a:rPr sz="4000" spc="270" dirty="0"/>
              <a:t>传播策略：设计精准定位的传播方案提示</a:t>
            </a:r>
            <a:r>
              <a:rPr sz="4000" spc="-50" dirty="0"/>
              <a:t>语</a:t>
            </a:r>
            <a:endParaRPr sz="4000"/>
          </a:p>
        </p:txBody>
      </p:sp>
      <p:sp>
        <p:nvSpPr>
          <p:cNvPr id="3" name="object 3"/>
          <p:cNvSpPr txBox="1"/>
          <p:nvPr/>
        </p:nvSpPr>
        <p:spPr>
          <a:xfrm>
            <a:off x="565150" y="2610485"/>
            <a:ext cx="1968500" cy="1806575"/>
          </a:xfrm>
          <a:prstGeom prst="rect">
            <a:avLst/>
          </a:prstGeom>
        </p:spPr>
        <p:txBody>
          <a:bodyPr vert="horz" wrap="square" lIns="0" tIns="94615" rIns="0" bIns="0" rtlCol="0">
            <a:spAutoFit/>
          </a:bodyPr>
          <a:lstStyle/>
          <a:p>
            <a:pPr marL="355600" indent="-342900">
              <a:lnSpc>
                <a:spcPct val="100000"/>
              </a:lnSpc>
              <a:spcBef>
                <a:spcPts val="745"/>
              </a:spcBef>
              <a:buFont typeface="Arial"/>
              <a:buAutoNum type="arabicPeriod"/>
              <a:tabLst>
                <a:tab pos="354965" algn="l"/>
                <a:tab pos="355600" algn="l"/>
              </a:tabLst>
            </a:pPr>
            <a:r>
              <a:rPr sz="1800" spc="-10" dirty="0">
                <a:latin typeface="宋体"/>
                <a:cs typeface="宋体"/>
              </a:rPr>
              <a:t>目标量化指令</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10" dirty="0">
                <a:latin typeface="宋体"/>
                <a:cs typeface="宋体"/>
              </a:rPr>
              <a:t>受众画像详述</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10" dirty="0">
                <a:latin typeface="宋体"/>
                <a:cs typeface="宋体"/>
              </a:rPr>
              <a:t>全渠道思维引导</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10" dirty="0">
                <a:latin typeface="宋体"/>
                <a:cs typeface="宋体"/>
              </a:rPr>
              <a:t>内容形式多样化</a:t>
            </a:r>
            <a:endParaRPr sz="1800">
              <a:latin typeface="宋体"/>
              <a:cs typeface="宋体"/>
            </a:endParaRPr>
          </a:p>
          <a:p>
            <a:pPr marL="355600" indent="-342900">
              <a:lnSpc>
                <a:spcPct val="100000"/>
              </a:lnSpc>
              <a:spcBef>
                <a:spcPts val="645"/>
              </a:spcBef>
              <a:buFont typeface="Arial"/>
              <a:buAutoNum type="arabicPeriod"/>
              <a:tabLst>
                <a:tab pos="354965" algn="l"/>
                <a:tab pos="355600" algn="l"/>
              </a:tabLst>
            </a:pPr>
            <a:r>
              <a:rPr sz="1800" spc="-10" dirty="0">
                <a:latin typeface="宋体"/>
                <a:cs typeface="宋体"/>
              </a:rPr>
              <a:t>互动机制设计</a:t>
            </a:r>
            <a:endParaRPr sz="1800">
              <a:latin typeface="宋体"/>
              <a:cs typeface="宋体"/>
            </a:endParaRPr>
          </a:p>
        </p:txBody>
      </p:sp>
      <p:grpSp>
        <p:nvGrpSpPr>
          <p:cNvPr id="4" name="object 4"/>
          <p:cNvGrpSpPr/>
          <p:nvPr/>
        </p:nvGrpSpPr>
        <p:grpSpPr>
          <a:xfrm>
            <a:off x="121920" y="4506467"/>
            <a:ext cx="5633085" cy="2191385"/>
            <a:chOff x="121920" y="4506467"/>
            <a:chExt cx="5633085" cy="2191385"/>
          </a:xfrm>
        </p:grpSpPr>
        <p:sp>
          <p:nvSpPr>
            <p:cNvPr id="5" name="object 5"/>
            <p:cNvSpPr/>
            <p:nvPr/>
          </p:nvSpPr>
          <p:spPr>
            <a:xfrm>
              <a:off x="126492" y="4506467"/>
              <a:ext cx="2106295" cy="349250"/>
            </a:xfrm>
            <a:custGeom>
              <a:avLst/>
              <a:gdLst/>
              <a:ahLst/>
              <a:cxnLst/>
              <a:rect l="l" t="t" r="r" b="b"/>
              <a:pathLst>
                <a:path w="2106295" h="349250">
                  <a:moveTo>
                    <a:pt x="2046732" y="348996"/>
                  </a:moveTo>
                  <a:lnTo>
                    <a:pt x="57911" y="348996"/>
                  </a:lnTo>
                  <a:lnTo>
                    <a:pt x="34997" y="344640"/>
                  </a:lnTo>
                  <a:lnTo>
                    <a:pt x="16440" y="332270"/>
                  </a:lnTo>
                  <a:lnTo>
                    <a:pt x="4140" y="313784"/>
                  </a:lnTo>
                  <a:lnTo>
                    <a:pt x="0" y="291084"/>
                  </a:lnTo>
                  <a:lnTo>
                    <a:pt x="0" y="57912"/>
                  </a:lnTo>
                  <a:lnTo>
                    <a:pt x="4140" y="35497"/>
                  </a:lnTo>
                  <a:lnTo>
                    <a:pt x="16440" y="17106"/>
                  </a:lnTo>
                  <a:lnTo>
                    <a:pt x="34997" y="4641"/>
                  </a:lnTo>
                  <a:lnTo>
                    <a:pt x="57911" y="0"/>
                  </a:lnTo>
                  <a:lnTo>
                    <a:pt x="2046732" y="0"/>
                  </a:lnTo>
                  <a:lnTo>
                    <a:pt x="2069742" y="4641"/>
                  </a:lnTo>
                  <a:lnTo>
                    <a:pt x="2088489" y="17106"/>
                  </a:lnTo>
                  <a:lnTo>
                    <a:pt x="2101217" y="35497"/>
                  </a:lnTo>
                  <a:lnTo>
                    <a:pt x="2106168" y="57912"/>
                  </a:lnTo>
                  <a:lnTo>
                    <a:pt x="2106168" y="291084"/>
                  </a:lnTo>
                  <a:lnTo>
                    <a:pt x="2101217" y="313784"/>
                  </a:lnTo>
                  <a:lnTo>
                    <a:pt x="2088489" y="332270"/>
                  </a:lnTo>
                  <a:lnTo>
                    <a:pt x="2069742" y="344640"/>
                  </a:lnTo>
                  <a:lnTo>
                    <a:pt x="2046732" y="348996"/>
                  </a:lnTo>
                  <a:close/>
                </a:path>
              </a:pathLst>
            </a:custGeom>
            <a:solidFill>
              <a:srgbClr val="0A80DF"/>
            </a:solidFill>
          </p:spPr>
          <p:txBody>
            <a:bodyPr wrap="square" lIns="0" tIns="0" rIns="0" bIns="0" rtlCol="0"/>
            <a:lstStyle/>
            <a:p>
              <a:endParaRPr/>
            </a:p>
          </p:txBody>
        </p:sp>
        <p:sp>
          <p:nvSpPr>
            <p:cNvPr id="6" name="object 6"/>
            <p:cNvSpPr/>
            <p:nvPr/>
          </p:nvSpPr>
          <p:spPr>
            <a:xfrm>
              <a:off x="121920" y="4867909"/>
              <a:ext cx="5633085" cy="1829435"/>
            </a:xfrm>
            <a:custGeom>
              <a:avLst/>
              <a:gdLst/>
              <a:ahLst/>
              <a:cxnLst/>
              <a:rect l="l" t="t" r="r" b="b"/>
              <a:pathLst>
                <a:path w="5633085" h="1829434">
                  <a:moveTo>
                    <a:pt x="5629275" y="1829435"/>
                  </a:moveTo>
                  <a:lnTo>
                    <a:pt x="3810" y="1829435"/>
                  </a:lnTo>
                  <a:lnTo>
                    <a:pt x="2349" y="1829142"/>
                  </a:lnTo>
                  <a:lnTo>
                    <a:pt x="1117" y="1828317"/>
                  </a:lnTo>
                  <a:lnTo>
                    <a:pt x="292" y="1827085"/>
                  </a:lnTo>
                  <a:lnTo>
                    <a:pt x="0" y="1825624"/>
                  </a:lnTo>
                  <a:lnTo>
                    <a:pt x="0" y="3810"/>
                  </a:lnTo>
                  <a:lnTo>
                    <a:pt x="292" y="2349"/>
                  </a:lnTo>
                  <a:lnTo>
                    <a:pt x="1117" y="1117"/>
                  </a:lnTo>
                  <a:lnTo>
                    <a:pt x="2349" y="292"/>
                  </a:lnTo>
                  <a:lnTo>
                    <a:pt x="3810" y="0"/>
                  </a:lnTo>
                  <a:lnTo>
                    <a:pt x="5629275" y="0"/>
                  </a:lnTo>
                  <a:lnTo>
                    <a:pt x="5630735" y="292"/>
                  </a:lnTo>
                  <a:lnTo>
                    <a:pt x="5631967" y="1117"/>
                  </a:lnTo>
                  <a:lnTo>
                    <a:pt x="5632792" y="2349"/>
                  </a:lnTo>
                  <a:lnTo>
                    <a:pt x="5633084" y="3810"/>
                  </a:lnTo>
                  <a:lnTo>
                    <a:pt x="7619" y="3810"/>
                  </a:lnTo>
                  <a:lnTo>
                    <a:pt x="3810" y="7619"/>
                  </a:lnTo>
                  <a:lnTo>
                    <a:pt x="7619" y="7619"/>
                  </a:lnTo>
                  <a:lnTo>
                    <a:pt x="7619" y="1821814"/>
                  </a:lnTo>
                  <a:lnTo>
                    <a:pt x="3810" y="1821814"/>
                  </a:lnTo>
                  <a:lnTo>
                    <a:pt x="7619" y="1825624"/>
                  </a:lnTo>
                  <a:lnTo>
                    <a:pt x="5633084" y="1825624"/>
                  </a:lnTo>
                  <a:lnTo>
                    <a:pt x="5632792" y="1827085"/>
                  </a:lnTo>
                  <a:lnTo>
                    <a:pt x="5631967" y="1828317"/>
                  </a:lnTo>
                  <a:lnTo>
                    <a:pt x="5630735" y="1829142"/>
                  </a:lnTo>
                  <a:lnTo>
                    <a:pt x="5629275" y="1829435"/>
                  </a:lnTo>
                  <a:close/>
                </a:path>
                <a:path w="5633085" h="1829434">
                  <a:moveTo>
                    <a:pt x="7619" y="7619"/>
                  </a:moveTo>
                  <a:lnTo>
                    <a:pt x="3810" y="7619"/>
                  </a:lnTo>
                  <a:lnTo>
                    <a:pt x="7619" y="3810"/>
                  </a:lnTo>
                  <a:lnTo>
                    <a:pt x="7619" y="7619"/>
                  </a:lnTo>
                  <a:close/>
                </a:path>
                <a:path w="5633085" h="1829434">
                  <a:moveTo>
                    <a:pt x="5625465" y="7619"/>
                  </a:moveTo>
                  <a:lnTo>
                    <a:pt x="7619" y="7619"/>
                  </a:lnTo>
                  <a:lnTo>
                    <a:pt x="7619" y="3810"/>
                  </a:lnTo>
                  <a:lnTo>
                    <a:pt x="5625465" y="3810"/>
                  </a:lnTo>
                  <a:lnTo>
                    <a:pt x="5625465" y="7619"/>
                  </a:lnTo>
                  <a:close/>
                </a:path>
                <a:path w="5633085" h="1829434">
                  <a:moveTo>
                    <a:pt x="5625465" y="1825624"/>
                  </a:moveTo>
                  <a:lnTo>
                    <a:pt x="5625465" y="3810"/>
                  </a:lnTo>
                  <a:lnTo>
                    <a:pt x="5629275" y="7619"/>
                  </a:lnTo>
                  <a:lnTo>
                    <a:pt x="5633084" y="7619"/>
                  </a:lnTo>
                  <a:lnTo>
                    <a:pt x="5633084" y="1821814"/>
                  </a:lnTo>
                  <a:lnTo>
                    <a:pt x="5629275" y="1821814"/>
                  </a:lnTo>
                  <a:lnTo>
                    <a:pt x="5625465" y="1825624"/>
                  </a:lnTo>
                  <a:close/>
                </a:path>
                <a:path w="5633085" h="1829434">
                  <a:moveTo>
                    <a:pt x="5633084" y="7619"/>
                  </a:moveTo>
                  <a:lnTo>
                    <a:pt x="5629275" y="7619"/>
                  </a:lnTo>
                  <a:lnTo>
                    <a:pt x="5625465" y="3810"/>
                  </a:lnTo>
                  <a:lnTo>
                    <a:pt x="5633084" y="3810"/>
                  </a:lnTo>
                  <a:lnTo>
                    <a:pt x="5633084" y="7619"/>
                  </a:lnTo>
                  <a:close/>
                </a:path>
                <a:path w="5633085" h="1829434">
                  <a:moveTo>
                    <a:pt x="7619" y="1825624"/>
                  </a:moveTo>
                  <a:lnTo>
                    <a:pt x="3810" y="1821814"/>
                  </a:lnTo>
                  <a:lnTo>
                    <a:pt x="7619" y="1821814"/>
                  </a:lnTo>
                  <a:lnTo>
                    <a:pt x="7619" y="1825624"/>
                  </a:lnTo>
                  <a:close/>
                </a:path>
                <a:path w="5633085" h="1829434">
                  <a:moveTo>
                    <a:pt x="5625465" y="1825624"/>
                  </a:moveTo>
                  <a:lnTo>
                    <a:pt x="7619" y="1825624"/>
                  </a:lnTo>
                  <a:lnTo>
                    <a:pt x="7619" y="1821814"/>
                  </a:lnTo>
                  <a:lnTo>
                    <a:pt x="5625465" y="1821814"/>
                  </a:lnTo>
                  <a:lnTo>
                    <a:pt x="5625465" y="1825624"/>
                  </a:lnTo>
                  <a:close/>
                </a:path>
                <a:path w="5633085" h="1829434">
                  <a:moveTo>
                    <a:pt x="5633084" y="1825624"/>
                  </a:moveTo>
                  <a:lnTo>
                    <a:pt x="5625465" y="1825624"/>
                  </a:lnTo>
                  <a:lnTo>
                    <a:pt x="5629275" y="1821814"/>
                  </a:lnTo>
                  <a:lnTo>
                    <a:pt x="5633084" y="1821814"/>
                  </a:lnTo>
                  <a:lnTo>
                    <a:pt x="5633084" y="1825624"/>
                  </a:lnTo>
                  <a:close/>
                </a:path>
              </a:pathLst>
            </a:custGeom>
            <a:solidFill>
              <a:srgbClr val="E6E6E6"/>
            </a:solidFill>
          </p:spPr>
          <p:txBody>
            <a:bodyPr wrap="square" lIns="0" tIns="0" rIns="0" bIns="0" rtlCol="0"/>
            <a:lstStyle/>
            <a:p>
              <a:endParaRPr/>
            </a:p>
          </p:txBody>
        </p:sp>
      </p:grpSp>
      <p:sp>
        <p:nvSpPr>
          <p:cNvPr id="7" name="object 7"/>
          <p:cNvSpPr txBox="1"/>
          <p:nvPr/>
        </p:nvSpPr>
        <p:spPr>
          <a:xfrm>
            <a:off x="204470" y="4380610"/>
            <a:ext cx="5410200" cy="2159635"/>
          </a:xfrm>
          <a:prstGeom prst="rect">
            <a:avLst/>
          </a:prstGeom>
        </p:spPr>
        <p:txBody>
          <a:bodyPr vert="horz" wrap="square" lIns="0" tIns="165100" rIns="0" bIns="0" rtlCol="0">
            <a:spAutoFit/>
          </a:bodyPr>
          <a:lstStyle/>
          <a:p>
            <a:pPr marL="514984">
              <a:lnSpc>
                <a:spcPct val="100000"/>
              </a:lnSpc>
              <a:spcBef>
                <a:spcPts val="130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marR="5080" indent="304800">
              <a:lnSpc>
                <a:spcPct val="111100"/>
              </a:lnSpc>
              <a:spcBef>
                <a:spcPts val="640"/>
              </a:spcBef>
            </a:pPr>
            <a:r>
              <a:rPr sz="1200" spc="-105" dirty="0">
                <a:latin typeface="宋体"/>
                <a:cs typeface="宋体"/>
              </a:rPr>
              <a:t>为[</a:t>
            </a:r>
            <a:r>
              <a:rPr sz="1200" spc="-65" dirty="0">
                <a:latin typeface="宋体"/>
                <a:cs typeface="宋体"/>
              </a:rPr>
              <a:t>品牌名称]的[</a:t>
            </a:r>
            <a:r>
              <a:rPr sz="1200" spc="-30" dirty="0">
                <a:latin typeface="宋体"/>
                <a:cs typeface="宋体"/>
              </a:rPr>
              <a:t>营销活动名称]</a:t>
            </a:r>
            <a:r>
              <a:rPr sz="1200" spc="-5" dirty="0">
                <a:latin typeface="宋体"/>
                <a:cs typeface="宋体"/>
              </a:rPr>
              <a:t>设计一个全方位的传播策略。该策略应能在多元化的媒体环境中精准触达目标受众，并实现品牌传播目标。请遵循以下要求：</a:t>
            </a:r>
            <a:endParaRPr sz="1200">
              <a:latin typeface="宋体"/>
              <a:cs typeface="宋体"/>
            </a:endParaRPr>
          </a:p>
          <a:p>
            <a:pPr marL="317500">
              <a:lnSpc>
                <a:spcPct val="100000"/>
              </a:lnSpc>
              <a:spcBef>
                <a:spcPts val="160"/>
              </a:spcBef>
            </a:pPr>
            <a:r>
              <a:rPr sz="1200" dirty="0">
                <a:latin typeface="宋体"/>
                <a:cs typeface="宋体"/>
              </a:rPr>
              <a:t>（1）市场洞察（800字内</a:t>
            </a:r>
            <a:r>
              <a:rPr sz="1200" spc="-25" dirty="0">
                <a:latin typeface="宋体"/>
                <a:cs typeface="宋体"/>
              </a:rPr>
              <a:t>）：</a:t>
            </a:r>
            <a:endParaRPr sz="1200">
              <a:latin typeface="宋体"/>
              <a:cs typeface="宋体"/>
            </a:endParaRPr>
          </a:p>
          <a:p>
            <a:pPr marL="317500">
              <a:lnSpc>
                <a:spcPct val="100000"/>
              </a:lnSpc>
              <a:spcBef>
                <a:spcPts val="160"/>
              </a:spcBef>
            </a:pPr>
            <a:r>
              <a:rPr sz="1200" dirty="0">
                <a:latin typeface="宋体"/>
                <a:cs typeface="宋体"/>
              </a:rPr>
              <a:t>基于最新的市场研究数据，总结目标市场的3个关键趋势和2</a:t>
            </a:r>
            <a:r>
              <a:rPr sz="1200" spc="-10" dirty="0">
                <a:latin typeface="宋体"/>
                <a:cs typeface="宋体"/>
              </a:rPr>
              <a:t>个主要痛点。</a:t>
            </a:r>
            <a:endParaRPr sz="1200">
              <a:latin typeface="宋体"/>
              <a:cs typeface="宋体"/>
            </a:endParaRPr>
          </a:p>
          <a:p>
            <a:pPr marL="317500">
              <a:lnSpc>
                <a:spcPct val="100000"/>
              </a:lnSpc>
              <a:spcBef>
                <a:spcPts val="160"/>
              </a:spcBef>
            </a:pPr>
            <a:r>
              <a:rPr sz="1200" dirty="0">
                <a:latin typeface="宋体"/>
                <a:cs typeface="宋体"/>
              </a:rPr>
              <a:t>（2）受众画像（1000字内</a:t>
            </a:r>
            <a:r>
              <a:rPr sz="1200" spc="-25" dirty="0">
                <a:latin typeface="宋体"/>
                <a:cs typeface="宋体"/>
              </a:rPr>
              <a:t>）：</a:t>
            </a:r>
            <a:endParaRPr sz="1200">
              <a:latin typeface="宋体"/>
              <a:cs typeface="宋体"/>
            </a:endParaRPr>
          </a:p>
          <a:p>
            <a:pPr marL="12700" marR="55880" indent="304800">
              <a:lnSpc>
                <a:spcPct val="111100"/>
              </a:lnSpc>
            </a:pPr>
            <a:r>
              <a:rPr sz="1200" dirty="0">
                <a:latin typeface="宋体"/>
                <a:cs typeface="宋体"/>
              </a:rPr>
              <a:t>描绘2—3</a:t>
            </a:r>
            <a:r>
              <a:rPr sz="1200" spc="-5" dirty="0">
                <a:latin typeface="宋体"/>
                <a:cs typeface="宋体"/>
              </a:rPr>
              <a:t>个核心目标受众群体，包括人口统计特征、行为习惯、价值观和媒体使用偏好。为每个群体设定一个吸引人的昵称。</a:t>
            </a:r>
            <a:endParaRPr sz="1200">
              <a:latin typeface="宋体"/>
              <a:cs typeface="宋体"/>
            </a:endParaRPr>
          </a:p>
          <a:p>
            <a:pPr marL="317500">
              <a:lnSpc>
                <a:spcPct val="100000"/>
              </a:lnSpc>
              <a:spcBef>
                <a:spcPts val="160"/>
              </a:spcBef>
            </a:pPr>
            <a:r>
              <a:rPr sz="1200" dirty="0">
                <a:latin typeface="宋体"/>
                <a:cs typeface="宋体"/>
              </a:rPr>
              <a:t>（3）传播目标（600字内</a:t>
            </a:r>
            <a:r>
              <a:rPr sz="1200" spc="-25" dirty="0">
                <a:latin typeface="宋体"/>
                <a:cs typeface="宋体"/>
              </a:rPr>
              <a:t>）：</a:t>
            </a:r>
            <a:endParaRPr sz="1200">
              <a:latin typeface="宋体"/>
              <a:cs typeface="宋体"/>
            </a:endParaRPr>
          </a:p>
        </p:txBody>
      </p:sp>
      <p:sp>
        <p:nvSpPr>
          <p:cNvPr id="8" name="object 8"/>
          <p:cNvSpPr/>
          <p:nvPr/>
        </p:nvSpPr>
        <p:spPr>
          <a:xfrm>
            <a:off x="111442" y="1615122"/>
            <a:ext cx="2277745" cy="419100"/>
          </a:xfrm>
          <a:custGeom>
            <a:avLst/>
            <a:gdLst/>
            <a:ahLst/>
            <a:cxnLst/>
            <a:rect l="l" t="t" r="r" b="b"/>
            <a:pathLst>
              <a:path w="2277745" h="419100">
                <a:moveTo>
                  <a:pt x="2277745" y="0"/>
                </a:moveTo>
                <a:lnTo>
                  <a:pt x="2249170" y="0"/>
                </a:lnTo>
                <a:lnTo>
                  <a:pt x="2249170" y="28575"/>
                </a:lnTo>
                <a:lnTo>
                  <a:pt x="2249170" y="388620"/>
                </a:lnTo>
                <a:lnTo>
                  <a:pt x="1153160" y="388620"/>
                </a:lnTo>
                <a:lnTo>
                  <a:pt x="1153160" y="30480"/>
                </a:lnTo>
                <a:lnTo>
                  <a:pt x="1153160" y="28575"/>
                </a:lnTo>
                <a:lnTo>
                  <a:pt x="2249170" y="28575"/>
                </a:lnTo>
                <a:lnTo>
                  <a:pt x="2249170" y="0"/>
                </a:lnTo>
                <a:lnTo>
                  <a:pt x="1124585" y="0"/>
                </a:lnTo>
                <a:lnTo>
                  <a:pt x="1124585" y="1905"/>
                </a:lnTo>
                <a:lnTo>
                  <a:pt x="1124585" y="30480"/>
                </a:lnTo>
                <a:lnTo>
                  <a:pt x="1124585" y="390525"/>
                </a:lnTo>
                <a:lnTo>
                  <a:pt x="28575" y="390525"/>
                </a:lnTo>
                <a:lnTo>
                  <a:pt x="28575" y="30480"/>
                </a:lnTo>
                <a:lnTo>
                  <a:pt x="1124585" y="30480"/>
                </a:lnTo>
                <a:lnTo>
                  <a:pt x="1124585" y="1905"/>
                </a:lnTo>
                <a:lnTo>
                  <a:pt x="0" y="1905"/>
                </a:lnTo>
                <a:lnTo>
                  <a:pt x="0" y="419100"/>
                </a:lnTo>
                <a:lnTo>
                  <a:pt x="1153160" y="419100"/>
                </a:lnTo>
                <a:lnTo>
                  <a:pt x="1153160" y="417195"/>
                </a:lnTo>
                <a:lnTo>
                  <a:pt x="2277745" y="417195"/>
                </a:lnTo>
                <a:lnTo>
                  <a:pt x="2277745" y="402907"/>
                </a:lnTo>
                <a:lnTo>
                  <a:pt x="2277745" y="388620"/>
                </a:lnTo>
                <a:lnTo>
                  <a:pt x="2277745" y="28575"/>
                </a:lnTo>
                <a:lnTo>
                  <a:pt x="2277745" y="14287"/>
                </a:lnTo>
                <a:lnTo>
                  <a:pt x="2277745" y="0"/>
                </a:lnTo>
                <a:close/>
              </a:path>
            </a:pathLst>
          </a:custGeom>
          <a:solidFill>
            <a:srgbClr val="5F95E6"/>
          </a:solidFill>
        </p:spPr>
        <p:txBody>
          <a:bodyPr wrap="square" lIns="0" tIns="0" rIns="0" bIns="0" rtlCol="0"/>
          <a:lstStyle/>
          <a:p>
            <a:endParaRPr/>
          </a:p>
        </p:txBody>
      </p:sp>
      <p:sp>
        <p:nvSpPr>
          <p:cNvPr id="9" name="object 9"/>
          <p:cNvSpPr txBox="1"/>
          <p:nvPr/>
        </p:nvSpPr>
        <p:spPr>
          <a:xfrm>
            <a:off x="217804" y="1147444"/>
            <a:ext cx="2064385" cy="1371600"/>
          </a:xfrm>
          <a:prstGeom prst="rect">
            <a:avLst/>
          </a:prstGeom>
        </p:spPr>
        <p:txBody>
          <a:bodyPr vert="horz" wrap="square" lIns="0" tIns="13335" rIns="0" bIns="0" rtlCol="0">
            <a:spAutoFit/>
          </a:bodyPr>
          <a:lstStyle/>
          <a:p>
            <a:pPr marL="589915">
              <a:lnSpc>
                <a:spcPct val="100000"/>
              </a:lnSpc>
              <a:spcBef>
                <a:spcPts val="105"/>
              </a:spcBef>
            </a:pPr>
            <a:r>
              <a:rPr sz="2000" b="1" spc="-10" dirty="0">
                <a:latin typeface="Microsoft JhengHei"/>
                <a:cs typeface="Microsoft JhengHei"/>
              </a:rPr>
              <a:t>理论层面：</a:t>
            </a:r>
            <a:endParaRPr sz="2000">
              <a:latin typeface="Microsoft JhengHei"/>
              <a:cs typeface="Microsoft JhengHei"/>
            </a:endParaRPr>
          </a:p>
          <a:p>
            <a:pPr marL="12700">
              <a:lnSpc>
                <a:spcPct val="100000"/>
              </a:lnSpc>
              <a:spcBef>
                <a:spcPts val="1770"/>
              </a:spcBef>
              <a:tabLst>
                <a:tab pos="1136650" algn="l"/>
              </a:tabLst>
            </a:pPr>
            <a:r>
              <a:rPr sz="1800" dirty="0">
                <a:latin typeface="宋体"/>
                <a:cs typeface="宋体"/>
              </a:rPr>
              <a:t>目标明</a:t>
            </a:r>
            <a:r>
              <a:rPr sz="1800" spc="-50" dirty="0">
                <a:latin typeface="宋体"/>
                <a:cs typeface="宋体"/>
              </a:rPr>
              <a:t>确</a:t>
            </a:r>
            <a:r>
              <a:rPr sz="1800" dirty="0">
                <a:latin typeface="宋体"/>
                <a:cs typeface="宋体"/>
              </a:rPr>
              <a:t>	受众精</a:t>
            </a:r>
            <a:r>
              <a:rPr sz="1800" spc="-50" dirty="0">
                <a:latin typeface="宋体"/>
                <a:cs typeface="宋体"/>
              </a:rPr>
              <a:t>准</a:t>
            </a:r>
            <a:endParaRPr sz="1800">
              <a:latin typeface="宋体"/>
              <a:cs typeface="宋体"/>
            </a:endParaRPr>
          </a:p>
          <a:p>
            <a:pPr marL="560705">
              <a:lnSpc>
                <a:spcPct val="100000"/>
              </a:lnSpc>
              <a:spcBef>
                <a:spcPts val="1860"/>
              </a:spcBef>
            </a:pPr>
            <a:r>
              <a:rPr sz="2000" b="1" spc="-10" dirty="0">
                <a:latin typeface="Microsoft JhengHei"/>
                <a:cs typeface="Microsoft JhengHei"/>
              </a:rPr>
              <a:t>方法层面：</a:t>
            </a:r>
            <a:endParaRPr sz="2000">
              <a:latin typeface="Microsoft JhengHei"/>
              <a:cs typeface="Microsoft JhengHei"/>
            </a:endParaRPr>
          </a:p>
        </p:txBody>
      </p:sp>
      <p:sp>
        <p:nvSpPr>
          <p:cNvPr id="10" name="object 10"/>
          <p:cNvSpPr/>
          <p:nvPr/>
        </p:nvSpPr>
        <p:spPr>
          <a:xfrm>
            <a:off x="2360612" y="1613852"/>
            <a:ext cx="1153160" cy="418465"/>
          </a:xfrm>
          <a:custGeom>
            <a:avLst/>
            <a:gdLst/>
            <a:ahLst/>
            <a:cxnLst/>
            <a:rect l="l" t="t" r="r" b="b"/>
            <a:pathLst>
              <a:path w="1153160" h="418464">
                <a:moveTo>
                  <a:pt x="1153160" y="418465"/>
                </a:moveTo>
                <a:lnTo>
                  <a:pt x="0" y="418465"/>
                </a:lnTo>
                <a:lnTo>
                  <a:pt x="0" y="0"/>
                </a:lnTo>
                <a:lnTo>
                  <a:pt x="1153160" y="0"/>
                </a:lnTo>
                <a:lnTo>
                  <a:pt x="1153160" y="14287"/>
                </a:lnTo>
                <a:lnTo>
                  <a:pt x="28575" y="14287"/>
                </a:lnTo>
                <a:lnTo>
                  <a:pt x="14287" y="28575"/>
                </a:lnTo>
                <a:lnTo>
                  <a:pt x="28575" y="28575"/>
                </a:lnTo>
                <a:lnTo>
                  <a:pt x="28575" y="389890"/>
                </a:lnTo>
                <a:lnTo>
                  <a:pt x="14287" y="389890"/>
                </a:lnTo>
                <a:lnTo>
                  <a:pt x="28575" y="404177"/>
                </a:lnTo>
                <a:lnTo>
                  <a:pt x="1153160" y="404177"/>
                </a:lnTo>
                <a:lnTo>
                  <a:pt x="1153160" y="418465"/>
                </a:lnTo>
                <a:close/>
              </a:path>
              <a:path w="1153160" h="418464">
                <a:moveTo>
                  <a:pt x="28575" y="28575"/>
                </a:moveTo>
                <a:lnTo>
                  <a:pt x="14287" y="28575"/>
                </a:lnTo>
                <a:lnTo>
                  <a:pt x="28575" y="14287"/>
                </a:lnTo>
                <a:lnTo>
                  <a:pt x="28575" y="28575"/>
                </a:lnTo>
                <a:close/>
              </a:path>
              <a:path w="1153160" h="418464">
                <a:moveTo>
                  <a:pt x="1124585" y="28575"/>
                </a:moveTo>
                <a:lnTo>
                  <a:pt x="28575" y="28575"/>
                </a:lnTo>
                <a:lnTo>
                  <a:pt x="28575" y="14287"/>
                </a:lnTo>
                <a:lnTo>
                  <a:pt x="1124585" y="14287"/>
                </a:lnTo>
                <a:lnTo>
                  <a:pt x="1124585" y="28575"/>
                </a:lnTo>
                <a:close/>
              </a:path>
              <a:path w="1153160" h="418464">
                <a:moveTo>
                  <a:pt x="1124585" y="404177"/>
                </a:moveTo>
                <a:lnTo>
                  <a:pt x="1124585" y="14287"/>
                </a:lnTo>
                <a:lnTo>
                  <a:pt x="1138872" y="28575"/>
                </a:lnTo>
                <a:lnTo>
                  <a:pt x="1153160" y="28575"/>
                </a:lnTo>
                <a:lnTo>
                  <a:pt x="1153160" y="389890"/>
                </a:lnTo>
                <a:lnTo>
                  <a:pt x="1138872" y="389890"/>
                </a:lnTo>
                <a:lnTo>
                  <a:pt x="1124585" y="404177"/>
                </a:lnTo>
                <a:close/>
              </a:path>
              <a:path w="1153160" h="418464">
                <a:moveTo>
                  <a:pt x="1153160" y="28575"/>
                </a:moveTo>
                <a:lnTo>
                  <a:pt x="1138872" y="28575"/>
                </a:lnTo>
                <a:lnTo>
                  <a:pt x="1124585" y="14287"/>
                </a:lnTo>
                <a:lnTo>
                  <a:pt x="1153160" y="14287"/>
                </a:lnTo>
                <a:lnTo>
                  <a:pt x="1153160" y="28575"/>
                </a:lnTo>
                <a:close/>
              </a:path>
              <a:path w="1153160" h="418464">
                <a:moveTo>
                  <a:pt x="28575" y="404177"/>
                </a:moveTo>
                <a:lnTo>
                  <a:pt x="14287" y="389890"/>
                </a:lnTo>
                <a:lnTo>
                  <a:pt x="28575" y="389890"/>
                </a:lnTo>
                <a:lnTo>
                  <a:pt x="28575" y="404177"/>
                </a:lnTo>
                <a:close/>
              </a:path>
              <a:path w="1153160" h="418464">
                <a:moveTo>
                  <a:pt x="1124585" y="404177"/>
                </a:moveTo>
                <a:lnTo>
                  <a:pt x="28575" y="404177"/>
                </a:lnTo>
                <a:lnTo>
                  <a:pt x="28575" y="389890"/>
                </a:lnTo>
                <a:lnTo>
                  <a:pt x="1124585" y="389890"/>
                </a:lnTo>
                <a:lnTo>
                  <a:pt x="1124585" y="404177"/>
                </a:lnTo>
                <a:close/>
              </a:path>
              <a:path w="1153160" h="418464">
                <a:moveTo>
                  <a:pt x="1153160" y="404177"/>
                </a:moveTo>
                <a:lnTo>
                  <a:pt x="1124585" y="404177"/>
                </a:lnTo>
                <a:lnTo>
                  <a:pt x="1138872" y="389890"/>
                </a:lnTo>
                <a:lnTo>
                  <a:pt x="1153160" y="389890"/>
                </a:lnTo>
                <a:lnTo>
                  <a:pt x="1153160" y="404177"/>
                </a:lnTo>
                <a:close/>
              </a:path>
            </a:pathLst>
          </a:custGeom>
          <a:solidFill>
            <a:srgbClr val="5F95E6"/>
          </a:solidFill>
        </p:spPr>
        <p:txBody>
          <a:bodyPr wrap="square" lIns="0" tIns="0" rIns="0" bIns="0" rtlCol="0"/>
          <a:lstStyle/>
          <a:p>
            <a:endParaRPr/>
          </a:p>
        </p:txBody>
      </p:sp>
      <p:sp>
        <p:nvSpPr>
          <p:cNvPr id="11" name="object 11"/>
          <p:cNvSpPr txBox="1"/>
          <p:nvPr/>
        </p:nvSpPr>
        <p:spPr>
          <a:xfrm>
            <a:off x="2466975" y="1675129"/>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渠道多元</a:t>
            </a:r>
            <a:endParaRPr sz="1800">
              <a:latin typeface="宋体"/>
              <a:cs typeface="宋体"/>
            </a:endParaRPr>
          </a:p>
        </p:txBody>
      </p:sp>
      <p:sp>
        <p:nvSpPr>
          <p:cNvPr id="12" name="object 12"/>
          <p:cNvSpPr/>
          <p:nvPr/>
        </p:nvSpPr>
        <p:spPr>
          <a:xfrm>
            <a:off x="3485197" y="1611947"/>
            <a:ext cx="1153160" cy="418465"/>
          </a:xfrm>
          <a:custGeom>
            <a:avLst/>
            <a:gdLst/>
            <a:ahLst/>
            <a:cxnLst/>
            <a:rect l="l" t="t" r="r" b="b"/>
            <a:pathLst>
              <a:path w="1153160" h="418464">
                <a:moveTo>
                  <a:pt x="1153160" y="418464"/>
                </a:moveTo>
                <a:lnTo>
                  <a:pt x="0" y="418464"/>
                </a:lnTo>
                <a:lnTo>
                  <a:pt x="0" y="0"/>
                </a:lnTo>
                <a:lnTo>
                  <a:pt x="1153160" y="0"/>
                </a:lnTo>
                <a:lnTo>
                  <a:pt x="1153160" y="14287"/>
                </a:lnTo>
                <a:lnTo>
                  <a:pt x="28575" y="14287"/>
                </a:lnTo>
                <a:lnTo>
                  <a:pt x="14287" y="28575"/>
                </a:lnTo>
                <a:lnTo>
                  <a:pt x="28575" y="28575"/>
                </a:lnTo>
                <a:lnTo>
                  <a:pt x="28575" y="389889"/>
                </a:lnTo>
                <a:lnTo>
                  <a:pt x="14287" y="389889"/>
                </a:lnTo>
                <a:lnTo>
                  <a:pt x="28575" y="404177"/>
                </a:lnTo>
                <a:lnTo>
                  <a:pt x="1153160" y="404177"/>
                </a:lnTo>
                <a:lnTo>
                  <a:pt x="1153160" y="418464"/>
                </a:lnTo>
                <a:close/>
              </a:path>
              <a:path w="1153160" h="418464">
                <a:moveTo>
                  <a:pt x="28575" y="28575"/>
                </a:moveTo>
                <a:lnTo>
                  <a:pt x="14287" y="28575"/>
                </a:lnTo>
                <a:lnTo>
                  <a:pt x="28575" y="14287"/>
                </a:lnTo>
                <a:lnTo>
                  <a:pt x="28575" y="28575"/>
                </a:lnTo>
                <a:close/>
              </a:path>
              <a:path w="1153160" h="418464">
                <a:moveTo>
                  <a:pt x="1124585" y="28575"/>
                </a:moveTo>
                <a:lnTo>
                  <a:pt x="28575" y="28575"/>
                </a:lnTo>
                <a:lnTo>
                  <a:pt x="28575" y="14287"/>
                </a:lnTo>
                <a:lnTo>
                  <a:pt x="1124585" y="14287"/>
                </a:lnTo>
                <a:lnTo>
                  <a:pt x="1124585" y="28575"/>
                </a:lnTo>
                <a:close/>
              </a:path>
              <a:path w="1153160" h="418464">
                <a:moveTo>
                  <a:pt x="1124585" y="404177"/>
                </a:moveTo>
                <a:lnTo>
                  <a:pt x="1124585" y="14287"/>
                </a:lnTo>
                <a:lnTo>
                  <a:pt x="1138872" y="28575"/>
                </a:lnTo>
                <a:lnTo>
                  <a:pt x="1153160" y="28575"/>
                </a:lnTo>
                <a:lnTo>
                  <a:pt x="1153160" y="389889"/>
                </a:lnTo>
                <a:lnTo>
                  <a:pt x="1138872" y="389889"/>
                </a:lnTo>
                <a:lnTo>
                  <a:pt x="1124585" y="404177"/>
                </a:lnTo>
                <a:close/>
              </a:path>
              <a:path w="1153160" h="418464">
                <a:moveTo>
                  <a:pt x="1153160" y="28575"/>
                </a:moveTo>
                <a:lnTo>
                  <a:pt x="1138872" y="28575"/>
                </a:lnTo>
                <a:lnTo>
                  <a:pt x="1124585" y="14287"/>
                </a:lnTo>
                <a:lnTo>
                  <a:pt x="1153160" y="14287"/>
                </a:lnTo>
                <a:lnTo>
                  <a:pt x="1153160" y="28575"/>
                </a:lnTo>
                <a:close/>
              </a:path>
              <a:path w="1153160" h="418464">
                <a:moveTo>
                  <a:pt x="28575" y="404177"/>
                </a:moveTo>
                <a:lnTo>
                  <a:pt x="14287" y="389889"/>
                </a:lnTo>
                <a:lnTo>
                  <a:pt x="28575" y="389889"/>
                </a:lnTo>
                <a:lnTo>
                  <a:pt x="28575" y="404177"/>
                </a:lnTo>
                <a:close/>
              </a:path>
              <a:path w="1153160" h="418464">
                <a:moveTo>
                  <a:pt x="1124585" y="404177"/>
                </a:moveTo>
                <a:lnTo>
                  <a:pt x="28575" y="404177"/>
                </a:lnTo>
                <a:lnTo>
                  <a:pt x="28575" y="389889"/>
                </a:lnTo>
                <a:lnTo>
                  <a:pt x="1124585" y="389889"/>
                </a:lnTo>
                <a:lnTo>
                  <a:pt x="1124585" y="404177"/>
                </a:lnTo>
                <a:close/>
              </a:path>
              <a:path w="1153160" h="418464">
                <a:moveTo>
                  <a:pt x="1153160" y="404177"/>
                </a:moveTo>
                <a:lnTo>
                  <a:pt x="1124585" y="404177"/>
                </a:lnTo>
                <a:lnTo>
                  <a:pt x="1138872" y="389889"/>
                </a:lnTo>
                <a:lnTo>
                  <a:pt x="1153160" y="389889"/>
                </a:lnTo>
                <a:lnTo>
                  <a:pt x="1153160" y="404177"/>
                </a:lnTo>
                <a:close/>
              </a:path>
            </a:pathLst>
          </a:custGeom>
          <a:solidFill>
            <a:srgbClr val="5F95E6"/>
          </a:solidFill>
        </p:spPr>
        <p:txBody>
          <a:bodyPr wrap="square" lIns="0" tIns="0" rIns="0" bIns="0" rtlCol="0"/>
          <a:lstStyle/>
          <a:p>
            <a:endParaRPr/>
          </a:p>
        </p:txBody>
      </p:sp>
      <p:sp>
        <p:nvSpPr>
          <p:cNvPr id="13" name="object 13"/>
          <p:cNvSpPr txBox="1"/>
          <p:nvPr/>
        </p:nvSpPr>
        <p:spPr>
          <a:xfrm>
            <a:off x="3591559" y="167322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内容匹配</a:t>
            </a:r>
            <a:endParaRPr sz="1800">
              <a:latin typeface="宋体"/>
              <a:cs typeface="宋体"/>
            </a:endParaRPr>
          </a:p>
        </p:txBody>
      </p:sp>
      <p:sp>
        <p:nvSpPr>
          <p:cNvPr id="14" name="object 14"/>
          <p:cNvSpPr/>
          <p:nvPr/>
        </p:nvSpPr>
        <p:spPr>
          <a:xfrm>
            <a:off x="4611687" y="1610042"/>
            <a:ext cx="1153160" cy="418465"/>
          </a:xfrm>
          <a:custGeom>
            <a:avLst/>
            <a:gdLst/>
            <a:ahLst/>
            <a:cxnLst/>
            <a:rect l="l" t="t" r="r" b="b"/>
            <a:pathLst>
              <a:path w="1153160" h="418464">
                <a:moveTo>
                  <a:pt x="1153160" y="418465"/>
                </a:moveTo>
                <a:lnTo>
                  <a:pt x="0" y="418465"/>
                </a:lnTo>
                <a:lnTo>
                  <a:pt x="0" y="0"/>
                </a:lnTo>
                <a:lnTo>
                  <a:pt x="1153160" y="0"/>
                </a:lnTo>
                <a:lnTo>
                  <a:pt x="1153160" y="14287"/>
                </a:lnTo>
                <a:lnTo>
                  <a:pt x="28575" y="14287"/>
                </a:lnTo>
                <a:lnTo>
                  <a:pt x="14287" y="28575"/>
                </a:lnTo>
                <a:lnTo>
                  <a:pt x="28575" y="28575"/>
                </a:lnTo>
                <a:lnTo>
                  <a:pt x="28575" y="389890"/>
                </a:lnTo>
                <a:lnTo>
                  <a:pt x="14287" y="389890"/>
                </a:lnTo>
                <a:lnTo>
                  <a:pt x="28575" y="404177"/>
                </a:lnTo>
                <a:lnTo>
                  <a:pt x="1153160" y="404177"/>
                </a:lnTo>
                <a:lnTo>
                  <a:pt x="1153160" y="418465"/>
                </a:lnTo>
                <a:close/>
              </a:path>
              <a:path w="1153160" h="418464">
                <a:moveTo>
                  <a:pt x="28575" y="28575"/>
                </a:moveTo>
                <a:lnTo>
                  <a:pt x="14287" y="28575"/>
                </a:lnTo>
                <a:lnTo>
                  <a:pt x="28575" y="14287"/>
                </a:lnTo>
                <a:lnTo>
                  <a:pt x="28575" y="28575"/>
                </a:lnTo>
                <a:close/>
              </a:path>
              <a:path w="1153160" h="418464">
                <a:moveTo>
                  <a:pt x="1124585" y="28575"/>
                </a:moveTo>
                <a:lnTo>
                  <a:pt x="28575" y="28575"/>
                </a:lnTo>
                <a:lnTo>
                  <a:pt x="28575" y="14287"/>
                </a:lnTo>
                <a:lnTo>
                  <a:pt x="1124585" y="14287"/>
                </a:lnTo>
                <a:lnTo>
                  <a:pt x="1124585" y="28575"/>
                </a:lnTo>
                <a:close/>
              </a:path>
              <a:path w="1153160" h="418464">
                <a:moveTo>
                  <a:pt x="1124585" y="404177"/>
                </a:moveTo>
                <a:lnTo>
                  <a:pt x="1124585" y="14287"/>
                </a:lnTo>
                <a:lnTo>
                  <a:pt x="1138872" y="28575"/>
                </a:lnTo>
                <a:lnTo>
                  <a:pt x="1153160" y="28575"/>
                </a:lnTo>
                <a:lnTo>
                  <a:pt x="1153160" y="389890"/>
                </a:lnTo>
                <a:lnTo>
                  <a:pt x="1138872" y="389890"/>
                </a:lnTo>
                <a:lnTo>
                  <a:pt x="1124585" y="404177"/>
                </a:lnTo>
                <a:close/>
              </a:path>
              <a:path w="1153160" h="418464">
                <a:moveTo>
                  <a:pt x="1153160" y="28575"/>
                </a:moveTo>
                <a:lnTo>
                  <a:pt x="1138872" y="28575"/>
                </a:lnTo>
                <a:lnTo>
                  <a:pt x="1124585" y="14287"/>
                </a:lnTo>
                <a:lnTo>
                  <a:pt x="1153160" y="14287"/>
                </a:lnTo>
                <a:lnTo>
                  <a:pt x="1153160" y="28575"/>
                </a:lnTo>
                <a:close/>
              </a:path>
              <a:path w="1153160" h="418464">
                <a:moveTo>
                  <a:pt x="28575" y="404177"/>
                </a:moveTo>
                <a:lnTo>
                  <a:pt x="14287" y="389890"/>
                </a:lnTo>
                <a:lnTo>
                  <a:pt x="28575" y="389890"/>
                </a:lnTo>
                <a:lnTo>
                  <a:pt x="28575" y="404177"/>
                </a:lnTo>
                <a:close/>
              </a:path>
              <a:path w="1153160" h="418464">
                <a:moveTo>
                  <a:pt x="1124585" y="404177"/>
                </a:moveTo>
                <a:lnTo>
                  <a:pt x="28575" y="404177"/>
                </a:lnTo>
                <a:lnTo>
                  <a:pt x="28575" y="389890"/>
                </a:lnTo>
                <a:lnTo>
                  <a:pt x="1124585" y="389890"/>
                </a:lnTo>
                <a:lnTo>
                  <a:pt x="1124585" y="404177"/>
                </a:lnTo>
                <a:close/>
              </a:path>
              <a:path w="1153160" h="418464">
                <a:moveTo>
                  <a:pt x="1153160" y="404177"/>
                </a:moveTo>
                <a:lnTo>
                  <a:pt x="1124585" y="404177"/>
                </a:lnTo>
                <a:lnTo>
                  <a:pt x="1138872" y="389890"/>
                </a:lnTo>
                <a:lnTo>
                  <a:pt x="1153160" y="389890"/>
                </a:lnTo>
                <a:lnTo>
                  <a:pt x="1153160" y="404177"/>
                </a:lnTo>
                <a:close/>
              </a:path>
            </a:pathLst>
          </a:custGeom>
          <a:solidFill>
            <a:srgbClr val="5F95E6"/>
          </a:solidFill>
        </p:spPr>
        <p:txBody>
          <a:bodyPr wrap="square" lIns="0" tIns="0" rIns="0" bIns="0" rtlCol="0"/>
          <a:lstStyle/>
          <a:p>
            <a:endParaRPr/>
          </a:p>
        </p:txBody>
      </p:sp>
      <p:sp>
        <p:nvSpPr>
          <p:cNvPr id="15" name="object 15"/>
          <p:cNvSpPr txBox="1"/>
          <p:nvPr/>
        </p:nvSpPr>
        <p:spPr>
          <a:xfrm>
            <a:off x="4718050" y="1671320"/>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互动性强</a:t>
            </a:r>
            <a:endParaRPr sz="1800">
              <a:latin typeface="宋体"/>
              <a:cs typeface="宋体"/>
            </a:endParaRPr>
          </a:p>
        </p:txBody>
      </p:sp>
      <p:sp>
        <p:nvSpPr>
          <p:cNvPr id="16" name="object 16"/>
          <p:cNvSpPr/>
          <p:nvPr/>
        </p:nvSpPr>
        <p:spPr>
          <a:xfrm>
            <a:off x="5967095" y="972185"/>
            <a:ext cx="5989955" cy="5725795"/>
          </a:xfrm>
          <a:custGeom>
            <a:avLst/>
            <a:gdLst/>
            <a:ahLst/>
            <a:cxnLst/>
            <a:rect l="l" t="t" r="r" b="b"/>
            <a:pathLst>
              <a:path w="5989955" h="5725795">
                <a:moveTo>
                  <a:pt x="5986145" y="5725795"/>
                </a:moveTo>
                <a:lnTo>
                  <a:pt x="3809" y="5725795"/>
                </a:lnTo>
                <a:lnTo>
                  <a:pt x="2349" y="5725502"/>
                </a:lnTo>
                <a:lnTo>
                  <a:pt x="1117" y="5724677"/>
                </a:lnTo>
                <a:lnTo>
                  <a:pt x="292" y="5723445"/>
                </a:lnTo>
                <a:lnTo>
                  <a:pt x="0" y="5721985"/>
                </a:lnTo>
                <a:lnTo>
                  <a:pt x="0" y="3809"/>
                </a:lnTo>
                <a:lnTo>
                  <a:pt x="292" y="2349"/>
                </a:lnTo>
                <a:lnTo>
                  <a:pt x="1117" y="1117"/>
                </a:lnTo>
                <a:lnTo>
                  <a:pt x="2349" y="292"/>
                </a:lnTo>
                <a:lnTo>
                  <a:pt x="3809" y="0"/>
                </a:lnTo>
                <a:lnTo>
                  <a:pt x="5986145" y="0"/>
                </a:lnTo>
                <a:lnTo>
                  <a:pt x="5987605" y="292"/>
                </a:lnTo>
                <a:lnTo>
                  <a:pt x="5988837" y="1117"/>
                </a:lnTo>
                <a:lnTo>
                  <a:pt x="5989662" y="2349"/>
                </a:lnTo>
                <a:lnTo>
                  <a:pt x="5989955" y="3809"/>
                </a:lnTo>
                <a:lnTo>
                  <a:pt x="7619" y="3809"/>
                </a:lnTo>
                <a:lnTo>
                  <a:pt x="3809" y="7619"/>
                </a:lnTo>
                <a:lnTo>
                  <a:pt x="7619" y="7619"/>
                </a:lnTo>
                <a:lnTo>
                  <a:pt x="7619" y="5718174"/>
                </a:lnTo>
                <a:lnTo>
                  <a:pt x="3809" y="5718174"/>
                </a:lnTo>
                <a:lnTo>
                  <a:pt x="7619" y="5721985"/>
                </a:lnTo>
                <a:lnTo>
                  <a:pt x="5989955" y="5721985"/>
                </a:lnTo>
                <a:lnTo>
                  <a:pt x="5989662" y="5723445"/>
                </a:lnTo>
                <a:lnTo>
                  <a:pt x="5988837" y="5724677"/>
                </a:lnTo>
                <a:lnTo>
                  <a:pt x="5987605" y="5725502"/>
                </a:lnTo>
                <a:lnTo>
                  <a:pt x="5986145" y="5725795"/>
                </a:lnTo>
                <a:close/>
              </a:path>
              <a:path w="5989955" h="5725795">
                <a:moveTo>
                  <a:pt x="7619" y="7619"/>
                </a:moveTo>
                <a:lnTo>
                  <a:pt x="3809" y="7619"/>
                </a:lnTo>
                <a:lnTo>
                  <a:pt x="7619" y="3809"/>
                </a:lnTo>
                <a:lnTo>
                  <a:pt x="7619" y="7619"/>
                </a:lnTo>
                <a:close/>
              </a:path>
              <a:path w="5989955" h="5725795">
                <a:moveTo>
                  <a:pt x="5982334" y="7619"/>
                </a:moveTo>
                <a:lnTo>
                  <a:pt x="7619" y="7619"/>
                </a:lnTo>
                <a:lnTo>
                  <a:pt x="7619" y="3809"/>
                </a:lnTo>
                <a:lnTo>
                  <a:pt x="5982334" y="3809"/>
                </a:lnTo>
                <a:lnTo>
                  <a:pt x="5982334" y="7619"/>
                </a:lnTo>
                <a:close/>
              </a:path>
              <a:path w="5989955" h="5725795">
                <a:moveTo>
                  <a:pt x="5982334" y="5721985"/>
                </a:moveTo>
                <a:lnTo>
                  <a:pt x="5982334" y="3809"/>
                </a:lnTo>
                <a:lnTo>
                  <a:pt x="5986145" y="7619"/>
                </a:lnTo>
                <a:lnTo>
                  <a:pt x="5989955" y="7619"/>
                </a:lnTo>
                <a:lnTo>
                  <a:pt x="5989955" y="5718174"/>
                </a:lnTo>
                <a:lnTo>
                  <a:pt x="5986145" y="5718174"/>
                </a:lnTo>
                <a:lnTo>
                  <a:pt x="5982334" y="5721985"/>
                </a:lnTo>
                <a:close/>
              </a:path>
              <a:path w="5989955" h="5725795">
                <a:moveTo>
                  <a:pt x="5989955" y="7619"/>
                </a:moveTo>
                <a:lnTo>
                  <a:pt x="5986145" y="7619"/>
                </a:lnTo>
                <a:lnTo>
                  <a:pt x="5982334" y="3809"/>
                </a:lnTo>
                <a:lnTo>
                  <a:pt x="5989955" y="3809"/>
                </a:lnTo>
                <a:lnTo>
                  <a:pt x="5989955" y="7619"/>
                </a:lnTo>
                <a:close/>
              </a:path>
              <a:path w="5989955" h="5725795">
                <a:moveTo>
                  <a:pt x="7619" y="5721985"/>
                </a:moveTo>
                <a:lnTo>
                  <a:pt x="3809" y="5718174"/>
                </a:lnTo>
                <a:lnTo>
                  <a:pt x="7619" y="5718174"/>
                </a:lnTo>
                <a:lnTo>
                  <a:pt x="7619" y="5721985"/>
                </a:lnTo>
                <a:close/>
              </a:path>
              <a:path w="5989955" h="5725795">
                <a:moveTo>
                  <a:pt x="5982334" y="5721985"/>
                </a:moveTo>
                <a:lnTo>
                  <a:pt x="7619" y="5721985"/>
                </a:lnTo>
                <a:lnTo>
                  <a:pt x="7619" y="5718174"/>
                </a:lnTo>
                <a:lnTo>
                  <a:pt x="5982334" y="5718174"/>
                </a:lnTo>
                <a:lnTo>
                  <a:pt x="5982334" y="5721985"/>
                </a:lnTo>
                <a:close/>
              </a:path>
              <a:path w="5989955" h="5725795">
                <a:moveTo>
                  <a:pt x="5989955" y="5721985"/>
                </a:moveTo>
                <a:lnTo>
                  <a:pt x="5982334" y="5721985"/>
                </a:lnTo>
                <a:lnTo>
                  <a:pt x="5986145" y="5718174"/>
                </a:lnTo>
                <a:lnTo>
                  <a:pt x="5989955" y="5718174"/>
                </a:lnTo>
                <a:lnTo>
                  <a:pt x="5989955" y="5721985"/>
                </a:lnTo>
                <a:close/>
              </a:path>
            </a:pathLst>
          </a:custGeom>
          <a:solidFill>
            <a:srgbClr val="E6E6E6"/>
          </a:solidFill>
        </p:spPr>
        <p:txBody>
          <a:bodyPr wrap="square" lIns="0" tIns="0" rIns="0" bIns="0" rtlCol="0"/>
          <a:lstStyle/>
          <a:p>
            <a:endParaRPr/>
          </a:p>
        </p:txBody>
      </p:sp>
      <p:sp>
        <p:nvSpPr>
          <p:cNvPr id="17" name="object 17"/>
          <p:cNvSpPr txBox="1"/>
          <p:nvPr/>
        </p:nvSpPr>
        <p:spPr>
          <a:xfrm>
            <a:off x="6354445" y="1013459"/>
            <a:ext cx="547306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宋体"/>
                <a:cs typeface="宋体"/>
              </a:rPr>
              <a:t>设定3个</a:t>
            </a:r>
            <a:r>
              <a:rPr sz="1200" spc="170" dirty="0">
                <a:latin typeface="宋体"/>
                <a:cs typeface="宋体"/>
              </a:rPr>
              <a:t>SMART</a:t>
            </a:r>
            <a:r>
              <a:rPr sz="1200" spc="-5" dirty="0">
                <a:latin typeface="宋体"/>
                <a:cs typeface="宋体"/>
              </a:rPr>
              <a:t>目标，涵盖品牌知名度、参与度和转化率。每个目标都应有具体的</a:t>
            </a:r>
            <a:endParaRPr sz="1200">
              <a:latin typeface="宋体"/>
              <a:cs typeface="宋体"/>
            </a:endParaRPr>
          </a:p>
        </p:txBody>
      </p:sp>
      <p:sp>
        <p:nvSpPr>
          <p:cNvPr id="18" name="object 18"/>
          <p:cNvSpPr txBox="1"/>
          <p:nvPr/>
        </p:nvSpPr>
        <p:spPr>
          <a:xfrm>
            <a:off x="6049645" y="1196339"/>
            <a:ext cx="5816600" cy="5511800"/>
          </a:xfrm>
          <a:prstGeom prst="rect">
            <a:avLst/>
          </a:prstGeom>
        </p:spPr>
        <p:txBody>
          <a:bodyPr vert="horz" wrap="square" lIns="0" tIns="33020" rIns="0" bIns="0" rtlCol="0">
            <a:spAutoFit/>
          </a:bodyPr>
          <a:lstStyle/>
          <a:p>
            <a:pPr marL="12700">
              <a:lnSpc>
                <a:spcPct val="100000"/>
              </a:lnSpc>
              <a:spcBef>
                <a:spcPts val="260"/>
              </a:spcBef>
            </a:pPr>
            <a:r>
              <a:rPr sz="1200" spc="-5" dirty="0">
                <a:latin typeface="宋体"/>
                <a:cs typeface="宋体"/>
              </a:rPr>
              <a:t>数字指标和时间框架。</a:t>
            </a:r>
            <a:endParaRPr sz="1200">
              <a:latin typeface="宋体"/>
              <a:cs typeface="宋体"/>
            </a:endParaRPr>
          </a:p>
          <a:p>
            <a:pPr marL="317500">
              <a:lnSpc>
                <a:spcPct val="100000"/>
              </a:lnSpc>
              <a:spcBef>
                <a:spcPts val="160"/>
              </a:spcBef>
            </a:pPr>
            <a:r>
              <a:rPr sz="1200" dirty="0">
                <a:latin typeface="宋体"/>
                <a:cs typeface="宋体"/>
              </a:rPr>
              <a:t>（4）核心信息（500字内</a:t>
            </a:r>
            <a:r>
              <a:rPr sz="1200" spc="-25" dirty="0">
                <a:latin typeface="宋体"/>
                <a:cs typeface="宋体"/>
              </a:rPr>
              <a:t>）：</a:t>
            </a:r>
            <a:endParaRPr sz="1200">
              <a:latin typeface="宋体"/>
              <a:cs typeface="宋体"/>
            </a:endParaRPr>
          </a:p>
          <a:p>
            <a:pPr marL="12700" marR="5080" indent="304800">
              <a:lnSpc>
                <a:spcPct val="111100"/>
              </a:lnSpc>
            </a:pPr>
            <a:r>
              <a:rPr sz="1200" dirty="0">
                <a:latin typeface="宋体"/>
                <a:cs typeface="宋体"/>
              </a:rPr>
              <a:t>提炼1个总体信息和3</a:t>
            </a:r>
            <a:r>
              <a:rPr sz="1200" spc="-5" dirty="0">
                <a:latin typeface="宋体"/>
                <a:cs typeface="宋体"/>
              </a:rPr>
              <a:t>个支持性信息点。这些信息应与品牌调性一致，并能引起目标</a:t>
            </a:r>
            <a:r>
              <a:rPr sz="1200" spc="-10" dirty="0">
                <a:latin typeface="宋体"/>
                <a:cs typeface="宋体"/>
              </a:rPr>
              <a:t>受众的共鸣。</a:t>
            </a:r>
            <a:endParaRPr sz="1200">
              <a:latin typeface="宋体"/>
              <a:cs typeface="宋体"/>
            </a:endParaRPr>
          </a:p>
          <a:p>
            <a:pPr marL="317500">
              <a:lnSpc>
                <a:spcPct val="100000"/>
              </a:lnSpc>
              <a:spcBef>
                <a:spcPts val="160"/>
              </a:spcBef>
            </a:pPr>
            <a:r>
              <a:rPr sz="1200" dirty="0">
                <a:latin typeface="宋体"/>
                <a:cs typeface="宋体"/>
              </a:rPr>
              <a:t>（5）全渠道矩阵（1500字内</a:t>
            </a:r>
            <a:r>
              <a:rPr sz="1200" spc="-25" dirty="0">
                <a:latin typeface="宋体"/>
                <a:cs typeface="宋体"/>
              </a:rPr>
              <a:t>）：</a:t>
            </a:r>
            <a:endParaRPr sz="1200">
              <a:latin typeface="宋体"/>
              <a:cs typeface="宋体"/>
            </a:endParaRPr>
          </a:p>
          <a:p>
            <a:pPr marL="12700" marR="88900" indent="304800">
              <a:lnSpc>
                <a:spcPct val="111100"/>
              </a:lnSpc>
            </a:pPr>
            <a:r>
              <a:rPr sz="1200" dirty="0">
                <a:latin typeface="宋体"/>
                <a:cs typeface="宋体"/>
              </a:rPr>
              <a:t>设计一个包含至少7个渠道的传播矩阵，包括社交媒体、</a:t>
            </a:r>
            <a:r>
              <a:rPr sz="1200" spc="175" dirty="0">
                <a:latin typeface="宋体"/>
                <a:cs typeface="宋体"/>
              </a:rPr>
              <a:t>KOL</a:t>
            </a:r>
            <a:r>
              <a:rPr sz="1200" spc="-10" dirty="0">
                <a:latin typeface="宋体"/>
                <a:cs typeface="宋体"/>
              </a:rPr>
              <a:t>、线下活动、传统媒</a:t>
            </a:r>
            <a:r>
              <a:rPr sz="1200" spc="-5" dirty="0">
                <a:latin typeface="宋体"/>
                <a:cs typeface="宋体"/>
              </a:rPr>
              <a:t>体等。说明每个渠道的具体作用和预期效果。</a:t>
            </a:r>
            <a:endParaRPr sz="1200">
              <a:latin typeface="宋体"/>
              <a:cs typeface="宋体"/>
            </a:endParaRPr>
          </a:p>
          <a:p>
            <a:pPr marL="317500">
              <a:lnSpc>
                <a:spcPct val="100000"/>
              </a:lnSpc>
              <a:spcBef>
                <a:spcPts val="160"/>
              </a:spcBef>
            </a:pPr>
            <a:r>
              <a:rPr sz="1200" dirty="0">
                <a:latin typeface="宋体"/>
                <a:cs typeface="宋体"/>
              </a:rPr>
              <a:t>（6）内容策略（1200字内</a:t>
            </a:r>
            <a:r>
              <a:rPr sz="1200" spc="-25" dirty="0">
                <a:latin typeface="宋体"/>
                <a:cs typeface="宋体"/>
              </a:rPr>
              <a:t>）：</a:t>
            </a:r>
            <a:endParaRPr sz="1200">
              <a:latin typeface="宋体"/>
              <a:cs typeface="宋体"/>
            </a:endParaRPr>
          </a:p>
          <a:p>
            <a:pPr marL="12700" marR="81280" indent="304800">
              <a:lnSpc>
                <a:spcPct val="111100"/>
              </a:lnSpc>
            </a:pPr>
            <a:r>
              <a:rPr sz="1200" dirty="0">
                <a:latin typeface="宋体"/>
                <a:cs typeface="宋体"/>
              </a:rPr>
              <a:t>为3</a:t>
            </a:r>
            <a:r>
              <a:rPr sz="1200" spc="-5" dirty="0">
                <a:latin typeface="宋体"/>
                <a:cs typeface="宋体"/>
              </a:rPr>
              <a:t>个主要渠道设计差异化的内容策略。每个策略应包含内容形式、主题方向和互动元素，并解释如何与用户旅程的不同阶段匹配。</a:t>
            </a:r>
            <a:endParaRPr sz="1200">
              <a:latin typeface="宋体"/>
              <a:cs typeface="宋体"/>
            </a:endParaRPr>
          </a:p>
          <a:p>
            <a:pPr marL="699135" indent="-381635">
              <a:lnSpc>
                <a:spcPct val="100000"/>
              </a:lnSpc>
              <a:spcBef>
                <a:spcPts val="160"/>
              </a:spcBef>
              <a:buSzPct val="91666"/>
              <a:buAutoNum type="arabicPlain" startAt="7"/>
              <a:tabLst>
                <a:tab pos="699135" algn="l"/>
              </a:tabLst>
            </a:pPr>
            <a:r>
              <a:rPr sz="1200" dirty="0">
                <a:latin typeface="宋体"/>
                <a:cs typeface="宋体"/>
              </a:rPr>
              <a:t>创新传播手法（800字内</a:t>
            </a:r>
            <a:r>
              <a:rPr sz="1200" spc="-25" dirty="0">
                <a:latin typeface="宋体"/>
                <a:cs typeface="宋体"/>
              </a:rPr>
              <a:t>）：</a:t>
            </a:r>
            <a:endParaRPr sz="1200">
              <a:latin typeface="宋体"/>
              <a:cs typeface="宋体"/>
            </a:endParaRPr>
          </a:p>
          <a:p>
            <a:pPr marL="12700" marR="81280" indent="304800">
              <a:lnSpc>
                <a:spcPct val="111100"/>
              </a:lnSpc>
            </a:pPr>
            <a:r>
              <a:rPr sz="1200" dirty="0">
                <a:latin typeface="宋体"/>
                <a:cs typeface="宋体"/>
              </a:rPr>
              <a:t>提出1</a:t>
            </a:r>
            <a:r>
              <a:rPr sz="1200" spc="-5" dirty="0">
                <a:latin typeface="宋体"/>
                <a:cs typeface="宋体"/>
              </a:rPr>
              <a:t>个创新的或非常规的传播方式。这个方法应能显著提升活动的话题性和参与</a:t>
            </a:r>
            <a:r>
              <a:rPr sz="1200" spc="-25" dirty="0">
                <a:latin typeface="宋体"/>
                <a:cs typeface="宋体"/>
              </a:rPr>
              <a:t>度。</a:t>
            </a:r>
            <a:endParaRPr sz="1200">
              <a:latin typeface="宋体"/>
              <a:cs typeface="宋体"/>
            </a:endParaRPr>
          </a:p>
          <a:p>
            <a:pPr marL="699135" indent="-381635">
              <a:lnSpc>
                <a:spcPct val="100000"/>
              </a:lnSpc>
              <a:spcBef>
                <a:spcPts val="160"/>
              </a:spcBef>
              <a:buSzPct val="91666"/>
              <a:buAutoNum type="arabicPlain" startAt="8"/>
              <a:tabLst>
                <a:tab pos="699135" algn="l"/>
              </a:tabLst>
            </a:pPr>
            <a:r>
              <a:rPr sz="1200" spc="175" dirty="0">
                <a:latin typeface="宋体"/>
                <a:cs typeface="宋体"/>
              </a:rPr>
              <a:t>KOL</a:t>
            </a:r>
            <a:r>
              <a:rPr sz="1200" dirty="0">
                <a:latin typeface="宋体"/>
                <a:cs typeface="宋体"/>
              </a:rPr>
              <a:t>合作计划（700字内</a:t>
            </a:r>
            <a:r>
              <a:rPr sz="1200" spc="-25" dirty="0">
                <a:latin typeface="宋体"/>
                <a:cs typeface="宋体"/>
              </a:rPr>
              <a:t>）：</a:t>
            </a:r>
            <a:endParaRPr sz="1200">
              <a:latin typeface="宋体"/>
              <a:cs typeface="宋体"/>
            </a:endParaRPr>
          </a:p>
          <a:p>
            <a:pPr marL="12700" marR="36195" indent="304800">
              <a:lnSpc>
                <a:spcPct val="111100"/>
              </a:lnSpc>
            </a:pPr>
            <a:r>
              <a:rPr sz="1200" dirty="0">
                <a:latin typeface="宋体"/>
                <a:cs typeface="宋体"/>
              </a:rPr>
              <a:t>设计一个多层次的</a:t>
            </a:r>
            <a:r>
              <a:rPr sz="1200" spc="175" dirty="0">
                <a:latin typeface="宋体"/>
                <a:cs typeface="宋体"/>
              </a:rPr>
              <a:t>KOL</a:t>
            </a:r>
            <a:r>
              <a:rPr sz="1200" dirty="0">
                <a:latin typeface="宋体"/>
                <a:cs typeface="宋体"/>
              </a:rPr>
              <a:t>合作策略，包括顶级</a:t>
            </a:r>
            <a:r>
              <a:rPr sz="1200" spc="175" dirty="0">
                <a:latin typeface="宋体"/>
                <a:cs typeface="宋体"/>
              </a:rPr>
              <a:t>KOL</a:t>
            </a:r>
            <a:r>
              <a:rPr sz="1200" dirty="0">
                <a:latin typeface="宋体"/>
                <a:cs typeface="宋体"/>
              </a:rPr>
              <a:t>、中腰部</a:t>
            </a:r>
            <a:r>
              <a:rPr sz="1200" spc="175" dirty="0">
                <a:latin typeface="宋体"/>
                <a:cs typeface="宋体"/>
              </a:rPr>
              <a:t>KOL</a:t>
            </a:r>
            <a:r>
              <a:rPr sz="1200" dirty="0">
                <a:latin typeface="宋体"/>
                <a:cs typeface="宋体"/>
              </a:rPr>
              <a:t>和微观</a:t>
            </a:r>
            <a:r>
              <a:rPr sz="1200" spc="175" dirty="0">
                <a:latin typeface="宋体"/>
                <a:cs typeface="宋体"/>
              </a:rPr>
              <a:t>KOL</a:t>
            </a:r>
            <a:r>
              <a:rPr sz="1200" spc="-15" dirty="0">
                <a:latin typeface="宋体"/>
                <a:cs typeface="宋体"/>
              </a:rPr>
              <a:t>的不同运用方式。</a:t>
            </a:r>
            <a:endParaRPr sz="1200">
              <a:latin typeface="宋体"/>
              <a:cs typeface="宋体"/>
            </a:endParaRPr>
          </a:p>
          <a:p>
            <a:pPr marL="317500">
              <a:lnSpc>
                <a:spcPct val="100000"/>
              </a:lnSpc>
              <a:spcBef>
                <a:spcPts val="160"/>
              </a:spcBef>
            </a:pPr>
            <a:r>
              <a:rPr sz="1200" dirty="0">
                <a:latin typeface="宋体"/>
                <a:cs typeface="宋体"/>
              </a:rPr>
              <a:t>（9）时间线（1000字内</a:t>
            </a:r>
            <a:r>
              <a:rPr sz="1200" spc="-25" dirty="0">
                <a:latin typeface="宋体"/>
                <a:cs typeface="宋体"/>
              </a:rPr>
              <a:t>）：</a:t>
            </a:r>
            <a:endParaRPr sz="1200">
              <a:latin typeface="宋体"/>
              <a:cs typeface="宋体"/>
            </a:endParaRPr>
          </a:p>
          <a:p>
            <a:pPr marL="12700" marR="55880" indent="304800">
              <a:lnSpc>
                <a:spcPct val="111100"/>
              </a:lnSpc>
            </a:pPr>
            <a:r>
              <a:rPr sz="1200" spc="-30" dirty="0">
                <a:latin typeface="宋体"/>
                <a:cs typeface="宋体"/>
              </a:rPr>
              <a:t>绘制一个为期[</a:t>
            </a:r>
            <a:r>
              <a:rPr sz="1200" spc="-45" dirty="0">
                <a:latin typeface="宋体"/>
                <a:cs typeface="宋体"/>
              </a:rPr>
              <a:t>具体时间]</a:t>
            </a:r>
            <a:r>
              <a:rPr sz="1200" spc="-5" dirty="0">
                <a:latin typeface="宋体"/>
                <a:cs typeface="宋体"/>
              </a:rPr>
              <a:t>的传播时间表，包括预热、启动、高潮和持续阶段。标注关键时间节点和相应的传播重点。</a:t>
            </a:r>
            <a:endParaRPr sz="1200">
              <a:latin typeface="宋体"/>
              <a:cs typeface="宋体"/>
            </a:endParaRPr>
          </a:p>
          <a:p>
            <a:pPr marL="317500">
              <a:lnSpc>
                <a:spcPct val="100000"/>
              </a:lnSpc>
              <a:spcBef>
                <a:spcPts val="160"/>
              </a:spcBef>
            </a:pPr>
            <a:r>
              <a:rPr sz="1200" dirty="0">
                <a:latin typeface="宋体"/>
                <a:cs typeface="宋体"/>
              </a:rPr>
              <a:t>（10）效果评估（600字内</a:t>
            </a:r>
            <a:r>
              <a:rPr sz="1200" spc="-25" dirty="0">
                <a:latin typeface="宋体"/>
                <a:cs typeface="宋体"/>
              </a:rPr>
              <a:t>）：</a:t>
            </a:r>
            <a:endParaRPr sz="1200">
              <a:latin typeface="宋体"/>
              <a:cs typeface="宋体"/>
            </a:endParaRPr>
          </a:p>
          <a:p>
            <a:pPr marL="12700" marR="83820" indent="304800">
              <a:lnSpc>
                <a:spcPct val="111100"/>
              </a:lnSpc>
            </a:pPr>
            <a:r>
              <a:rPr sz="1200" dirty="0">
                <a:latin typeface="宋体"/>
                <a:cs typeface="宋体"/>
              </a:rPr>
              <a:t>设定5—7个关键绩效指标</a:t>
            </a:r>
            <a:r>
              <a:rPr sz="1200" spc="-10" dirty="0">
                <a:latin typeface="宋体"/>
                <a:cs typeface="宋体"/>
              </a:rPr>
              <a:t>（KPI），</a:t>
            </a:r>
            <a:r>
              <a:rPr sz="1200" spc="-5" dirty="0">
                <a:latin typeface="宋体"/>
                <a:cs typeface="宋体"/>
              </a:rPr>
              <a:t>涵盖曝光、参与、转化和品牌健康度等方面。说明数据来源和评估频率。</a:t>
            </a:r>
            <a:endParaRPr sz="1200">
              <a:latin typeface="宋体"/>
              <a:cs typeface="宋体"/>
            </a:endParaRPr>
          </a:p>
          <a:p>
            <a:pPr marL="317500">
              <a:lnSpc>
                <a:spcPct val="100000"/>
              </a:lnSpc>
              <a:spcBef>
                <a:spcPts val="160"/>
              </a:spcBef>
            </a:pPr>
            <a:r>
              <a:rPr sz="1200" dirty="0">
                <a:latin typeface="宋体"/>
                <a:cs typeface="宋体"/>
              </a:rPr>
              <a:t>（11）危机预案（500字内</a:t>
            </a:r>
            <a:r>
              <a:rPr sz="1200" spc="-25" dirty="0">
                <a:latin typeface="宋体"/>
                <a:cs typeface="宋体"/>
              </a:rPr>
              <a:t>）：</a:t>
            </a:r>
            <a:endParaRPr sz="1200">
              <a:latin typeface="宋体"/>
              <a:cs typeface="宋体"/>
            </a:endParaRPr>
          </a:p>
          <a:p>
            <a:pPr marL="317500" marR="1071880">
              <a:lnSpc>
                <a:spcPct val="111100"/>
              </a:lnSpc>
            </a:pPr>
            <a:r>
              <a:rPr sz="1200" dirty="0">
                <a:latin typeface="宋体"/>
                <a:cs typeface="宋体"/>
              </a:rPr>
              <a:t>列出2—3</a:t>
            </a:r>
            <a:r>
              <a:rPr sz="1200" spc="-5" dirty="0">
                <a:latin typeface="宋体"/>
                <a:cs typeface="宋体"/>
              </a:rPr>
              <a:t>个可能的传播风险，并为每个风险提供简要的应对策略。</a:t>
            </a:r>
            <a:r>
              <a:rPr sz="1200" spc="-10" dirty="0">
                <a:latin typeface="宋体"/>
                <a:cs typeface="宋体"/>
              </a:rPr>
              <a:t>预算分配建议：</a:t>
            </a:r>
            <a:endParaRPr sz="1200">
              <a:latin typeface="宋体"/>
              <a:cs typeface="宋体"/>
            </a:endParaRPr>
          </a:p>
          <a:p>
            <a:pPr marL="317500">
              <a:lnSpc>
                <a:spcPct val="100000"/>
              </a:lnSpc>
              <a:spcBef>
                <a:spcPts val="160"/>
              </a:spcBef>
            </a:pPr>
            <a:r>
              <a:rPr sz="1200" spc="-5" dirty="0">
                <a:latin typeface="宋体"/>
                <a:cs typeface="宋体"/>
              </a:rPr>
              <a:t>按渠道和阶段列出预算分配比例，确保资源的最优化使用。</a:t>
            </a:r>
            <a:endParaRPr sz="1200">
              <a:latin typeface="宋体"/>
              <a:cs typeface="宋体"/>
            </a:endParaRPr>
          </a:p>
          <a:p>
            <a:pPr marL="317500">
              <a:lnSpc>
                <a:spcPct val="100000"/>
              </a:lnSpc>
              <a:spcBef>
                <a:spcPts val="160"/>
              </a:spcBef>
            </a:pPr>
            <a:r>
              <a:rPr sz="1200" spc="-5" dirty="0">
                <a:latin typeface="宋体"/>
                <a:cs typeface="宋体"/>
              </a:rPr>
              <a:t>请基于以上要求，生成一份全面、创新且可执行的传播策略方案。</a:t>
            </a:r>
            <a:endParaRPr sz="1200">
              <a:latin typeface="宋体"/>
              <a:cs typeface="宋体"/>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827260" cy="634365"/>
          </a:xfrm>
          <a:prstGeom prst="rect">
            <a:avLst/>
          </a:prstGeom>
        </p:spPr>
        <p:txBody>
          <a:bodyPr vert="horz" wrap="square" lIns="0" tIns="12065" rIns="0" bIns="0" rtlCol="0">
            <a:spAutoFit/>
          </a:bodyPr>
          <a:lstStyle/>
          <a:p>
            <a:pPr marL="12700">
              <a:lnSpc>
                <a:spcPct val="100000"/>
              </a:lnSpc>
              <a:spcBef>
                <a:spcPts val="95"/>
              </a:spcBef>
            </a:pPr>
            <a:r>
              <a:rPr sz="4000" spc="270" dirty="0"/>
              <a:t>执行方案：设计可操作的行动计划提示</a:t>
            </a:r>
            <a:r>
              <a:rPr sz="4000" spc="-50" dirty="0"/>
              <a:t>语</a:t>
            </a:r>
            <a:endParaRPr sz="4000"/>
          </a:p>
        </p:txBody>
      </p:sp>
      <p:sp>
        <p:nvSpPr>
          <p:cNvPr id="3" name="object 3"/>
          <p:cNvSpPr/>
          <p:nvPr/>
        </p:nvSpPr>
        <p:spPr>
          <a:xfrm>
            <a:off x="126492" y="3749040"/>
            <a:ext cx="2106295" cy="349250"/>
          </a:xfrm>
          <a:custGeom>
            <a:avLst/>
            <a:gdLst/>
            <a:ahLst/>
            <a:cxnLst/>
            <a:rect l="l" t="t" r="r" b="b"/>
            <a:pathLst>
              <a:path w="2106295" h="349250">
                <a:moveTo>
                  <a:pt x="2046732" y="348996"/>
                </a:moveTo>
                <a:lnTo>
                  <a:pt x="57911" y="348996"/>
                </a:lnTo>
                <a:lnTo>
                  <a:pt x="34997" y="344569"/>
                </a:lnTo>
                <a:lnTo>
                  <a:pt x="16440" y="332174"/>
                </a:lnTo>
                <a:lnTo>
                  <a:pt x="4140" y="313713"/>
                </a:lnTo>
                <a:lnTo>
                  <a:pt x="0" y="291084"/>
                </a:lnTo>
                <a:lnTo>
                  <a:pt x="0" y="57912"/>
                </a:lnTo>
                <a:lnTo>
                  <a:pt x="4140" y="35425"/>
                </a:lnTo>
                <a:lnTo>
                  <a:pt x="16440" y="17011"/>
                </a:lnTo>
                <a:lnTo>
                  <a:pt x="34997" y="4569"/>
                </a:lnTo>
                <a:lnTo>
                  <a:pt x="57911" y="0"/>
                </a:lnTo>
                <a:lnTo>
                  <a:pt x="2046732" y="0"/>
                </a:lnTo>
                <a:lnTo>
                  <a:pt x="2069742" y="4569"/>
                </a:lnTo>
                <a:lnTo>
                  <a:pt x="2088489" y="17011"/>
                </a:lnTo>
                <a:lnTo>
                  <a:pt x="2101217" y="35425"/>
                </a:lnTo>
                <a:lnTo>
                  <a:pt x="2106168" y="57912"/>
                </a:lnTo>
                <a:lnTo>
                  <a:pt x="2106168" y="291084"/>
                </a:lnTo>
                <a:lnTo>
                  <a:pt x="2101217" y="313713"/>
                </a:lnTo>
                <a:lnTo>
                  <a:pt x="2088489" y="332174"/>
                </a:lnTo>
                <a:lnTo>
                  <a:pt x="2069742" y="344569"/>
                </a:lnTo>
                <a:lnTo>
                  <a:pt x="2046732" y="348996"/>
                </a:lnTo>
                <a:close/>
              </a:path>
            </a:pathLst>
          </a:custGeom>
          <a:solidFill>
            <a:srgbClr val="0A80DF"/>
          </a:solidFill>
        </p:spPr>
        <p:txBody>
          <a:bodyPr wrap="square" lIns="0" tIns="0" rIns="0" bIns="0" rtlCol="0"/>
          <a:lstStyle/>
          <a:p>
            <a:endParaRPr/>
          </a:p>
        </p:txBody>
      </p:sp>
      <p:sp>
        <p:nvSpPr>
          <p:cNvPr id="4" name="object 4"/>
          <p:cNvSpPr/>
          <p:nvPr/>
        </p:nvSpPr>
        <p:spPr>
          <a:xfrm>
            <a:off x="111442" y="1615122"/>
            <a:ext cx="2277745" cy="419100"/>
          </a:xfrm>
          <a:custGeom>
            <a:avLst/>
            <a:gdLst/>
            <a:ahLst/>
            <a:cxnLst/>
            <a:rect l="l" t="t" r="r" b="b"/>
            <a:pathLst>
              <a:path w="2277745" h="419100">
                <a:moveTo>
                  <a:pt x="2277745" y="0"/>
                </a:moveTo>
                <a:lnTo>
                  <a:pt x="2249170" y="0"/>
                </a:lnTo>
                <a:lnTo>
                  <a:pt x="2249170" y="28575"/>
                </a:lnTo>
                <a:lnTo>
                  <a:pt x="2249170" y="388620"/>
                </a:lnTo>
                <a:lnTo>
                  <a:pt x="1153160" y="388620"/>
                </a:lnTo>
                <a:lnTo>
                  <a:pt x="1153160" y="30480"/>
                </a:lnTo>
                <a:lnTo>
                  <a:pt x="1153160" y="28575"/>
                </a:lnTo>
                <a:lnTo>
                  <a:pt x="2249170" y="28575"/>
                </a:lnTo>
                <a:lnTo>
                  <a:pt x="2249170" y="0"/>
                </a:lnTo>
                <a:lnTo>
                  <a:pt x="1124585" y="0"/>
                </a:lnTo>
                <a:lnTo>
                  <a:pt x="1124585" y="1905"/>
                </a:lnTo>
                <a:lnTo>
                  <a:pt x="1124585" y="30480"/>
                </a:lnTo>
                <a:lnTo>
                  <a:pt x="1124585" y="390525"/>
                </a:lnTo>
                <a:lnTo>
                  <a:pt x="28575" y="390525"/>
                </a:lnTo>
                <a:lnTo>
                  <a:pt x="28575" y="30480"/>
                </a:lnTo>
                <a:lnTo>
                  <a:pt x="1124585" y="30480"/>
                </a:lnTo>
                <a:lnTo>
                  <a:pt x="1124585" y="1905"/>
                </a:lnTo>
                <a:lnTo>
                  <a:pt x="0" y="1905"/>
                </a:lnTo>
                <a:lnTo>
                  <a:pt x="0" y="419100"/>
                </a:lnTo>
                <a:lnTo>
                  <a:pt x="1153160" y="419100"/>
                </a:lnTo>
                <a:lnTo>
                  <a:pt x="1153160" y="417195"/>
                </a:lnTo>
                <a:lnTo>
                  <a:pt x="2277745" y="417195"/>
                </a:lnTo>
                <a:lnTo>
                  <a:pt x="2277745" y="402907"/>
                </a:lnTo>
                <a:lnTo>
                  <a:pt x="2277745" y="388620"/>
                </a:lnTo>
                <a:lnTo>
                  <a:pt x="2277745" y="28575"/>
                </a:lnTo>
                <a:lnTo>
                  <a:pt x="2277745" y="14287"/>
                </a:lnTo>
                <a:lnTo>
                  <a:pt x="2277745" y="0"/>
                </a:lnTo>
                <a:close/>
              </a:path>
            </a:pathLst>
          </a:custGeom>
          <a:solidFill>
            <a:srgbClr val="5F95E6"/>
          </a:solidFill>
        </p:spPr>
        <p:txBody>
          <a:bodyPr wrap="square" lIns="0" tIns="0" rIns="0" bIns="0" rtlCol="0"/>
          <a:lstStyle/>
          <a:p>
            <a:endParaRPr/>
          </a:p>
        </p:txBody>
      </p:sp>
      <p:sp>
        <p:nvSpPr>
          <p:cNvPr id="5" name="object 5"/>
          <p:cNvSpPr txBox="1"/>
          <p:nvPr/>
        </p:nvSpPr>
        <p:spPr>
          <a:xfrm>
            <a:off x="217804" y="1147444"/>
            <a:ext cx="2087245" cy="2927985"/>
          </a:xfrm>
          <a:prstGeom prst="rect">
            <a:avLst/>
          </a:prstGeom>
        </p:spPr>
        <p:txBody>
          <a:bodyPr vert="horz" wrap="square" lIns="0" tIns="13335" rIns="0" bIns="0" rtlCol="0">
            <a:spAutoFit/>
          </a:bodyPr>
          <a:lstStyle/>
          <a:p>
            <a:pPr marL="589915">
              <a:lnSpc>
                <a:spcPct val="100000"/>
              </a:lnSpc>
              <a:spcBef>
                <a:spcPts val="105"/>
              </a:spcBef>
            </a:pPr>
            <a:r>
              <a:rPr sz="2000" b="1" spc="-10" dirty="0">
                <a:latin typeface="Microsoft JhengHei"/>
                <a:cs typeface="Microsoft JhengHei"/>
              </a:rPr>
              <a:t>理论层面：</a:t>
            </a:r>
            <a:endParaRPr sz="2000">
              <a:latin typeface="Microsoft JhengHei"/>
              <a:cs typeface="Microsoft JhengHei"/>
            </a:endParaRPr>
          </a:p>
          <a:p>
            <a:pPr marL="12700">
              <a:lnSpc>
                <a:spcPct val="100000"/>
              </a:lnSpc>
              <a:spcBef>
                <a:spcPts val="1770"/>
              </a:spcBef>
              <a:tabLst>
                <a:tab pos="1136650" algn="l"/>
              </a:tabLst>
            </a:pPr>
            <a:r>
              <a:rPr sz="1800" dirty="0">
                <a:latin typeface="宋体"/>
                <a:cs typeface="宋体"/>
              </a:rPr>
              <a:t>步骤清</a:t>
            </a:r>
            <a:r>
              <a:rPr sz="1800" spc="-50" dirty="0">
                <a:latin typeface="宋体"/>
                <a:cs typeface="宋体"/>
              </a:rPr>
              <a:t>晰</a:t>
            </a:r>
            <a:r>
              <a:rPr sz="1800" dirty="0">
                <a:latin typeface="宋体"/>
                <a:cs typeface="宋体"/>
              </a:rPr>
              <a:t>	职责明</a:t>
            </a:r>
            <a:r>
              <a:rPr sz="1800" spc="-50" dirty="0">
                <a:latin typeface="宋体"/>
                <a:cs typeface="宋体"/>
              </a:rPr>
              <a:t>确</a:t>
            </a:r>
            <a:endParaRPr sz="1800">
              <a:latin typeface="宋体"/>
              <a:cs typeface="宋体"/>
            </a:endParaRPr>
          </a:p>
          <a:p>
            <a:pPr marL="560705">
              <a:lnSpc>
                <a:spcPct val="100000"/>
              </a:lnSpc>
              <a:spcBef>
                <a:spcPts val="1860"/>
              </a:spcBef>
            </a:pPr>
            <a:r>
              <a:rPr sz="2000" b="1" spc="-10" dirty="0">
                <a:latin typeface="Microsoft JhengHei"/>
                <a:cs typeface="Microsoft JhengHei"/>
              </a:rPr>
              <a:t>方法层面：</a:t>
            </a:r>
            <a:endParaRPr sz="2000">
              <a:latin typeface="Microsoft JhengHei"/>
              <a:cs typeface="Microsoft JhengHei"/>
            </a:endParaRPr>
          </a:p>
          <a:p>
            <a:pPr marL="702945" indent="-342900">
              <a:lnSpc>
                <a:spcPct val="100000"/>
              </a:lnSpc>
              <a:spcBef>
                <a:spcPts val="944"/>
              </a:spcBef>
              <a:buFont typeface="Arial"/>
              <a:buAutoNum type="arabicPeriod"/>
              <a:tabLst>
                <a:tab pos="702310" algn="l"/>
                <a:tab pos="702945" algn="l"/>
              </a:tabLst>
            </a:pPr>
            <a:r>
              <a:rPr sz="1800" spc="-10" dirty="0">
                <a:latin typeface="宋体"/>
                <a:cs typeface="宋体"/>
              </a:rPr>
              <a:t>行动步骤分解</a:t>
            </a:r>
            <a:endParaRPr sz="1800">
              <a:latin typeface="宋体"/>
              <a:cs typeface="宋体"/>
            </a:endParaRPr>
          </a:p>
          <a:p>
            <a:pPr marL="702945" indent="-342900">
              <a:lnSpc>
                <a:spcPct val="100000"/>
              </a:lnSpc>
              <a:spcBef>
                <a:spcPts val="645"/>
              </a:spcBef>
              <a:buFont typeface="Arial"/>
              <a:buAutoNum type="arabicPeriod"/>
              <a:tabLst>
                <a:tab pos="702310" algn="l"/>
                <a:tab pos="702945" algn="l"/>
              </a:tabLst>
            </a:pPr>
            <a:r>
              <a:rPr sz="1800" spc="-10" dirty="0">
                <a:latin typeface="宋体"/>
                <a:cs typeface="宋体"/>
              </a:rPr>
              <a:t>角色分配指令</a:t>
            </a:r>
            <a:endParaRPr sz="1800">
              <a:latin typeface="宋体"/>
              <a:cs typeface="宋体"/>
            </a:endParaRPr>
          </a:p>
          <a:p>
            <a:pPr marL="702945" indent="-342900">
              <a:lnSpc>
                <a:spcPct val="100000"/>
              </a:lnSpc>
              <a:spcBef>
                <a:spcPts val="645"/>
              </a:spcBef>
              <a:buFont typeface="Arial"/>
              <a:buAutoNum type="arabicPeriod"/>
              <a:tabLst>
                <a:tab pos="702310" algn="l"/>
                <a:tab pos="702945" algn="l"/>
              </a:tabLst>
            </a:pPr>
            <a:r>
              <a:rPr sz="1800" spc="-10" dirty="0">
                <a:latin typeface="宋体"/>
                <a:cs typeface="宋体"/>
              </a:rPr>
              <a:t>时间节点设定</a:t>
            </a:r>
            <a:endParaRPr sz="1800">
              <a:latin typeface="宋体"/>
              <a:cs typeface="宋体"/>
            </a:endParaRPr>
          </a:p>
          <a:p>
            <a:pPr marL="501650">
              <a:lnSpc>
                <a:spcPct val="100000"/>
              </a:lnSpc>
              <a:spcBef>
                <a:spcPts val="1385"/>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6" name="object 6"/>
          <p:cNvSpPr/>
          <p:nvPr/>
        </p:nvSpPr>
        <p:spPr>
          <a:xfrm>
            <a:off x="2360612" y="1613852"/>
            <a:ext cx="1153160" cy="418465"/>
          </a:xfrm>
          <a:custGeom>
            <a:avLst/>
            <a:gdLst/>
            <a:ahLst/>
            <a:cxnLst/>
            <a:rect l="l" t="t" r="r" b="b"/>
            <a:pathLst>
              <a:path w="1153160" h="418464">
                <a:moveTo>
                  <a:pt x="1153160" y="418465"/>
                </a:moveTo>
                <a:lnTo>
                  <a:pt x="0" y="418465"/>
                </a:lnTo>
                <a:lnTo>
                  <a:pt x="0" y="0"/>
                </a:lnTo>
                <a:lnTo>
                  <a:pt x="1153160" y="0"/>
                </a:lnTo>
                <a:lnTo>
                  <a:pt x="1153160" y="14287"/>
                </a:lnTo>
                <a:lnTo>
                  <a:pt x="28575" y="14287"/>
                </a:lnTo>
                <a:lnTo>
                  <a:pt x="14287" y="28575"/>
                </a:lnTo>
                <a:lnTo>
                  <a:pt x="28575" y="28575"/>
                </a:lnTo>
                <a:lnTo>
                  <a:pt x="28575" y="389890"/>
                </a:lnTo>
                <a:lnTo>
                  <a:pt x="14287" y="389890"/>
                </a:lnTo>
                <a:lnTo>
                  <a:pt x="28575" y="404177"/>
                </a:lnTo>
                <a:lnTo>
                  <a:pt x="1153160" y="404177"/>
                </a:lnTo>
                <a:lnTo>
                  <a:pt x="1153160" y="418465"/>
                </a:lnTo>
                <a:close/>
              </a:path>
              <a:path w="1153160" h="418464">
                <a:moveTo>
                  <a:pt x="28575" y="28575"/>
                </a:moveTo>
                <a:lnTo>
                  <a:pt x="14287" y="28575"/>
                </a:lnTo>
                <a:lnTo>
                  <a:pt x="28575" y="14287"/>
                </a:lnTo>
                <a:lnTo>
                  <a:pt x="28575" y="28575"/>
                </a:lnTo>
                <a:close/>
              </a:path>
              <a:path w="1153160" h="418464">
                <a:moveTo>
                  <a:pt x="1124585" y="28575"/>
                </a:moveTo>
                <a:lnTo>
                  <a:pt x="28575" y="28575"/>
                </a:lnTo>
                <a:lnTo>
                  <a:pt x="28575" y="14287"/>
                </a:lnTo>
                <a:lnTo>
                  <a:pt x="1124585" y="14287"/>
                </a:lnTo>
                <a:lnTo>
                  <a:pt x="1124585" y="28575"/>
                </a:lnTo>
                <a:close/>
              </a:path>
              <a:path w="1153160" h="418464">
                <a:moveTo>
                  <a:pt x="1124585" y="404177"/>
                </a:moveTo>
                <a:lnTo>
                  <a:pt x="1124585" y="14287"/>
                </a:lnTo>
                <a:lnTo>
                  <a:pt x="1138872" y="28575"/>
                </a:lnTo>
                <a:lnTo>
                  <a:pt x="1153160" y="28575"/>
                </a:lnTo>
                <a:lnTo>
                  <a:pt x="1153160" y="389890"/>
                </a:lnTo>
                <a:lnTo>
                  <a:pt x="1138872" y="389890"/>
                </a:lnTo>
                <a:lnTo>
                  <a:pt x="1124585" y="404177"/>
                </a:lnTo>
                <a:close/>
              </a:path>
              <a:path w="1153160" h="418464">
                <a:moveTo>
                  <a:pt x="1153160" y="28575"/>
                </a:moveTo>
                <a:lnTo>
                  <a:pt x="1138872" y="28575"/>
                </a:lnTo>
                <a:lnTo>
                  <a:pt x="1124585" y="14287"/>
                </a:lnTo>
                <a:lnTo>
                  <a:pt x="1153160" y="14287"/>
                </a:lnTo>
                <a:lnTo>
                  <a:pt x="1153160" y="28575"/>
                </a:lnTo>
                <a:close/>
              </a:path>
              <a:path w="1153160" h="418464">
                <a:moveTo>
                  <a:pt x="28575" y="404177"/>
                </a:moveTo>
                <a:lnTo>
                  <a:pt x="14287" y="389890"/>
                </a:lnTo>
                <a:lnTo>
                  <a:pt x="28575" y="389890"/>
                </a:lnTo>
                <a:lnTo>
                  <a:pt x="28575" y="404177"/>
                </a:lnTo>
                <a:close/>
              </a:path>
              <a:path w="1153160" h="418464">
                <a:moveTo>
                  <a:pt x="1124585" y="404177"/>
                </a:moveTo>
                <a:lnTo>
                  <a:pt x="28575" y="404177"/>
                </a:lnTo>
                <a:lnTo>
                  <a:pt x="28575" y="389890"/>
                </a:lnTo>
                <a:lnTo>
                  <a:pt x="1124585" y="389890"/>
                </a:lnTo>
                <a:lnTo>
                  <a:pt x="1124585" y="404177"/>
                </a:lnTo>
                <a:close/>
              </a:path>
              <a:path w="1153160" h="418464">
                <a:moveTo>
                  <a:pt x="1153160" y="404177"/>
                </a:moveTo>
                <a:lnTo>
                  <a:pt x="1124585" y="404177"/>
                </a:lnTo>
                <a:lnTo>
                  <a:pt x="1138872" y="389890"/>
                </a:lnTo>
                <a:lnTo>
                  <a:pt x="1153160" y="389890"/>
                </a:lnTo>
                <a:lnTo>
                  <a:pt x="1153160" y="404177"/>
                </a:lnTo>
                <a:close/>
              </a:path>
            </a:pathLst>
          </a:custGeom>
          <a:solidFill>
            <a:srgbClr val="5F95E6"/>
          </a:solidFill>
        </p:spPr>
        <p:txBody>
          <a:bodyPr wrap="square" lIns="0" tIns="0" rIns="0" bIns="0" rtlCol="0"/>
          <a:lstStyle/>
          <a:p>
            <a:endParaRPr/>
          </a:p>
        </p:txBody>
      </p:sp>
      <p:sp>
        <p:nvSpPr>
          <p:cNvPr id="7" name="object 7"/>
          <p:cNvSpPr txBox="1"/>
          <p:nvPr/>
        </p:nvSpPr>
        <p:spPr>
          <a:xfrm>
            <a:off x="2466975" y="1675129"/>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时间可控</a:t>
            </a:r>
            <a:endParaRPr sz="1800">
              <a:latin typeface="宋体"/>
              <a:cs typeface="宋体"/>
            </a:endParaRPr>
          </a:p>
        </p:txBody>
      </p:sp>
      <p:sp>
        <p:nvSpPr>
          <p:cNvPr id="8" name="object 8"/>
          <p:cNvSpPr/>
          <p:nvPr/>
        </p:nvSpPr>
        <p:spPr>
          <a:xfrm>
            <a:off x="3485197" y="1611947"/>
            <a:ext cx="1153160" cy="418465"/>
          </a:xfrm>
          <a:custGeom>
            <a:avLst/>
            <a:gdLst/>
            <a:ahLst/>
            <a:cxnLst/>
            <a:rect l="l" t="t" r="r" b="b"/>
            <a:pathLst>
              <a:path w="1153160" h="418464">
                <a:moveTo>
                  <a:pt x="1153160" y="418464"/>
                </a:moveTo>
                <a:lnTo>
                  <a:pt x="0" y="418464"/>
                </a:lnTo>
                <a:lnTo>
                  <a:pt x="0" y="0"/>
                </a:lnTo>
                <a:lnTo>
                  <a:pt x="1153160" y="0"/>
                </a:lnTo>
                <a:lnTo>
                  <a:pt x="1153160" y="14287"/>
                </a:lnTo>
                <a:lnTo>
                  <a:pt x="28575" y="14287"/>
                </a:lnTo>
                <a:lnTo>
                  <a:pt x="14287" y="28575"/>
                </a:lnTo>
                <a:lnTo>
                  <a:pt x="28575" y="28575"/>
                </a:lnTo>
                <a:lnTo>
                  <a:pt x="28575" y="389889"/>
                </a:lnTo>
                <a:lnTo>
                  <a:pt x="14287" y="389889"/>
                </a:lnTo>
                <a:lnTo>
                  <a:pt x="28575" y="404177"/>
                </a:lnTo>
                <a:lnTo>
                  <a:pt x="1153160" y="404177"/>
                </a:lnTo>
                <a:lnTo>
                  <a:pt x="1153160" y="418464"/>
                </a:lnTo>
                <a:close/>
              </a:path>
              <a:path w="1153160" h="418464">
                <a:moveTo>
                  <a:pt x="28575" y="28575"/>
                </a:moveTo>
                <a:lnTo>
                  <a:pt x="14287" y="28575"/>
                </a:lnTo>
                <a:lnTo>
                  <a:pt x="28575" y="14287"/>
                </a:lnTo>
                <a:lnTo>
                  <a:pt x="28575" y="28575"/>
                </a:lnTo>
                <a:close/>
              </a:path>
              <a:path w="1153160" h="418464">
                <a:moveTo>
                  <a:pt x="1124585" y="28575"/>
                </a:moveTo>
                <a:lnTo>
                  <a:pt x="28575" y="28575"/>
                </a:lnTo>
                <a:lnTo>
                  <a:pt x="28575" y="14287"/>
                </a:lnTo>
                <a:lnTo>
                  <a:pt x="1124585" y="14287"/>
                </a:lnTo>
                <a:lnTo>
                  <a:pt x="1124585" y="28575"/>
                </a:lnTo>
                <a:close/>
              </a:path>
              <a:path w="1153160" h="418464">
                <a:moveTo>
                  <a:pt x="1124585" y="404177"/>
                </a:moveTo>
                <a:lnTo>
                  <a:pt x="1124585" y="14287"/>
                </a:lnTo>
                <a:lnTo>
                  <a:pt x="1138872" y="28575"/>
                </a:lnTo>
                <a:lnTo>
                  <a:pt x="1153160" y="28575"/>
                </a:lnTo>
                <a:lnTo>
                  <a:pt x="1153160" y="389889"/>
                </a:lnTo>
                <a:lnTo>
                  <a:pt x="1138872" y="389889"/>
                </a:lnTo>
                <a:lnTo>
                  <a:pt x="1124585" y="404177"/>
                </a:lnTo>
                <a:close/>
              </a:path>
              <a:path w="1153160" h="418464">
                <a:moveTo>
                  <a:pt x="1153160" y="28575"/>
                </a:moveTo>
                <a:lnTo>
                  <a:pt x="1138872" y="28575"/>
                </a:lnTo>
                <a:lnTo>
                  <a:pt x="1124585" y="14287"/>
                </a:lnTo>
                <a:lnTo>
                  <a:pt x="1153160" y="14287"/>
                </a:lnTo>
                <a:lnTo>
                  <a:pt x="1153160" y="28575"/>
                </a:lnTo>
                <a:close/>
              </a:path>
              <a:path w="1153160" h="418464">
                <a:moveTo>
                  <a:pt x="28575" y="404177"/>
                </a:moveTo>
                <a:lnTo>
                  <a:pt x="14287" y="389889"/>
                </a:lnTo>
                <a:lnTo>
                  <a:pt x="28575" y="389889"/>
                </a:lnTo>
                <a:lnTo>
                  <a:pt x="28575" y="404177"/>
                </a:lnTo>
                <a:close/>
              </a:path>
              <a:path w="1153160" h="418464">
                <a:moveTo>
                  <a:pt x="1124585" y="404177"/>
                </a:moveTo>
                <a:lnTo>
                  <a:pt x="28575" y="404177"/>
                </a:lnTo>
                <a:lnTo>
                  <a:pt x="28575" y="389889"/>
                </a:lnTo>
                <a:lnTo>
                  <a:pt x="1124585" y="389889"/>
                </a:lnTo>
                <a:lnTo>
                  <a:pt x="1124585" y="404177"/>
                </a:lnTo>
                <a:close/>
              </a:path>
              <a:path w="1153160" h="418464">
                <a:moveTo>
                  <a:pt x="1153160" y="404177"/>
                </a:moveTo>
                <a:lnTo>
                  <a:pt x="1124585" y="404177"/>
                </a:lnTo>
                <a:lnTo>
                  <a:pt x="1138872" y="389889"/>
                </a:lnTo>
                <a:lnTo>
                  <a:pt x="1153160" y="389889"/>
                </a:lnTo>
                <a:lnTo>
                  <a:pt x="1153160" y="404177"/>
                </a:lnTo>
                <a:close/>
              </a:path>
            </a:pathLst>
          </a:custGeom>
          <a:solidFill>
            <a:srgbClr val="5F95E6"/>
          </a:solidFill>
        </p:spPr>
        <p:txBody>
          <a:bodyPr wrap="square" lIns="0" tIns="0" rIns="0" bIns="0" rtlCol="0"/>
          <a:lstStyle/>
          <a:p>
            <a:endParaRPr/>
          </a:p>
        </p:txBody>
      </p:sp>
      <p:sp>
        <p:nvSpPr>
          <p:cNvPr id="9" name="object 9"/>
          <p:cNvSpPr txBox="1"/>
          <p:nvPr/>
        </p:nvSpPr>
        <p:spPr>
          <a:xfrm>
            <a:off x="3591559" y="167322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资源合理</a:t>
            </a:r>
            <a:endParaRPr sz="1800">
              <a:latin typeface="宋体"/>
              <a:cs typeface="宋体"/>
            </a:endParaRPr>
          </a:p>
        </p:txBody>
      </p:sp>
      <p:sp>
        <p:nvSpPr>
          <p:cNvPr id="10" name="object 10"/>
          <p:cNvSpPr/>
          <p:nvPr/>
        </p:nvSpPr>
        <p:spPr>
          <a:xfrm>
            <a:off x="4611687" y="1610042"/>
            <a:ext cx="1153160" cy="418465"/>
          </a:xfrm>
          <a:custGeom>
            <a:avLst/>
            <a:gdLst/>
            <a:ahLst/>
            <a:cxnLst/>
            <a:rect l="l" t="t" r="r" b="b"/>
            <a:pathLst>
              <a:path w="1153160" h="418464">
                <a:moveTo>
                  <a:pt x="1153160" y="418465"/>
                </a:moveTo>
                <a:lnTo>
                  <a:pt x="0" y="418465"/>
                </a:lnTo>
                <a:lnTo>
                  <a:pt x="0" y="0"/>
                </a:lnTo>
                <a:lnTo>
                  <a:pt x="1153160" y="0"/>
                </a:lnTo>
                <a:lnTo>
                  <a:pt x="1153160" y="14287"/>
                </a:lnTo>
                <a:lnTo>
                  <a:pt x="28575" y="14287"/>
                </a:lnTo>
                <a:lnTo>
                  <a:pt x="14287" y="28575"/>
                </a:lnTo>
                <a:lnTo>
                  <a:pt x="28575" y="28575"/>
                </a:lnTo>
                <a:lnTo>
                  <a:pt x="28575" y="389890"/>
                </a:lnTo>
                <a:lnTo>
                  <a:pt x="14287" y="389890"/>
                </a:lnTo>
                <a:lnTo>
                  <a:pt x="28575" y="404177"/>
                </a:lnTo>
                <a:lnTo>
                  <a:pt x="1153160" y="404177"/>
                </a:lnTo>
                <a:lnTo>
                  <a:pt x="1153160" y="418465"/>
                </a:lnTo>
                <a:close/>
              </a:path>
              <a:path w="1153160" h="418464">
                <a:moveTo>
                  <a:pt x="28575" y="28575"/>
                </a:moveTo>
                <a:lnTo>
                  <a:pt x="14287" y="28575"/>
                </a:lnTo>
                <a:lnTo>
                  <a:pt x="28575" y="14287"/>
                </a:lnTo>
                <a:lnTo>
                  <a:pt x="28575" y="28575"/>
                </a:lnTo>
                <a:close/>
              </a:path>
              <a:path w="1153160" h="418464">
                <a:moveTo>
                  <a:pt x="1124585" y="28575"/>
                </a:moveTo>
                <a:lnTo>
                  <a:pt x="28575" y="28575"/>
                </a:lnTo>
                <a:lnTo>
                  <a:pt x="28575" y="14287"/>
                </a:lnTo>
                <a:lnTo>
                  <a:pt x="1124585" y="14287"/>
                </a:lnTo>
                <a:lnTo>
                  <a:pt x="1124585" y="28575"/>
                </a:lnTo>
                <a:close/>
              </a:path>
              <a:path w="1153160" h="418464">
                <a:moveTo>
                  <a:pt x="1124585" y="404177"/>
                </a:moveTo>
                <a:lnTo>
                  <a:pt x="1124585" y="14287"/>
                </a:lnTo>
                <a:lnTo>
                  <a:pt x="1138872" y="28575"/>
                </a:lnTo>
                <a:lnTo>
                  <a:pt x="1153160" y="28575"/>
                </a:lnTo>
                <a:lnTo>
                  <a:pt x="1153160" y="389890"/>
                </a:lnTo>
                <a:lnTo>
                  <a:pt x="1138872" y="389890"/>
                </a:lnTo>
                <a:lnTo>
                  <a:pt x="1124585" y="404177"/>
                </a:lnTo>
                <a:close/>
              </a:path>
              <a:path w="1153160" h="418464">
                <a:moveTo>
                  <a:pt x="1153160" y="28575"/>
                </a:moveTo>
                <a:lnTo>
                  <a:pt x="1138872" y="28575"/>
                </a:lnTo>
                <a:lnTo>
                  <a:pt x="1124585" y="14287"/>
                </a:lnTo>
                <a:lnTo>
                  <a:pt x="1153160" y="14287"/>
                </a:lnTo>
                <a:lnTo>
                  <a:pt x="1153160" y="28575"/>
                </a:lnTo>
                <a:close/>
              </a:path>
              <a:path w="1153160" h="418464">
                <a:moveTo>
                  <a:pt x="28575" y="404177"/>
                </a:moveTo>
                <a:lnTo>
                  <a:pt x="14287" y="389890"/>
                </a:lnTo>
                <a:lnTo>
                  <a:pt x="28575" y="389890"/>
                </a:lnTo>
                <a:lnTo>
                  <a:pt x="28575" y="404177"/>
                </a:lnTo>
                <a:close/>
              </a:path>
              <a:path w="1153160" h="418464">
                <a:moveTo>
                  <a:pt x="1124585" y="404177"/>
                </a:moveTo>
                <a:lnTo>
                  <a:pt x="28575" y="404177"/>
                </a:lnTo>
                <a:lnTo>
                  <a:pt x="28575" y="389890"/>
                </a:lnTo>
                <a:lnTo>
                  <a:pt x="1124585" y="389890"/>
                </a:lnTo>
                <a:lnTo>
                  <a:pt x="1124585" y="404177"/>
                </a:lnTo>
                <a:close/>
              </a:path>
              <a:path w="1153160" h="418464">
                <a:moveTo>
                  <a:pt x="1153160" y="404177"/>
                </a:moveTo>
                <a:lnTo>
                  <a:pt x="1124585" y="404177"/>
                </a:lnTo>
                <a:lnTo>
                  <a:pt x="1138872" y="389890"/>
                </a:lnTo>
                <a:lnTo>
                  <a:pt x="1153160" y="389890"/>
                </a:lnTo>
                <a:lnTo>
                  <a:pt x="1153160" y="404177"/>
                </a:lnTo>
                <a:close/>
              </a:path>
            </a:pathLst>
          </a:custGeom>
          <a:solidFill>
            <a:srgbClr val="5F95E6"/>
          </a:solidFill>
        </p:spPr>
        <p:txBody>
          <a:bodyPr wrap="square" lIns="0" tIns="0" rIns="0" bIns="0" rtlCol="0"/>
          <a:lstStyle/>
          <a:p>
            <a:endParaRPr/>
          </a:p>
        </p:txBody>
      </p:sp>
      <p:sp>
        <p:nvSpPr>
          <p:cNvPr id="11" name="object 11"/>
          <p:cNvSpPr txBox="1"/>
          <p:nvPr/>
        </p:nvSpPr>
        <p:spPr>
          <a:xfrm>
            <a:off x="4718050" y="1671320"/>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风险可控</a:t>
            </a:r>
            <a:endParaRPr sz="1800">
              <a:latin typeface="宋体"/>
              <a:cs typeface="宋体"/>
            </a:endParaRPr>
          </a:p>
        </p:txBody>
      </p:sp>
      <p:sp>
        <p:nvSpPr>
          <p:cNvPr id="12" name="object 12"/>
          <p:cNvSpPr/>
          <p:nvPr/>
        </p:nvSpPr>
        <p:spPr>
          <a:xfrm>
            <a:off x="121920" y="4094479"/>
            <a:ext cx="5745480" cy="2654935"/>
          </a:xfrm>
          <a:custGeom>
            <a:avLst/>
            <a:gdLst/>
            <a:ahLst/>
            <a:cxnLst/>
            <a:rect l="l" t="t" r="r" b="b"/>
            <a:pathLst>
              <a:path w="5745480" h="2654934">
                <a:moveTo>
                  <a:pt x="5741670" y="2654935"/>
                </a:moveTo>
                <a:lnTo>
                  <a:pt x="3810" y="2654935"/>
                </a:lnTo>
                <a:lnTo>
                  <a:pt x="2349" y="2654642"/>
                </a:lnTo>
                <a:lnTo>
                  <a:pt x="1117" y="2653817"/>
                </a:lnTo>
                <a:lnTo>
                  <a:pt x="292" y="2652585"/>
                </a:lnTo>
                <a:lnTo>
                  <a:pt x="0" y="2651125"/>
                </a:lnTo>
                <a:lnTo>
                  <a:pt x="0" y="3810"/>
                </a:lnTo>
                <a:lnTo>
                  <a:pt x="292" y="2349"/>
                </a:lnTo>
                <a:lnTo>
                  <a:pt x="1117" y="1117"/>
                </a:lnTo>
                <a:lnTo>
                  <a:pt x="2349" y="292"/>
                </a:lnTo>
                <a:lnTo>
                  <a:pt x="3810" y="0"/>
                </a:lnTo>
                <a:lnTo>
                  <a:pt x="5741670" y="0"/>
                </a:lnTo>
                <a:lnTo>
                  <a:pt x="5743130" y="292"/>
                </a:lnTo>
                <a:lnTo>
                  <a:pt x="5744362" y="1117"/>
                </a:lnTo>
                <a:lnTo>
                  <a:pt x="5745187" y="2349"/>
                </a:lnTo>
                <a:lnTo>
                  <a:pt x="5745480" y="3810"/>
                </a:lnTo>
                <a:lnTo>
                  <a:pt x="7619" y="3810"/>
                </a:lnTo>
                <a:lnTo>
                  <a:pt x="3810" y="7620"/>
                </a:lnTo>
                <a:lnTo>
                  <a:pt x="7619" y="7620"/>
                </a:lnTo>
                <a:lnTo>
                  <a:pt x="7619" y="2647315"/>
                </a:lnTo>
                <a:lnTo>
                  <a:pt x="3810" y="2647315"/>
                </a:lnTo>
                <a:lnTo>
                  <a:pt x="7619" y="2651125"/>
                </a:lnTo>
                <a:lnTo>
                  <a:pt x="5745480" y="2651125"/>
                </a:lnTo>
                <a:lnTo>
                  <a:pt x="5745187" y="2652585"/>
                </a:lnTo>
                <a:lnTo>
                  <a:pt x="5744362" y="2653817"/>
                </a:lnTo>
                <a:lnTo>
                  <a:pt x="5743130" y="2654642"/>
                </a:lnTo>
                <a:lnTo>
                  <a:pt x="5741670" y="2654935"/>
                </a:lnTo>
                <a:close/>
              </a:path>
              <a:path w="5745480" h="2654934">
                <a:moveTo>
                  <a:pt x="7619" y="7620"/>
                </a:moveTo>
                <a:lnTo>
                  <a:pt x="3810" y="7620"/>
                </a:lnTo>
                <a:lnTo>
                  <a:pt x="7619" y="3810"/>
                </a:lnTo>
                <a:lnTo>
                  <a:pt x="7619" y="7620"/>
                </a:lnTo>
                <a:close/>
              </a:path>
              <a:path w="5745480" h="2654934">
                <a:moveTo>
                  <a:pt x="5737859" y="7620"/>
                </a:moveTo>
                <a:lnTo>
                  <a:pt x="7619" y="7620"/>
                </a:lnTo>
                <a:lnTo>
                  <a:pt x="7619" y="3810"/>
                </a:lnTo>
                <a:lnTo>
                  <a:pt x="5737859" y="3810"/>
                </a:lnTo>
                <a:lnTo>
                  <a:pt x="5737859" y="7620"/>
                </a:lnTo>
                <a:close/>
              </a:path>
              <a:path w="5745480" h="2654934">
                <a:moveTo>
                  <a:pt x="5737859" y="2651125"/>
                </a:moveTo>
                <a:lnTo>
                  <a:pt x="5737859" y="3810"/>
                </a:lnTo>
                <a:lnTo>
                  <a:pt x="5741670" y="7620"/>
                </a:lnTo>
                <a:lnTo>
                  <a:pt x="5745480" y="7620"/>
                </a:lnTo>
                <a:lnTo>
                  <a:pt x="5745480" y="2647315"/>
                </a:lnTo>
                <a:lnTo>
                  <a:pt x="5741670" y="2647315"/>
                </a:lnTo>
                <a:lnTo>
                  <a:pt x="5737859" y="2651125"/>
                </a:lnTo>
                <a:close/>
              </a:path>
              <a:path w="5745480" h="2654934">
                <a:moveTo>
                  <a:pt x="5745480" y="7620"/>
                </a:moveTo>
                <a:lnTo>
                  <a:pt x="5741670" y="7620"/>
                </a:lnTo>
                <a:lnTo>
                  <a:pt x="5737859" y="3810"/>
                </a:lnTo>
                <a:lnTo>
                  <a:pt x="5745480" y="3810"/>
                </a:lnTo>
                <a:lnTo>
                  <a:pt x="5745480" y="7620"/>
                </a:lnTo>
                <a:close/>
              </a:path>
              <a:path w="5745480" h="2654934">
                <a:moveTo>
                  <a:pt x="7619" y="2651125"/>
                </a:moveTo>
                <a:lnTo>
                  <a:pt x="3810" y="2647315"/>
                </a:lnTo>
                <a:lnTo>
                  <a:pt x="7619" y="2647315"/>
                </a:lnTo>
                <a:lnTo>
                  <a:pt x="7619" y="2651125"/>
                </a:lnTo>
                <a:close/>
              </a:path>
              <a:path w="5745480" h="2654934">
                <a:moveTo>
                  <a:pt x="5737859" y="2651125"/>
                </a:moveTo>
                <a:lnTo>
                  <a:pt x="7619" y="2651125"/>
                </a:lnTo>
                <a:lnTo>
                  <a:pt x="7619" y="2647315"/>
                </a:lnTo>
                <a:lnTo>
                  <a:pt x="5737859" y="2647315"/>
                </a:lnTo>
                <a:lnTo>
                  <a:pt x="5737859" y="2651125"/>
                </a:lnTo>
                <a:close/>
              </a:path>
              <a:path w="5745480" h="2654934">
                <a:moveTo>
                  <a:pt x="5745480" y="2651125"/>
                </a:moveTo>
                <a:lnTo>
                  <a:pt x="5737859" y="2651125"/>
                </a:lnTo>
                <a:lnTo>
                  <a:pt x="5741670" y="2647315"/>
                </a:lnTo>
                <a:lnTo>
                  <a:pt x="5745480" y="2647315"/>
                </a:lnTo>
                <a:lnTo>
                  <a:pt x="5745480" y="2651125"/>
                </a:lnTo>
                <a:close/>
              </a:path>
            </a:pathLst>
          </a:custGeom>
          <a:solidFill>
            <a:srgbClr val="E6E6E6"/>
          </a:solidFill>
        </p:spPr>
        <p:txBody>
          <a:bodyPr wrap="square" lIns="0" tIns="0" rIns="0" bIns="0" rtlCol="0"/>
          <a:lstStyle/>
          <a:p>
            <a:endParaRPr/>
          </a:p>
        </p:txBody>
      </p:sp>
      <p:sp>
        <p:nvSpPr>
          <p:cNvPr id="13" name="object 13"/>
          <p:cNvSpPr txBox="1"/>
          <p:nvPr/>
        </p:nvSpPr>
        <p:spPr>
          <a:xfrm>
            <a:off x="204470" y="4360545"/>
            <a:ext cx="5562600" cy="2082800"/>
          </a:xfrm>
          <a:prstGeom prst="rect">
            <a:avLst/>
          </a:prstGeom>
        </p:spPr>
        <p:txBody>
          <a:bodyPr vert="horz" wrap="square" lIns="0" tIns="12700" rIns="0" bIns="0" rtlCol="0">
            <a:spAutoFit/>
          </a:bodyPr>
          <a:lstStyle/>
          <a:p>
            <a:pPr marL="12700" marR="5080" indent="304800">
              <a:lnSpc>
                <a:spcPct val="125000"/>
              </a:lnSpc>
              <a:spcBef>
                <a:spcPts val="100"/>
              </a:spcBef>
            </a:pPr>
            <a:r>
              <a:rPr sz="1200" spc="-105" dirty="0">
                <a:latin typeface="宋体"/>
                <a:cs typeface="宋体"/>
              </a:rPr>
              <a:t>为[</a:t>
            </a:r>
            <a:r>
              <a:rPr sz="1200" spc="-65" dirty="0">
                <a:latin typeface="宋体"/>
                <a:cs typeface="宋体"/>
              </a:rPr>
              <a:t>品牌名称]的[</a:t>
            </a:r>
            <a:r>
              <a:rPr sz="1200" spc="-30" dirty="0">
                <a:latin typeface="宋体"/>
                <a:cs typeface="宋体"/>
              </a:rPr>
              <a:t>营销活动名称]</a:t>
            </a:r>
            <a:r>
              <a:rPr sz="1200" spc="-5" dirty="0">
                <a:latin typeface="宋体"/>
                <a:cs typeface="宋体"/>
              </a:rPr>
              <a:t>设计一个详细可行的执行方案。该方案应能将创意概念和传播策略有效转化为具体行动，确保活动的顺利开展和目标达成。请遵循</a:t>
            </a:r>
            <a:r>
              <a:rPr sz="1200" spc="-10" dirty="0">
                <a:latin typeface="宋体"/>
                <a:cs typeface="宋体"/>
              </a:rPr>
              <a:t>以下要求：</a:t>
            </a:r>
            <a:endParaRPr sz="1200">
              <a:latin typeface="宋体"/>
              <a:cs typeface="宋体"/>
            </a:endParaRPr>
          </a:p>
          <a:p>
            <a:pPr marL="12700" marR="128270" indent="304800">
              <a:lnSpc>
                <a:spcPct val="125000"/>
              </a:lnSpc>
              <a:buAutoNum type="arabicPeriod"/>
              <a:tabLst>
                <a:tab pos="473709" algn="l"/>
              </a:tabLst>
            </a:pPr>
            <a:r>
              <a:rPr sz="1200" dirty="0">
                <a:latin typeface="宋体"/>
                <a:cs typeface="宋体"/>
              </a:rPr>
              <a:t>执行摘要（300字内）：</a:t>
            </a:r>
            <a:r>
              <a:rPr sz="1200" spc="-5" dirty="0">
                <a:latin typeface="宋体"/>
                <a:cs typeface="宋体"/>
              </a:rPr>
              <a:t>概括整个执行方案的核心内容、主要目标和关键成</a:t>
            </a:r>
            <a:r>
              <a:rPr sz="1200" spc="-15" dirty="0">
                <a:latin typeface="宋体"/>
                <a:cs typeface="宋体"/>
              </a:rPr>
              <a:t>功因素。</a:t>
            </a:r>
            <a:endParaRPr sz="1200">
              <a:latin typeface="宋体"/>
              <a:cs typeface="宋体"/>
            </a:endParaRPr>
          </a:p>
          <a:p>
            <a:pPr marL="12700" marR="128270" indent="304800">
              <a:lnSpc>
                <a:spcPct val="125000"/>
              </a:lnSpc>
              <a:buAutoNum type="arabicPeriod"/>
              <a:tabLst>
                <a:tab pos="473709" algn="l"/>
              </a:tabLst>
            </a:pPr>
            <a:r>
              <a:rPr sz="1200" dirty="0">
                <a:latin typeface="宋体"/>
                <a:cs typeface="宋体"/>
              </a:rPr>
              <a:t>项目团队构成（300字内）：</a:t>
            </a:r>
            <a:r>
              <a:rPr sz="1200" spc="-5" dirty="0">
                <a:latin typeface="宋体"/>
                <a:cs typeface="宋体"/>
              </a:rPr>
              <a:t>列出核心项目团队成员，包括内部人员和外部合作方。明确每个角色的主要职责和决策权限。</a:t>
            </a:r>
            <a:endParaRPr sz="1200">
              <a:latin typeface="宋体"/>
              <a:cs typeface="宋体"/>
            </a:endParaRPr>
          </a:p>
          <a:p>
            <a:pPr marL="12700" marR="52069" indent="304800">
              <a:lnSpc>
                <a:spcPct val="125000"/>
              </a:lnSpc>
              <a:buAutoNum type="arabicPeriod"/>
              <a:tabLst>
                <a:tab pos="473709" algn="l"/>
              </a:tabLst>
            </a:pPr>
            <a:r>
              <a:rPr sz="1200" dirty="0">
                <a:latin typeface="宋体"/>
                <a:cs typeface="宋体"/>
              </a:rPr>
              <a:t>里程碑规划（1200字内）：设定5—7</a:t>
            </a:r>
            <a:r>
              <a:rPr sz="1200" spc="-5" dirty="0">
                <a:latin typeface="宋体"/>
                <a:cs typeface="宋体"/>
              </a:rPr>
              <a:t>个关键里程碑事件。每个里程碑都应包含具体目标、完成标准和时间节点。使用甘特图呈现整体时间线。</a:t>
            </a:r>
            <a:endParaRPr sz="1200">
              <a:latin typeface="宋体"/>
              <a:cs typeface="宋体"/>
            </a:endParaRPr>
          </a:p>
        </p:txBody>
      </p:sp>
      <p:sp>
        <p:nvSpPr>
          <p:cNvPr id="14" name="object 14"/>
          <p:cNvSpPr txBox="1"/>
          <p:nvPr/>
        </p:nvSpPr>
        <p:spPr>
          <a:xfrm>
            <a:off x="3126739" y="2533650"/>
            <a:ext cx="1714500" cy="737870"/>
          </a:xfrm>
          <a:prstGeom prst="rect">
            <a:avLst/>
          </a:prstGeom>
        </p:spPr>
        <p:txBody>
          <a:bodyPr vert="horz" wrap="square" lIns="0" tIns="94615" rIns="0" bIns="0" rtlCol="0">
            <a:spAutoFit/>
          </a:bodyPr>
          <a:lstStyle/>
          <a:p>
            <a:pPr marL="330200" indent="-317500">
              <a:lnSpc>
                <a:spcPct val="100000"/>
              </a:lnSpc>
              <a:spcBef>
                <a:spcPts val="745"/>
              </a:spcBef>
              <a:buFont typeface="Arial"/>
              <a:buAutoNum type="arabicPeriod" startAt="4"/>
              <a:tabLst>
                <a:tab pos="330200" algn="l"/>
              </a:tabLst>
            </a:pPr>
            <a:r>
              <a:rPr sz="1800" spc="-10" dirty="0">
                <a:latin typeface="宋体"/>
                <a:cs typeface="宋体"/>
              </a:rPr>
              <a:t>资源分配引导</a:t>
            </a:r>
            <a:endParaRPr sz="1800">
              <a:latin typeface="宋体"/>
              <a:cs typeface="宋体"/>
            </a:endParaRPr>
          </a:p>
          <a:p>
            <a:pPr marL="330200" indent="-317500">
              <a:lnSpc>
                <a:spcPct val="100000"/>
              </a:lnSpc>
              <a:spcBef>
                <a:spcPts val="645"/>
              </a:spcBef>
              <a:buFont typeface="Arial"/>
              <a:buAutoNum type="arabicPeriod" startAt="4"/>
              <a:tabLst>
                <a:tab pos="330200" algn="l"/>
              </a:tabLst>
            </a:pPr>
            <a:r>
              <a:rPr sz="1800" spc="-10" dirty="0">
                <a:latin typeface="宋体"/>
                <a:cs typeface="宋体"/>
              </a:rPr>
              <a:t>风险评估要求</a:t>
            </a:r>
            <a:endParaRPr sz="1800">
              <a:latin typeface="宋体"/>
              <a:cs typeface="宋体"/>
            </a:endParaRPr>
          </a:p>
        </p:txBody>
      </p:sp>
      <p:sp>
        <p:nvSpPr>
          <p:cNvPr id="15" name="object 15"/>
          <p:cNvSpPr/>
          <p:nvPr/>
        </p:nvSpPr>
        <p:spPr>
          <a:xfrm>
            <a:off x="5986779" y="1045210"/>
            <a:ext cx="5970270" cy="5703570"/>
          </a:xfrm>
          <a:custGeom>
            <a:avLst/>
            <a:gdLst/>
            <a:ahLst/>
            <a:cxnLst/>
            <a:rect l="l" t="t" r="r" b="b"/>
            <a:pathLst>
              <a:path w="5970270" h="5703570">
                <a:moveTo>
                  <a:pt x="5966460" y="5703570"/>
                </a:moveTo>
                <a:lnTo>
                  <a:pt x="3810" y="5703570"/>
                </a:lnTo>
                <a:lnTo>
                  <a:pt x="2349" y="5703277"/>
                </a:lnTo>
                <a:lnTo>
                  <a:pt x="1117" y="5702452"/>
                </a:lnTo>
                <a:lnTo>
                  <a:pt x="292" y="5701220"/>
                </a:lnTo>
                <a:lnTo>
                  <a:pt x="0" y="5699760"/>
                </a:lnTo>
                <a:lnTo>
                  <a:pt x="0" y="3809"/>
                </a:lnTo>
                <a:lnTo>
                  <a:pt x="292" y="2349"/>
                </a:lnTo>
                <a:lnTo>
                  <a:pt x="1117" y="1117"/>
                </a:lnTo>
                <a:lnTo>
                  <a:pt x="2349" y="292"/>
                </a:lnTo>
                <a:lnTo>
                  <a:pt x="3810" y="0"/>
                </a:lnTo>
                <a:lnTo>
                  <a:pt x="5966460" y="0"/>
                </a:lnTo>
                <a:lnTo>
                  <a:pt x="5967920" y="292"/>
                </a:lnTo>
                <a:lnTo>
                  <a:pt x="5969152" y="1117"/>
                </a:lnTo>
                <a:lnTo>
                  <a:pt x="5969977" y="2349"/>
                </a:lnTo>
                <a:lnTo>
                  <a:pt x="5970270" y="3809"/>
                </a:lnTo>
                <a:lnTo>
                  <a:pt x="7620" y="3809"/>
                </a:lnTo>
                <a:lnTo>
                  <a:pt x="3810" y="7619"/>
                </a:lnTo>
                <a:lnTo>
                  <a:pt x="7620" y="7619"/>
                </a:lnTo>
                <a:lnTo>
                  <a:pt x="7620" y="5695949"/>
                </a:lnTo>
                <a:lnTo>
                  <a:pt x="3810" y="5695949"/>
                </a:lnTo>
                <a:lnTo>
                  <a:pt x="7620" y="5699760"/>
                </a:lnTo>
                <a:lnTo>
                  <a:pt x="5970270" y="5699760"/>
                </a:lnTo>
                <a:lnTo>
                  <a:pt x="5969977" y="5701220"/>
                </a:lnTo>
                <a:lnTo>
                  <a:pt x="5969152" y="5702452"/>
                </a:lnTo>
                <a:lnTo>
                  <a:pt x="5967920" y="5703277"/>
                </a:lnTo>
                <a:lnTo>
                  <a:pt x="5966460" y="5703570"/>
                </a:lnTo>
                <a:close/>
              </a:path>
              <a:path w="5970270" h="5703570">
                <a:moveTo>
                  <a:pt x="7620" y="7619"/>
                </a:moveTo>
                <a:lnTo>
                  <a:pt x="3810" y="7619"/>
                </a:lnTo>
                <a:lnTo>
                  <a:pt x="7620" y="3809"/>
                </a:lnTo>
                <a:lnTo>
                  <a:pt x="7620" y="7619"/>
                </a:lnTo>
                <a:close/>
              </a:path>
              <a:path w="5970270" h="5703570">
                <a:moveTo>
                  <a:pt x="5962650" y="7619"/>
                </a:moveTo>
                <a:lnTo>
                  <a:pt x="7620" y="7619"/>
                </a:lnTo>
                <a:lnTo>
                  <a:pt x="7620" y="3809"/>
                </a:lnTo>
                <a:lnTo>
                  <a:pt x="5962650" y="3809"/>
                </a:lnTo>
                <a:lnTo>
                  <a:pt x="5962650" y="7619"/>
                </a:lnTo>
                <a:close/>
              </a:path>
              <a:path w="5970270" h="5703570">
                <a:moveTo>
                  <a:pt x="5962650" y="5699760"/>
                </a:moveTo>
                <a:lnTo>
                  <a:pt x="5962650" y="3809"/>
                </a:lnTo>
                <a:lnTo>
                  <a:pt x="5966460" y="7619"/>
                </a:lnTo>
                <a:lnTo>
                  <a:pt x="5970270" y="7619"/>
                </a:lnTo>
                <a:lnTo>
                  <a:pt x="5970270" y="5695949"/>
                </a:lnTo>
                <a:lnTo>
                  <a:pt x="5966460" y="5695949"/>
                </a:lnTo>
                <a:lnTo>
                  <a:pt x="5962650" y="5699760"/>
                </a:lnTo>
                <a:close/>
              </a:path>
              <a:path w="5970270" h="5703570">
                <a:moveTo>
                  <a:pt x="5970270" y="7619"/>
                </a:moveTo>
                <a:lnTo>
                  <a:pt x="5966460" y="7619"/>
                </a:lnTo>
                <a:lnTo>
                  <a:pt x="5962650" y="3809"/>
                </a:lnTo>
                <a:lnTo>
                  <a:pt x="5970270" y="3809"/>
                </a:lnTo>
                <a:lnTo>
                  <a:pt x="5970270" y="7619"/>
                </a:lnTo>
                <a:close/>
              </a:path>
              <a:path w="5970270" h="5703570">
                <a:moveTo>
                  <a:pt x="7620" y="5699760"/>
                </a:moveTo>
                <a:lnTo>
                  <a:pt x="3810" y="5695949"/>
                </a:lnTo>
                <a:lnTo>
                  <a:pt x="7620" y="5695949"/>
                </a:lnTo>
                <a:lnTo>
                  <a:pt x="7620" y="5699760"/>
                </a:lnTo>
                <a:close/>
              </a:path>
              <a:path w="5970270" h="5703570">
                <a:moveTo>
                  <a:pt x="5962650" y="5699760"/>
                </a:moveTo>
                <a:lnTo>
                  <a:pt x="7620" y="5699760"/>
                </a:lnTo>
                <a:lnTo>
                  <a:pt x="7620" y="5695949"/>
                </a:lnTo>
                <a:lnTo>
                  <a:pt x="5962650" y="5695949"/>
                </a:lnTo>
                <a:lnTo>
                  <a:pt x="5962650" y="5699760"/>
                </a:lnTo>
                <a:close/>
              </a:path>
              <a:path w="5970270" h="5703570">
                <a:moveTo>
                  <a:pt x="5970270" y="5699760"/>
                </a:moveTo>
                <a:lnTo>
                  <a:pt x="5962650" y="5699760"/>
                </a:lnTo>
                <a:lnTo>
                  <a:pt x="5966460" y="5695949"/>
                </a:lnTo>
                <a:lnTo>
                  <a:pt x="5970270" y="5695949"/>
                </a:lnTo>
                <a:lnTo>
                  <a:pt x="5970270" y="5699760"/>
                </a:lnTo>
                <a:close/>
              </a:path>
            </a:pathLst>
          </a:custGeom>
          <a:solidFill>
            <a:srgbClr val="E6E6E6"/>
          </a:solidFill>
        </p:spPr>
        <p:txBody>
          <a:bodyPr wrap="square" lIns="0" tIns="0" rIns="0" bIns="0" rtlCol="0"/>
          <a:lstStyle/>
          <a:p>
            <a:endParaRPr/>
          </a:p>
        </p:txBody>
      </p:sp>
      <p:sp>
        <p:nvSpPr>
          <p:cNvPr id="16" name="object 16"/>
          <p:cNvSpPr txBox="1"/>
          <p:nvPr/>
        </p:nvSpPr>
        <p:spPr>
          <a:xfrm>
            <a:off x="6069329" y="1121409"/>
            <a:ext cx="5780405" cy="482600"/>
          </a:xfrm>
          <a:prstGeom prst="rect">
            <a:avLst/>
          </a:prstGeom>
        </p:spPr>
        <p:txBody>
          <a:bodyPr vert="horz" wrap="square" lIns="0" tIns="12700" rIns="0" bIns="0" rtlCol="0">
            <a:spAutoFit/>
          </a:bodyPr>
          <a:lstStyle/>
          <a:p>
            <a:pPr marL="12700" marR="5080" indent="379730">
              <a:lnSpc>
                <a:spcPct val="125000"/>
              </a:lnSpc>
              <a:spcBef>
                <a:spcPts val="100"/>
              </a:spcBef>
            </a:pPr>
            <a:r>
              <a:rPr sz="1200" spc="-135" dirty="0">
                <a:latin typeface="宋体"/>
                <a:cs typeface="宋体"/>
              </a:rPr>
              <a:t>4</a:t>
            </a:r>
            <a:r>
              <a:rPr sz="1200" spc="-65" dirty="0">
                <a:latin typeface="宋体"/>
                <a:cs typeface="宋体"/>
              </a:rPr>
              <a:t>. 详细行动步骤</a:t>
            </a:r>
            <a:r>
              <a:rPr sz="1200" dirty="0">
                <a:latin typeface="宋体"/>
                <a:cs typeface="宋体"/>
              </a:rPr>
              <a:t>（2000字内）：</a:t>
            </a:r>
            <a:r>
              <a:rPr sz="1200" spc="-40" dirty="0">
                <a:latin typeface="宋体"/>
                <a:cs typeface="宋体"/>
              </a:rPr>
              <a:t> 将执行过程分解为</a:t>
            </a:r>
            <a:r>
              <a:rPr sz="1200" dirty="0">
                <a:latin typeface="宋体"/>
                <a:cs typeface="宋体"/>
              </a:rPr>
              <a:t>15—20</a:t>
            </a:r>
            <a:r>
              <a:rPr sz="1200" spc="-5" dirty="0">
                <a:latin typeface="宋体"/>
                <a:cs typeface="宋体"/>
              </a:rPr>
              <a:t>个具体步骤。每个步骤</a:t>
            </a:r>
            <a:r>
              <a:rPr sz="1200" spc="-15" dirty="0">
                <a:latin typeface="宋体"/>
                <a:cs typeface="宋体"/>
              </a:rPr>
              <a:t>应包含:</a:t>
            </a:r>
            <a:endParaRPr sz="1200">
              <a:latin typeface="宋体"/>
              <a:cs typeface="宋体"/>
            </a:endParaRPr>
          </a:p>
        </p:txBody>
      </p:sp>
      <p:sp>
        <p:nvSpPr>
          <p:cNvPr id="17" name="object 17"/>
          <p:cNvSpPr txBox="1"/>
          <p:nvPr/>
        </p:nvSpPr>
        <p:spPr>
          <a:xfrm>
            <a:off x="6411595" y="1578609"/>
            <a:ext cx="798195" cy="482600"/>
          </a:xfrm>
          <a:prstGeom prst="rect">
            <a:avLst/>
          </a:prstGeom>
        </p:spPr>
        <p:txBody>
          <a:bodyPr vert="horz" wrap="square" lIns="0" tIns="58419" rIns="0" bIns="0" rtlCol="0">
            <a:spAutoFit/>
          </a:bodyPr>
          <a:lstStyle/>
          <a:p>
            <a:pPr marL="12700">
              <a:lnSpc>
                <a:spcPct val="100000"/>
              </a:lnSpc>
              <a:spcBef>
                <a:spcPts val="459"/>
              </a:spcBef>
            </a:pPr>
            <a:r>
              <a:rPr sz="1200" spc="-100" dirty="0">
                <a:latin typeface="宋体"/>
                <a:cs typeface="宋体"/>
              </a:rPr>
              <a:t>- 行动描述</a:t>
            </a:r>
            <a:endParaRPr sz="1200">
              <a:latin typeface="宋体"/>
              <a:cs typeface="宋体"/>
            </a:endParaRPr>
          </a:p>
          <a:p>
            <a:pPr marL="86995">
              <a:lnSpc>
                <a:spcPct val="100000"/>
              </a:lnSpc>
              <a:spcBef>
                <a:spcPts val="360"/>
              </a:spcBef>
            </a:pPr>
            <a:r>
              <a:rPr sz="1200" spc="-100" dirty="0">
                <a:latin typeface="宋体"/>
                <a:cs typeface="宋体"/>
              </a:rPr>
              <a:t>- 所需资源</a:t>
            </a:r>
            <a:endParaRPr sz="1200">
              <a:latin typeface="宋体"/>
              <a:cs typeface="宋体"/>
            </a:endParaRPr>
          </a:p>
        </p:txBody>
      </p:sp>
      <p:sp>
        <p:nvSpPr>
          <p:cNvPr id="18" name="object 18"/>
          <p:cNvSpPr txBox="1"/>
          <p:nvPr/>
        </p:nvSpPr>
        <p:spPr>
          <a:xfrm>
            <a:off x="8046084" y="1578609"/>
            <a:ext cx="2869565" cy="482600"/>
          </a:xfrm>
          <a:prstGeom prst="rect">
            <a:avLst/>
          </a:prstGeom>
        </p:spPr>
        <p:txBody>
          <a:bodyPr vert="horz" wrap="square" lIns="0" tIns="58419" rIns="0" bIns="0" rtlCol="0">
            <a:spAutoFit/>
          </a:bodyPr>
          <a:lstStyle/>
          <a:p>
            <a:pPr marL="12700">
              <a:lnSpc>
                <a:spcPct val="100000"/>
              </a:lnSpc>
              <a:spcBef>
                <a:spcPts val="459"/>
              </a:spcBef>
              <a:tabLst>
                <a:tab pos="1701164" algn="l"/>
              </a:tabLst>
            </a:pPr>
            <a:r>
              <a:rPr sz="1200" spc="-210" dirty="0">
                <a:latin typeface="宋体"/>
                <a:cs typeface="宋体"/>
              </a:rPr>
              <a:t>-</a:t>
            </a:r>
            <a:r>
              <a:rPr sz="1200" spc="-295" dirty="0">
                <a:latin typeface="宋体"/>
                <a:cs typeface="宋体"/>
              </a:rPr>
              <a:t> </a:t>
            </a:r>
            <a:r>
              <a:rPr sz="1200" dirty="0">
                <a:latin typeface="宋体"/>
                <a:cs typeface="宋体"/>
              </a:rPr>
              <a:t>责任人</a:t>
            </a:r>
            <a:r>
              <a:rPr sz="1200" spc="-200" dirty="0">
                <a:latin typeface="宋体"/>
                <a:cs typeface="宋体"/>
              </a:rPr>
              <a:t>/</a:t>
            </a:r>
            <a:r>
              <a:rPr sz="1200" dirty="0">
                <a:latin typeface="宋体"/>
                <a:cs typeface="宋体"/>
              </a:rPr>
              <a:t>部</a:t>
            </a:r>
            <a:r>
              <a:rPr sz="1200" spc="-50" dirty="0">
                <a:latin typeface="宋体"/>
                <a:cs typeface="宋体"/>
              </a:rPr>
              <a:t>门</a:t>
            </a:r>
            <a:r>
              <a:rPr sz="1200" dirty="0">
                <a:latin typeface="宋体"/>
                <a:cs typeface="宋体"/>
              </a:rPr>
              <a:t>	</a:t>
            </a:r>
            <a:r>
              <a:rPr sz="1200" spc="-210" dirty="0">
                <a:latin typeface="宋体"/>
                <a:cs typeface="宋体"/>
              </a:rPr>
              <a:t>-</a:t>
            </a:r>
            <a:r>
              <a:rPr sz="1200" spc="-300" dirty="0">
                <a:latin typeface="宋体"/>
                <a:cs typeface="宋体"/>
              </a:rPr>
              <a:t> </a:t>
            </a:r>
            <a:r>
              <a:rPr sz="1200" dirty="0">
                <a:latin typeface="宋体"/>
                <a:cs typeface="宋体"/>
              </a:rPr>
              <a:t>开始和结束时</a:t>
            </a:r>
            <a:r>
              <a:rPr sz="1200" spc="-50" dirty="0">
                <a:latin typeface="宋体"/>
                <a:cs typeface="宋体"/>
              </a:rPr>
              <a:t>间</a:t>
            </a:r>
            <a:endParaRPr sz="1200">
              <a:latin typeface="宋体"/>
              <a:cs typeface="宋体"/>
            </a:endParaRPr>
          </a:p>
          <a:p>
            <a:pPr marL="87630">
              <a:lnSpc>
                <a:spcPct val="100000"/>
              </a:lnSpc>
              <a:spcBef>
                <a:spcPts val="360"/>
              </a:spcBef>
            </a:pPr>
            <a:r>
              <a:rPr sz="1200" spc="-100" dirty="0">
                <a:latin typeface="宋体"/>
                <a:cs typeface="宋体"/>
              </a:rPr>
              <a:t>- 完成指标</a:t>
            </a:r>
            <a:endParaRPr sz="1200">
              <a:latin typeface="宋体"/>
              <a:cs typeface="宋体"/>
            </a:endParaRPr>
          </a:p>
        </p:txBody>
      </p:sp>
      <p:sp>
        <p:nvSpPr>
          <p:cNvPr id="19" name="object 19"/>
          <p:cNvSpPr txBox="1"/>
          <p:nvPr/>
        </p:nvSpPr>
        <p:spPr>
          <a:xfrm>
            <a:off x="6069329" y="2035809"/>
            <a:ext cx="5668010" cy="482600"/>
          </a:xfrm>
          <a:prstGeom prst="rect">
            <a:avLst/>
          </a:prstGeom>
        </p:spPr>
        <p:txBody>
          <a:bodyPr vert="horz" wrap="square" lIns="0" tIns="12700" rIns="0" bIns="0" rtlCol="0">
            <a:spAutoFit/>
          </a:bodyPr>
          <a:lstStyle/>
          <a:p>
            <a:pPr marL="12700" marR="5080" indent="304800">
              <a:lnSpc>
                <a:spcPct val="125000"/>
              </a:lnSpc>
              <a:spcBef>
                <a:spcPts val="100"/>
              </a:spcBef>
            </a:pPr>
            <a:r>
              <a:rPr sz="1200" spc="-135" dirty="0">
                <a:latin typeface="宋体"/>
                <a:cs typeface="宋体"/>
              </a:rPr>
              <a:t>5</a:t>
            </a:r>
            <a:r>
              <a:rPr sz="1200" spc="-70" dirty="0">
                <a:latin typeface="宋体"/>
                <a:cs typeface="宋体"/>
              </a:rPr>
              <a:t>. 资源分配表</a:t>
            </a:r>
            <a:r>
              <a:rPr sz="1200" dirty="0">
                <a:latin typeface="宋体"/>
                <a:cs typeface="宋体"/>
              </a:rPr>
              <a:t>（1000字内）：</a:t>
            </a:r>
            <a:r>
              <a:rPr sz="1200" spc="-5" dirty="0">
                <a:latin typeface="宋体"/>
                <a:cs typeface="宋体"/>
              </a:rPr>
              <a:t>创建一个资源分配矩阵，横轴为时间，纵轴为资源</a:t>
            </a:r>
            <a:r>
              <a:rPr sz="1200" dirty="0">
                <a:latin typeface="宋体"/>
                <a:cs typeface="宋体"/>
              </a:rPr>
              <a:t>类型（如人力、设备、预算）</a:t>
            </a:r>
            <a:r>
              <a:rPr sz="1200" spc="-5" dirty="0">
                <a:latin typeface="宋体"/>
                <a:cs typeface="宋体"/>
              </a:rPr>
              <a:t>。标注每个阶段的资源需求高峰。</a:t>
            </a:r>
            <a:endParaRPr sz="1200">
              <a:latin typeface="宋体"/>
              <a:cs typeface="宋体"/>
            </a:endParaRPr>
          </a:p>
        </p:txBody>
      </p:sp>
      <p:sp>
        <p:nvSpPr>
          <p:cNvPr id="20" name="object 20"/>
          <p:cNvSpPr txBox="1"/>
          <p:nvPr/>
        </p:nvSpPr>
        <p:spPr>
          <a:xfrm>
            <a:off x="6069329" y="2493009"/>
            <a:ext cx="5934075" cy="711200"/>
          </a:xfrm>
          <a:prstGeom prst="rect">
            <a:avLst/>
          </a:prstGeom>
        </p:spPr>
        <p:txBody>
          <a:bodyPr vert="horz" wrap="square" lIns="0" tIns="12700" rIns="0" bIns="0" rtlCol="0">
            <a:spAutoFit/>
          </a:bodyPr>
          <a:lstStyle/>
          <a:p>
            <a:pPr marL="12700" marR="5080" indent="304800">
              <a:lnSpc>
                <a:spcPct val="125000"/>
              </a:lnSpc>
              <a:spcBef>
                <a:spcPts val="100"/>
              </a:spcBef>
              <a:buAutoNum type="arabicPeriod" startAt="6"/>
              <a:tabLst>
                <a:tab pos="473709" algn="l"/>
              </a:tabLst>
            </a:pPr>
            <a:r>
              <a:rPr sz="1200" dirty="0">
                <a:latin typeface="宋体"/>
                <a:cs typeface="宋体"/>
              </a:rPr>
              <a:t>跨部门协作流程（800字内）：</a:t>
            </a:r>
            <a:r>
              <a:rPr sz="1200" spc="-105" dirty="0">
                <a:latin typeface="宋体"/>
                <a:cs typeface="宋体"/>
              </a:rPr>
              <a:t> 设计</a:t>
            </a:r>
            <a:r>
              <a:rPr sz="1200" dirty="0">
                <a:latin typeface="宋体"/>
                <a:cs typeface="宋体"/>
              </a:rPr>
              <a:t>2—3</a:t>
            </a:r>
            <a:r>
              <a:rPr sz="1200" spc="-5" dirty="0">
                <a:latin typeface="宋体"/>
                <a:cs typeface="宋体"/>
              </a:rPr>
              <a:t>个关键的跨部门协作流程，如创意审批、内容制作、媒体投放等。使用流程图呈现。</a:t>
            </a:r>
            <a:endParaRPr sz="1200">
              <a:latin typeface="宋体"/>
              <a:cs typeface="宋体"/>
            </a:endParaRPr>
          </a:p>
          <a:p>
            <a:pPr marL="473709" indent="-156210">
              <a:lnSpc>
                <a:spcPct val="100000"/>
              </a:lnSpc>
              <a:spcBef>
                <a:spcPts val="360"/>
              </a:spcBef>
              <a:buAutoNum type="arabicPeriod" startAt="6"/>
              <a:tabLst>
                <a:tab pos="473709" algn="l"/>
              </a:tabLst>
            </a:pPr>
            <a:r>
              <a:rPr sz="1200" dirty="0">
                <a:latin typeface="宋体"/>
                <a:cs typeface="宋体"/>
              </a:rPr>
              <a:t>预算明细（1000字内）：</a:t>
            </a:r>
            <a:r>
              <a:rPr sz="1200" spc="-5" dirty="0">
                <a:latin typeface="宋体"/>
                <a:cs typeface="宋体"/>
              </a:rPr>
              <a:t>提供一个详细的预算破解表，包括：</a:t>
            </a:r>
            <a:endParaRPr sz="1200">
              <a:latin typeface="宋体"/>
              <a:cs typeface="宋体"/>
            </a:endParaRPr>
          </a:p>
        </p:txBody>
      </p:sp>
      <p:sp>
        <p:nvSpPr>
          <p:cNvPr id="21" name="object 21"/>
          <p:cNvSpPr txBox="1"/>
          <p:nvPr/>
        </p:nvSpPr>
        <p:spPr>
          <a:xfrm>
            <a:off x="6069329" y="3178809"/>
            <a:ext cx="5816600" cy="3454400"/>
          </a:xfrm>
          <a:prstGeom prst="rect">
            <a:avLst/>
          </a:prstGeom>
        </p:spPr>
        <p:txBody>
          <a:bodyPr vert="horz" wrap="square" lIns="0" tIns="58419" rIns="0" bIns="0" rtlCol="0">
            <a:spAutoFit/>
          </a:bodyPr>
          <a:lstStyle/>
          <a:p>
            <a:pPr marL="429259">
              <a:lnSpc>
                <a:spcPct val="100000"/>
              </a:lnSpc>
              <a:spcBef>
                <a:spcPts val="459"/>
              </a:spcBef>
              <a:tabLst>
                <a:tab pos="2191385" algn="l"/>
                <a:tab pos="3838575" algn="l"/>
              </a:tabLst>
            </a:pPr>
            <a:r>
              <a:rPr sz="1200" spc="-210" dirty="0">
                <a:latin typeface="宋体"/>
                <a:cs typeface="宋体"/>
              </a:rPr>
              <a:t>-</a:t>
            </a:r>
            <a:r>
              <a:rPr sz="1200" spc="-300" dirty="0">
                <a:latin typeface="宋体"/>
                <a:cs typeface="宋体"/>
              </a:rPr>
              <a:t> </a:t>
            </a:r>
            <a:r>
              <a:rPr sz="1200" dirty="0">
                <a:latin typeface="宋体"/>
                <a:cs typeface="宋体"/>
              </a:rPr>
              <a:t>各执行环节的具体支</a:t>
            </a:r>
            <a:r>
              <a:rPr sz="1200" spc="-50" dirty="0">
                <a:latin typeface="宋体"/>
                <a:cs typeface="宋体"/>
              </a:rPr>
              <a:t>出</a:t>
            </a:r>
            <a:r>
              <a:rPr sz="1200" dirty="0">
                <a:latin typeface="宋体"/>
                <a:cs typeface="宋体"/>
              </a:rPr>
              <a:t>	</a:t>
            </a:r>
            <a:r>
              <a:rPr sz="1200" spc="-210" dirty="0">
                <a:latin typeface="宋体"/>
                <a:cs typeface="宋体"/>
              </a:rPr>
              <a:t>-</a:t>
            </a:r>
            <a:r>
              <a:rPr sz="1200" spc="-300" dirty="0">
                <a:latin typeface="宋体"/>
                <a:cs typeface="宋体"/>
              </a:rPr>
              <a:t> </a:t>
            </a:r>
            <a:r>
              <a:rPr sz="1200" dirty="0">
                <a:latin typeface="宋体"/>
                <a:cs typeface="宋体"/>
              </a:rPr>
              <a:t>预留的应急资金比</a:t>
            </a:r>
            <a:r>
              <a:rPr sz="1200" spc="-50" dirty="0">
                <a:latin typeface="宋体"/>
                <a:cs typeface="宋体"/>
              </a:rPr>
              <a:t>例</a:t>
            </a:r>
            <a:r>
              <a:rPr sz="1200" dirty="0">
                <a:latin typeface="宋体"/>
                <a:cs typeface="宋体"/>
              </a:rPr>
              <a:t>	</a:t>
            </a:r>
            <a:r>
              <a:rPr sz="1200" spc="-210" dirty="0">
                <a:latin typeface="宋体"/>
                <a:cs typeface="宋体"/>
              </a:rPr>
              <a:t>-</a:t>
            </a:r>
            <a:r>
              <a:rPr sz="1200" spc="-300" dirty="0">
                <a:latin typeface="宋体"/>
                <a:cs typeface="宋体"/>
              </a:rPr>
              <a:t> </a:t>
            </a:r>
            <a:r>
              <a:rPr sz="1200" dirty="0">
                <a:latin typeface="宋体"/>
                <a:cs typeface="宋体"/>
              </a:rPr>
              <a:t>主要成本控制措</a:t>
            </a:r>
            <a:r>
              <a:rPr sz="1200" spc="-50" dirty="0">
                <a:latin typeface="宋体"/>
                <a:cs typeface="宋体"/>
              </a:rPr>
              <a:t>施</a:t>
            </a:r>
            <a:endParaRPr sz="1200">
              <a:latin typeface="宋体"/>
              <a:cs typeface="宋体"/>
            </a:endParaRPr>
          </a:p>
          <a:p>
            <a:pPr marL="12700" marR="78105" indent="304800">
              <a:lnSpc>
                <a:spcPct val="125000"/>
              </a:lnSpc>
              <a:buAutoNum type="arabicPeriod" startAt="8"/>
              <a:tabLst>
                <a:tab pos="473709" algn="l"/>
              </a:tabLst>
            </a:pPr>
            <a:r>
              <a:rPr sz="1200" dirty="0">
                <a:latin typeface="宋体"/>
                <a:cs typeface="宋体"/>
              </a:rPr>
              <a:t>质量控制计划（900字内）：列出3—5</a:t>
            </a:r>
            <a:r>
              <a:rPr sz="1200" spc="-5" dirty="0">
                <a:latin typeface="宋体"/>
                <a:cs typeface="宋体"/>
              </a:rPr>
              <a:t>个关键的质量控制点和相应的检查标准。包括内容质量、用户体验、技术实现等方面。</a:t>
            </a:r>
            <a:endParaRPr sz="1200">
              <a:latin typeface="宋体"/>
              <a:cs typeface="宋体"/>
            </a:endParaRPr>
          </a:p>
          <a:p>
            <a:pPr marL="12700" marR="116205" indent="304800">
              <a:lnSpc>
                <a:spcPct val="125000"/>
              </a:lnSpc>
              <a:buAutoNum type="arabicPeriod" startAt="8"/>
              <a:tabLst>
                <a:tab pos="473709" algn="l"/>
              </a:tabLst>
            </a:pPr>
            <a:r>
              <a:rPr sz="1200" dirty="0">
                <a:latin typeface="宋体"/>
                <a:cs typeface="宋体"/>
              </a:rPr>
              <a:t>风险管理矩阵（1200字内）：</a:t>
            </a:r>
            <a:r>
              <a:rPr sz="1200" spc="-105" dirty="0">
                <a:latin typeface="宋体"/>
                <a:cs typeface="宋体"/>
              </a:rPr>
              <a:t> 识别</a:t>
            </a:r>
            <a:r>
              <a:rPr sz="1200" dirty="0">
                <a:latin typeface="宋体"/>
                <a:cs typeface="宋体"/>
              </a:rPr>
              <a:t>5—7</a:t>
            </a:r>
            <a:r>
              <a:rPr sz="1200" spc="-5" dirty="0">
                <a:latin typeface="宋体"/>
                <a:cs typeface="宋体"/>
              </a:rPr>
              <a:t>个潜在风险点，评估其发生概率和影响程度。为每个高风险项目制定具体的预防和应对措施。</a:t>
            </a:r>
            <a:endParaRPr sz="1200">
              <a:latin typeface="宋体"/>
              <a:cs typeface="宋体"/>
            </a:endParaRPr>
          </a:p>
          <a:p>
            <a:pPr marL="12700" marR="78105" indent="304800">
              <a:lnSpc>
                <a:spcPct val="125000"/>
              </a:lnSpc>
              <a:buAutoNum type="arabicPeriod" startAt="8"/>
              <a:tabLst>
                <a:tab pos="549910" algn="l"/>
              </a:tabLst>
            </a:pPr>
            <a:r>
              <a:rPr sz="1200" dirty="0">
                <a:latin typeface="宋体"/>
                <a:cs typeface="宋体"/>
              </a:rPr>
              <a:t>利益相关者沟通计划（1800字内）：设计一个定期向各利益相关者（</a:t>
            </a:r>
            <a:r>
              <a:rPr sz="1200" spc="-15" dirty="0">
                <a:latin typeface="宋体"/>
                <a:cs typeface="宋体"/>
              </a:rPr>
              <a:t>如高管、</a:t>
            </a:r>
            <a:r>
              <a:rPr sz="1200" dirty="0">
                <a:latin typeface="宋体"/>
                <a:cs typeface="宋体"/>
              </a:rPr>
              <a:t>合作伙伴、媒体）</a:t>
            </a:r>
            <a:r>
              <a:rPr sz="1200" spc="-5" dirty="0">
                <a:latin typeface="宋体"/>
                <a:cs typeface="宋体"/>
              </a:rPr>
              <a:t>汇报项目进展的机制。指明沟通频率、方式和关键信息点。</a:t>
            </a:r>
            <a:endParaRPr sz="1200">
              <a:latin typeface="宋体"/>
              <a:cs typeface="宋体"/>
            </a:endParaRPr>
          </a:p>
          <a:p>
            <a:pPr marL="12700" marR="78105" indent="304800">
              <a:lnSpc>
                <a:spcPct val="125000"/>
              </a:lnSpc>
              <a:buAutoNum type="arabicPeriod" startAt="8"/>
              <a:tabLst>
                <a:tab pos="549910" algn="l"/>
              </a:tabLst>
            </a:pPr>
            <a:r>
              <a:rPr sz="1200" dirty="0">
                <a:latin typeface="宋体"/>
                <a:cs typeface="宋体"/>
              </a:rPr>
              <a:t>应急预案（1000字内）：为2—3个可能的重大意外情况（</a:t>
            </a:r>
            <a:r>
              <a:rPr sz="1200" spc="-10" dirty="0">
                <a:latin typeface="宋体"/>
                <a:cs typeface="宋体"/>
              </a:rPr>
              <a:t>如重要环节延期、预</a:t>
            </a:r>
            <a:r>
              <a:rPr sz="1200" dirty="0">
                <a:latin typeface="宋体"/>
                <a:cs typeface="宋体"/>
              </a:rPr>
              <a:t>算超支、负面舆情等）</a:t>
            </a:r>
            <a:r>
              <a:rPr sz="1200" spc="-5" dirty="0">
                <a:latin typeface="宋体"/>
                <a:cs typeface="宋体"/>
              </a:rPr>
              <a:t>制定详细的应急预案。包括触发条件、响应流程和补救措施。</a:t>
            </a:r>
            <a:endParaRPr sz="1200">
              <a:latin typeface="宋体"/>
              <a:cs typeface="宋体"/>
            </a:endParaRPr>
          </a:p>
          <a:p>
            <a:pPr marL="12700" marR="154305" indent="304800">
              <a:lnSpc>
                <a:spcPct val="125000"/>
              </a:lnSpc>
              <a:buAutoNum type="arabicPeriod" startAt="8"/>
              <a:tabLst>
                <a:tab pos="549910" algn="l"/>
              </a:tabLst>
            </a:pPr>
            <a:r>
              <a:rPr sz="1200" dirty="0">
                <a:latin typeface="宋体"/>
                <a:cs typeface="宋体"/>
              </a:rPr>
              <a:t>执行后评估机制（700字内）：</a:t>
            </a:r>
            <a:r>
              <a:rPr sz="1200" spc="-5" dirty="0">
                <a:latin typeface="宋体"/>
                <a:cs typeface="宋体"/>
              </a:rPr>
              <a:t>设计一个项目后评估框架，包括效果评估、经验总结和持续优化建议。指明评估的时间点和主要维度。</a:t>
            </a:r>
            <a:endParaRPr sz="1200">
              <a:latin typeface="宋体"/>
              <a:cs typeface="宋体"/>
            </a:endParaRPr>
          </a:p>
          <a:p>
            <a:pPr marL="317500">
              <a:lnSpc>
                <a:spcPct val="100000"/>
              </a:lnSpc>
              <a:spcBef>
                <a:spcPts val="360"/>
              </a:spcBef>
            </a:pPr>
            <a:r>
              <a:rPr sz="1200" spc="-10" dirty="0">
                <a:latin typeface="宋体"/>
                <a:cs typeface="宋体"/>
              </a:rPr>
              <a:t>创新执行工具：</a:t>
            </a:r>
            <a:endParaRPr sz="1200">
              <a:latin typeface="宋体"/>
              <a:cs typeface="宋体"/>
            </a:endParaRPr>
          </a:p>
          <a:p>
            <a:pPr marL="317500" marR="5080">
              <a:lnSpc>
                <a:spcPct val="125000"/>
              </a:lnSpc>
            </a:pPr>
            <a:r>
              <a:rPr sz="1200" dirty="0">
                <a:latin typeface="宋体"/>
                <a:cs typeface="宋体"/>
              </a:rPr>
              <a:t>推荐1—2</a:t>
            </a:r>
            <a:r>
              <a:rPr sz="1200" spc="-5" dirty="0">
                <a:latin typeface="宋体"/>
                <a:cs typeface="宋体"/>
              </a:rPr>
              <a:t>个创新的项目管理工具或方法，解释它们如何能提升执行效率和灵活性。请基于以上要求，生成一份全面、精确且具有可操作性的执行方案。方案应体现</a:t>
            </a:r>
            <a:endParaRPr sz="1200">
              <a:latin typeface="宋体"/>
              <a:cs typeface="宋体"/>
            </a:endParaRPr>
          </a:p>
          <a:p>
            <a:pPr marL="12700">
              <a:lnSpc>
                <a:spcPct val="100000"/>
              </a:lnSpc>
              <a:spcBef>
                <a:spcPts val="360"/>
              </a:spcBef>
            </a:pPr>
            <a:r>
              <a:rPr sz="1200" spc="-5" dirty="0">
                <a:latin typeface="宋体"/>
                <a:cs typeface="宋体"/>
              </a:rPr>
              <a:t>出对创意概念的忠实执行，对传播策略的有效支持，以及对各种可能情况的周全考虑。</a:t>
            </a:r>
            <a:endParaRPr sz="1200">
              <a:latin typeface="宋体"/>
              <a:cs typeface="宋体"/>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53380" cy="634365"/>
          </a:xfrm>
          <a:prstGeom prst="rect">
            <a:avLst/>
          </a:prstGeom>
        </p:spPr>
        <p:txBody>
          <a:bodyPr vert="horz" wrap="square" lIns="0" tIns="12065" rIns="0" bIns="0" rtlCol="0">
            <a:spAutoFit/>
          </a:bodyPr>
          <a:lstStyle/>
          <a:p>
            <a:pPr marL="12700">
              <a:lnSpc>
                <a:spcPct val="100000"/>
              </a:lnSpc>
              <a:spcBef>
                <a:spcPts val="95"/>
              </a:spcBef>
            </a:pPr>
            <a:r>
              <a:rPr sz="4000" spc="270" dirty="0"/>
              <a:t>品牌故事的提示语设</a:t>
            </a:r>
            <a:r>
              <a:rPr sz="4000" spc="-50" dirty="0"/>
              <a:t>计</a:t>
            </a:r>
            <a:endParaRPr sz="4000"/>
          </a:p>
        </p:txBody>
      </p:sp>
      <p:pic>
        <p:nvPicPr>
          <p:cNvPr id="3" name="object 3"/>
          <p:cNvPicPr/>
          <p:nvPr/>
        </p:nvPicPr>
        <p:blipFill>
          <a:blip r:embed="rId2" cstate="print"/>
          <a:stretch>
            <a:fillRect/>
          </a:stretch>
        </p:blipFill>
        <p:spPr>
          <a:xfrm>
            <a:off x="1235963" y="3243579"/>
            <a:ext cx="795058" cy="794918"/>
          </a:xfrm>
          <a:prstGeom prst="rect">
            <a:avLst/>
          </a:prstGeom>
        </p:spPr>
      </p:pic>
      <p:sp>
        <p:nvSpPr>
          <p:cNvPr id="4" name="object 4"/>
          <p:cNvSpPr txBox="1"/>
          <p:nvPr/>
        </p:nvSpPr>
        <p:spPr>
          <a:xfrm>
            <a:off x="691515" y="1301750"/>
            <a:ext cx="10857230" cy="2494280"/>
          </a:xfrm>
          <a:prstGeom prst="rect">
            <a:avLst/>
          </a:prstGeom>
        </p:spPr>
        <p:txBody>
          <a:bodyPr vert="horz" wrap="square" lIns="0" tIns="12700" rIns="0" bIns="0" rtlCol="0">
            <a:spAutoFit/>
          </a:bodyPr>
          <a:lstStyle/>
          <a:p>
            <a:pPr marL="12700" marR="5080" algn="just">
              <a:lnSpc>
                <a:spcPct val="129900"/>
              </a:lnSpc>
              <a:spcBef>
                <a:spcPts val="100"/>
              </a:spcBef>
            </a:pPr>
            <a:r>
              <a:rPr sz="1800" spc="-5" dirty="0">
                <a:latin typeface="宋体"/>
                <a:cs typeface="宋体"/>
              </a:rPr>
              <a:t>在数字化时代，品牌故事已成为连接企业与消费者的重要纽带。它不仅能传递品牌的核心价值，还能在情感</a:t>
            </a:r>
            <a:r>
              <a:rPr sz="1800" dirty="0">
                <a:latin typeface="宋体"/>
                <a:cs typeface="宋体"/>
              </a:rPr>
              <a:t>层面与消费者建立联系。本节将探讨如何设计提示语，以引导</a:t>
            </a:r>
            <a:r>
              <a:rPr sz="1800" dirty="0">
                <a:latin typeface="Arial"/>
                <a:cs typeface="Arial"/>
              </a:rPr>
              <a:t>AI</a:t>
            </a:r>
            <a:r>
              <a:rPr sz="1800" spc="-5" dirty="0">
                <a:latin typeface="宋体"/>
                <a:cs typeface="宋体"/>
              </a:rPr>
              <a:t>生成富有感染力的品牌故事。本节将从品牌定位、价值主张和未来愿景三个核心要素出发，通过关键考量、常见陷阱和提示语框架三个维度来详细阐述每个要素的重要性和设计方法。</a:t>
            </a:r>
            <a:endParaRPr sz="1800">
              <a:latin typeface="宋体"/>
              <a:cs typeface="宋体"/>
            </a:endParaRPr>
          </a:p>
          <a:p>
            <a:pPr marR="400050" algn="ctr">
              <a:lnSpc>
                <a:spcPct val="100000"/>
              </a:lnSpc>
              <a:spcBef>
                <a:spcPts val="910"/>
              </a:spcBef>
            </a:pPr>
            <a:r>
              <a:rPr sz="2000" b="1" spc="-10" dirty="0">
                <a:latin typeface="Microsoft JhengHei"/>
                <a:cs typeface="Microsoft JhengHei"/>
              </a:rPr>
              <a:t>品牌故事的关键元素</a:t>
            </a:r>
            <a:endParaRPr sz="2000">
              <a:latin typeface="Microsoft JhengHei"/>
              <a:cs typeface="Microsoft JhengHei"/>
            </a:endParaRPr>
          </a:p>
          <a:p>
            <a:pPr>
              <a:lnSpc>
                <a:spcPct val="100000"/>
              </a:lnSpc>
              <a:spcBef>
                <a:spcPts val="80"/>
              </a:spcBef>
            </a:pPr>
            <a:endParaRPr sz="1450">
              <a:latin typeface="Microsoft JhengHei"/>
              <a:cs typeface="Microsoft JhengHei"/>
            </a:endParaRPr>
          </a:p>
          <a:p>
            <a:pPr marL="1037590">
              <a:lnSpc>
                <a:spcPct val="100000"/>
              </a:lnSpc>
            </a:pPr>
            <a:r>
              <a:rPr sz="1800" spc="100" dirty="0">
                <a:solidFill>
                  <a:srgbClr val="252525"/>
                </a:solidFill>
                <a:latin typeface="宋体"/>
                <a:cs typeface="宋体"/>
              </a:rPr>
              <a:t>品牌定位</a:t>
            </a:r>
            <a:endParaRPr sz="1800">
              <a:latin typeface="宋体"/>
              <a:cs typeface="宋体"/>
            </a:endParaRPr>
          </a:p>
        </p:txBody>
      </p:sp>
      <p:pic>
        <p:nvPicPr>
          <p:cNvPr id="5" name="object 5"/>
          <p:cNvPicPr/>
          <p:nvPr/>
        </p:nvPicPr>
        <p:blipFill>
          <a:blip r:embed="rId3" cstate="print"/>
          <a:stretch>
            <a:fillRect/>
          </a:stretch>
        </p:blipFill>
        <p:spPr>
          <a:xfrm>
            <a:off x="1235963" y="4296118"/>
            <a:ext cx="795058" cy="794918"/>
          </a:xfrm>
          <a:prstGeom prst="rect">
            <a:avLst/>
          </a:prstGeom>
        </p:spPr>
      </p:pic>
      <p:sp>
        <p:nvSpPr>
          <p:cNvPr id="6" name="object 6"/>
          <p:cNvSpPr txBox="1"/>
          <p:nvPr/>
        </p:nvSpPr>
        <p:spPr>
          <a:xfrm>
            <a:off x="1717039" y="4547870"/>
            <a:ext cx="996950" cy="299720"/>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252525"/>
                </a:solidFill>
                <a:latin typeface="宋体"/>
                <a:cs typeface="宋体"/>
              </a:rPr>
              <a:t>价值主张</a:t>
            </a:r>
            <a:endParaRPr sz="1800">
              <a:latin typeface="宋体"/>
              <a:cs typeface="宋体"/>
            </a:endParaRPr>
          </a:p>
        </p:txBody>
      </p:sp>
      <p:pic>
        <p:nvPicPr>
          <p:cNvPr id="7" name="object 7"/>
          <p:cNvPicPr/>
          <p:nvPr/>
        </p:nvPicPr>
        <p:blipFill>
          <a:blip r:embed="rId4" cstate="print"/>
          <a:stretch>
            <a:fillRect/>
          </a:stretch>
        </p:blipFill>
        <p:spPr>
          <a:xfrm>
            <a:off x="1235963" y="5348655"/>
            <a:ext cx="795058" cy="794918"/>
          </a:xfrm>
          <a:prstGeom prst="rect">
            <a:avLst/>
          </a:prstGeom>
        </p:spPr>
      </p:pic>
      <p:sp>
        <p:nvSpPr>
          <p:cNvPr id="8" name="object 8"/>
          <p:cNvSpPr txBox="1"/>
          <p:nvPr/>
        </p:nvSpPr>
        <p:spPr>
          <a:xfrm>
            <a:off x="1717039" y="5584825"/>
            <a:ext cx="996950" cy="299720"/>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252525"/>
                </a:solidFill>
                <a:latin typeface="宋体"/>
                <a:cs typeface="宋体"/>
              </a:rPr>
              <a:t>未来愿景</a:t>
            </a:r>
            <a:endParaRPr sz="1800">
              <a:latin typeface="宋体"/>
              <a:cs typeface="宋体"/>
            </a:endParaRPr>
          </a:p>
        </p:txBody>
      </p:sp>
      <p:pic>
        <p:nvPicPr>
          <p:cNvPr id="9" name="object 9"/>
          <p:cNvPicPr/>
          <p:nvPr/>
        </p:nvPicPr>
        <p:blipFill>
          <a:blip r:embed="rId5" cstate="print"/>
          <a:stretch>
            <a:fillRect/>
          </a:stretch>
        </p:blipFill>
        <p:spPr>
          <a:xfrm>
            <a:off x="6981443" y="2563367"/>
            <a:ext cx="4002024" cy="37779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8187055" cy="634365"/>
          </a:xfrm>
          <a:prstGeom prst="rect">
            <a:avLst/>
          </a:prstGeom>
        </p:spPr>
        <p:txBody>
          <a:bodyPr vert="horz" wrap="square" lIns="0" tIns="12065" rIns="0" bIns="0" rtlCol="0">
            <a:spAutoFit/>
          </a:bodyPr>
          <a:lstStyle/>
          <a:p>
            <a:pPr marL="12700">
              <a:lnSpc>
                <a:spcPct val="100000"/>
              </a:lnSpc>
              <a:spcBef>
                <a:spcPts val="95"/>
              </a:spcBef>
            </a:pPr>
            <a:r>
              <a:rPr sz="4000" spc="270" dirty="0"/>
              <a:t>品牌定位：在市场中找到独特位</a:t>
            </a:r>
            <a:r>
              <a:rPr sz="4000" spc="-50" dirty="0"/>
              <a:t>置</a:t>
            </a:r>
            <a:endParaRPr sz="4000"/>
          </a:p>
        </p:txBody>
      </p:sp>
      <p:grpSp>
        <p:nvGrpSpPr>
          <p:cNvPr id="3" name="object 3"/>
          <p:cNvGrpSpPr/>
          <p:nvPr/>
        </p:nvGrpSpPr>
        <p:grpSpPr>
          <a:xfrm>
            <a:off x="189864" y="3901440"/>
            <a:ext cx="5438775" cy="2827655"/>
            <a:chOff x="189864" y="3901440"/>
            <a:chExt cx="5438775" cy="2827655"/>
          </a:xfrm>
        </p:grpSpPr>
        <p:sp>
          <p:nvSpPr>
            <p:cNvPr id="4" name="object 4"/>
            <p:cNvSpPr/>
            <p:nvPr/>
          </p:nvSpPr>
          <p:spPr>
            <a:xfrm>
              <a:off x="195071" y="3901440"/>
              <a:ext cx="2106295" cy="350520"/>
            </a:xfrm>
            <a:custGeom>
              <a:avLst/>
              <a:gdLst/>
              <a:ahLst/>
              <a:cxnLst/>
              <a:rect l="l" t="t" r="r" b="b"/>
              <a:pathLst>
                <a:path w="2106295" h="350520">
                  <a:moveTo>
                    <a:pt x="2048255" y="350520"/>
                  </a:moveTo>
                  <a:lnTo>
                    <a:pt x="57912" y="350520"/>
                  </a:lnTo>
                  <a:lnTo>
                    <a:pt x="35354" y="345569"/>
                  </a:lnTo>
                  <a:lnTo>
                    <a:pt x="16916" y="332841"/>
                  </a:lnTo>
                  <a:lnTo>
                    <a:pt x="4498" y="314094"/>
                  </a:lnTo>
                  <a:lnTo>
                    <a:pt x="0" y="291084"/>
                  </a:lnTo>
                  <a:lnTo>
                    <a:pt x="0" y="59436"/>
                  </a:lnTo>
                  <a:lnTo>
                    <a:pt x="4498" y="36425"/>
                  </a:lnTo>
                  <a:lnTo>
                    <a:pt x="16916" y="17678"/>
                  </a:lnTo>
                  <a:lnTo>
                    <a:pt x="35354" y="4950"/>
                  </a:lnTo>
                  <a:lnTo>
                    <a:pt x="57912" y="0"/>
                  </a:lnTo>
                  <a:lnTo>
                    <a:pt x="2048255" y="0"/>
                  </a:lnTo>
                  <a:lnTo>
                    <a:pt x="2070742" y="4950"/>
                  </a:lnTo>
                  <a:lnTo>
                    <a:pt x="2089156" y="17678"/>
                  </a:lnTo>
                  <a:lnTo>
                    <a:pt x="2101598" y="36425"/>
                  </a:lnTo>
                  <a:lnTo>
                    <a:pt x="2106167" y="59436"/>
                  </a:lnTo>
                  <a:lnTo>
                    <a:pt x="2106167" y="291084"/>
                  </a:lnTo>
                  <a:lnTo>
                    <a:pt x="2101598" y="314094"/>
                  </a:lnTo>
                  <a:lnTo>
                    <a:pt x="2089156" y="332841"/>
                  </a:lnTo>
                  <a:lnTo>
                    <a:pt x="2070742" y="345569"/>
                  </a:lnTo>
                  <a:lnTo>
                    <a:pt x="2048255" y="350520"/>
                  </a:lnTo>
                  <a:close/>
                </a:path>
              </a:pathLst>
            </a:custGeom>
            <a:solidFill>
              <a:srgbClr val="0A80DF"/>
            </a:solidFill>
          </p:spPr>
          <p:txBody>
            <a:bodyPr wrap="square" lIns="0" tIns="0" rIns="0" bIns="0" rtlCol="0"/>
            <a:lstStyle/>
            <a:p>
              <a:endParaRPr/>
            </a:p>
          </p:txBody>
        </p:sp>
        <p:sp>
          <p:nvSpPr>
            <p:cNvPr id="5" name="object 5"/>
            <p:cNvSpPr/>
            <p:nvPr/>
          </p:nvSpPr>
          <p:spPr>
            <a:xfrm>
              <a:off x="189864" y="4242435"/>
              <a:ext cx="5438775" cy="2486660"/>
            </a:xfrm>
            <a:custGeom>
              <a:avLst/>
              <a:gdLst/>
              <a:ahLst/>
              <a:cxnLst/>
              <a:rect l="l" t="t" r="r" b="b"/>
              <a:pathLst>
                <a:path w="5438775" h="2486659">
                  <a:moveTo>
                    <a:pt x="5434965" y="2486660"/>
                  </a:moveTo>
                  <a:lnTo>
                    <a:pt x="3810" y="2486660"/>
                  </a:lnTo>
                  <a:lnTo>
                    <a:pt x="2349" y="2486367"/>
                  </a:lnTo>
                  <a:lnTo>
                    <a:pt x="1117" y="2485542"/>
                  </a:lnTo>
                  <a:lnTo>
                    <a:pt x="292" y="2484310"/>
                  </a:lnTo>
                  <a:lnTo>
                    <a:pt x="0" y="2482849"/>
                  </a:lnTo>
                  <a:lnTo>
                    <a:pt x="0" y="3810"/>
                  </a:lnTo>
                  <a:lnTo>
                    <a:pt x="292" y="2349"/>
                  </a:lnTo>
                  <a:lnTo>
                    <a:pt x="1117" y="1117"/>
                  </a:lnTo>
                  <a:lnTo>
                    <a:pt x="2349" y="292"/>
                  </a:lnTo>
                  <a:lnTo>
                    <a:pt x="3810" y="0"/>
                  </a:lnTo>
                  <a:lnTo>
                    <a:pt x="5434965" y="0"/>
                  </a:lnTo>
                  <a:lnTo>
                    <a:pt x="5436425" y="292"/>
                  </a:lnTo>
                  <a:lnTo>
                    <a:pt x="5437657" y="1117"/>
                  </a:lnTo>
                  <a:lnTo>
                    <a:pt x="5438482" y="2349"/>
                  </a:lnTo>
                  <a:lnTo>
                    <a:pt x="5438775" y="3810"/>
                  </a:lnTo>
                  <a:lnTo>
                    <a:pt x="7620" y="3810"/>
                  </a:lnTo>
                  <a:lnTo>
                    <a:pt x="3810" y="7619"/>
                  </a:lnTo>
                  <a:lnTo>
                    <a:pt x="7620" y="7619"/>
                  </a:lnTo>
                  <a:lnTo>
                    <a:pt x="7620" y="2479040"/>
                  </a:lnTo>
                  <a:lnTo>
                    <a:pt x="3810" y="2479040"/>
                  </a:lnTo>
                  <a:lnTo>
                    <a:pt x="7620" y="2482849"/>
                  </a:lnTo>
                  <a:lnTo>
                    <a:pt x="5438775" y="2482849"/>
                  </a:lnTo>
                  <a:lnTo>
                    <a:pt x="5438482" y="2484310"/>
                  </a:lnTo>
                  <a:lnTo>
                    <a:pt x="5437657" y="2485542"/>
                  </a:lnTo>
                  <a:lnTo>
                    <a:pt x="5436425" y="2486367"/>
                  </a:lnTo>
                  <a:lnTo>
                    <a:pt x="5434965" y="2486660"/>
                  </a:lnTo>
                  <a:close/>
                </a:path>
                <a:path w="5438775" h="2486659">
                  <a:moveTo>
                    <a:pt x="7620" y="7619"/>
                  </a:moveTo>
                  <a:lnTo>
                    <a:pt x="3810" y="7619"/>
                  </a:lnTo>
                  <a:lnTo>
                    <a:pt x="7620" y="3810"/>
                  </a:lnTo>
                  <a:lnTo>
                    <a:pt x="7620" y="7619"/>
                  </a:lnTo>
                  <a:close/>
                </a:path>
                <a:path w="5438775" h="2486659">
                  <a:moveTo>
                    <a:pt x="5431155" y="7619"/>
                  </a:moveTo>
                  <a:lnTo>
                    <a:pt x="7620" y="7619"/>
                  </a:lnTo>
                  <a:lnTo>
                    <a:pt x="7620" y="3810"/>
                  </a:lnTo>
                  <a:lnTo>
                    <a:pt x="5431155" y="3810"/>
                  </a:lnTo>
                  <a:lnTo>
                    <a:pt x="5431155" y="7619"/>
                  </a:lnTo>
                  <a:close/>
                </a:path>
                <a:path w="5438775" h="2486659">
                  <a:moveTo>
                    <a:pt x="5431155" y="2482849"/>
                  </a:moveTo>
                  <a:lnTo>
                    <a:pt x="5431155" y="3810"/>
                  </a:lnTo>
                  <a:lnTo>
                    <a:pt x="5434965" y="7619"/>
                  </a:lnTo>
                  <a:lnTo>
                    <a:pt x="5438775" y="7619"/>
                  </a:lnTo>
                  <a:lnTo>
                    <a:pt x="5438775" y="2479040"/>
                  </a:lnTo>
                  <a:lnTo>
                    <a:pt x="5434965" y="2479040"/>
                  </a:lnTo>
                  <a:lnTo>
                    <a:pt x="5431155" y="2482849"/>
                  </a:lnTo>
                  <a:close/>
                </a:path>
                <a:path w="5438775" h="2486659">
                  <a:moveTo>
                    <a:pt x="5438775" y="7619"/>
                  </a:moveTo>
                  <a:lnTo>
                    <a:pt x="5434965" y="7619"/>
                  </a:lnTo>
                  <a:lnTo>
                    <a:pt x="5431155" y="3810"/>
                  </a:lnTo>
                  <a:lnTo>
                    <a:pt x="5438775" y="3810"/>
                  </a:lnTo>
                  <a:lnTo>
                    <a:pt x="5438775" y="7619"/>
                  </a:lnTo>
                  <a:close/>
                </a:path>
                <a:path w="5438775" h="2486659">
                  <a:moveTo>
                    <a:pt x="7620" y="2482849"/>
                  </a:moveTo>
                  <a:lnTo>
                    <a:pt x="3810" y="2479040"/>
                  </a:lnTo>
                  <a:lnTo>
                    <a:pt x="7620" y="2479040"/>
                  </a:lnTo>
                  <a:lnTo>
                    <a:pt x="7620" y="2482849"/>
                  </a:lnTo>
                  <a:close/>
                </a:path>
                <a:path w="5438775" h="2486659">
                  <a:moveTo>
                    <a:pt x="5431155" y="2482849"/>
                  </a:moveTo>
                  <a:lnTo>
                    <a:pt x="7620" y="2482849"/>
                  </a:lnTo>
                  <a:lnTo>
                    <a:pt x="7620" y="2479040"/>
                  </a:lnTo>
                  <a:lnTo>
                    <a:pt x="5431155" y="2479040"/>
                  </a:lnTo>
                  <a:lnTo>
                    <a:pt x="5431155" y="2482849"/>
                  </a:lnTo>
                  <a:close/>
                </a:path>
                <a:path w="5438775" h="2486659">
                  <a:moveTo>
                    <a:pt x="5438775" y="2482849"/>
                  </a:moveTo>
                  <a:lnTo>
                    <a:pt x="5431155" y="2482849"/>
                  </a:lnTo>
                  <a:lnTo>
                    <a:pt x="5434965" y="2479040"/>
                  </a:lnTo>
                  <a:lnTo>
                    <a:pt x="5438775" y="2479040"/>
                  </a:lnTo>
                  <a:lnTo>
                    <a:pt x="5438775" y="2482849"/>
                  </a:lnTo>
                  <a:close/>
                </a:path>
              </a:pathLst>
            </a:custGeom>
            <a:solidFill>
              <a:srgbClr val="E6E6E6"/>
            </a:solidFill>
          </p:spPr>
          <p:txBody>
            <a:bodyPr wrap="square" lIns="0" tIns="0" rIns="0" bIns="0" rtlCol="0"/>
            <a:lstStyle/>
            <a:p>
              <a:endParaRPr/>
            </a:p>
          </p:txBody>
        </p:sp>
      </p:grpSp>
      <p:sp>
        <p:nvSpPr>
          <p:cNvPr id="6" name="object 6"/>
          <p:cNvSpPr txBox="1"/>
          <p:nvPr/>
        </p:nvSpPr>
        <p:spPr>
          <a:xfrm>
            <a:off x="272415" y="2647822"/>
            <a:ext cx="5273675" cy="4079875"/>
          </a:xfrm>
          <a:prstGeom prst="rect">
            <a:avLst/>
          </a:prstGeom>
        </p:spPr>
        <p:txBody>
          <a:bodyPr vert="horz" wrap="square" lIns="0" tIns="50800" rIns="0" bIns="0" rtlCol="0">
            <a:spAutoFit/>
          </a:bodyPr>
          <a:lstStyle/>
          <a:p>
            <a:pPr marL="355600" indent="-342900">
              <a:lnSpc>
                <a:spcPct val="100000"/>
              </a:lnSpc>
              <a:spcBef>
                <a:spcPts val="400"/>
              </a:spcBef>
              <a:buFont typeface="Arial"/>
              <a:buAutoNum type="arabicPeriod"/>
              <a:tabLst>
                <a:tab pos="354965" algn="l"/>
                <a:tab pos="355600" algn="l"/>
              </a:tabLst>
            </a:pPr>
            <a:r>
              <a:rPr sz="1600" spc="-25" dirty="0">
                <a:latin typeface="宋体"/>
                <a:cs typeface="宋体"/>
              </a:rPr>
              <a:t>定位过于宽泛，缺乏针对性</a:t>
            </a:r>
            <a:endParaRPr sz="1600">
              <a:latin typeface="宋体"/>
              <a:cs typeface="宋体"/>
            </a:endParaRPr>
          </a:p>
          <a:p>
            <a:pPr marL="355600" indent="-342900">
              <a:lnSpc>
                <a:spcPct val="100000"/>
              </a:lnSpc>
              <a:spcBef>
                <a:spcPts val="300"/>
              </a:spcBef>
              <a:buFont typeface="Arial"/>
              <a:buAutoNum type="arabicPeriod"/>
              <a:tabLst>
                <a:tab pos="354965" algn="l"/>
                <a:tab pos="355600" algn="l"/>
              </a:tabLst>
            </a:pPr>
            <a:r>
              <a:rPr sz="1600" spc="-25" dirty="0">
                <a:latin typeface="宋体"/>
                <a:cs typeface="宋体"/>
              </a:rPr>
              <a:t>过度模仿竞争对手，失去独特性</a:t>
            </a:r>
            <a:endParaRPr sz="1600">
              <a:latin typeface="宋体"/>
              <a:cs typeface="宋体"/>
            </a:endParaRPr>
          </a:p>
          <a:p>
            <a:pPr marL="355600" indent="-342900">
              <a:lnSpc>
                <a:spcPct val="100000"/>
              </a:lnSpc>
              <a:spcBef>
                <a:spcPts val="300"/>
              </a:spcBef>
              <a:buFont typeface="Arial"/>
              <a:buAutoNum type="arabicPeriod"/>
              <a:tabLst>
                <a:tab pos="354965" algn="l"/>
                <a:tab pos="355600" algn="l"/>
              </a:tabLst>
            </a:pPr>
            <a:r>
              <a:rPr sz="1600" spc="-25" dirty="0">
                <a:latin typeface="宋体"/>
                <a:cs typeface="宋体"/>
              </a:rPr>
              <a:t>忽视市场变化，定位僵化</a:t>
            </a:r>
            <a:endParaRPr sz="1600">
              <a:latin typeface="宋体"/>
              <a:cs typeface="宋体"/>
            </a:endParaRPr>
          </a:p>
          <a:p>
            <a:pPr marL="355600" indent="-342900">
              <a:lnSpc>
                <a:spcPct val="100000"/>
              </a:lnSpc>
              <a:spcBef>
                <a:spcPts val="300"/>
              </a:spcBef>
              <a:buFont typeface="Arial"/>
              <a:buAutoNum type="arabicPeriod"/>
              <a:tabLst>
                <a:tab pos="354965" algn="l"/>
                <a:tab pos="355600" algn="l"/>
              </a:tabLst>
            </a:pPr>
            <a:r>
              <a:rPr sz="1600" spc="-25" dirty="0">
                <a:latin typeface="宋体"/>
                <a:cs typeface="宋体"/>
              </a:rPr>
              <a:t>与品牌实际能力不匹配，难以兑现承诺</a:t>
            </a:r>
            <a:endParaRPr sz="1600">
              <a:latin typeface="宋体"/>
              <a:cs typeface="宋体"/>
            </a:endParaRPr>
          </a:p>
          <a:p>
            <a:pPr marL="516255">
              <a:lnSpc>
                <a:spcPct val="100000"/>
              </a:lnSpc>
              <a:spcBef>
                <a:spcPts val="1205"/>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317500">
              <a:lnSpc>
                <a:spcPct val="100000"/>
              </a:lnSpc>
              <a:spcBef>
                <a:spcPts val="635"/>
              </a:spcBef>
            </a:pPr>
            <a:r>
              <a:rPr sz="1200" spc="-105" dirty="0">
                <a:latin typeface="宋体"/>
                <a:cs typeface="宋体"/>
              </a:rPr>
              <a:t>为[</a:t>
            </a:r>
            <a:r>
              <a:rPr sz="1200" spc="-45" dirty="0">
                <a:latin typeface="宋体"/>
                <a:cs typeface="宋体"/>
              </a:rPr>
              <a:t>品牌名称]</a:t>
            </a:r>
            <a:r>
              <a:rPr sz="1200" spc="-5" dirty="0">
                <a:latin typeface="宋体"/>
                <a:cs typeface="宋体"/>
              </a:rPr>
              <a:t>创建一个清晰而独特的品牌定位声明，遵循以下指南：</a:t>
            </a:r>
            <a:endParaRPr sz="1200">
              <a:latin typeface="宋体"/>
              <a:cs typeface="宋体"/>
            </a:endParaRPr>
          </a:p>
          <a:p>
            <a:pPr marL="699135" lvl="1" indent="-381635">
              <a:lnSpc>
                <a:spcPct val="100000"/>
              </a:lnSpc>
              <a:spcBef>
                <a:spcPts val="160"/>
              </a:spcBef>
              <a:buSzPct val="91666"/>
              <a:buAutoNum type="arabicPlain"/>
              <a:tabLst>
                <a:tab pos="699135" algn="l"/>
              </a:tabLst>
            </a:pPr>
            <a:r>
              <a:rPr sz="1200" spc="-10" dirty="0">
                <a:latin typeface="宋体"/>
                <a:cs typeface="宋体"/>
              </a:rPr>
              <a:t>核心定位：</a:t>
            </a:r>
            <a:endParaRPr sz="1200">
              <a:latin typeface="宋体"/>
              <a:cs typeface="宋体"/>
            </a:endParaRPr>
          </a:p>
          <a:p>
            <a:pPr marL="12700" marR="5080" indent="304800">
              <a:lnSpc>
                <a:spcPct val="111100"/>
              </a:lnSpc>
            </a:pPr>
            <a:r>
              <a:rPr sz="1200" spc="-5" dirty="0">
                <a:latin typeface="宋体"/>
                <a:cs typeface="宋体"/>
              </a:rPr>
              <a:t>用一句简洁有力的话概括品牌的核心定位。确保这句话能清晰传达品牌的独特价值和市场地位。</a:t>
            </a:r>
            <a:endParaRPr sz="1200">
              <a:latin typeface="宋体"/>
              <a:cs typeface="宋体"/>
            </a:endParaRPr>
          </a:p>
          <a:p>
            <a:pPr marL="699135" lvl="1" indent="-381635">
              <a:lnSpc>
                <a:spcPct val="100000"/>
              </a:lnSpc>
              <a:spcBef>
                <a:spcPts val="160"/>
              </a:spcBef>
              <a:buSzPct val="91666"/>
              <a:buAutoNum type="arabicPlain" startAt="2"/>
              <a:tabLst>
                <a:tab pos="699135" algn="l"/>
              </a:tabLst>
            </a:pPr>
            <a:r>
              <a:rPr sz="1200" spc="-10" dirty="0">
                <a:latin typeface="宋体"/>
                <a:cs typeface="宋体"/>
              </a:rPr>
              <a:t>目标受众画像：</a:t>
            </a:r>
            <a:endParaRPr sz="1200">
              <a:latin typeface="宋体"/>
              <a:cs typeface="宋体"/>
            </a:endParaRPr>
          </a:p>
          <a:p>
            <a:pPr marL="317500">
              <a:lnSpc>
                <a:spcPct val="100000"/>
              </a:lnSpc>
              <a:spcBef>
                <a:spcPts val="160"/>
              </a:spcBef>
            </a:pPr>
            <a:r>
              <a:rPr sz="1200" spc="-5" dirty="0">
                <a:latin typeface="宋体"/>
                <a:cs typeface="宋体"/>
              </a:rPr>
              <a:t>描绘理想客户的详细画像，包括：</a:t>
            </a:r>
            <a:endParaRPr sz="1200">
              <a:latin typeface="宋体"/>
              <a:cs typeface="宋体"/>
            </a:endParaRPr>
          </a:p>
          <a:p>
            <a:pPr marL="624840" lvl="2" indent="-157480">
              <a:lnSpc>
                <a:spcPct val="100000"/>
              </a:lnSpc>
              <a:spcBef>
                <a:spcPts val="160"/>
              </a:spcBef>
              <a:buAutoNum type="alphaLcPeriod"/>
              <a:tabLst>
                <a:tab pos="624840" algn="l"/>
              </a:tabLst>
            </a:pPr>
            <a:r>
              <a:rPr sz="1200" dirty="0">
                <a:latin typeface="宋体"/>
                <a:cs typeface="宋体"/>
              </a:rPr>
              <a:t>人口统计特征（年龄、性别、收入等</a:t>
            </a:r>
            <a:r>
              <a:rPr sz="1200" spc="-50" dirty="0">
                <a:latin typeface="宋体"/>
                <a:cs typeface="宋体"/>
              </a:rPr>
              <a:t>）</a:t>
            </a:r>
            <a:endParaRPr sz="1200">
              <a:latin typeface="宋体"/>
              <a:cs typeface="宋体"/>
            </a:endParaRPr>
          </a:p>
          <a:p>
            <a:pPr marL="631825" lvl="2" indent="-164465">
              <a:lnSpc>
                <a:spcPct val="100000"/>
              </a:lnSpc>
              <a:spcBef>
                <a:spcPts val="160"/>
              </a:spcBef>
              <a:buAutoNum type="alphaLcPeriod"/>
              <a:tabLst>
                <a:tab pos="631825" algn="l"/>
              </a:tabLst>
            </a:pPr>
            <a:r>
              <a:rPr sz="1200" dirty="0">
                <a:latin typeface="宋体"/>
                <a:cs typeface="宋体"/>
              </a:rPr>
              <a:t>心理特征（价值观、生活方式、兴趣爱好</a:t>
            </a:r>
            <a:r>
              <a:rPr sz="1200" spc="-50" dirty="0">
                <a:latin typeface="宋体"/>
                <a:cs typeface="宋体"/>
              </a:rPr>
              <a:t>）</a:t>
            </a:r>
            <a:endParaRPr sz="1200">
              <a:latin typeface="宋体"/>
              <a:cs typeface="宋体"/>
            </a:endParaRPr>
          </a:p>
          <a:p>
            <a:pPr marL="623570" lvl="2" indent="-156210">
              <a:lnSpc>
                <a:spcPct val="100000"/>
              </a:lnSpc>
              <a:spcBef>
                <a:spcPts val="160"/>
              </a:spcBef>
              <a:buAutoNum type="alphaLcPeriod"/>
              <a:tabLst>
                <a:tab pos="623570" algn="l"/>
              </a:tabLst>
            </a:pPr>
            <a:r>
              <a:rPr sz="1200" dirty="0">
                <a:latin typeface="宋体"/>
                <a:cs typeface="宋体"/>
              </a:rPr>
              <a:t>消费行为（购买习惯、决策因素</a:t>
            </a:r>
            <a:r>
              <a:rPr sz="1200" spc="-50" dirty="0">
                <a:latin typeface="宋体"/>
                <a:cs typeface="宋体"/>
              </a:rPr>
              <a:t>）</a:t>
            </a:r>
            <a:endParaRPr sz="1200">
              <a:latin typeface="宋体"/>
              <a:cs typeface="宋体"/>
            </a:endParaRPr>
          </a:p>
          <a:p>
            <a:pPr marL="631825" lvl="2" indent="-164465">
              <a:lnSpc>
                <a:spcPct val="100000"/>
              </a:lnSpc>
              <a:spcBef>
                <a:spcPts val="160"/>
              </a:spcBef>
              <a:buAutoNum type="alphaLcPeriod"/>
              <a:tabLst>
                <a:tab pos="631825" algn="l"/>
              </a:tabLst>
            </a:pPr>
            <a:r>
              <a:rPr sz="1200" spc="-10" dirty="0">
                <a:latin typeface="宋体"/>
                <a:cs typeface="宋体"/>
              </a:rPr>
              <a:t>痛点和需求</a:t>
            </a:r>
            <a:endParaRPr sz="1200">
              <a:latin typeface="宋体"/>
              <a:cs typeface="宋体"/>
            </a:endParaRPr>
          </a:p>
          <a:p>
            <a:pPr marL="699135" lvl="1" indent="-381635">
              <a:lnSpc>
                <a:spcPct val="100000"/>
              </a:lnSpc>
              <a:spcBef>
                <a:spcPts val="160"/>
              </a:spcBef>
              <a:buSzPct val="91666"/>
              <a:buAutoNum type="arabicPlain" startAt="3"/>
              <a:tabLst>
                <a:tab pos="699135" algn="l"/>
              </a:tabLst>
            </a:pPr>
            <a:r>
              <a:rPr sz="1200" spc="-10" dirty="0">
                <a:latin typeface="宋体"/>
                <a:cs typeface="宋体"/>
              </a:rPr>
              <a:t>竞争分析：</a:t>
            </a:r>
            <a:endParaRPr sz="1200">
              <a:latin typeface="宋体"/>
              <a:cs typeface="宋体"/>
            </a:endParaRPr>
          </a:p>
          <a:p>
            <a:pPr marL="354965">
              <a:lnSpc>
                <a:spcPct val="100000"/>
              </a:lnSpc>
              <a:spcBef>
                <a:spcPts val="160"/>
              </a:spcBef>
            </a:pPr>
            <a:r>
              <a:rPr sz="1200" dirty="0">
                <a:latin typeface="宋体"/>
                <a:cs typeface="宋体"/>
              </a:rPr>
              <a:t>列举3</a:t>
            </a:r>
            <a:r>
              <a:rPr sz="1200" spc="-5" dirty="0">
                <a:latin typeface="宋体"/>
                <a:cs typeface="宋体"/>
              </a:rPr>
              <a:t>个主要竞争对手，并分析：</a:t>
            </a:r>
            <a:endParaRPr sz="1200">
              <a:latin typeface="宋体"/>
              <a:cs typeface="宋体"/>
            </a:endParaRPr>
          </a:p>
        </p:txBody>
      </p:sp>
      <p:sp>
        <p:nvSpPr>
          <p:cNvPr id="7" name="object 7"/>
          <p:cNvSpPr/>
          <p:nvPr/>
        </p:nvSpPr>
        <p:spPr>
          <a:xfrm>
            <a:off x="180657" y="1521142"/>
            <a:ext cx="2279650" cy="692150"/>
          </a:xfrm>
          <a:custGeom>
            <a:avLst/>
            <a:gdLst/>
            <a:ahLst/>
            <a:cxnLst/>
            <a:rect l="l" t="t" r="r" b="b"/>
            <a:pathLst>
              <a:path w="2279650" h="692150">
                <a:moveTo>
                  <a:pt x="28575" y="371792"/>
                </a:moveTo>
                <a:lnTo>
                  <a:pt x="22542" y="377825"/>
                </a:lnTo>
                <a:lnTo>
                  <a:pt x="22542" y="357505"/>
                </a:lnTo>
                <a:lnTo>
                  <a:pt x="0" y="357505"/>
                </a:lnTo>
                <a:lnTo>
                  <a:pt x="0" y="477837"/>
                </a:lnTo>
                <a:lnTo>
                  <a:pt x="28575" y="477837"/>
                </a:lnTo>
                <a:lnTo>
                  <a:pt x="28575" y="386080"/>
                </a:lnTo>
                <a:lnTo>
                  <a:pt x="28575" y="371792"/>
                </a:lnTo>
                <a:close/>
              </a:path>
              <a:path w="2279650" h="692150">
                <a:moveTo>
                  <a:pt x="28575" y="14287"/>
                </a:moveTo>
                <a:lnTo>
                  <a:pt x="22542" y="20320"/>
                </a:lnTo>
                <a:lnTo>
                  <a:pt x="22542" y="0"/>
                </a:lnTo>
                <a:lnTo>
                  <a:pt x="0" y="0"/>
                </a:lnTo>
                <a:lnTo>
                  <a:pt x="0" y="120332"/>
                </a:lnTo>
                <a:lnTo>
                  <a:pt x="28575" y="120332"/>
                </a:lnTo>
                <a:lnTo>
                  <a:pt x="28575" y="28575"/>
                </a:lnTo>
                <a:lnTo>
                  <a:pt x="28575" y="14287"/>
                </a:lnTo>
                <a:close/>
              </a:path>
              <a:path w="2279650" h="692150">
                <a:moveTo>
                  <a:pt x="62547" y="306070"/>
                </a:moveTo>
                <a:lnTo>
                  <a:pt x="28575" y="306070"/>
                </a:lnTo>
                <a:lnTo>
                  <a:pt x="28575" y="206057"/>
                </a:lnTo>
                <a:lnTo>
                  <a:pt x="0" y="206057"/>
                </a:lnTo>
                <a:lnTo>
                  <a:pt x="0" y="320357"/>
                </a:lnTo>
                <a:lnTo>
                  <a:pt x="14287" y="320357"/>
                </a:lnTo>
                <a:lnTo>
                  <a:pt x="14287" y="334645"/>
                </a:lnTo>
                <a:lnTo>
                  <a:pt x="62547" y="334645"/>
                </a:lnTo>
                <a:lnTo>
                  <a:pt x="62547" y="320357"/>
                </a:lnTo>
                <a:lnTo>
                  <a:pt x="62547" y="306070"/>
                </a:lnTo>
                <a:close/>
              </a:path>
              <a:path w="2279650" h="692150">
                <a:moveTo>
                  <a:pt x="127952" y="663575"/>
                </a:moveTo>
                <a:lnTo>
                  <a:pt x="28575" y="663575"/>
                </a:lnTo>
                <a:lnTo>
                  <a:pt x="28575" y="563562"/>
                </a:lnTo>
                <a:lnTo>
                  <a:pt x="0" y="563562"/>
                </a:lnTo>
                <a:lnTo>
                  <a:pt x="0" y="677862"/>
                </a:lnTo>
                <a:lnTo>
                  <a:pt x="14287" y="677862"/>
                </a:lnTo>
                <a:lnTo>
                  <a:pt x="14287" y="692150"/>
                </a:lnTo>
                <a:lnTo>
                  <a:pt x="127952" y="692150"/>
                </a:lnTo>
                <a:lnTo>
                  <a:pt x="127952" y="677862"/>
                </a:lnTo>
                <a:lnTo>
                  <a:pt x="127952" y="663575"/>
                </a:lnTo>
                <a:close/>
              </a:path>
              <a:path w="2279650" h="692150">
                <a:moveTo>
                  <a:pt x="222567" y="357505"/>
                </a:moveTo>
                <a:lnTo>
                  <a:pt x="108267" y="357505"/>
                </a:lnTo>
                <a:lnTo>
                  <a:pt x="108267" y="386080"/>
                </a:lnTo>
                <a:lnTo>
                  <a:pt x="222567" y="386080"/>
                </a:lnTo>
                <a:lnTo>
                  <a:pt x="222567" y="357505"/>
                </a:lnTo>
                <a:close/>
              </a:path>
              <a:path w="2279650" h="692150">
                <a:moveTo>
                  <a:pt x="222567" y="0"/>
                </a:moveTo>
                <a:lnTo>
                  <a:pt x="108267" y="0"/>
                </a:lnTo>
                <a:lnTo>
                  <a:pt x="108267" y="28575"/>
                </a:lnTo>
                <a:lnTo>
                  <a:pt x="222567" y="28575"/>
                </a:lnTo>
                <a:lnTo>
                  <a:pt x="222567" y="0"/>
                </a:lnTo>
                <a:close/>
              </a:path>
              <a:path w="2279650" h="692150">
                <a:moveTo>
                  <a:pt x="262572" y="306070"/>
                </a:moveTo>
                <a:lnTo>
                  <a:pt x="148272" y="306070"/>
                </a:lnTo>
                <a:lnTo>
                  <a:pt x="148272" y="334645"/>
                </a:lnTo>
                <a:lnTo>
                  <a:pt x="262572" y="334645"/>
                </a:lnTo>
                <a:lnTo>
                  <a:pt x="262572" y="306070"/>
                </a:lnTo>
                <a:close/>
              </a:path>
              <a:path w="2279650" h="692150">
                <a:moveTo>
                  <a:pt x="327977" y="663575"/>
                </a:moveTo>
                <a:lnTo>
                  <a:pt x="213677" y="663575"/>
                </a:lnTo>
                <a:lnTo>
                  <a:pt x="213677" y="692150"/>
                </a:lnTo>
                <a:lnTo>
                  <a:pt x="327977" y="692150"/>
                </a:lnTo>
                <a:lnTo>
                  <a:pt x="327977" y="663575"/>
                </a:lnTo>
                <a:close/>
              </a:path>
              <a:path w="2279650" h="692150">
                <a:moveTo>
                  <a:pt x="422592" y="357505"/>
                </a:moveTo>
                <a:lnTo>
                  <a:pt x="308292" y="357505"/>
                </a:lnTo>
                <a:lnTo>
                  <a:pt x="308292" y="386080"/>
                </a:lnTo>
                <a:lnTo>
                  <a:pt x="422592" y="386080"/>
                </a:lnTo>
                <a:lnTo>
                  <a:pt x="422592" y="357505"/>
                </a:lnTo>
                <a:close/>
              </a:path>
              <a:path w="2279650" h="692150">
                <a:moveTo>
                  <a:pt x="422592" y="0"/>
                </a:moveTo>
                <a:lnTo>
                  <a:pt x="308292" y="0"/>
                </a:lnTo>
                <a:lnTo>
                  <a:pt x="308292" y="28575"/>
                </a:lnTo>
                <a:lnTo>
                  <a:pt x="422592" y="28575"/>
                </a:lnTo>
                <a:lnTo>
                  <a:pt x="422592" y="0"/>
                </a:lnTo>
                <a:close/>
              </a:path>
              <a:path w="2279650" h="692150">
                <a:moveTo>
                  <a:pt x="462597" y="306070"/>
                </a:moveTo>
                <a:lnTo>
                  <a:pt x="348297" y="306070"/>
                </a:lnTo>
                <a:lnTo>
                  <a:pt x="348297" y="334645"/>
                </a:lnTo>
                <a:lnTo>
                  <a:pt x="462597" y="334645"/>
                </a:lnTo>
                <a:lnTo>
                  <a:pt x="462597" y="306070"/>
                </a:lnTo>
                <a:close/>
              </a:path>
              <a:path w="2279650" h="692150">
                <a:moveTo>
                  <a:pt x="528002" y="663575"/>
                </a:moveTo>
                <a:lnTo>
                  <a:pt x="413702" y="663575"/>
                </a:lnTo>
                <a:lnTo>
                  <a:pt x="413702" y="692150"/>
                </a:lnTo>
                <a:lnTo>
                  <a:pt x="528002" y="692150"/>
                </a:lnTo>
                <a:lnTo>
                  <a:pt x="528002" y="663575"/>
                </a:lnTo>
                <a:close/>
              </a:path>
              <a:path w="2279650" h="692150">
                <a:moveTo>
                  <a:pt x="622617" y="357505"/>
                </a:moveTo>
                <a:lnTo>
                  <a:pt x="508317" y="357505"/>
                </a:lnTo>
                <a:lnTo>
                  <a:pt x="508317" y="386080"/>
                </a:lnTo>
                <a:lnTo>
                  <a:pt x="622617" y="386080"/>
                </a:lnTo>
                <a:lnTo>
                  <a:pt x="622617" y="357505"/>
                </a:lnTo>
                <a:close/>
              </a:path>
              <a:path w="2279650" h="692150">
                <a:moveTo>
                  <a:pt x="622617" y="0"/>
                </a:moveTo>
                <a:lnTo>
                  <a:pt x="508317" y="0"/>
                </a:lnTo>
                <a:lnTo>
                  <a:pt x="508317" y="28575"/>
                </a:lnTo>
                <a:lnTo>
                  <a:pt x="622617" y="28575"/>
                </a:lnTo>
                <a:lnTo>
                  <a:pt x="622617" y="0"/>
                </a:lnTo>
                <a:close/>
              </a:path>
              <a:path w="2279650" h="692150">
                <a:moveTo>
                  <a:pt x="662622" y="306070"/>
                </a:moveTo>
                <a:lnTo>
                  <a:pt x="548322" y="306070"/>
                </a:lnTo>
                <a:lnTo>
                  <a:pt x="548322" y="334645"/>
                </a:lnTo>
                <a:lnTo>
                  <a:pt x="662622" y="334645"/>
                </a:lnTo>
                <a:lnTo>
                  <a:pt x="662622" y="306070"/>
                </a:lnTo>
                <a:close/>
              </a:path>
              <a:path w="2279650" h="692150">
                <a:moveTo>
                  <a:pt x="728027" y="663575"/>
                </a:moveTo>
                <a:lnTo>
                  <a:pt x="613727" y="663575"/>
                </a:lnTo>
                <a:lnTo>
                  <a:pt x="613727" y="692150"/>
                </a:lnTo>
                <a:lnTo>
                  <a:pt x="728027" y="692150"/>
                </a:lnTo>
                <a:lnTo>
                  <a:pt x="728027" y="663575"/>
                </a:lnTo>
                <a:close/>
              </a:path>
              <a:path w="2279650" h="692150">
                <a:moveTo>
                  <a:pt x="822642" y="357505"/>
                </a:moveTo>
                <a:lnTo>
                  <a:pt x="708342" y="357505"/>
                </a:lnTo>
                <a:lnTo>
                  <a:pt x="708342" y="386080"/>
                </a:lnTo>
                <a:lnTo>
                  <a:pt x="822642" y="386080"/>
                </a:lnTo>
                <a:lnTo>
                  <a:pt x="822642" y="357505"/>
                </a:lnTo>
                <a:close/>
              </a:path>
              <a:path w="2279650" h="692150">
                <a:moveTo>
                  <a:pt x="822642" y="0"/>
                </a:moveTo>
                <a:lnTo>
                  <a:pt x="708342" y="0"/>
                </a:lnTo>
                <a:lnTo>
                  <a:pt x="708342" y="28575"/>
                </a:lnTo>
                <a:lnTo>
                  <a:pt x="822642" y="28575"/>
                </a:lnTo>
                <a:lnTo>
                  <a:pt x="822642" y="0"/>
                </a:lnTo>
                <a:close/>
              </a:path>
              <a:path w="2279650" h="692150">
                <a:moveTo>
                  <a:pt x="862647" y="306070"/>
                </a:moveTo>
                <a:lnTo>
                  <a:pt x="748347" y="306070"/>
                </a:lnTo>
                <a:lnTo>
                  <a:pt x="748347" y="334645"/>
                </a:lnTo>
                <a:lnTo>
                  <a:pt x="862647" y="334645"/>
                </a:lnTo>
                <a:lnTo>
                  <a:pt x="862647" y="306070"/>
                </a:lnTo>
                <a:close/>
              </a:path>
              <a:path w="2279650" h="692150">
                <a:moveTo>
                  <a:pt x="928052" y="663575"/>
                </a:moveTo>
                <a:lnTo>
                  <a:pt x="813752" y="663575"/>
                </a:lnTo>
                <a:lnTo>
                  <a:pt x="813752" y="692150"/>
                </a:lnTo>
                <a:lnTo>
                  <a:pt x="928052" y="692150"/>
                </a:lnTo>
                <a:lnTo>
                  <a:pt x="928052" y="663575"/>
                </a:lnTo>
                <a:close/>
              </a:path>
              <a:path w="2279650" h="692150">
                <a:moveTo>
                  <a:pt x="1022667" y="357505"/>
                </a:moveTo>
                <a:lnTo>
                  <a:pt x="908367" y="357505"/>
                </a:lnTo>
                <a:lnTo>
                  <a:pt x="908367" y="386080"/>
                </a:lnTo>
                <a:lnTo>
                  <a:pt x="1022667" y="386080"/>
                </a:lnTo>
                <a:lnTo>
                  <a:pt x="1022667" y="357505"/>
                </a:lnTo>
                <a:close/>
              </a:path>
              <a:path w="2279650" h="692150">
                <a:moveTo>
                  <a:pt x="1022667" y="0"/>
                </a:moveTo>
                <a:lnTo>
                  <a:pt x="908367" y="0"/>
                </a:lnTo>
                <a:lnTo>
                  <a:pt x="908367" y="28575"/>
                </a:lnTo>
                <a:lnTo>
                  <a:pt x="1022667" y="28575"/>
                </a:lnTo>
                <a:lnTo>
                  <a:pt x="1022667" y="0"/>
                </a:lnTo>
                <a:close/>
              </a:path>
              <a:path w="2279650" h="692150">
                <a:moveTo>
                  <a:pt x="1062672" y="306070"/>
                </a:moveTo>
                <a:lnTo>
                  <a:pt x="948372" y="306070"/>
                </a:lnTo>
                <a:lnTo>
                  <a:pt x="948372" y="334645"/>
                </a:lnTo>
                <a:lnTo>
                  <a:pt x="1062672" y="334645"/>
                </a:lnTo>
                <a:lnTo>
                  <a:pt x="1062672" y="306070"/>
                </a:lnTo>
                <a:close/>
              </a:path>
              <a:path w="2279650" h="692150">
                <a:moveTo>
                  <a:pt x="1128077" y="663575"/>
                </a:moveTo>
                <a:lnTo>
                  <a:pt x="1013777" y="663575"/>
                </a:lnTo>
                <a:lnTo>
                  <a:pt x="1013777" y="692150"/>
                </a:lnTo>
                <a:lnTo>
                  <a:pt x="1128077" y="692150"/>
                </a:lnTo>
                <a:lnTo>
                  <a:pt x="1128077" y="663575"/>
                </a:lnTo>
                <a:close/>
              </a:path>
              <a:path w="2279650" h="692150">
                <a:moveTo>
                  <a:pt x="1222692" y="357505"/>
                </a:moveTo>
                <a:lnTo>
                  <a:pt x="1108392" y="357505"/>
                </a:lnTo>
                <a:lnTo>
                  <a:pt x="1108392" y="386080"/>
                </a:lnTo>
                <a:lnTo>
                  <a:pt x="1222692" y="386080"/>
                </a:lnTo>
                <a:lnTo>
                  <a:pt x="1222692" y="357505"/>
                </a:lnTo>
                <a:close/>
              </a:path>
              <a:path w="2279650" h="692150">
                <a:moveTo>
                  <a:pt x="1222692" y="0"/>
                </a:moveTo>
                <a:lnTo>
                  <a:pt x="1108392" y="0"/>
                </a:lnTo>
                <a:lnTo>
                  <a:pt x="1108392" y="28575"/>
                </a:lnTo>
                <a:lnTo>
                  <a:pt x="1222692" y="28575"/>
                </a:lnTo>
                <a:lnTo>
                  <a:pt x="1222692" y="0"/>
                </a:lnTo>
                <a:close/>
              </a:path>
              <a:path w="2279650" h="692150">
                <a:moveTo>
                  <a:pt x="1262697" y="306070"/>
                </a:moveTo>
                <a:lnTo>
                  <a:pt x="1148397" y="306070"/>
                </a:lnTo>
                <a:lnTo>
                  <a:pt x="1148397" y="334645"/>
                </a:lnTo>
                <a:lnTo>
                  <a:pt x="1262697" y="334645"/>
                </a:lnTo>
                <a:lnTo>
                  <a:pt x="1262697" y="306070"/>
                </a:lnTo>
                <a:close/>
              </a:path>
              <a:path w="2279650" h="692150">
                <a:moveTo>
                  <a:pt x="1328102" y="663575"/>
                </a:moveTo>
                <a:lnTo>
                  <a:pt x="1213802" y="663575"/>
                </a:lnTo>
                <a:lnTo>
                  <a:pt x="1213802" y="692150"/>
                </a:lnTo>
                <a:lnTo>
                  <a:pt x="1328102" y="692150"/>
                </a:lnTo>
                <a:lnTo>
                  <a:pt x="1328102" y="663575"/>
                </a:lnTo>
                <a:close/>
              </a:path>
              <a:path w="2279650" h="692150">
                <a:moveTo>
                  <a:pt x="1422717" y="357505"/>
                </a:moveTo>
                <a:lnTo>
                  <a:pt x="1308417" y="357505"/>
                </a:lnTo>
                <a:lnTo>
                  <a:pt x="1308417" y="386080"/>
                </a:lnTo>
                <a:lnTo>
                  <a:pt x="1422717" y="386080"/>
                </a:lnTo>
                <a:lnTo>
                  <a:pt x="1422717" y="357505"/>
                </a:lnTo>
                <a:close/>
              </a:path>
              <a:path w="2279650" h="692150">
                <a:moveTo>
                  <a:pt x="1422717" y="0"/>
                </a:moveTo>
                <a:lnTo>
                  <a:pt x="1308417" y="0"/>
                </a:lnTo>
                <a:lnTo>
                  <a:pt x="1308417" y="28575"/>
                </a:lnTo>
                <a:lnTo>
                  <a:pt x="1422717" y="28575"/>
                </a:lnTo>
                <a:lnTo>
                  <a:pt x="1422717" y="0"/>
                </a:lnTo>
                <a:close/>
              </a:path>
              <a:path w="2279650" h="692150">
                <a:moveTo>
                  <a:pt x="1462722" y="306070"/>
                </a:moveTo>
                <a:lnTo>
                  <a:pt x="1348422" y="306070"/>
                </a:lnTo>
                <a:lnTo>
                  <a:pt x="1348422" y="334645"/>
                </a:lnTo>
                <a:lnTo>
                  <a:pt x="1462722" y="334645"/>
                </a:lnTo>
                <a:lnTo>
                  <a:pt x="1462722" y="306070"/>
                </a:lnTo>
                <a:close/>
              </a:path>
              <a:path w="2279650" h="692150">
                <a:moveTo>
                  <a:pt x="1528127" y="663575"/>
                </a:moveTo>
                <a:lnTo>
                  <a:pt x="1413827" y="663575"/>
                </a:lnTo>
                <a:lnTo>
                  <a:pt x="1413827" y="692150"/>
                </a:lnTo>
                <a:lnTo>
                  <a:pt x="1528127" y="692150"/>
                </a:lnTo>
                <a:lnTo>
                  <a:pt x="1528127" y="663575"/>
                </a:lnTo>
                <a:close/>
              </a:path>
              <a:path w="2279650" h="692150">
                <a:moveTo>
                  <a:pt x="1622742" y="357505"/>
                </a:moveTo>
                <a:lnTo>
                  <a:pt x="1508442" y="357505"/>
                </a:lnTo>
                <a:lnTo>
                  <a:pt x="1508442" y="386080"/>
                </a:lnTo>
                <a:lnTo>
                  <a:pt x="1622742" y="386080"/>
                </a:lnTo>
                <a:lnTo>
                  <a:pt x="1622742" y="357505"/>
                </a:lnTo>
                <a:close/>
              </a:path>
              <a:path w="2279650" h="692150">
                <a:moveTo>
                  <a:pt x="1622742" y="0"/>
                </a:moveTo>
                <a:lnTo>
                  <a:pt x="1508442" y="0"/>
                </a:lnTo>
                <a:lnTo>
                  <a:pt x="1508442" y="28575"/>
                </a:lnTo>
                <a:lnTo>
                  <a:pt x="1622742" y="28575"/>
                </a:lnTo>
                <a:lnTo>
                  <a:pt x="1622742" y="0"/>
                </a:lnTo>
                <a:close/>
              </a:path>
              <a:path w="2279650" h="692150">
                <a:moveTo>
                  <a:pt x="1662747" y="306070"/>
                </a:moveTo>
                <a:lnTo>
                  <a:pt x="1548447" y="306070"/>
                </a:lnTo>
                <a:lnTo>
                  <a:pt x="1548447" y="334645"/>
                </a:lnTo>
                <a:lnTo>
                  <a:pt x="1662747" y="334645"/>
                </a:lnTo>
                <a:lnTo>
                  <a:pt x="1662747" y="306070"/>
                </a:lnTo>
                <a:close/>
              </a:path>
              <a:path w="2279650" h="692150">
                <a:moveTo>
                  <a:pt x="1728152" y="663575"/>
                </a:moveTo>
                <a:lnTo>
                  <a:pt x="1613852" y="663575"/>
                </a:lnTo>
                <a:lnTo>
                  <a:pt x="1613852" y="692150"/>
                </a:lnTo>
                <a:lnTo>
                  <a:pt x="1728152" y="692150"/>
                </a:lnTo>
                <a:lnTo>
                  <a:pt x="1728152" y="663575"/>
                </a:lnTo>
                <a:close/>
              </a:path>
              <a:path w="2279650" h="692150">
                <a:moveTo>
                  <a:pt x="1822767" y="357505"/>
                </a:moveTo>
                <a:lnTo>
                  <a:pt x="1708467" y="357505"/>
                </a:lnTo>
                <a:lnTo>
                  <a:pt x="1708467" y="386080"/>
                </a:lnTo>
                <a:lnTo>
                  <a:pt x="1822767" y="386080"/>
                </a:lnTo>
                <a:lnTo>
                  <a:pt x="1822767" y="357505"/>
                </a:lnTo>
                <a:close/>
              </a:path>
              <a:path w="2279650" h="692150">
                <a:moveTo>
                  <a:pt x="1822767" y="0"/>
                </a:moveTo>
                <a:lnTo>
                  <a:pt x="1708467" y="0"/>
                </a:lnTo>
                <a:lnTo>
                  <a:pt x="1708467" y="28575"/>
                </a:lnTo>
                <a:lnTo>
                  <a:pt x="1822767" y="28575"/>
                </a:lnTo>
                <a:lnTo>
                  <a:pt x="1822767" y="0"/>
                </a:lnTo>
                <a:close/>
              </a:path>
              <a:path w="2279650" h="692150">
                <a:moveTo>
                  <a:pt x="1862772" y="306070"/>
                </a:moveTo>
                <a:lnTo>
                  <a:pt x="1748472" y="306070"/>
                </a:lnTo>
                <a:lnTo>
                  <a:pt x="1748472" y="334645"/>
                </a:lnTo>
                <a:lnTo>
                  <a:pt x="1862772" y="334645"/>
                </a:lnTo>
                <a:lnTo>
                  <a:pt x="1862772" y="306070"/>
                </a:lnTo>
                <a:close/>
              </a:path>
              <a:path w="2279650" h="692150">
                <a:moveTo>
                  <a:pt x="1928177" y="663575"/>
                </a:moveTo>
                <a:lnTo>
                  <a:pt x="1813877" y="663575"/>
                </a:lnTo>
                <a:lnTo>
                  <a:pt x="1813877" y="692150"/>
                </a:lnTo>
                <a:lnTo>
                  <a:pt x="1928177" y="692150"/>
                </a:lnTo>
                <a:lnTo>
                  <a:pt x="1928177" y="663575"/>
                </a:lnTo>
                <a:close/>
              </a:path>
              <a:path w="2279650" h="692150">
                <a:moveTo>
                  <a:pt x="1946910" y="190182"/>
                </a:moveTo>
                <a:lnTo>
                  <a:pt x="1918335" y="190182"/>
                </a:lnTo>
                <a:lnTo>
                  <a:pt x="1918335" y="304482"/>
                </a:lnTo>
                <a:lnTo>
                  <a:pt x="1946910" y="304482"/>
                </a:lnTo>
                <a:lnTo>
                  <a:pt x="1946910" y="190182"/>
                </a:lnTo>
                <a:close/>
              </a:path>
              <a:path w="2279650" h="692150">
                <a:moveTo>
                  <a:pt x="1946910" y="0"/>
                </a:moveTo>
                <a:lnTo>
                  <a:pt x="1908492" y="0"/>
                </a:lnTo>
                <a:lnTo>
                  <a:pt x="1908492" y="28575"/>
                </a:lnTo>
                <a:lnTo>
                  <a:pt x="1918335" y="28575"/>
                </a:lnTo>
                <a:lnTo>
                  <a:pt x="1918335" y="104457"/>
                </a:lnTo>
                <a:lnTo>
                  <a:pt x="1946910" y="104457"/>
                </a:lnTo>
                <a:lnTo>
                  <a:pt x="1946910" y="28575"/>
                </a:lnTo>
                <a:lnTo>
                  <a:pt x="1946910" y="14287"/>
                </a:lnTo>
                <a:lnTo>
                  <a:pt x="1946910" y="0"/>
                </a:lnTo>
                <a:close/>
              </a:path>
              <a:path w="2279650" h="692150">
                <a:moveTo>
                  <a:pt x="2022792" y="357505"/>
                </a:moveTo>
                <a:lnTo>
                  <a:pt x="1908492" y="357505"/>
                </a:lnTo>
                <a:lnTo>
                  <a:pt x="1908492" y="386080"/>
                </a:lnTo>
                <a:lnTo>
                  <a:pt x="2022792" y="386080"/>
                </a:lnTo>
                <a:lnTo>
                  <a:pt x="2022792" y="357505"/>
                </a:lnTo>
                <a:close/>
              </a:path>
              <a:path w="2279650" h="692150">
                <a:moveTo>
                  <a:pt x="2128202" y="663575"/>
                </a:moveTo>
                <a:lnTo>
                  <a:pt x="2013902" y="663575"/>
                </a:lnTo>
                <a:lnTo>
                  <a:pt x="2013902" y="692150"/>
                </a:lnTo>
                <a:lnTo>
                  <a:pt x="2128202" y="692150"/>
                </a:lnTo>
                <a:lnTo>
                  <a:pt x="2128202" y="663575"/>
                </a:lnTo>
                <a:close/>
              </a:path>
              <a:path w="2279650" h="692150">
                <a:moveTo>
                  <a:pt x="2222817" y="357505"/>
                </a:moveTo>
                <a:lnTo>
                  <a:pt x="2108517" y="357505"/>
                </a:lnTo>
                <a:lnTo>
                  <a:pt x="2108517" y="386080"/>
                </a:lnTo>
                <a:lnTo>
                  <a:pt x="2222817" y="386080"/>
                </a:lnTo>
                <a:lnTo>
                  <a:pt x="2222817" y="357505"/>
                </a:lnTo>
                <a:close/>
              </a:path>
              <a:path w="2279650" h="692150">
                <a:moveTo>
                  <a:pt x="2279650" y="614997"/>
                </a:moveTo>
                <a:lnTo>
                  <a:pt x="2251075" y="614997"/>
                </a:lnTo>
                <a:lnTo>
                  <a:pt x="2251075" y="663575"/>
                </a:lnTo>
                <a:lnTo>
                  <a:pt x="2213927" y="663575"/>
                </a:lnTo>
                <a:lnTo>
                  <a:pt x="2213927" y="692150"/>
                </a:lnTo>
                <a:lnTo>
                  <a:pt x="2279650" y="692150"/>
                </a:lnTo>
                <a:lnTo>
                  <a:pt x="2279650" y="677862"/>
                </a:lnTo>
                <a:lnTo>
                  <a:pt x="2279650" y="663575"/>
                </a:lnTo>
                <a:lnTo>
                  <a:pt x="2279650" y="614997"/>
                </a:lnTo>
                <a:close/>
              </a:path>
              <a:path w="2279650" h="692150">
                <a:moveTo>
                  <a:pt x="2279650" y="414972"/>
                </a:moveTo>
                <a:lnTo>
                  <a:pt x="2251075" y="414972"/>
                </a:lnTo>
                <a:lnTo>
                  <a:pt x="2251075" y="529272"/>
                </a:lnTo>
                <a:lnTo>
                  <a:pt x="2279650" y="529272"/>
                </a:lnTo>
                <a:lnTo>
                  <a:pt x="2279650" y="414972"/>
                </a:lnTo>
                <a:close/>
              </a:path>
            </a:pathLst>
          </a:custGeom>
          <a:solidFill>
            <a:srgbClr val="5F95E6"/>
          </a:solidFill>
        </p:spPr>
        <p:txBody>
          <a:bodyPr wrap="square" lIns="0" tIns="0" rIns="0" bIns="0" rtlCol="0"/>
          <a:lstStyle/>
          <a:p>
            <a:endParaRPr/>
          </a:p>
        </p:txBody>
      </p:sp>
      <p:sp>
        <p:nvSpPr>
          <p:cNvPr id="8" name="object 8"/>
          <p:cNvSpPr txBox="1"/>
          <p:nvPr/>
        </p:nvSpPr>
        <p:spPr>
          <a:xfrm>
            <a:off x="329565" y="979983"/>
            <a:ext cx="1981835" cy="1646555"/>
          </a:xfrm>
          <a:prstGeom prst="rect">
            <a:avLst/>
          </a:prstGeom>
        </p:spPr>
        <p:txBody>
          <a:bodyPr vert="horz" wrap="square" lIns="0" tIns="180340" rIns="0" bIns="0" rtlCol="0">
            <a:spAutoFit/>
          </a:bodyPr>
          <a:lstStyle/>
          <a:p>
            <a:pPr marL="478155">
              <a:lnSpc>
                <a:spcPct val="100000"/>
              </a:lnSpc>
              <a:spcBef>
                <a:spcPts val="1420"/>
              </a:spcBef>
            </a:pPr>
            <a:r>
              <a:rPr sz="2000" b="1" spc="-10" dirty="0">
                <a:latin typeface="Microsoft JhengHei"/>
                <a:cs typeface="Microsoft JhengHei"/>
              </a:rPr>
              <a:t>关键考量：</a:t>
            </a:r>
            <a:endParaRPr sz="2000">
              <a:latin typeface="Microsoft JhengHei"/>
              <a:cs typeface="Microsoft JhengHei"/>
            </a:endParaRPr>
          </a:p>
          <a:p>
            <a:pPr marL="24130">
              <a:lnSpc>
                <a:spcPct val="100000"/>
              </a:lnSpc>
              <a:spcBef>
                <a:spcPts val="930"/>
              </a:spcBef>
            </a:pPr>
            <a:r>
              <a:rPr sz="1400" spc="-15" dirty="0">
                <a:latin typeface="宋体"/>
                <a:cs typeface="宋体"/>
              </a:rPr>
              <a:t>目标市场的精准描述</a:t>
            </a:r>
            <a:endParaRPr sz="1400">
              <a:latin typeface="宋体"/>
              <a:cs typeface="宋体"/>
            </a:endParaRPr>
          </a:p>
          <a:p>
            <a:pPr marL="12700">
              <a:lnSpc>
                <a:spcPct val="100000"/>
              </a:lnSpc>
              <a:spcBef>
                <a:spcPts val="1135"/>
              </a:spcBef>
            </a:pPr>
            <a:r>
              <a:rPr sz="1400" spc="-15" dirty="0">
                <a:latin typeface="宋体"/>
                <a:cs typeface="宋体"/>
              </a:rPr>
              <a:t>品牌个性和形象的一致性</a:t>
            </a:r>
            <a:endParaRPr sz="1400">
              <a:latin typeface="宋体"/>
              <a:cs typeface="宋体"/>
            </a:endParaRPr>
          </a:p>
          <a:p>
            <a:pPr marL="448309">
              <a:lnSpc>
                <a:spcPct val="100000"/>
              </a:lnSpc>
              <a:spcBef>
                <a:spcPts val="1215"/>
              </a:spcBef>
            </a:pPr>
            <a:r>
              <a:rPr sz="2000" b="1" spc="-10" dirty="0">
                <a:latin typeface="Microsoft JhengHei"/>
                <a:cs typeface="Microsoft JhengHei"/>
              </a:rPr>
              <a:t>常见陷阱：</a:t>
            </a:r>
            <a:endParaRPr sz="2000">
              <a:latin typeface="Microsoft JhengHei"/>
              <a:cs typeface="Microsoft JhengHei"/>
            </a:endParaRPr>
          </a:p>
        </p:txBody>
      </p:sp>
      <p:sp>
        <p:nvSpPr>
          <p:cNvPr id="9" name="object 9"/>
          <p:cNvSpPr/>
          <p:nvPr/>
        </p:nvSpPr>
        <p:spPr>
          <a:xfrm>
            <a:off x="2196782" y="1519872"/>
            <a:ext cx="2559050" cy="685165"/>
          </a:xfrm>
          <a:custGeom>
            <a:avLst/>
            <a:gdLst/>
            <a:ahLst/>
            <a:cxnLst/>
            <a:rect l="l" t="t" r="r" b="b"/>
            <a:pathLst>
              <a:path w="2559050" h="685164">
                <a:moveTo>
                  <a:pt x="28575" y="14287"/>
                </a:moveTo>
                <a:lnTo>
                  <a:pt x="21907" y="20955"/>
                </a:lnTo>
                <a:lnTo>
                  <a:pt x="21907" y="0"/>
                </a:lnTo>
                <a:lnTo>
                  <a:pt x="0" y="0"/>
                </a:lnTo>
                <a:lnTo>
                  <a:pt x="0" y="120967"/>
                </a:lnTo>
                <a:lnTo>
                  <a:pt x="28575" y="120967"/>
                </a:lnTo>
                <a:lnTo>
                  <a:pt x="28575" y="28575"/>
                </a:lnTo>
                <a:lnTo>
                  <a:pt x="28575" y="14287"/>
                </a:lnTo>
                <a:close/>
              </a:path>
              <a:path w="2559050" h="685164">
                <a:moveTo>
                  <a:pt x="87947" y="306705"/>
                </a:moveTo>
                <a:lnTo>
                  <a:pt x="28575" y="306705"/>
                </a:lnTo>
                <a:lnTo>
                  <a:pt x="28575" y="206692"/>
                </a:lnTo>
                <a:lnTo>
                  <a:pt x="0" y="206692"/>
                </a:lnTo>
                <a:lnTo>
                  <a:pt x="0" y="320992"/>
                </a:lnTo>
                <a:lnTo>
                  <a:pt x="14287" y="320992"/>
                </a:lnTo>
                <a:lnTo>
                  <a:pt x="14287" y="335280"/>
                </a:lnTo>
                <a:lnTo>
                  <a:pt x="87947" y="335280"/>
                </a:lnTo>
                <a:lnTo>
                  <a:pt x="87947" y="320992"/>
                </a:lnTo>
                <a:lnTo>
                  <a:pt x="87947" y="306705"/>
                </a:lnTo>
                <a:close/>
              </a:path>
              <a:path w="2559050" h="685164">
                <a:moveTo>
                  <a:pt x="221932" y="0"/>
                </a:moveTo>
                <a:lnTo>
                  <a:pt x="107632" y="0"/>
                </a:lnTo>
                <a:lnTo>
                  <a:pt x="107632" y="28575"/>
                </a:lnTo>
                <a:lnTo>
                  <a:pt x="221932" y="28575"/>
                </a:lnTo>
                <a:lnTo>
                  <a:pt x="221932" y="0"/>
                </a:lnTo>
                <a:close/>
              </a:path>
              <a:path w="2559050" h="685164">
                <a:moveTo>
                  <a:pt x="287972" y="306705"/>
                </a:moveTo>
                <a:lnTo>
                  <a:pt x="173672" y="306705"/>
                </a:lnTo>
                <a:lnTo>
                  <a:pt x="173672" y="335280"/>
                </a:lnTo>
                <a:lnTo>
                  <a:pt x="287972" y="335280"/>
                </a:lnTo>
                <a:lnTo>
                  <a:pt x="287972" y="306705"/>
                </a:lnTo>
                <a:close/>
              </a:path>
              <a:path w="2559050" h="685164">
                <a:moveTo>
                  <a:pt x="301307" y="358775"/>
                </a:moveTo>
                <a:lnTo>
                  <a:pt x="270510" y="358775"/>
                </a:lnTo>
                <a:lnTo>
                  <a:pt x="270510" y="470852"/>
                </a:lnTo>
                <a:lnTo>
                  <a:pt x="299085" y="470852"/>
                </a:lnTo>
                <a:lnTo>
                  <a:pt x="299085" y="387350"/>
                </a:lnTo>
                <a:lnTo>
                  <a:pt x="301307" y="387350"/>
                </a:lnTo>
                <a:lnTo>
                  <a:pt x="301307" y="373062"/>
                </a:lnTo>
                <a:lnTo>
                  <a:pt x="301307" y="358775"/>
                </a:lnTo>
                <a:close/>
              </a:path>
              <a:path w="2559050" h="685164">
                <a:moveTo>
                  <a:pt x="381952" y="656590"/>
                </a:moveTo>
                <a:lnTo>
                  <a:pt x="299085" y="656590"/>
                </a:lnTo>
                <a:lnTo>
                  <a:pt x="299085" y="556577"/>
                </a:lnTo>
                <a:lnTo>
                  <a:pt x="270510" y="556577"/>
                </a:lnTo>
                <a:lnTo>
                  <a:pt x="270510" y="670877"/>
                </a:lnTo>
                <a:lnTo>
                  <a:pt x="284797" y="670877"/>
                </a:lnTo>
                <a:lnTo>
                  <a:pt x="284797" y="685165"/>
                </a:lnTo>
                <a:lnTo>
                  <a:pt x="381952" y="685165"/>
                </a:lnTo>
                <a:lnTo>
                  <a:pt x="381952" y="670877"/>
                </a:lnTo>
                <a:lnTo>
                  <a:pt x="381952" y="656590"/>
                </a:lnTo>
                <a:close/>
              </a:path>
              <a:path w="2559050" h="685164">
                <a:moveTo>
                  <a:pt x="421957" y="0"/>
                </a:moveTo>
                <a:lnTo>
                  <a:pt x="307657" y="0"/>
                </a:lnTo>
                <a:lnTo>
                  <a:pt x="307657" y="28575"/>
                </a:lnTo>
                <a:lnTo>
                  <a:pt x="421957" y="28575"/>
                </a:lnTo>
                <a:lnTo>
                  <a:pt x="421957" y="0"/>
                </a:lnTo>
                <a:close/>
              </a:path>
              <a:path w="2559050" h="685164">
                <a:moveTo>
                  <a:pt x="487997" y="306705"/>
                </a:moveTo>
                <a:lnTo>
                  <a:pt x="373697" y="306705"/>
                </a:lnTo>
                <a:lnTo>
                  <a:pt x="373697" y="335280"/>
                </a:lnTo>
                <a:lnTo>
                  <a:pt x="487997" y="335280"/>
                </a:lnTo>
                <a:lnTo>
                  <a:pt x="487997" y="306705"/>
                </a:lnTo>
                <a:close/>
              </a:path>
              <a:path w="2559050" h="685164">
                <a:moveTo>
                  <a:pt x="501332" y="358775"/>
                </a:moveTo>
                <a:lnTo>
                  <a:pt x="387032" y="358775"/>
                </a:lnTo>
                <a:lnTo>
                  <a:pt x="387032" y="387350"/>
                </a:lnTo>
                <a:lnTo>
                  <a:pt x="501332" y="387350"/>
                </a:lnTo>
                <a:lnTo>
                  <a:pt x="501332" y="358775"/>
                </a:lnTo>
                <a:close/>
              </a:path>
              <a:path w="2559050" h="685164">
                <a:moveTo>
                  <a:pt x="581977" y="656590"/>
                </a:moveTo>
                <a:lnTo>
                  <a:pt x="467677" y="656590"/>
                </a:lnTo>
                <a:lnTo>
                  <a:pt x="467677" y="685165"/>
                </a:lnTo>
                <a:lnTo>
                  <a:pt x="581977" y="685165"/>
                </a:lnTo>
                <a:lnTo>
                  <a:pt x="581977" y="656590"/>
                </a:lnTo>
                <a:close/>
              </a:path>
              <a:path w="2559050" h="685164">
                <a:moveTo>
                  <a:pt x="621982" y="0"/>
                </a:moveTo>
                <a:lnTo>
                  <a:pt x="507682" y="0"/>
                </a:lnTo>
                <a:lnTo>
                  <a:pt x="507682" y="28575"/>
                </a:lnTo>
                <a:lnTo>
                  <a:pt x="621982" y="28575"/>
                </a:lnTo>
                <a:lnTo>
                  <a:pt x="621982" y="0"/>
                </a:lnTo>
                <a:close/>
              </a:path>
              <a:path w="2559050" h="685164">
                <a:moveTo>
                  <a:pt x="688022" y="306705"/>
                </a:moveTo>
                <a:lnTo>
                  <a:pt x="573722" y="306705"/>
                </a:lnTo>
                <a:lnTo>
                  <a:pt x="573722" y="335280"/>
                </a:lnTo>
                <a:lnTo>
                  <a:pt x="688022" y="335280"/>
                </a:lnTo>
                <a:lnTo>
                  <a:pt x="688022" y="306705"/>
                </a:lnTo>
                <a:close/>
              </a:path>
              <a:path w="2559050" h="685164">
                <a:moveTo>
                  <a:pt x="701357" y="358775"/>
                </a:moveTo>
                <a:lnTo>
                  <a:pt x="587057" y="358775"/>
                </a:lnTo>
                <a:lnTo>
                  <a:pt x="587057" y="387350"/>
                </a:lnTo>
                <a:lnTo>
                  <a:pt x="701357" y="387350"/>
                </a:lnTo>
                <a:lnTo>
                  <a:pt x="701357" y="358775"/>
                </a:lnTo>
                <a:close/>
              </a:path>
              <a:path w="2559050" h="685164">
                <a:moveTo>
                  <a:pt x="782002" y="656590"/>
                </a:moveTo>
                <a:lnTo>
                  <a:pt x="667702" y="656590"/>
                </a:lnTo>
                <a:lnTo>
                  <a:pt x="667702" y="685165"/>
                </a:lnTo>
                <a:lnTo>
                  <a:pt x="782002" y="685165"/>
                </a:lnTo>
                <a:lnTo>
                  <a:pt x="782002" y="656590"/>
                </a:lnTo>
                <a:close/>
              </a:path>
              <a:path w="2559050" h="685164">
                <a:moveTo>
                  <a:pt x="822007" y="0"/>
                </a:moveTo>
                <a:lnTo>
                  <a:pt x="707707" y="0"/>
                </a:lnTo>
                <a:lnTo>
                  <a:pt x="707707" y="28575"/>
                </a:lnTo>
                <a:lnTo>
                  <a:pt x="822007" y="28575"/>
                </a:lnTo>
                <a:lnTo>
                  <a:pt x="822007" y="0"/>
                </a:lnTo>
                <a:close/>
              </a:path>
              <a:path w="2559050" h="685164">
                <a:moveTo>
                  <a:pt x="888047" y="306705"/>
                </a:moveTo>
                <a:lnTo>
                  <a:pt x="773747" y="306705"/>
                </a:lnTo>
                <a:lnTo>
                  <a:pt x="773747" y="335280"/>
                </a:lnTo>
                <a:lnTo>
                  <a:pt x="888047" y="335280"/>
                </a:lnTo>
                <a:lnTo>
                  <a:pt x="888047" y="306705"/>
                </a:lnTo>
                <a:close/>
              </a:path>
              <a:path w="2559050" h="685164">
                <a:moveTo>
                  <a:pt x="901382" y="358775"/>
                </a:moveTo>
                <a:lnTo>
                  <a:pt x="787082" y="358775"/>
                </a:lnTo>
                <a:lnTo>
                  <a:pt x="787082" y="387350"/>
                </a:lnTo>
                <a:lnTo>
                  <a:pt x="901382" y="387350"/>
                </a:lnTo>
                <a:lnTo>
                  <a:pt x="901382" y="358775"/>
                </a:lnTo>
                <a:close/>
              </a:path>
              <a:path w="2559050" h="685164">
                <a:moveTo>
                  <a:pt x="982027" y="656590"/>
                </a:moveTo>
                <a:lnTo>
                  <a:pt x="867727" y="656590"/>
                </a:lnTo>
                <a:lnTo>
                  <a:pt x="867727" y="685165"/>
                </a:lnTo>
                <a:lnTo>
                  <a:pt x="982027" y="685165"/>
                </a:lnTo>
                <a:lnTo>
                  <a:pt x="982027" y="656590"/>
                </a:lnTo>
                <a:close/>
              </a:path>
              <a:path w="2559050" h="685164">
                <a:moveTo>
                  <a:pt x="1022032" y="0"/>
                </a:moveTo>
                <a:lnTo>
                  <a:pt x="907732" y="0"/>
                </a:lnTo>
                <a:lnTo>
                  <a:pt x="907732" y="28575"/>
                </a:lnTo>
                <a:lnTo>
                  <a:pt x="1022032" y="28575"/>
                </a:lnTo>
                <a:lnTo>
                  <a:pt x="1022032" y="0"/>
                </a:lnTo>
                <a:close/>
              </a:path>
              <a:path w="2559050" h="685164">
                <a:moveTo>
                  <a:pt x="1088059" y="306705"/>
                </a:moveTo>
                <a:lnTo>
                  <a:pt x="973772" y="306705"/>
                </a:lnTo>
                <a:lnTo>
                  <a:pt x="973772" y="335280"/>
                </a:lnTo>
                <a:lnTo>
                  <a:pt x="1088059" y="335280"/>
                </a:lnTo>
                <a:lnTo>
                  <a:pt x="1088059" y="306705"/>
                </a:lnTo>
                <a:close/>
              </a:path>
              <a:path w="2559050" h="685164">
                <a:moveTo>
                  <a:pt x="1101407" y="358775"/>
                </a:moveTo>
                <a:lnTo>
                  <a:pt x="987107" y="358775"/>
                </a:lnTo>
                <a:lnTo>
                  <a:pt x="987107" y="387350"/>
                </a:lnTo>
                <a:lnTo>
                  <a:pt x="1101407" y="387350"/>
                </a:lnTo>
                <a:lnTo>
                  <a:pt x="1101407" y="358775"/>
                </a:lnTo>
                <a:close/>
              </a:path>
              <a:path w="2559050" h="685164">
                <a:moveTo>
                  <a:pt x="1182052" y="656590"/>
                </a:moveTo>
                <a:lnTo>
                  <a:pt x="1067752" y="656590"/>
                </a:lnTo>
                <a:lnTo>
                  <a:pt x="1067752" y="685165"/>
                </a:lnTo>
                <a:lnTo>
                  <a:pt x="1182052" y="685165"/>
                </a:lnTo>
                <a:lnTo>
                  <a:pt x="1182052" y="656590"/>
                </a:lnTo>
                <a:close/>
              </a:path>
              <a:path w="2559050" h="685164">
                <a:moveTo>
                  <a:pt x="1222057" y="0"/>
                </a:moveTo>
                <a:lnTo>
                  <a:pt x="1107757" y="0"/>
                </a:lnTo>
                <a:lnTo>
                  <a:pt x="1107757" y="28575"/>
                </a:lnTo>
                <a:lnTo>
                  <a:pt x="1222057" y="28575"/>
                </a:lnTo>
                <a:lnTo>
                  <a:pt x="1222057" y="0"/>
                </a:lnTo>
                <a:close/>
              </a:path>
              <a:path w="2559050" h="685164">
                <a:moveTo>
                  <a:pt x="1288097" y="306705"/>
                </a:moveTo>
                <a:lnTo>
                  <a:pt x="1173797" y="306705"/>
                </a:lnTo>
                <a:lnTo>
                  <a:pt x="1173797" y="335280"/>
                </a:lnTo>
                <a:lnTo>
                  <a:pt x="1288097" y="335280"/>
                </a:lnTo>
                <a:lnTo>
                  <a:pt x="1288097" y="306705"/>
                </a:lnTo>
                <a:close/>
              </a:path>
              <a:path w="2559050" h="685164">
                <a:moveTo>
                  <a:pt x="1301432" y="358775"/>
                </a:moveTo>
                <a:lnTo>
                  <a:pt x="1187132" y="358775"/>
                </a:lnTo>
                <a:lnTo>
                  <a:pt x="1187132" y="387350"/>
                </a:lnTo>
                <a:lnTo>
                  <a:pt x="1301432" y="387350"/>
                </a:lnTo>
                <a:lnTo>
                  <a:pt x="1301432" y="358775"/>
                </a:lnTo>
                <a:close/>
              </a:path>
              <a:path w="2559050" h="685164">
                <a:moveTo>
                  <a:pt x="1382077" y="656590"/>
                </a:moveTo>
                <a:lnTo>
                  <a:pt x="1267777" y="656590"/>
                </a:lnTo>
                <a:lnTo>
                  <a:pt x="1267777" y="685165"/>
                </a:lnTo>
                <a:lnTo>
                  <a:pt x="1382077" y="685165"/>
                </a:lnTo>
                <a:lnTo>
                  <a:pt x="1382077" y="656590"/>
                </a:lnTo>
                <a:close/>
              </a:path>
              <a:path w="2559050" h="685164">
                <a:moveTo>
                  <a:pt x="1422082" y="0"/>
                </a:moveTo>
                <a:lnTo>
                  <a:pt x="1307782" y="0"/>
                </a:lnTo>
                <a:lnTo>
                  <a:pt x="1307782" y="28575"/>
                </a:lnTo>
                <a:lnTo>
                  <a:pt x="1422082" y="28575"/>
                </a:lnTo>
                <a:lnTo>
                  <a:pt x="1422082" y="0"/>
                </a:lnTo>
                <a:close/>
              </a:path>
              <a:path w="2559050" h="685164">
                <a:moveTo>
                  <a:pt x="1488122" y="306705"/>
                </a:moveTo>
                <a:lnTo>
                  <a:pt x="1373822" y="306705"/>
                </a:lnTo>
                <a:lnTo>
                  <a:pt x="1373822" y="335280"/>
                </a:lnTo>
                <a:lnTo>
                  <a:pt x="1488122" y="335280"/>
                </a:lnTo>
                <a:lnTo>
                  <a:pt x="1488122" y="306705"/>
                </a:lnTo>
                <a:close/>
              </a:path>
              <a:path w="2559050" h="685164">
                <a:moveTo>
                  <a:pt x="1501457" y="358775"/>
                </a:moveTo>
                <a:lnTo>
                  <a:pt x="1387157" y="358775"/>
                </a:lnTo>
                <a:lnTo>
                  <a:pt x="1387157" y="387350"/>
                </a:lnTo>
                <a:lnTo>
                  <a:pt x="1501457" y="387350"/>
                </a:lnTo>
                <a:lnTo>
                  <a:pt x="1501457" y="358775"/>
                </a:lnTo>
                <a:close/>
              </a:path>
              <a:path w="2559050" h="685164">
                <a:moveTo>
                  <a:pt x="1582102" y="656590"/>
                </a:moveTo>
                <a:lnTo>
                  <a:pt x="1467802" y="656590"/>
                </a:lnTo>
                <a:lnTo>
                  <a:pt x="1467802" y="685165"/>
                </a:lnTo>
                <a:lnTo>
                  <a:pt x="1582102" y="685165"/>
                </a:lnTo>
                <a:lnTo>
                  <a:pt x="1582102" y="656590"/>
                </a:lnTo>
                <a:close/>
              </a:path>
              <a:path w="2559050" h="685164">
                <a:moveTo>
                  <a:pt x="1622107" y="0"/>
                </a:moveTo>
                <a:lnTo>
                  <a:pt x="1507807" y="0"/>
                </a:lnTo>
                <a:lnTo>
                  <a:pt x="1507807" y="28575"/>
                </a:lnTo>
                <a:lnTo>
                  <a:pt x="1622107" y="28575"/>
                </a:lnTo>
                <a:lnTo>
                  <a:pt x="1622107" y="0"/>
                </a:lnTo>
                <a:close/>
              </a:path>
              <a:path w="2559050" h="685164">
                <a:moveTo>
                  <a:pt x="1688147" y="306705"/>
                </a:moveTo>
                <a:lnTo>
                  <a:pt x="1573847" y="306705"/>
                </a:lnTo>
                <a:lnTo>
                  <a:pt x="1573847" y="335280"/>
                </a:lnTo>
                <a:lnTo>
                  <a:pt x="1688147" y="335280"/>
                </a:lnTo>
                <a:lnTo>
                  <a:pt x="1688147" y="306705"/>
                </a:lnTo>
                <a:close/>
              </a:path>
              <a:path w="2559050" h="685164">
                <a:moveTo>
                  <a:pt x="1701482" y="358775"/>
                </a:moveTo>
                <a:lnTo>
                  <a:pt x="1587182" y="358775"/>
                </a:lnTo>
                <a:lnTo>
                  <a:pt x="1587182" y="387350"/>
                </a:lnTo>
                <a:lnTo>
                  <a:pt x="1701482" y="387350"/>
                </a:lnTo>
                <a:lnTo>
                  <a:pt x="1701482" y="358775"/>
                </a:lnTo>
                <a:close/>
              </a:path>
              <a:path w="2559050" h="685164">
                <a:moveTo>
                  <a:pt x="1782127" y="656590"/>
                </a:moveTo>
                <a:lnTo>
                  <a:pt x="1667827" y="656590"/>
                </a:lnTo>
                <a:lnTo>
                  <a:pt x="1667827" y="685165"/>
                </a:lnTo>
                <a:lnTo>
                  <a:pt x="1782127" y="685165"/>
                </a:lnTo>
                <a:lnTo>
                  <a:pt x="1782127" y="656590"/>
                </a:lnTo>
                <a:close/>
              </a:path>
              <a:path w="2559050" h="685164">
                <a:moveTo>
                  <a:pt x="1822132" y="0"/>
                </a:moveTo>
                <a:lnTo>
                  <a:pt x="1707832" y="0"/>
                </a:lnTo>
                <a:lnTo>
                  <a:pt x="1707832" y="28575"/>
                </a:lnTo>
                <a:lnTo>
                  <a:pt x="1822132" y="28575"/>
                </a:lnTo>
                <a:lnTo>
                  <a:pt x="1822132" y="0"/>
                </a:lnTo>
                <a:close/>
              </a:path>
              <a:path w="2559050" h="685164">
                <a:moveTo>
                  <a:pt x="1888172" y="306705"/>
                </a:moveTo>
                <a:lnTo>
                  <a:pt x="1773872" y="306705"/>
                </a:lnTo>
                <a:lnTo>
                  <a:pt x="1773872" y="335280"/>
                </a:lnTo>
                <a:lnTo>
                  <a:pt x="1888172" y="335280"/>
                </a:lnTo>
                <a:lnTo>
                  <a:pt x="1888172" y="306705"/>
                </a:lnTo>
                <a:close/>
              </a:path>
              <a:path w="2559050" h="685164">
                <a:moveTo>
                  <a:pt x="1901507" y="358775"/>
                </a:moveTo>
                <a:lnTo>
                  <a:pt x="1787207" y="358775"/>
                </a:lnTo>
                <a:lnTo>
                  <a:pt x="1787207" y="387350"/>
                </a:lnTo>
                <a:lnTo>
                  <a:pt x="1901507" y="387350"/>
                </a:lnTo>
                <a:lnTo>
                  <a:pt x="1901507" y="358775"/>
                </a:lnTo>
                <a:close/>
              </a:path>
              <a:path w="2559050" h="685164">
                <a:moveTo>
                  <a:pt x="1982152" y="656590"/>
                </a:moveTo>
                <a:lnTo>
                  <a:pt x="1867852" y="656590"/>
                </a:lnTo>
                <a:lnTo>
                  <a:pt x="1867852" y="685165"/>
                </a:lnTo>
                <a:lnTo>
                  <a:pt x="1982152" y="685165"/>
                </a:lnTo>
                <a:lnTo>
                  <a:pt x="1982152" y="656590"/>
                </a:lnTo>
                <a:close/>
              </a:path>
              <a:path w="2559050" h="685164">
                <a:moveTo>
                  <a:pt x="2022157" y="0"/>
                </a:moveTo>
                <a:lnTo>
                  <a:pt x="1907857" y="0"/>
                </a:lnTo>
                <a:lnTo>
                  <a:pt x="1907857" y="28575"/>
                </a:lnTo>
                <a:lnTo>
                  <a:pt x="2022157" y="28575"/>
                </a:lnTo>
                <a:lnTo>
                  <a:pt x="2022157" y="0"/>
                </a:lnTo>
                <a:close/>
              </a:path>
              <a:path w="2559050" h="685164">
                <a:moveTo>
                  <a:pt x="2088197" y="306705"/>
                </a:moveTo>
                <a:lnTo>
                  <a:pt x="1973897" y="306705"/>
                </a:lnTo>
                <a:lnTo>
                  <a:pt x="1973897" y="335280"/>
                </a:lnTo>
                <a:lnTo>
                  <a:pt x="2088197" y="335280"/>
                </a:lnTo>
                <a:lnTo>
                  <a:pt x="2088197" y="306705"/>
                </a:lnTo>
                <a:close/>
              </a:path>
              <a:path w="2559050" h="685164">
                <a:moveTo>
                  <a:pt x="2101532" y="358775"/>
                </a:moveTo>
                <a:lnTo>
                  <a:pt x="1987232" y="358775"/>
                </a:lnTo>
                <a:lnTo>
                  <a:pt x="1987232" y="387350"/>
                </a:lnTo>
                <a:lnTo>
                  <a:pt x="2101532" y="387350"/>
                </a:lnTo>
                <a:lnTo>
                  <a:pt x="2101532" y="358775"/>
                </a:lnTo>
                <a:close/>
              </a:path>
              <a:path w="2559050" h="685164">
                <a:moveTo>
                  <a:pt x="2182177" y="656590"/>
                </a:moveTo>
                <a:lnTo>
                  <a:pt x="2067877" y="656590"/>
                </a:lnTo>
                <a:lnTo>
                  <a:pt x="2067877" y="685165"/>
                </a:lnTo>
                <a:lnTo>
                  <a:pt x="2182177" y="685165"/>
                </a:lnTo>
                <a:lnTo>
                  <a:pt x="2182177" y="656590"/>
                </a:lnTo>
                <a:close/>
              </a:path>
              <a:path w="2559050" h="685164">
                <a:moveTo>
                  <a:pt x="2222182" y="0"/>
                </a:moveTo>
                <a:lnTo>
                  <a:pt x="2107882" y="0"/>
                </a:lnTo>
                <a:lnTo>
                  <a:pt x="2107882" y="28575"/>
                </a:lnTo>
                <a:lnTo>
                  <a:pt x="2222182" y="28575"/>
                </a:lnTo>
                <a:lnTo>
                  <a:pt x="2222182" y="0"/>
                </a:lnTo>
                <a:close/>
              </a:path>
              <a:path w="2559050" h="685164">
                <a:moveTo>
                  <a:pt x="2288222" y="306705"/>
                </a:moveTo>
                <a:lnTo>
                  <a:pt x="2173922" y="306705"/>
                </a:lnTo>
                <a:lnTo>
                  <a:pt x="2173922" y="335280"/>
                </a:lnTo>
                <a:lnTo>
                  <a:pt x="2288222" y="335280"/>
                </a:lnTo>
                <a:lnTo>
                  <a:pt x="2288222" y="306705"/>
                </a:lnTo>
                <a:close/>
              </a:path>
              <a:path w="2559050" h="685164">
                <a:moveTo>
                  <a:pt x="2301557" y="358775"/>
                </a:moveTo>
                <a:lnTo>
                  <a:pt x="2187257" y="358775"/>
                </a:lnTo>
                <a:lnTo>
                  <a:pt x="2187257" y="387350"/>
                </a:lnTo>
                <a:lnTo>
                  <a:pt x="2301557" y="387350"/>
                </a:lnTo>
                <a:lnTo>
                  <a:pt x="2301557" y="358775"/>
                </a:lnTo>
                <a:close/>
              </a:path>
              <a:path w="2559050" h="685164">
                <a:moveTo>
                  <a:pt x="2382202" y="656590"/>
                </a:moveTo>
                <a:lnTo>
                  <a:pt x="2267902" y="656590"/>
                </a:lnTo>
                <a:lnTo>
                  <a:pt x="2267902" y="685165"/>
                </a:lnTo>
                <a:lnTo>
                  <a:pt x="2382202" y="685165"/>
                </a:lnTo>
                <a:lnTo>
                  <a:pt x="2382202" y="656590"/>
                </a:lnTo>
                <a:close/>
              </a:path>
              <a:path w="2559050" h="685164">
                <a:moveTo>
                  <a:pt x="2422207" y="0"/>
                </a:moveTo>
                <a:lnTo>
                  <a:pt x="2307907" y="0"/>
                </a:lnTo>
                <a:lnTo>
                  <a:pt x="2307907" y="28575"/>
                </a:lnTo>
                <a:lnTo>
                  <a:pt x="2422207" y="28575"/>
                </a:lnTo>
                <a:lnTo>
                  <a:pt x="2422207" y="0"/>
                </a:lnTo>
                <a:close/>
              </a:path>
              <a:path w="2559050" h="685164">
                <a:moveTo>
                  <a:pt x="2488247" y="306705"/>
                </a:moveTo>
                <a:lnTo>
                  <a:pt x="2373947" y="306705"/>
                </a:lnTo>
                <a:lnTo>
                  <a:pt x="2373947" y="335280"/>
                </a:lnTo>
                <a:lnTo>
                  <a:pt x="2488247" y="335280"/>
                </a:lnTo>
                <a:lnTo>
                  <a:pt x="2488247" y="306705"/>
                </a:lnTo>
                <a:close/>
              </a:path>
              <a:path w="2559050" h="685164">
                <a:moveTo>
                  <a:pt x="2501582" y="358775"/>
                </a:moveTo>
                <a:lnTo>
                  <a:pt x="2387282" y="358775"/>
                </a:lnTo>
                <a:lnTo>
                  <a:pt x="2387282" y="387350"/>
                </a:lnTo>
                <a:lnTo>
                  <a:pt x="2501582" y="387350"/>
                </a:lnTo>
                <a:lnTo>
                  <a:pt x="2501582" y="358775"/>
                </a:lnTo>
                <a:close/>
              </a:path>
              <a:path w="2559050" h="685164">
                <a:moveTo>
                  <a:pt x="2550160" y="624522"/>
                </a:moveTo>
                <a:lnTo>
                  <a:pt x="2521585" y="624522"/>
                </a:lnTo>
                <a:lnTo>
                  <a:pt x="2521585" y="656590"/>
                </a:lnTo>
                <a:lnTo>
                  <a:pt x="2467927" y="656590"/>
                </a:lnTo>
                <a:lnTo>
                  <a:pt x="2467927" y="685165"/>
                </a:lnTo>
                <a:lnTo>
                  <a:pt x="2550160" y="685165"/>
                </a:lnTo>
                <a:lnTo>
                  <a:pt x="2550160" y="670877"/>
                </a:lnTo>
                <a:lnTo>
                  <a:pt x="2550160" y="656590"/>
                </a:lnTo>
                <a:lnTo>
                  <a:pt x="2550160" y="624522"/>
                </a:lnTo>
                <a:close/>
              </a:path>
              <a:path w="2559050" h="685164">
                <a:moveTo>
                  <a:pt x="2550160" y="424497"/>
                </a:moveTo>
                <a:lnTo>
                  <a:pt x="2521585" y="424497"/>
                </a:lnTo>
                <a:lnTo>
                  <a:pt x="2521585" y="538797"/>
                </a:lnTo>
                <a:lnTo>
                  <a:pt x="2550160" y="538797"/>
                </a:lnTo>
                <a:lnTo>
                  <a:pt x="2550160" y="424497"/>
                </a:lnTo>
                <a:close/>
              </a:path>
              <a:path w="2559050" h="685164">
                <a:moveTo>
                  <a:pt x="2559050" y="177482"/>
                </a:moveTo>
                <a:lnTo>
                  <a:pt x="2530475" y="177482"/>
                </a:lnTo>
                <a:lnTo>
                  <a:pt x="2530475" y="291782"/>
                </a:lnTo>
                <a:lnTo>
                  <a:pt x="2559050" y="291782"/>
                </a:lnTo>
                <a:lnTo>
                  <a:pt x="2559050" y="177482"/>
                </a:lnTo>
                <a:close/>
              </a:path>
              <a:path w="2559050" h="685164">
                <a:moveTo>
                  <a:pt x="2559050" y="0"/>
                </a:moveTo>
                <a:lnTo>
                  <a:pt x="2507932" y="0"/>
                </a:lnTo>
                <a:lnTo>
                  <a:pt x="2507932" y="28575"/>
                </a:lnTo>
                <a:lnTo>
                  <a:pt x="2530475" y="28575"/>
                </a:lnTo>
                <a:lnTo>
                  <a:pt x="2530475" y="91757"/>
                </a:lnTo>
                <a:lnTo>
                  <a:pt x="2559050" y="91757"/>
                </a:lnTo>
                <a:lnTo>
                  <a:pt x="2559050" y="28575"/>
                </a:lnTo>
                <a:lnTo>
                  <a:pt x="2559050" y="14287"/>
                </a:lnTo>
                <a:lnTo>
                  <a:pt x="2559050" y="0"/>
                </a:lnTo>
                <a:close/>
              </a:path>
            </a:pathLst>
          </a:custGeom>
          <a:solidFill>
            <a:srgbClr val="5F95E6"/>
          </a:solidFill>
        </p:spPr>
        <p:txBody>
          <a:bodyPr wrap="square" lIns="0" tIns="0" rIns="0" bIns="0" rtlCol="0"/>
          <a:lstStyle/>
          <a:p>
            <a:endParaRPr/>
          </a:p>
        </p:txBody>
      </p:sp>
      <p:sp>
        <p:nvSpPr>
          <p:cNvPr id="10" name="object 10"/>
          <p:cNvSpPr txBox="1"/>
          <p:nvPr/>
        </p:nvSpPr>
        <p:spPr>
          <a:xfrm>
            <a:off x="2307589" y="1569085"/>
            <a:ext cx="2337435" cy="594360"/>
          </a:xfrm>
          <a:prstGeom prst="rect">
            <a:avLst/>
          </a:prstGeom>
        </p:spPr>
        <p:txBody>
          <a:bodyPr vert="horz" wrap="square" lIns="0" tIns="13335" rIns="0" bIns="0" rtlCol="0">
            <a:spAutoFit/>
          </a:bodyPr>
          <a:lstStyle/>
          <a:p>
            <a:pPr marR="5080" algn="r">
              <a:lnSpc>
                <a:spcPct val="100000"/>
              </a:lnSpc>
              <a:spcBef>
                <a:spcPts val="105"/>
              </a:spcBef>
            </a:pPr>
            <a:r>
              <a:rPr sz="1400" spc="-15" dirty="0">
                <a:latin typeface="宋体"/>
                <a:cs typeface="宋体"/>
              </a:rPr>
              <a:t>竞争对手的分析和差异化策略</a:t>
            </a:r>
            <a:endParaRPr sz="1400">
              <a:latin typeface="宋体"/>
              <a:cs typeface="宋体"/>
            </a:endParaRPr>
          </a:p>
          <a:p>
            <a:pPr marR="52705" algn="r">
              <a:lnSpc>
                <a:spcPct val="100000"/>
              </a:lnSpc>
              <a:spcBef>
                <a:spcPts val="1110"/>
              </a:spcBef>
            </a:pPr>
            <a:r>
              <a:rPr sz="1400" spc="-15" dirty="0">
                <a:latin typeface="宋体"/>
                <a:cs typeface="宋体"/>
              </a:rPr>
              <a:t>与目标受众的情感连接点</a:t>
            </a:r>
            <a:endParaRPr sz="1400">
              <a:latin typeface="宋体"/>
              <a:cs typeface="宋体"/>
            </a:endParaRPr>
          </a:p>
        </p:txBody>
      </p:sp>
      <p:sp>
        <p:nvSpPr>
          <p:cNvPr id="11" name="object 11"/>
          <p:cNvSpPr/>
          <p:nvPr/>
        </p:nvSpPr>
        <p:spPr>
          <a:xfrm>
            <a:off x="5732145" y="1083310"/>
            <a:ext cx="6224270" cy="5638800"/>
          </a:xfrm>
          <a:custGeom>
            <a:avLst/>
            <a:gdLst/>
            <a:ahLst/>
            <a:cxnLst/>
            <a:rect l="l" t="t" r="r" b="b"/>
            <a:pathLst>
              <a:path w="6224270" h="5638800">
                <a:moveTo>
                  <a:pt x="6220459" y="5638799"/>
                </a:moveTo>
                <a:lnTo>
                  <a:pt x="3809" y="5638799"/>
                </a:lnTo>
                <a:lnTo>
                  <a:pt x="2349" y="5638507"/>
                </a:lnTo>
                <a:lnTo>
                  <a:pt x="1117" y="5637682"/>
                </a:lnTo>
                <a:lnTo>
                  <a:pt x="292" y="5636450"/>
                </a:lnTo>
                <a:lnTo>
                  <a:pt x="0" y="5634990"/>
                </a:lnTo>
                <a:lnTo>
                  <a:pt x="0" y="3809"/>
                </a:lnTo>
                <a:lnTo>
                  <a:pt x="292" y="2349"/>
                </a:lnTo>
                <a:lnTo>
                  <a:pt x="1117" y="1117"/>
                </a:lnTo>
                <a:lnTo>
                  <a:pt x="2349" y="292"/>
                </a:lnTo>
                <a:lnTo>
                  <a:pt x="3809" y="0"/>
                </a:lnTo>
                <a:lnTo>
                  <a:pt x="6220459" y="0"/>
                </a:lnTo>
                <a:lnTo>
                  <a:pt x="6221920" y="292"/>
                </a:lnTo>
                <a:lnTo>
                  <a:pt x="6223152" y="1117"/>
                </a:lnTo>
                <a:lnTo>
                  <a:pt x="6223977" y="2349"/>
                </a:lnTo>
                <a:lnTo>
                  <a:pt x="6224270" y="3809"/>
                </a:lnTo>
                <a:lnTo>
                  <a:pt x="7619" y="3809"/>
                </a:lnTo>
                <a:lnTo>
                  <a:pt x="3809" y="7619"/>
                </a:lnTo>
                <a:lnTo>
                  <a:pt x="7619" y="7619"/>
                </a:lnTo>
                <a:lnTo>
                  <a:pt x="7619" y="5631180"/>
                </a:lnTo>
                <a:lnTo>
                  <a:pt x="3809" y="5631180"/>
                </a:lnTo>
                <a:lnTo>
                  <a:pt x="7619" y="5634990"/>
                </a:lnTo>
                <a:lnTo>
                  <a:pt x="6224270" y="5634990"/>
                </a:lnTo>
                <a:lnTo>
                  <a:pt x="6223977" y="5636450"/>
                </a:lnTo>
                <a:lnTo>
                  <a:pt x="6223152" y="5637682"/>
                </a:lnTo>
                <a:lnTo>
                  <a:pt x="6221920" y="5638507"/>
                </a:lnTo>
                <a:lnTo>
                  <a:pt x="6220459" y="5638799"/>
                </a:lnTo>
                <a:close/>
              </a:path>
              <a:path w="6224270" h="5638800">
                <a:moveTo>
                  <a:pt x="7619" y="7619"/>
                </a:moveTo>
                <a:lnTo>
                  <a:pt x="3809" y="7619"/>
                </a:lnTo>
                <a:lnTo>
                  <a:pt x="7619" y="3809"/>
                </a:lnTo>
                <a:lnTo>
                  <a:pt x="7619" y="7619"/>
                </a:lnTo>
                <a:close/>
              </a:path>
              <a:path w="6224270" h="5638800">
                <a:moveTo>
                  <a:pt x="6216650" y="7619"/>
                </a:moveTo>
                <a:lnTo>
                  <a:pt x="7619" y="7619"/>
                </a:lnTo>
                <a:lnTo>
                  <a:pt x="7619" y="3809"/>
                </a:lnTo>
                <a:lnTo>
                  <a:pt x="6216650" y="3809"/>
                </a:lnTo>
                <a:lnTo>
                  <a:pt x="6216650" y="7619"/>
                </a:lnTo>
                <a:close/>
              </a:path>
              <a:path w="6224270" h="5638800">
                <a:moveTo>
                  <a:pt x="6216650" y="5634990"/>
                </a:moveTo>
                <a:lnTo>
                  <a:pt x="6216650" y="3809"/>
                </a:lnTo>
                <a:lnTo>
                  <a:pt x="6220459" y="7619"/>
                </a:lnTo>
                <a:lnTo>
                  <a:pt x="6224270" y="7619"/>
                </a:lnTo>
                <a:lnTo>
                  <a:pt x="6224270" y="5631180"/>
                </a:lnTo>
                <a:lnTo>
                  <a:pt x="6220459" y="5631180"/>
                </a:lnTo>
                <a:lnTo>
                  <a:pt x="6216650" y="5634990"/>
                </a:lnTo>
                <a:close/>
              </a:path>
              <a:path w="6224270" h="5638800">
                <a:moveTo>
                  <a:pt x="6224270" y="7619"/>
                </a:moveTo>
                <a:lnTo>
                  <a:pt x="6220459" y="7619"/>
                </a:lnTo>
                <a:lnTo>
                  <a:pt x="6216650" y="3809"/>
                </a:lnTo>
                <a:lnTo>
                  <a:pt x="6224270" y="3809"/>
                </a:lnTo>
                <a:lnTo>
                  <a:pt x="6224270" y="7619"/>
                </a:lnTo>
                <a:close/>
              </a:path>
              <a:path w="6224270" h="5638800">
                <a:moveTo>
                  <a:pt x="7619" y="5634990"/>
                </a:moveTo>
                <a:lnTo>
                  <a:pt x="3809" y="5631180"/>
                </a:lnTo>
                <a:lnTo>
                  <a:pt x="7619" y="5631180"/>
                </a:lnTo>
                <a:lnTo>
                  <a:pt x="7619" y="5634990"/>
                </a:lnTo>
                <a:close/>
              </a:path>
              <a:path w="6224270" h="5638800">
                <a:moveTo>
                  <a:pt x="6216650" y="5634990"/>
                </a:moveTo>
                <a:lnTo>
                  <a:pt x="7619" y="5634990"/>
                </a:lnTo>
                <a:lnTo>
                  <a:pt x="7619" y="5631180"/>
                </a:lnTo>
                <a:lnTo>
                  <a:pt x="6216650" y="5631180"/>
                </a:lnTo>
                <a:lnTo>
                  <a:pt x="6216650" y="5634990"/>
                </a:lnTo>
                <a:close/>
              </a:path>
              <a:path w="6224270" h="5638800">
                <a:moveTo>
                  <a:pt x="6224270" y="5634990"/>
                </a:moveTo>
                <a:lnTo>
                  <a:pt x="6216650" y="5634990"/>
                </a:lnTo>
                <a:lnTo>
                  <a:pt x="6220459" y="5631180"/>
                </a:lnTo>
                <a:lnTo>
                  <a:pt x="6224270" y="5631180"/>
                </a:lnTo>
                <a:lnTo>
                  <a:pt x="6224270" y="5634990"/>
                </a:lnTo>
                <a:close/>
              </a:path>
            </a:pathLst>
          </a:custGeom>
          <a:solidFill>
            <a:srgbClr val="E6E6E6"/>
          </a:solidFill>
        </p:spPr>
        <p:txBody>
          <a:bodyPr wrap="square" lIns="0" tIns="0" rIns="0" bIns="0" rtlCol="0"/>
          <a:lstStyle/>
          <a:p>
            <a:endParaRPr/>
          </a:p>
        </p:txBody>
      </p:sp>
      <p:sp>
        <p:nvSpPr>
          <p:cNvPr id="12" name="object 12"/>
          <p:cNvSpPr txBox="1"/>
          <p:nvPr/>
        </p:nvSpPr>
        <p:spPr>
          <a:xfrm>
            <a:off x="6269354" y="1124584"/>
            <a:ext cx="1859280" cy="208279"/>
          </a:xfrm>
          <a:prstGeom prst="rect">
            <a:avLst/>
          </a:prstGeom>
        </p:spPr>
        <p:txBody>
          <a:bodyPr vert="horz" wrap="square" lIns="0" tIns="12700" rIns="0" bIns="0" rtlCol="0">
            <a:spAutoFit/>
          </a:bodyPr>
          <a:lstStyle/>
          <a:p>
            <a:pPr marL="12700">
              <a:lnSpc>
                <a:spcPct val="100000"/>
              </a:lnSpc>
              <a:spcBef>
                <a:spcPts val="100"/>
              </a:spcBef>
            </a:pPr>
            <a:r>
              <a:rPr sz="1200" spc="-140" dirty="0">
                <a:latin typeface="宋体"/>
                <a:cs typeface="宋体"/>
              </a:rPr>
              <a:t>a</a:t>
            </a:r>
            <a:r>
              <a:rPr sz="1200" spc="-50" dirty="0">
                <a:latin typeface="宋体"/>
                <a:cs typeface="宋体"/>
              </a:rPr>
              <a:t>. 每个竞争对手的核心优势</a:t>
            </a:r>
            <a:endParaRPr sz="1200">
              <a:latin typeface="宋体"/>
              <a:cs typeface="宋体"/>
            </a:endParaRPr>
          </a:p>
        </p:txBody>
      </p:sp>
      <p:sp>
        <p:nvSpPr>
          <p:cNvPr id="13" name="object 13"/>
          <p:cNvSpPr txBox="1"/>
          <p:nvPr/>
        </p:nvSpPr>
        <p:spPr>
          <a:xfrm>
            <a:off x="5814695" y="1307464"/>
            <a:ext cx="6059170" cy="5308600"/>
          </a:xfrm>
          <a:prstGeom prst="rect">
            <a:avLst/>
          </a:prstGeom>
        </p:spPr>
        <p:txBody>
          <a:bodyPr vert="horz" wrap="square" lIns="0" tIns="33020" rIns="0" bIns="0" rtlCol="0">
            <a:spAutoFit/>
          </a:bodyPr>
          <a:lstStyle/>
          <a:p>
            <a:pPr marL="466725">
              <a:lnSpc>
                <a:spcPct val="100000"/>
              </a:lnSpc>
              <a:spcBef>
                <a:spcPts val="260"/>
              </a:spcBef>
            </a:pPr>
            <a:r>
              <a:rPr sz="1200" spc="-110" dirty="0">
                <a:latin typeface="宋体"/>
                <a:cs typeface="宋体"/>
              </a:rPr>
              <a:t>b</a:t>
            </a:r>
            <a:r>
              <a:rPr sz="1200" spc="-50" dirty="0">
                <a:latin typeface="宋体"/>
                <a:cs typeface="宋体"/>
              </a:rPr>
              <a:t>. 您的品牌相对于每个竞争对手的独特优势</a:t>
            </a:r>
            <a:endParaRPr sz="1200">
              <a:latin typeface="宋体"/>
              <a:cs typeface="宋体"/>
            </a:endParaRPr>
          </a:p>
          <a:p>
            <a:pPr marL="466725">
              <a:lnSpc>
                <a:spcPct val="100000"/>
              </a:lnSpc>
              <a:spcBef>
                <a:spcPts val="160"/>
              </a:spcBef>
            </a:pPr>
            <a:r>
              <a:rPr sz="1200" spc="-135" dirty="0">
                <a:latin typeface="宋体"/>
                <a:cs typeface="宋体"/>
              </a:rPr>
              <a:t>c</a:t>
            </a:r>
            <a:r>
              <a:rPr sz="1200" spc="-50" dirty="0">
                <a:latin typeface="宋体"/>
                <a:cs typeface="宋体"/>
              </a:rPr>
              <a:t>. 市场中尚未被满足的需求或机会</a:t>
            </a:r>
            <a:endParaRPr sz="1200">
              <a:latin typeface="宋体"/>
              <a:cs typeface="宋体"/>
            </a:endParaRPr>
          </a:p>
          <a:p>
            <a:pPr marL="699135" indent="-381635">
              <a:lnSpc>
                <a:spcPct val="100000"/>
              </a:lnSpc>
              <a:spcBef>
                <a:spcPts val="160"/>
              </a:spcBef>
              <a:buSzPct val="91666"/>
              <a:buAutoNum type="arabicPlain" startAt="4"/>
              <a:tabLst>
                <a:tab pos="699135" algn="l"/>
              </a:tabLst>
            </a:pPr>
            <a:r>
              <a:rPr sz="1200" spc="-10" dirty="0">
                <a:latin typeface="宋体"/>
                <a:cs typeface="宋体"/>
              </a:rPr>
              <a:t>品牌个性：</a:t>
            </a:r>
            <a:endParaRPr sz="1200">
              <a:latin typeface="宋体"/>
              <a:cs typeface="宋体"/>
            </a:endParaRPr>
          </a:p>
          <a:p>
            <a:pPr marL="354330">
              <a:lnSpc>
                <a:spcPct val="100000"/>
              </a:lnSpc>
              <a:spcBef>
                <a:spcPts val="160"/>
              </a:spcBef>
            </a:pPr>
            <a:r>
              <a:rPr sz="1200" dirty="0">
                <a:latin typeface="宋体"/>
                <a:cs typeface="宋体"/>
              </a:rPr>
              <a:t>用5</a:t>
            </a:r>
            <a:r>
              <a:rPr sz="1200" spc="-5" dirty="0">
                <a:latin typeface="宋体"/>
                <a:cs typeface="宋体"/>
              </a:rPr>
              <a:t>个形容词描述品牌个性，并简要解释每个特质如何体现在品牌体验中。</a:t>
            </a:r>
            <a:endParaRPr sz="1200">
              <a:latin typeface="宋体"/>
              <a:cs typeface="宋体"/>
            </a:endParaRPr>
          </a:p>
          <a:p>
            <a:pPr marL="699135" indent="-381635">
              <a:lnSpc>
                <a:spcPct val="100000"/>
              </a:lnSpc>
              <a:spcBef>
                <a:spcPts val="160"/>
              </a:spcBef>
              <a:buSzPct val="91666"/>
              <a:buAutoNum type="arabicPlain" startAt="5"/>
              <a:tabLst>
                <a:tab pos="699135" algn="l"/>
              </a:tabLst>
            </a:pPr>
            <a:r>
              <a:rPr sz="1200" spc="-10" dirty="0">
                <a:latin typeface="宋体"/>
                <a:cs typeface="宋体"/>
              </a:rPr>
              <a:t>价值主张：</a:t>
            </a:r>
            <a:endParaRPr sz="1200">
              <a:latin typeface="宋体"/>
              <a:cs typeface="宋体"/>
            </a:endParaRPr>
          </a:p>
          <a:p>
            <a:pPr marL="12700" marR="5080" indent="304800">
              <a:lnSpc>
                <a:spcPct val="111100"/>
              </a:lnSpc>
            </a:pPr>
            <a:r>
              <a:rPr sz="1200" spc="-5" dirty="0">
                <a:latin typeface="宋体"/>
                <a:cs typeface="宋体"/>
              </a:rPr>
              <a:t>阐述品牌为目标受众提供的核心价值和独特利益。说明这些价值如何解决客户的具体</a:t>
            </a:r>
            <a:r>
              <a:rPr sz="1200" spc="-10" dirty="0">
                <a:latin typeface="宋体"/>
                <a:cs typeface="宋体"/>
              </a:rPr>
              <a:t>问题或满足其需求。</a:t>
            </a:r>
            <a:endParaRPr sz="1200">
              <a:latin typeface="宋体"/>
              <a:cs typeface="宋体"/>
            </a:endParaRPr>
          </a:p>
          <a:p>
            <a:pPr marL="699135" indent="-381635">
              <a:lnSpc>
                <a:spcPct val="100000"/>
              </a:lnSpc>
              <a:spcBef>
                <a:spcPts val="160"/>
              </a:spcBef>
              <a:buSzPct val="91666"/>
              <a:buAutoNum type="arabicPlain" startAt="6"/>
              <a:tabLst>
                <a:tab pos="699135" algn="l"/>
              </a:tabLst>
            </a:pPr>
            <a:r>
              <a:rPr sz="1200" spc="-10" dirty="0">
                <a:latin typeface="宋体"/>
                <a:cs typeface="宋体"/>
              </a:rPr>
              <a:t>情感连接点：</a:t>
            </a:r>
            <a:endParaRPr sz="1200">
              <a:latin typeface="宋体"/>
              <a:cs typeface="宋体"/>
            </a:endParaRPr>
          </a:p>
          <a:p>
            <a:pPr marL="12700" marR="5080" indent="304800">
              <a:lnSpc>
                <a:spcPct val="111100"/>
              </a:lnSpc>
            </a:pPr>
            <a:r>
              <a:rPr sz="1200" spc="-5" dirty="0">
                <a:latin typeface="宋体"/>
                <a:cs typeface="宋体"/>
              </a:rPr>
              <a:t>描述一个能与目标受众产生强烈情感共鸣的品牌元素或故事。解释这个元素如何与受众的深层需求或价值观相连。</a:t>
            </a:r>
            <a:endParaRPr sz="1200">
              <a:latin typeface="宋体"/>
              <a:cs typeface="宋体"/>
            </a:endParaRPr>
          </a:p>
          <a:p>
            <a:pPr marL="699135" indent="-381635">
              <a:lnSpc>
                <a:spcPct val="100000"/>
              </a:lnSpc>
              <a:spcBef>
                <a:spcPts val="160"/>
              </a:spcBef>
              <a:buSzPct val="91666"/>
              <a:buAutoNum type="arabicPlain" startAt="7"/>
              <a:tabLst>
                <a:tab pos="699135" algn="l"/>
              </a:tabLst>
            </a:pPr>
            <a:r>
              <a:rPr sz="1200" spc="-10" dirty="0">
                <a:latin typeface="宋体"/>
                <a:cs typeface="宋体"/>
              </a:rPr>
              <a:t>定位声明：</a:t>
            </a:r>
            <a:endParaRPr sz="1200">
              <a:latin typeface="宋体"/>
              <a:cs typeface="宋体"/>
            </a:endParaRPr>
          </a:p>
          <a:p>
            <a:pPr marL="12700" marR="5080" indent="304800">
              <a:lnSpc>
                <a:spcPct val="111100"/>
              </a:lnSpc>
            </a:pPr>
            <a:r>
              <a:rPr sz="1200" spc="-5" dirty="0">
                <a:latin typeface="宋体"/>
                <a:cs typeface="宋体"/>
              </a:rPr>
              <a:t>综合以上要素，创作一个简洁有力的定位声明。这个声明应清晰传达品牌是什么、为谁服务、提供什么独特价值。</a:t>
            </a:r>
            <a:endParaRPr sz="1200">
              <a:latin typeface="宋体"/>
              <a:cs typeface="宋体"/>
            </a:endParaRPr>
          </a:p>
          <a:p>
            <a:pPr marL="699135" indent="-381635">
              <a:lnSpc>
                <a:spcPct val="100000"/>
              </a:lnSpc>
              <a:spcBef>
                <a:spcPts val="160"/>
              </a:spcBef>
              <a:buSzPct val="91666"/>
              <a:buAutoNum type="arabicPlain" startAt="8"/>
              <a:tabLst>
                <a:tab pos="699135" algn="l"/>
              </a:tabLst>
            </a:pPr>
            <a:r>
              <a:rPr sz="1200" spc="-10" dirty="0">
                <a:latin typeface="宋体"/>
                <a:cs typeface="宋体"/>
              </a:rPr>
              <a:t>视觉识别：</a:t>
            </a:r>
            <a:endParaRPr sz="1200">
              <a:latin typeface="宋体"/>
              <a:cs typeface="宋体"/>
            </a:endParaRPr>
          </a:p>
          <a:p>
            <a:pPr marL="317500" marR="247650">
              <a:lnSpc>
                <a:spcPct val="111100"/>
              </a:lnSpc>
            </a:pPr>
            <a:r>
              <a:rPr sz="1200" dirty="0">
                <a:latin typeface="宋体"/>
                <a:cs typeface="宋体"/>
              </a:rPr>
              <a:t>提出2—3个能直观体现品牌定位的视觉元素建议（如标志、色彩、图像风格等）</a:t>
            </a:r>
            <a:r>
              <a:rPr sz="1200" spc="-50" dirty="0">
                <a:latin typeface="宋体"/>
                <a:cs typeface="宋体"/>
              </a:rPr>
              <a:t>。</a:t>
            </a:r>
            <a:r>
              <a:rPr sz="1200" spc="-10" dirty="0">
                <a:latin typeface="宋体"/>
                <a:cs typeface="宋体"/>
              </a:rPr>
              <a:t>评估标准：</a:t>
            </a:r>
            <a:endParaRPr sz="1200">
              <a:latin typeface="宋体"/>
              <a:cs typeface="宋体"/>
            </a:endParaRPr>
          </a:p>
          <a:p>
            <a:pPr marL="405765" indent="-88265">
              <a:lnSpc>
                <a:spcPct val="100000"/>
              </a:lnSpc>
              <a:spcBef>
                <a:spcPts val="160"/>
              </a:spcBef>
              <a:buChar char="-"/>
              <a:tabLst>
                <a:tab pos="405765" algn="l"/>
              </a:tabLst>
            </a:pPr>
            <a:r>
              <a:rPr sz="1200" spc="-5" dirty="0">
                <a:latin typeface="宋体"/>
                <a:cs typeface="宋体"/>
              </a:rPr>
              <a:t>清晰度：定位是否易于理解和记忆</a:t>
            </a:r>
            <a:endParaRPr sz="1200">
              <a:latin typeface="宋体"/>
              <a:cs typeface="宋体"/>
            </a:endParaRPr>
          </a:p>
          <a:p>
            <a:pPr marL="405765" indent="-88265">
              <a:lnSpc>
                <a:spcPct val="100000"/>
              </a:lnSpc>
              <a:spcBef>
                <a:spcPts val="160"/>
              </a:spcBef>
              <a:buChar char="-"/>
              <a:tabLst>
                <a:tab pos="405765" algn="l"/>
              </a:tabLst>
            </a:pPr>
            <a:r>
              <a:rPr sz="1200" spc="-5" dirty="0">
                <a:latin typeface="宋体"/>
                <a:cs typeface="宋体"/>
              </a:rPr>
              <a:t>独特性：是否明显区别于竞争对手</a:t>
            </a:r>
            <a:endParaRPr sz="1200">
              <a:latin typeface="宋体"/>
              <a:cs typeface="宋体"/>
            </a:endParaRPr>
          </a:p>
          <a:p>
            <a:pPr marL="405765" indent="-88265">
              <a:lnSpc>
                <a:spcPct val="100000"/>
              </a:lnSpc>
              <a:spcBef>
                <a:spcPts val="160"/>
              </a:spcBef>
              <a:buChar char="-"/>
              <a:tabLst>
                <a:tab pos="405765" algn="l"/>
              </a:tabLst>
            </a:pPr>
            <a:r>
              <a:rPr sz="1200" spc="-5" dirty="0">
                <a:latin typeface="宋体"/>
                <a:cs typeface="宋体"/>
              </a:rPr>
              <a:t>相关性：是否与目标受众的需求和期望高度相关</a:t>
            </a:r>
            <a:endParaRPr sz="1200">
              <a:latin typeface="宋体"/>
              <a:cs typeface="宋体"/>
            </a:endParaRPr>
          </a:p>
          <a:p>
            <a:pPr marL="405765" indent="-88265">
              <a:lnSpc>
                <a:spcPct val="100000"/>
              </a:lnSpc>
              <a:spcBef>
                <a:spcPts val="160"/>
              </a:spcBef>
              <a:buChar char="-"/>
              <a:tabLst>
                <a:tab pos="405765" algn="l"/>
              </a:tabLst>
            </a:pPr>
            <a:r>
              <a:rPr sz="1200" spc="-5" dirty="0">
                <a:latin typeface="宋体"/>
                <a:cs typeface="宋体"/>
              </a:rPr>
              <a:t>可信度：是否基于品牌的实际优势和能力</a:t>
            </a:r>
            <a:endParaRPr sz="1200">
              <a:latin typeface="宋体"/>
              <a:cs typeface="宋体"/>
            </a:endParaRPr>
          </a:p>
          <a:p>
            <a:pPr marL="317500" marR="3512185">
              <a:lnSpc>
                <a:spcPct val="111100"/>
              </a:lnSpc>
              <a:buChar char="-"/>
              <a:tabLst>
                <a:tab pos="405765" algn="l"/>
              </a:tabLst>
            </a:pPr>
            <a:r>
              <a:rPr sz="1200" spc="-5" dirty="0">
                <a:latin typeface="宋体"/>
                <a:cs typeface="宋体"/>
              </a:rPr>
              <a:t>持续性：是否具有长期发展潜力</a:t>
            </a:r>
            <a:r>
              <a:rPr sz="1200" spc="-10" dirty="0">
                <a:latin typeface="宋体"/>
                <a:cs typeface="宋体"/>
              </a:rPr>
              <a:t>注意事项：</a:t>
            </a:r>
            <a:endParaRPr sz="1200">
              <a:latin typeface="宋体"/>
              <a:cs typeface="宋体"/>
            </a:endParaRPr>
          </a:p>
          <a:p>
            <a:pPr marL="405765" indent="-88265">
              <a:lnSpc>
                <a:spcPct val="100000"/>
              </a:lnSpc>
              <a:spcBef>
                <a:spcPts val="160"/>
              </a:spcBef>
              <a:buChar char="-"/>
              <a:tabLst>
                <a:tab pos="405765" algn="l"/>
              </a:tabLst>
            </a:pPr>
            <a:r>
              <a:rPr sz="1200" spc="-5" dirty="0">
                <a:latin typeface="宋体"/>
                <a:cs typeface="宋体"/>
              </a:rPr>
              <a:t>避免使用行业陈词滥调</a:t>
            </a:r>
            <a:endParaRPr sz="1200">
              <a:latin typeface="宋体"/>
              <a:cs typeface="宋体"/>
            </a:endParaRPr>
          </a:p>
          <a:p>
            <a:pPr marL="405765" indent="-88265">
              <a:lnSpc>
                <a:spcPct val="100000"/>
              </a:lnSpc>
              <a:spcBef>
                <a:spcPts val="160"/>
              </a:spcBef>
              <a:buChar char="-"/>
              <a:tabLst>
                <a:tab pos="405765" algn="l"/>
              </a:tabLst>
            </a:pPr>
            <a:r>
              <a:rPr sz="1200" spc="-5" dirty="0">
                <a:latin typeface="宋体"/>
                <a:cs typeface="宋体"/>
              </a:rPr>
              <a:t>确保定位声明简洁有力，同时富有洞察力</a:t>
            </a:r>
            <a:endParaRPr sz="1200">
              <a:latin typeface="宋体"/>
              <a:cs typeface="宋体"/>
            </a:endParaRPr>
          </a:p>
          <a:p>
            <a:pPr marL="405765" indent="-88265">
              <a:lnSpc>
                <a:spcPct val="100000"/>
              </a:lnSpc>
              <a:spcBef>
                <a:spcPts val="160"/>
              </a:spcBef>
              <a:buChar char="-"/>
              <a:tabLst>
                <a:tab pos="405765" algn="l"/>
              </a:tabLst>
            </a:pPr>
            <a:r>
              <a:rPr sz="1200" spc="-5" dirty="0">
                <a:latin typeface="宋体"/>
                <a:cs typeface="宋体"/>
              </a:rPr>
              <a:t>考虑定位的可扩展性，以适应未来的品牌发展</a:t>
            </a:r>
            <a:endParaRPr sz="1200">
              <a:latin typeface="宋体"/>
              <a:cs typeface="宋体"/>
            </a:endParaRPr>
          </a:p>
          <a:p>
            <a:pPr marL="317500">
              <a:lnSpc>
                <a:spcPct val="100000"/>
              </a:lnSpc>
              <a:spcBef>
                <a:spcPts val="160"/>
              </a:spcBef>
            </a:pPr>
            <a:r>
              <a:rPr sz="1200" spc="-5" dirty="0">
                <a:latin typeface="宋体"/>
                <a:cs typeface="宋体"/>
              </a:rPr>
              <a:t>请基于以上指南，创建一个全面而富有洞察力的品牌定位方案。</a:t>
            </a:r>
            <a:endParaRPr sz="1200">
              <a:latin typeface="宋体"/>
              <a:cs typeface="宋体"/>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7640320" cy="634365"/>
          </a:xfrm>
          <a:prstGeom prst="rect">
            <a:avLst/>
          </a:prstGeom>
        </p:spPr>
        <p:txBody>
          <a:bodyPr vert="horz" wrap="square" lIns="0" tIns="12065" rIns="0" bIns="0" rtlCol="0">
            <a:spAutoFit/>
          </a:bodyPr>
          <a:lstStyle/>
          <a:p>
            <a:pPr marL="12700">
              <a:lnSpc>
                <a:spcPct val="100000"/>
              </a:lnSpc>
              <a:spcBef>
                <a:spcPts val="95"/>
              </a:spcBef>
            </a:pPr>
            <a:r>
              <a:rPr sz="4000" spc="270" dirty="0"/>
              <a:t>价值主张：传递独特的品牌价</a:t>
            </a:r>
            <a:r>
              <a:rPr sz="4000" spc="-50" dirty="0"/>
              <a:t>值</a:t>
            </a:r>
            <a:endParaRPr sz="4000"/>
          </a:p>
        </p:txBody>
      </p:sp>
      <p:grpSp>
        <p:nvGrpSpPr>
          <p:cNvPr id="3" name="object 3"/>
          <p:cNvGrpSpPr/>
          <p:nvPr/>
        </p:nvGrpSpPr>
        <p:grpSpPr>
          <a:xfrm>
            <a:off x="191135" y="3901440"/>
            <a:ext cx="5438775" cy="2819400"/>
            <a:chOff x="191135" y="3901440"/>
            <a:chExt cx="5438775" cy="2819400"/>
          </a:xfrm>
        </p:grpSpPr>
        <p:sp>
          <p:nvSpPr>
            <p:cNvPr id="4" name="object 4"/>
            <p:cNvSpPr/>
            <p:nvPr/>
          </p:nvSpPr>
          <p:spPr>
            <a:xfrm>
              <a:off x="195072" y="3901440"/>
              <a:ext cx="2106295" cy="350520"/>
            </a:xfrm>
            <a:custGeom>
              <a:avLst/>
              <a:gdLst/>
              <a:ahLst/>
              <a:cxnLst/>
              <a:rect l="l" t="t" r="r" b="b"/>
              <a:pathLst>
                <a:path w="2106295" h="350520">
                  <a:moveTo>
                    <a:pt x="2048255" y="350520"/>
                  </a:moveTo>
                  <a:lnTo>
                    <a:pt x="57912" y="350520"/>
                  </a:lnTo>
                  <a:lnTo>
                    <a:pt x="35354" y="345569"/>
                  </a:lnTo>
                  <a:lnTo>
                    <a:pt x="16916" y="332841"/>
                  </a:lnTo>
                  <a:lnTo>
                    <a:pt x="4498" y="314094"/>
                  </a:lnTo>
                  <a:lnTo>
                    <a:pt x="0" y="291084"/>
                  </a:lnTo>
                  <a:lnTo>
                    <a:pt x="0" y="59436"/>
                  </a:lnTo>
                  <a:lnTo>
                    <a:pt x="4498" y="36425"/>
                  </a:lnTo>
                  <a:lnTo>
                    <a:pt x="16916" y="17678"/>
                  </a:lnTo>
                  <a:lnTo>
                    <a:pt x="35354" y="4950"/>
                  </a:lnTo>
                  <a:lnTo>
                    <a:pt x="57912" y="0"/>
                  </a:lnTo>
                  <a:lnTo>
                    <a:pt x="2048255" y="0"/>
                  </a:lnTo>
                  <a:lnTo>
                    <a:pt x="2070742" y="4950"/>
                  </a:lnTo>
                  <a:lnTo>
                    <a:pt x="2089156" y="17678"/>
                  </a:lnTo>
                  <a:lnTo>
                    <a:pt x="2101598" y="36425"/>
                  </a:lnTo>
                  <a:lnTo>
                    <a:pt x="2106167" y="59436"/>
                  </a:lnTo>
                  <a:lnTo>
                    <a:pt x="2106167" y="291084"/>
                  </a:lnTo>
                  <a:lnTo>
                    <a:pt x="2101598" y="314094"/>
                  </a:lnTo>
                  <a:lnTo>
                    <a:pt x="2089156" y="332841"/>
                  </a:lnTo>
                  <a:lnTo>
                    <a:pt x="2070742" y="345569"/>
                  </a:lnTo>
                  <a:lnTo>
                    <a:pt x="2048255" y="350520"/>
                  </a:lnTo>
                  <a:close/>
                </a:path>
              </a:pathLst>
            </a:custGeom>
            <a:solidFill>
              <a:srgbClr val="0A80DF"/>
            </a:solidFill>
          </p:spPr>
          <p:txBody>
            <a:bodyPr wrap="square" lIns="0" tIns="0" rIns="0" bIns="0" rtlCol="0"/>
            <a:lstStyle/>
            <a:p>
              <a:endParaRPr/>
            </a:p>
          </p:txBody>
        </p:sp>
        <p:sp>
          <p:nvSpPr>
            <p:cNvPr id="5" name="object 5"/>
            <p:cNvSpPr/>
            <p:nvPr/>
          </p:nvSpPr>
          <p:spPr>
            <a:xfrm>
              <a:off x="191135" y="4237990"/>
              <a:ext cx="5438775" cy="2482850"/>
            </a:xfrm>
            <a:custGeom>
              <a:avLst/>
              <a:gdLst/>
              <a:ahLst/>
              <a:cxnLst/>
              <a:rect l="l" t="t" r="r" b="b"/>
              <a:pathLst>
                <a:path w="5438775" h="2482850">
                  <a:moveTo>
                    <a:pt x="5434965" y="2482850"/>
                  </a:moveTo>
                  <a:lnTo>
                    <a:pt x="3809" y="2482850"/>
                  </a:lnTo>
                  <a:lnTo>
                    <a:pt x="2349" y="2482557"/>
                  </a:lnTo>
                  <a:lnTo>
                    <a:pt x="1117" y="2481732"/>
                  </a:lnTo>
                  <a:lnTo>
                    <a:pt x="292" y="2480500"/>
                  </a:lnTo>
                  <a:lnTo>
                    <a:pt x="0" y="2479040"/>
                  </a:lnTo>
                  <a:lnTo>
                    <a:pt x="0" y="3810"/>
                  </a:lnTo>
                  <a:lnTo>
                    <a:pt x="292" y="2349"/>
                  </a:lnTo>
                  <a:lnTo>
                    <a:pt x="1117" y="1117"/>
                  </a:lnTo>
                  <a:lnTo>
                    <a:pt x="2349" y="292"/>
                  </a:lnTo>
                  <a:lnTo>
                    <a:pt x="3809" y="0"/>
                  </a:lnTo>
                  <a:lnTo>
                    <a:pt x="5434965" y="0"/>
                  </a:lnTo>
                  <a:lnTo>
                    <a:pt x="5436425" y="292"/>
                  </a:lnTo>
                  <a:lnTo>
                    <a:pt x="5437657" y="1117"/>
                  </a:lnTo>
                  <a:lnTo>
                    <a:pt x="5438482" y="2349"/>
                  </a:lnTo>
                  <a:lnTo>
                    <a:pt x="5438775" y="3810"/>
                  </a:lnTo>
                  <a:lnTo>
                    <a:pt x="7619" y="3810"/>
                  </a:lnTo>
                  <a:lnTo>
                    <a:pt x="3810" y="7619"/>
                  </a:lnTo>
                  <a:lnTo>
                    <a:pt x="7619" y="7619"/>
                  </a:lnTo>
                  <a:lnTo>
                    <a:pt x="7619" y="2475230"/>
                  </a:lnTo>
                  <a:lnTo>
                    <a:pt x="3809" y="2475230"/>
                  </a:lnTo>
                  <a:lnTo>
                    <a:pt x="7619" y="2479040"/>
                  </a:lnTo>
                  <a:lnTo>
                    <a:pt x="5438775" y="2479040"/>
                  </a:lnTo>
                  <a:lnTo>
                    <a:pt x="5438482" y="2480500"/>
                  </a:lnTo>
                  <a:lnTo>
                    <a:pt x="5437657" y="2481732"/>
                  </a:lnTo>
                  <a:lnTo>
                    <a:pt x="5436425" y="2482557"/>
                  </a:lnTo>
                  <a:lnTo>
                    <a:pt x="5434965" y="2482850"/>
                  </a:lnTo>
                  <a:close/>
                </a:path>
                <a:path w="5438775" h="2482850">
                  <a:moveTo>
                    <a:pt x="7619" y="7619"/>
                  </a:moveTo>
                  <a:lnTo>
                    <a:pt x="3810" y="7619"/>
                  </a:lnTo>
                  <a:lnTo>
                    <a:pt x="7619" y="3810"/>
                  </a:lnTo>
                  <a:lnTo>
                    <a:pt x="7619" y="7619"/>
                  </a:lnTo>
                  <a:close/>
                </a:path>
                <a:path w="5438775" h="2482850">
                  <a:moveTo>
                    <a:pt x="5431155" y="7619"/>
                  </a:moveTo>
                  <a:lnTo>
                    <a:pt x="7619" y="7619"/>
                  </a:lnTo>
                  <a:lnTo>
                    <a:pt x="7619" y="3810"/>
                  </a:lnTo>
                  <a:lnTo>
                    <a:pt x="5431155" y="3810"/>
                  </a:lnTo>
                  <a:lnTo>
                    <a:pt x="5431155" y="7619"/>
                  </a:lnTo>
                  <a:close/>
                </a:path>
                <a:path w="5438775" h="2482850">
                  <a:moveTo>
                    <a:pt x="5431155" y="2479040"/>
                  </a:moveTo>
                  <a:lnTo>
                    <a:pt x="5431155" y="3810"/>
                  </a:lnTo>
                  <a:lnTo>
                    <a:pt x="5434964" y="7619"/>
                  </a:lnTo>
                  <a:lnTo>
                    <a:pt x="5438775" y="7619"/>
                  </a:lnTo>
                  <a:lnTo>
                    <a:pt x="5438775" y="2475230"/>
                  </a:lnTo>
                  <a:lnTo>
                    <a:pt x="5434965" y="2475230"/>
                  </a:lnTo>
                  <a:lnTo>
                    <a:pt x="5431155" y="2479040"/>
                  </a:lnTo>
                  <a:close/>
                </a:path>
                <a:path w="5438775" h="2482850">
                  <a:moveTo>
                    <a:pt x="5438775" y="7619"/>
                  </a:moveTo>
                  <a:lnTo>
                    <a:pt x="5434964" y="7619"/>
                  </a:lnTo>
                  <a:lnTo>
                    <a:pt x="5431155" y="3810"/>
                  </a:lnTo>
                  <a:lnTo>
                    <a:pt x="5438775" y="3810"/>
                  </a:lnTo>
                  <a:lnTo>
                    <a:pt x="5438775" y="7619"/>
                  </a:lnTo>
                  <a:close/>
                </a:path>
                <a:path w="5438775" h="2482850">
                  <a:moveTo>
                    <a:pt x="7619" y="2479040"/>
                  </a:moveTo>
                  <a:lnTo>
                    <a:pt x="3809" y="2475230"/>
                  </a:lnTo>
                  <a:lnTo>
                    <a:pt x="7619" y="2475230"/>
                  </a:lnTo>
                  <a:lnTo>
                    <a:pt x="7619" y="2479040"/>
                  </a:lnTo>
                  <a:close/>
                </a:path>
                <a:path w="5438775" h="2482850">
                  <a:moveTo>
                    <a:pt x="5431155" y="2479040"/>
                  </a:moveTo>
                  <a:lnTo>
                    <a:pt x="7619" y="2479040"/>
                  </a:lnTo>
                  <a:lnTo>
                    <a:pt x="7619" y="2475230"/>
                  </a:lnTo>
                  <a:lnTo>
                    <a:pt x="5431155" y="2475230"/>
                  </a:lnTo>
                  <a:lnTo>
                    <a:pt x="5431155" y="2479040"/>
                  </a:lnTo>
                  <a:close/>
                </a:path>
                <a:path w="5438775" h="2482850">
                  <a:moveTo>
                    <a:pt x="5438775" y="2479040"/>
                  </a:moveTo>
                  <a:lnTo>
                    <a:pt x="5431155" y="2479040"/>
                  </a:lnTo>
                  <a:lnTo>
                    <a:pt x="5434965" y="2475230"/>
                  </a:lnTo>
                  <a:lnTo>
                    <a:pt x="5438775" y="2475230"/>
                  </a:lnTo>
                  <a:lnTo>
                    <a:pt x="5438775" y="2479040"/>
                  </a:lnTo>
                  <a:close/>
                </a:path>
              </a:pathLst>
            </a:custGeom>
            <a:solidFill>
              <a:srgbClr val="E6E6E6"/>
            </a:solidFill>
          </p:spPr>
          <p:txBody>
            <a:bodyPr wrap="square" lIns="0" tIns="0" rIns="0" bIns="0" rtlCol="0"/>
            <a:lstStyle/>
            <a:p>
              <a:endParaRPr/>
            </a:p>
          </p:txBody>
        </p:sp>
      </p:grpSp>
      <p:sp>
        <p:nvSpPr>
          <p:cNvPr id="6" name="object 6"/>
          <p:cNvSpPr txBox="1"/>
          <p:nvPr/>
        </p:nvSpPr>
        <p:spPr>
          <a:xfrm>
            <a:off x="272415" y="2647822"/>
            <a:ext cx="5274945" cy="4147820"/>
          </a:xfrm>
          <a:prstGeom prst="rect">
            <a:avLst/>
          </a:prstGeom>
        </p:spPr>
        <p:txBody>
          <a:bodyPr vert="horz" wrap="square" lIns="0" tIns="50800" rIns="0" bIns="0" rtlCol="0">
            <a:spAutoFit/>
          </a:bodyPr>
          <a:lstStyle/>
          <a:p>
            <a:pPr marL="355600" indent="-342900">
              <a:lnSpc>
                <a:spcPct val="100000"/>
              </a:lnSpc>
              <a:spcBef>
                <a:spcPts val="400"/>
              </a:spcBef>
              <a:buFont typeface="Arial"/>
              <a:buAutoNum type="arabicPeriod"/>
              <a:tabLst>
                <a:tab pos="354965" algn="l"/>
                <a:tab pos="355600" algn="l"/>
              </a:tabLst>
            </a:pPr>
            <a:r>
              <a:rPr sz="1600" spc="-25" dirty="0">
                <a:latin typeface="宋体"/>
                <a:cs typeface="宋体"/>
              </a:rPr>
              <a:t>价值主张过于复杂，难以传达</a:t>
            </a:r>
            <a:endParaRPr sz="1600">
              <a:latin typeface="宋体"/>
              <a:cs typeface="宋体"/>
            </a:endParaRPr>
          </a:p>
          <a:p>
            <a:pPr marL="355600" indent="-342900">
              <a:lnSpc>
                <a:spcPct val="100000"/>
              </a:lnSpc>
              <a:spcBef>
                <a:spcPts val="300"/>
              </a:spcBef>
              <a:buFont typeface="Arial"/>
              <a:buAutoNum type="arabicPeriod"/>
              <a:tabLst>
                <a:tab pos="354965" algn="l"/>
                <a:tab pos="355600" algn="l"/>
              </a:tabLst>
            </a:pPr>
            <a:r>
              <a:rPr sz="1600" spc="-25" dirty="0">
                <a:latin typeface="宋体"/>
                <a:cs typeface="宋体"/>
              </a:rPr>
              <a:t>忽视情感价值，过度强调功能特性</a:t>
            </a:r>
            <a:endParaRPr sz="1600">
              <a:latin typeface="宋体"/>
              <a:cs typeface="宋体"/>
            </a:endParaRPr>
          </a:p>
          <a:p>
            <a:pPr marL="355600" indent="-342900">
              <a:lnSpc>
                <a:spcPct val="100000"/>
              </a:lnSpc>
              <a:spcBef>
                <a:spcPts val="300"/>
              </a:spcBef>
              <a:buFont typeface="Arial"/>
              <a:buAutoNum type="arabicPeriod"/>
              <a:tabLst>
                <a:tab pos="354965" algn="l"/>
                <a:tab pos="355600" algn="l"/>
              </a:tabLst>
            </a:pPr>
            <a:r>
              <a:rPr sz="1600" spc="-25" dirty="0">
                <a:latin typeface="宋体"/>
                <a:cs typeface="宋体"/>
              </a:rPr>
              <a:t>夸大其词，无法兑现承诺</a:t>
            </a:r>
            <a:endParaRPr sz="1600">
              <a:latin typeface="宋体"/>
              <a:cs typeface="宋体"/>
            </a:endParaRPr>
          </a:p>
          <a:p>
            <a:pPr marL="355600" indent="-342900">
              <a:lnSpc>
                <a:spcPct val="100000"/>
              </a:lnSpc>
              <a:spcBef>
                <a:spcPts val="300"/>
              </a:spcBef>
              <a:buFont typeface="Arial"/>
              <a:buAutoNum type="arabicPeriod"/>
              <a:tabLst>
                <a:tab pos="354965" algn="l"/>
                <a:tab pos="355600" algn="l"/>
              </a:tabLst>
            </a:pPr>
            <a:r>
              <a:rPr sz="1600" spc="-25" dirty="0">
                <a:latin typeface="宋体"/>
                <a:cs typeface="宋体"/>
              </a:rPr>
              <a:t>与竞争对手的价值主张过于相似</a:t>
            </a:r>
            <a:endParaRPr sz="1600">
              <a:latin typeface="宋体"/>
              <a:cs typeface="宋体"/>
            </a:endParaRPr>
          </a:p>
          <a:p>
            <a:pPr marL="516255">
              <a:lnSpc>
                <a:spcPct val="100000"/>
              </a:lnSpc>
              <a:spcBef>
                <a:spcPts val="1205"/>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318135">
              <a:lnSpc>
                <a:spcPct val="100000"/>
              </a:lnSpc>
              <a:spcBef>
                <a:spcPts val="770"/>
              </a:spcBef>
            </a:pPr>
            <a:r>
              <a:rPr sz="1200" spc="-105" dirty="0">
                <a:latin typeface="宋体"/>
                <a:cs typeface="宋体"/>
              </a:rPr>
              <a:t>为[</a:t>
            </a:r>
            <a:r>
              <a:rPr sz="1200" spc="-45" dirty="0">
                <a:latin typeface="宋体"/>
                <a:cs typeface="宋体"/>
              </a:rPr>
              <a:t>品牌名称]</a:t>
            </a:r>
            <a:r>
              <a:rPr sz="1200" spc="-5" dirty="0">
                <a:latin typeface="宋体"/>
                <a:cs typeface="宋体"/>
              </a:rPr>
              <a:t>制定一个有利的品牌价值主张，遵循以下指南：</a:t>
            </a:r>
            <a:endParaRPr sz="1200">
              <a:latin typeface="宋体"/>
              <a:cs typeface="宋体"/>
            </a:endParaRPr>
          </a:p>
          <a:p>
            <a:pPr marL="700405" lvl="1" indent="-382270">
              <a:lnSpc>
                <a:spcPct val="100000"/>
              </a:lnSpc>
              <a:spcBef>
                <a:spcPts val="360"/>
              </a:spcBef>
              <a:buSzPct val="91666"/>
              <a:buAutoNum type="arabicPlain"/>
              <a:tabLst>
                <a:tab pos="700405" algn="l"/>
              </a:tabLst>
            </a:pPr>
            <a:r>
              <a:rPr sz="1200" spc="-10" dirty="0">
                <a:latin typeface="宋体"/>
                <a:cs typeface="宋体"/>
              </a:rPr>
              <a:t>核心价值概述：</a:t>
            </a:r>
            <a:endParaRPr sz="1200">
              <a:latin typeface="宋体"/>
              <a:cs typeface="宋体"/>
            </a:endParaRPr>
          </a:p>
          <a:p>
            <a:pPr marL="13970" marR="5080" indent="304800">
              <a:lnSpc>
                <a:spcPct val="125000"/>
              </a:lnSpc>
            </a:pPr>
            <a:r>
              <a:rPr sz="1200" spc="-5" dirty="0">
                <a:latin typeface="宋体"/>
                <a:cs typeface="宋体"/>
              </a:rPr>
              <a:t>用一句话概括品牌的核心价值主张。这句话应该简洁有力，能够清晰传达</a:t>
            </a:r>
            <a:r>
              <a:rPr sz="1200" spc="-10" dirty="0">
                <a:latin typeface="宋体"/>
                <a:cs typeface="宋体"/>
              </a:rPr>
              <a:t>品牌的独特价值。</a:t>
            </a:r>
            <a:endParaRPr sz="1200">
              <a:latin typeface="宋体"/>
              <a:cs typeface="宋体"/>
            </a:endParaRPr>
          </a:p>
          <a:p>
            <a:pPr marL="700405" lvl="1" indent="-382270">
              <a:lnSpc>
                <a:spcPct val="100000"/>
              </a:lnSpc>
              <a:spcBef>
                <a:spcPts val="360"/>
              </a:spcBef>
              <a:buSzPct val="91666"/>
              <a:buAutoNum type="arabicPlain" startAt="2"/>
              <a:tabLst>
                <a:tab pos="700405" algn="l"/>
              </a:tabLst>
            </a:pPr>
            <a:r>
              <a:rPr sz="1200" spc="-10" dirty="0">
                <a:latin typeface="宋体"/>
                <a:cs typeface="宋体"/>
              </a:rPr>
              <a:t>目标受众痛点：</a:t>
            </a:r>
            <a:endParaRPr sz="1200">
              <a:latin typeface="宋体"/>
              <a:cs typeface="宋体"/>
            </a:endParaRPr>
          </a:p>
          <a:p>
            <a:pPr marL="13970" marR="5080" indent="304800">
              <a:lnSpc>
                <a:spcPct val="125000"/>
              </a:lnSpc>
            </a:pPr>
            <a:r>
              <a:rPr sz="1200" dirty="0">
                <a:latin typeface="宋体"/>
                <a:cs typeface="宋体"/>
              </a:rPr>
              <a:t>列出3—5</a:t>
            </a:r>
            <a:r>
              <a:rPr sz="1200" spc="-5" dirty="0">
                <a:latin typeface="宋体"/>
                <a:cs typeface="宋体"/>
              </a:rPr>
              <a:t>个目标受众最关心的痛点或需求。对每个痛点进行简要描述，解释它们对目标受众的影响。</a:t>
            </a:r>
            <a:endParaRPr sz="1200">
              <a:latin typeface="宋体"/>
              <a:cs typeface="宋体"/>
            </a:endParaRPr>
          </a:p>
          <a:p>
            <a:pPr marL="700405" lvl="1" indent="-382270">
              <a:lnSpc>
                <a:spcPct val="100000"/>
              </a:lnSpc>
              <a:spcBef>
                <a:spcPts val="360"/>
              </a:spcBef>
              <a:buSzPct val="91666"/>
              <a:buAutoNum type="arabicPlain" startAt="3"/>
              <a:tabLst>
                <a:tab pos="700405" algn="l"/>
              </a:tabLst>
            </a:pPr>
            <a:r>
              <a:rPr sz="1200" spc="-10" dirty="0">
                <a:latin typeface="宋体"/>
                <a:cs typeface="宋体"/>
              </a:rPr>
              <a:t>问题解决方案：</a:t>
            </a:r>
            <a:endParaRPr sz="1200">
              <a:latin typeface="宋体"/>
              <a:cs typeface="宋体"/>
            </a:endParaRPr>
          </a:p>
          <a:p>
            <a:pPr marL="13970" marR="5080" indent="304800">
              <a:lnSpc>
                <a:spcPct val="125000"/>
              </a:lnSpc>
            </a:pPr>
            <a:r>
              <a:rPr sz="1200" spc="-5" dirty="0">
                <a:latin typeface="宋体"/>
                <a:cs typeface="宋体"/>
              </a:rPr>
              <a:t>针对上述每个痛点，详细说明品牌如何解决这些问题。突出品牌的独特方</a:t>
            </a:r>
            <a:r>
              <a:rPr sz="1200" spc="-10" dirty="0">
                <a:latin typeface="宋体"/>
                <a:cs typeface="宋体"/>
              </a:rPr>
              <a:t>法或技术。</a:t>
            </a:r>
            <a:endParaRPr sz="1200">
              <a:latin typeface="宋体"/>
              <a:cs typeface="宋体"/>
            </a:endParaRPr>
          </a:p>
          <a:p>
            <a:pPr marL="700405" lvl="1" indent="-382270">
              <a:lnSpc>
                <a:spcPct val="100000"/>
              </a:lnSpc>
              <a:spcBef>
                <a:spcPts val="360"/>
              </a:spcBef>
              <a:buSzPct val="91666"/>
              <a:buAutoNum type="arabicPlain" startAt="4"/>
              <a:tabLst>
                <a:tab pos="700405" algn="l"/>
              </a:tabLst>
            </a:pPr>
            <a:r>
              <a:rPr sz="1200" spc="-10" dirty="0">
                <a:latin typeface="宋体"/>
                <a:cs typeface="宋体"/>
              </a:rPr>
              <a:t>核心优势：</a:t>
            </a:r>
            <a:endParaRPr sz="1200">
              <a:latin typeface="宋体"/>
              <a:cs typeface="宋体"/>
            </a:endParaRPr>
          </a:p>
        </p:txBody>
      </p:sp>
      <p:sp>
        <p:nvSpPr>
          <p:cNvPr id="7" name="object 7"/>
          <p:cNvSpPr/>
          <p:nvPr/>
        </p:nvSpPr>
        <p:spPr>
          <a:xfrm>
            <a:off x="180657" y="1521142"/>
            <a:ext cx="2559050" cy="692150"/>
          </a:xfrm>
          <a:custGeom>
            <a:avLst/>
            <a:gdLst/>
            <a:ahLst/>
            <a:cxnLst/>
            <a:rect l="l" t="t" r="r" b="b"/>
            <a:pathLst>
              <a:path w="2559050" h="692150">
                <a:moveTo>
                  <a:pt x="28575" y="371792"/>
                </a:moveTo>
                <a:lnTo>
                  <a:pt x="22542" y="377825"/>
                </a:lnTo>
                <a:lnTo>
                  <a:pt x="22542" y="357505"/>
                </a:lnTo>
                <a:lnTo>
                  <a:pt x="0" y="357505"/>
                </a:lnTo>
                <a:lnTo>
                  <a:pt x="0" y="477837"/>
                </a:lnTo>
                <a:lnTo>
                  <a:pt x="28575" y="477837"/>
                </a:lnTo>
                <a:lnTo>
                  <a:pt x="28575" y="386080"/>
                </a:lnTo>
                <a:lnTo>
                  <a:pt x="28575" y="371792"/>
                </a:lnTo>
                <a:close/>
              </a:path>
              <a:path w="2559050" h="692150">
                <a:moveTo>
                  <a:pt x="28575" y="14287"/>
                </a:moveTo>
                <a:lnTo>
                  <a:pt x="22542" y="20320"/>
                </a:lnTo>
                <a:lnTo>
                  <a:pt x="22542" y="0"/>
                </a:lnTo>
                <a:lnTo>
                  <a:pt x="0" y="0"/>
                </a:lnTo>
                <a:lnTo>
                  <a:pt x="0" y="120332"/>
                </a:lnTo>
                <a:lnTo>
                  <a:pt x="28575" y="120332"/>
                </a:lnTo>
                <a:lnTo>
                  <a:pt x="28575" y="28575"/>
                </a:lnTo>
                <a:lnTo>
                  <a:pt x="28575" y="14287"/>
                </a:lnTo>
                <a:close/>
              </a:path>
              <a:path w="2559050" h="692150">
                <a:moveTo>
                  <a:pt x="85407" y="306070"/>
                </a:moveTo>
                <a:lnTo>
                  <a:pt x="28575" y="306070"/>
                </a:lnTo>
                <a:lnTo>
                  <a:pt x="28575" y="206057"/>
                </a:lnTo>
                <a:lnTo>
                  <a:pt x="0" y="206057"/>
                </a:lnTo>
                <a:lnTo>
                  <a:pt x="0" y="320357"/>
                </a:lnTo>
                <a:lnTo>
                  <a:pt x="14287" y="320357"/>
                </a:lnTo>
                <a:lnTo>
                  <a:pt x="14287" y="334645"/>
                </a:lnTo>
                <a:lnTo>
                  <a:pt x="85407" y="334645"/>
                </a:lnTo>
                <a:lnTo>
                  <a:pt x="85407" y="320357"/>
                </a:lnTo>
                <a:lnTo>
                  <a:pt x="85407" y="306070"/>
                </a:lnTo>
                <a:close/>
              </a:path>
              <a:path w="2559050" h="692150">
                <a:moveTo>
                  <a:pt x="86677" y="663575"/>
                </a:moveTo>
                <a:lnTo>
                  <a:pt x="28575" y="663575"/>
                </a:lnTo>
                <a:lnTo>
                  <a:pt x="28575" y="563562"/>
                </a:lnTo>
                <a:lnTo>
                  <a:pt x="0" y="563562"/>
                </a:lnTo>
                <a:lnTo>
                  <a:pt x="0" y="677862"/>
                </a:lnTo>
                <a:lnTo>
                  <a:pt x="14287" y="677862"/>
                </a:lnTo>
                <a:lnTo>
                  <a:pt x="14287" y="692150"/>
                </a:lnTo>
                <a:lnTo>
                  <a:pt x="86677" y="692150"/>
                </a:lnTo>
                <a:lnTo>
                  <a:pt x="86677" y="677862"/>
                </a:lnTo>
                <a:lnTo>
                  <a:pt x="86677" y="663575"/>
                </a:lnTo>
                <a:close/>
              </a:path>
              <a:path w="2559050" h="692150">
                <a:moveTo>
                  <a:pt x="222567" y="357505"/>
                </a:moveTo>
                <a:lnTo>
                  <a:pt x="108267" y="357505"/>
                </a:lnTo>
                <a:lnTo>
                  <a:pt x="108267" y="386080"/>
                </a:lnTo>
                <a:lnTo>
                  <a:pt x="222567" y="386080"/>
                </a:lnTo>
                <a:lnTo>
                  <a:pt x="222567" y="357505"/>
                </a:lnTo>
                <a:close/>
              </a:path>
              <a:path w="2559050" h="692150">
                <a:moveTo>
                  <a:pt x="222567" y="0"/>
                </a:moveTo>
                <a:lnTo>
                  <a:pt x="108267" y="0"/>
                </a:lnTo>
                <a:lnTo>
                  <a:pt x="108267" y="28575"/>
                </a:lnTo>
                <a:lnTo>
                  <a:pt x="222567" y="28575"/>
                </a:lnTo>
                <a:lnTo>
                  <a:pt x="222567" y="0"/>
                </a:lnTo>
                <a:close/>
              </a:path>
              <a:path w="2559050" h="692150">
                <a:moveTo>
                  <a:pt x="285432" y="306070"/>
                </a:moveTo>
                <a:lnTo>
                  <a:pt x="171132" y="306070"/>
                </a:lnTo>
                <a:lnTo>
                  <a:pt x="171132" y="334645"/>
                </a:lnTo>
                <a:lnTo>
                  <a:pt x="285432" y="334645"/>
                </a:lnTo>
                <a:lnTo>
                  <a:pt x="285432" y="306070"/>
                </a:lnTo>
                <a:close/>
              </a:path>
              <a:path w="2559050" h="692150">
                <a:moveTo>
                  <a:pt x="286702" y="663575"/>
                </a:moveTo>
                <a:lnTo>
                  <a:pt x="172402" y="663575"/>
                </a:lnTo>
                <a:lnTo>
                  <a:pt x="172402" y="692150"/>
                </a:lnTo>
                <a:lnTo>
                  <a:pt x="286702" y="692150"/>
                </a:lnTo>
                <a:lnTo>
                  <a:pt x="286702" y="663575"/>
                </a:lnTo>
                <a:close/>
              </a:path>
              <a:path w="2559050" h="692150">
                <a:moveTo>
                  <a:pt x="422592" y="357505"/>
                </a:moveTo>
                <a:lnTo>
                  <a:pt x="308292" y="357505"/>
                </a:lnTo>
                <a:lnTo>
                  <a:pt x="308292" y="386080"/>
                </a:lnTo>
                <a:lnTo>
                  <a:pt x="422592" y="386080"/>
                </a:lnTo>
                <a:lnTo>
                  <a:pt x="422592" y="357505"/>
                </a:lnTo>
                <a:close/>
              </a:path>
              <a:path w="2559050" h="692150">
                <a:moveTo>
                  <a:pt x="422592" y="0"/>
                </a:moveTo>
                <a:lnTo>
                  <a:pt x="308292" y="0"/>
                </a:lnTo>
                <a:lnTo>
                  <a:pt x="308292" y="28575"/>
                </a:lnTo>
                <a:lnTo>
                  <a:pt x="422592" y="28575"/>
                </a:lnTo>
                <a:lnTo>
                  <a:pt x="422592" y="0"/>
                </a:lnTo>
                <a:close/>
              </a:path>
              <a:path w="2559050" h="692150">
                <a:moveTo>
                  <a:pt x="485457" y="306070"/>
                </a:moveTo>
                <a:lnTo>
                  <a:pt x="371157" y="306070"/>
                </a:lnTo>
                <a:lnTo>
                  <a:pt x="371157" y="334645"/>
                </a:lnTo>
                <a:lnTo>
                  <a:pt x="485457" y="334645"/>
                </a:lnTo>
                <a:lnTo>
                  <a:pt x="485457" y="306070"/>
                </a:lnTo>
                <a:close/>
              </a:path>
              <a:path w="2559050" h="692150">
                <a:moveTo>
                  <a:pt x="486727" y="663575"/>
                </a:moveTo>
                <a:lnTo>
                  <a:pt x="372427" y="663575"/>
                </a:lnTo>
                <a:lnTo>
                  <a:pt x="372427" y="692150"/>
                </a:lnTo>
                <a:lnTo>
                  <a:pt x="486727" y="692150"/>
                </a:lnTo>
                <a:lnTo>
                  <a:pt x="486727" y="663575"/>
                </a:lnTo>
                <a:close/>
              </a:path>
              <a:path w="2559050" h="692150">
                <a:moveTo>
                  <a:pt x="622617" y="357505"/>
                </a:moveTo>
                <a:lnTo>
                  <a:pt x="508317" y="357505"/>
                </a:lnTo>
                <a:lnTo>
                  <a:pt x="508317" y="386080"/>
                </a:lnTo>
                <a:lnTo>
                  <a:pt x="622617" y="386080"/>
                </a:lnTo>
                <a:lnTo>
                  <a:pt x="622617" y="357505"/>
                </a:lnTo>
                <a:close/>
              </a:path>
              <a:path w="2559050" h="692150">
                <a:moveTo>
                  <a:pt x="622617" y="0"/>
                </a:moveTo>
                <a:lnTo>
                  <a:pt x="508317" y="0"/>
                </a:lnTo>
                <a:lnTo>
                  <a:pt x="508317" y="28575"/>
                </a:lnTo>
                <a:lnTo>
                  <a:pt x="622617" y="28575"/>
                </a:lnTo>
                <a:lnTo>
                  <a:pt x="622617" y="0"/>
                </a:lnTo>
                <a:close/>
              </a:path>
              <a:path w="2559050" h="692150">
                <a:moveTo>
                  <a:pt x="685482" y="306070"/>
                </a:moveTo>
                <a:lnTo>
                  <a:pt x="571182" y="306070"/>
                </a:lnTo>
                <a:lnTo>
                  <a:pt x="571182" y="334645"/>
                </a:lnTo>
                <a:lnTo>
                  <a:pt x="685482" y="334645"/>
                </a:lnTo>
                <a:lnTo>
                  <a:pt x="685482" y="306070"/>
                </a:lnTo>
                <a:close/>
              </a:path>
              <a:path w="2559050" h="692150">
                <a:moveTo>
                  <a:pt x="686752" y="663575"/>
                </a:moveTo>
                <a:lnTo>
                  <a:pt x="572452" y="663575"/>
                </a:lnTo>
                <a:lnTo>
                  <a:pt x="572452" y="692150"/>
                </a:lnTo>
                <a:lnTo>
                  <a:pt x="686752" y="692150"/>
                </a:lnTo>
                <a:lnTo>
                  <a:pt x="686752" y="663575"/>
                </a:lnTo>
                <a:close/>
              </a:path>
              <a:path w="2559050" h="692150">
                <a:moveTo>
                  <a:pt x="822642" y="357505"/>
                </a:moveTo>
                <a:lnTo>
                  <a:pt x="708342" y="357505"/>
                </a:lnTo>
                <a:lnTo>
                  <a:pt x="708342" y="386080"/>
                </a:lnTo>
                <a:lnTo>
                  <a:pt x="822642" y="386080"/>
                </a:lnTo>
                <a:lnTo>
                  <a:pt x="822642" y="357505"/>
                </a:lnTo>
                <a:close/>
              </a:path>
              <a:path w="2559050" h="692150">
                <a:moveTo>
                  <a:pt x="822642" y="0"/>
                </a:moveTo>
                <a:lnTo>
                  <a:pt x="708342" y="0"/>
                </a:lnTo>
                <a:lnTo>
                  <a:pt x="708342" y="28575"/>
                </a:lnTo>
                <a:lnTo>
                  <a:pt x="822642" y="28575"/>
                </a:lnTo>
                <a:lnTo>
                  <a:pt x="822642" y="0"/>
                </a:lnTo>
                <a:close/>
              </a:path>
              <a:path w="2559050" h="692150">
                <a:moveTo>
                  <a:pt x="885507" y="306070"/>
                </a:moveTo>
                <a:lnTo>
                  <a:pt x="771207" y="306070"/>
                </a:lnTo>
                <a:lnTo>
                  <a:pt x="771207" y="334645"/>
                </a:lnTo>
                <a:lnTo>
                  <a:pt x="885507" y="334645"/>
                </a:lnTo>
                <a:lnTo>
                  <a:pt x="885507" y="306070"/>
                </a:lnTo>
                <a:close/>
              </a:path>
              <a:path w="2559050" h="692150">
                <a:moveTo>
                  <a:pt x="886777" y="663575"/>
                </a:moveTo>
                <a:lnTo>
                  <a:pt x="772477" y="663575"/>
                </a:lnTo>
                <a:lnTo>
                  <a:pt x="772477" y="692150"/>
                </a:lnTo>
                <a:lnTo>
                  <a:pt x="886777" y="692150"/>
                </a:lnTo>
                <a:lnTo>
                  <a:pt x="886777" y="663575"/>
                </a:lnTo>
                <a:close/>
              </a:path>
              <a:path w="2559050" h="692150">
                <a:moveTo>
                  <a:pt x="1022667" y="357505"/>
                </a:moveTo>
                <a:lnTo>
                  <a:pt x="908367" y="357505"/>
                </a:lnTo>
                <a:lnTo>
                  <a:pt x="908367" y="386080"/>
                </a:lnTo>
                <a:lnTo>
                  <a:pt x="1022667" y="386080"/>
                </a:lnTo>
                <a:lnTo>
                  <a:pt x="1022667" y="357505"/>
                </a:lnTo>
                <a:close/>
              </a:path>
              <a:path w="2559050" h="692150">
                <a:moveTo>
                  <a:pt x="1022667" y="0"/>
                </a:moveTo>
                <a:lnTo>
                  <a:pt x="908367" y="0"/>
                </a:lnTo>
                <a:lnTo>
                  <a:pt x="908367" y="28575"/>
                </a:lnTo>
                <a:lnTo>
                  <a:pt x="1022667" y="28575"/>
                </a:lnTo>
                <a:lnTo>
                  <a:pt x="1022667" y="0"/>
                </a:lnTo>
                <a:close/>
              </a:path>
              <a:path w="2559050" h="692150">
                <a:moveTo>
                  <a:pt x="1085532" y="306070"/>
                </a:moveTo>
                <a:lnTo>
                  <a:pt x="971232" y="306070"/>
                </a:lnTo>
                <a:lnTo>
                  <a:pt x="971232" y="334645"/>
                </a:lnTo>
                <a:lnTo>
                  <a:pt x="1085532" y="334645"/>
                </a:lnTo>
                <a:lnTo>
                  <a:pt x="1085532" y="306070"/>
                </a:lnTo>
                <a:close/>
              </a:path>
              <a:path w="2559050" h="692150">
                <a:moveTo>
                  <a:pt x="1086802" y="663575"/>
                </a:moveTo>
                <a:lnTo>
                  <a:pt x="972502" y="663575"/>
                </a:lnTo>
                <a:lnTo>
                  <a:pt x="972502" y="692150"/>
                </a:lnTo>
                <a:lnTo>
                  <a:pt x="1086802" y="692150"/>
                </a:lnTo>
                <a:lnTo>
                  <a:pt x="1086802" y="663575"/>
                </a:lnTo>
                <a:close/>
              </a:path>
              <a:path w="2559050" h="692150">
                <a:moveTo>
                  <a:pt x="1222692" y="357505"/>
                </a:moveTo>
                <a:lnTo>
                  <a:pt x="1108392" y="357505"/>
                </a:lnTo>
                <a:lnTo>
                  <a:pt x="1108392" y="386080"/>
                </a:lnTo>
                <a:lnTo>
                  <a:pt x="1222692" y="386080"/>
                </a:lnTo>
                <a:lnTo>
                  <a:pt x="1222692" y="357505"/>
                </a:lnTo>
                <a:close/>
              </a:path>
              <a:path w="2559050" h="692150">
                <a:moveTo>
                  <a:pt x="1222692" y="0"/>
                </a:moveTo>
                <a:lnTo>
                  <a:pt x="1108392" y="0"/>
                </a:lnTo>
                <a:lnTo>
                  <a:pt x="1108392" y="28575"/>
                </a:lnTo>
                <a:lnTo>
                  <a:pt x="1222692" y="28575"/>
                </a:lnTo>
                <a:lnTo>
                  <a:pt x="1222692" y="0"/>
                </a:lnTo>
                <a:close/>
              </a:path>
              <a:path w="2559050" h="692150">
                <a:moveTo>
                  <a:pt x="1285557" y="306070"/>
                </a:moveTo>
                <a:lnTo>
                  <a:pt x="1171257" y="306070"/>
                </a:lnTo>
                <a:lnTo>
                  <a:pt x="1171257" y="334645"/>
                </a:lnTo>
                <a:lnTo>
                  <a:pt x="1285557" y="334645"/>
                </a:lnTo>
                <a:lnTo>
                  <a:pt x="1285557" y="306070"/>
                </a:lnTo>
                <a:close/>
              </a:path>
              <a:path w="2559050" h="692150">
                <a:moveTo>
                  <a:pt x="1286827" y="663575"/>
                </a:moveTo>
                <a:lnTo>
                  <a:pt x="1172527" y="663575"/>
                </a:lnTo>
                <a:lnTo>
                  <a:pt x="1172527" y="692150"/>
                </a:lnTo>
                <a:lnTo>
                  <a:pt x="1286827" y="692150"/>
                </a:lnTo>
                <a:lnTo>
                  <a:pt x="1286827" y="663575"/>
                </a:lnTo>
                <a:close/>
              </a:path>
              <a:path w="2559050" h="692150">
                <a:moveTo>
                  <a:pt x="1422717" y="357505"/>
                </a:moveTo>
                <a:lnTo>
                  <a:pt x="1308417" y="357505"/>
                </a:lnTo>
                <a:lnTo>
                  <a:pt x="1308417" y="386080"/>
                </a:lnTo>
                <a:lnTo>
                  <a:pt x="1422717" y="386080"/>
                </a:lnTo>
                <a:lnTo>
                  <a:pt x="1422717" y="357505"/>
                </a:lnTo>
                <a:close/>
              </a:path>
              <a:path w="2559050" h="692150">
                <a:moveTo>
                  <a:pt x="1422717" y="0"/>
                </a:moveTo>
                <a:lnTo>
                  <a:pt x="1308417" y="0"/>
                </a:lnTo>
                <a:lnTo>
                  <a:pt x="1308417" y="28575"/>
                </a:lnTo>
                <a:lnTo>
                  <a:pt x="1422717" y="28575"/>
                </a:lnTo>
                <a:lnTo>
                  <a:pt x="1422717" y="0"/>
                </a:lnTo>
                <a:close/>
              </a:path>
              <a:path w="2559050" h="692150">
                <a:moveTo>
                  <a:pt x="1485582" y="306070"/>
                </a:moveTo>
                <a:lnTo>
                  <a:pt x="1371282" y="306070"/>
                </a:lnTo>
                <a:lnTo>
                  <a:pt x="1371282" y="334645"/>
                </a:lnTo>
                <a:lnTo>
                  <a:pt x="1485582" y="334645"/>
                </a:lnTo>
                <a:lnTo>
                  <a:pt x="1485582" y="306070"/>
                </a:lnTo>
                <a:close/>
              </a:path>
              <a:path w="2559050" h="692150">
                <a:moveTo>
                  <a:pt x="1486852" y="663575"/>
                </a:moveTo>
                <a:lnTo>
                  <a:pt x="1372552" y="663575"/>
                </a:lnTo>
                <a:lnTo>
                  <a:pt x="1372552" y="692150"/>
                </a:lnTo>
                <a:lnTo>
                  <a:pt x="1486852" y="692150"/>
                </a:lnTo>
                <a:lnTo>
                  <a:pt x="1486852" y="663575"/>
                </a:lnTo>
                <a:close/>
              </a:path>
              <a:path w="2559050" h="692150">
                <a:moveTo>
                  <a:pt x="1622742" y="357505"/>
                </a:moveTo>
                <a:lnTo>
                  <a:pt x="1508442" y="357505"/>
                </a:lnTo>
                <a:lnTo>
                  <a:pt x="1508442" y="386080"/>
                </a:lnTo>
                <a:lnTo>
                  <a:pt x="1622742" y="386080"/>
                </a:lnTo>
                <a:lnTo>
                  <a:pt x="1622742" y="357505"/>
                </a:lnTo>
                <a:close/>
              </a:path>
              <a:path w="2559050" h="692150">
                <a:moveTo>
                  <a:pt x="1622742" y="0"/>
                </a:moveTo>
                <a:lnTo>
                  <a:pt x="1508442" y="0"/>
                </a:lnTo>
                <a:lnTo>
                  <a:pt x="1508442" y="28575"/>
                </a:lnTo>
                <a:lnTo>
                  <a:pt x="1622742" y="28575"/>
                </a:lnTo>
                <a:lnTo>
                  <a:pt x="1622742" y="0"/>
                </a:lnTo>
                <a:close/>
              </a:path>
              <a:path w="2559050" h="692150">
                <a:moveTo>
                  <a:pt x="1685607" y="306070"/>
                </a:moveTo>
                <a:lnTo>
                  <a:pt x="1571307" y="306070"/>
                </a:lnTo>
                <a:lnTo>
                  <a:pt x="1571307" y="334645"/>
                </a:lnTo>
                <a:lnTo>
                  <a:pt x="1685607" y="334645"/>
                </a:lnTo>
                <a:lnTo>
                  <a:pt x="1685607" y="306070"/>
                </a:lnTo>
                <a:close/>
              </a:path>
              <a:path w="2559050" h="692150">
                <a:moveTo>
                  <a:pt x="1686877" y="663575"/>
                </a:moveTo>
                <a:lnTo>
                  <a:pt x="1572577" y="663575"/>
                </a:lnTo>
                <a:lnTo>
                  <a:pt x="1572577" y="692150"/>
                </a:lnTo>
                <a:lnTo>
                  <a:pt x="1686877" y="692150"/>
                </a:lnTo>
                <a:lnTo>
                  <a:pt x="1686877" y="663575"/>
                </a:lnTo>
                <a:close/>
              </a:path>
              <a:path w="2559050" h="692150">
                <a:moveTo>
                  <a:pt x="1822767" y="357505"/>
                </a:moveTo>
                <a:lnTo>
                  <a:pt x="1708467" y="357505"/>
                </a:lnTo>
                <a:lnTo>
                  <a:pt x="1708467" y="386080"/>
                </a:lnTo>
                <a:lnTo>
                  <a:pt x="1822767" y="386080"/>
                </a:lnTo>
                <a:lnTo>
                  <a:pt x="1822767" y="357505"/>
                </a:lnTo>
                <a:close/>
              </a:path>
              <a:path w="2559050" h="692150">
                <a:moveTo>
                  <a:pt x="1822767" y="0"/>
                </a:moveTo>
                <a:lnTo>
                  <a:pt x="1708467" y="0"/>
                </a:lnTo>
                <a:lnTo>
                  <a:pt x="1708467" y="28575"/>
                </a:lnTo>
                <a:lnTo>
                  <a:pt x="1822767" y="28575"/>
                </a:lnTo>
                <a:lnTo>
                  <a:pt x="1822767" y="0"/>
                </a:lnTo>
                <a:close/>
              </a:path>
              <a:path w="2559050" h="692150">
                <a:moveTo>
                  <a:pt x="1885632" y="306070"/>
                </a:moveTo>
                <a:lnTo>
                  <a:pt x="1771332" y="306070"/>
                </a:lnTo>
                <a:lnTo>
                  <a:pt x="1771332" y="334645"/>
                </a:lnTo>
                <a:lnTo>
                  <a:pt x="1885632" y="334645"/>
                </a:lnTo>
                <a:lnTo>
                  <a:pt x="1885632" y="306070"/>
                </a:lnTo>
                <a:close/>
              </a:path>
              <a:path w="2559050" h="692150">
                <a:moveTo>
                  <a:pt x="1886902" y="663575"/>
                </a:moveTo>
                <a:lnTo>
                  <a:pt x="1772602" y="663575"/>
                </a:lnTo>
                <a:lnTo>
                  <a:pt x="1772602" y="692150"/>
                </a:lnTo>
                <a:lnTo>
                  <a:pt x="1886902" y="692150"/>
                </a:lnTo>
                <a:lnTo>
                  <a:pt x="1886902" y="663575"/>
                </a:lnTo>
                <a:close/>
              </a:path>
              <a:path w="2559050" h="692150">
                <a:moveTo>
                  <a:pt x="2022792" y="357505"/>
                </a:moveTo>
                <a:lnTo>
                  <a:pt x="1908492" y="357505"/>
                </a:lnTo>
                <a:lnTo>
                  <a:pt x="1908492" y="386080"/>
                </a:lnTo>
                <a:lnTo>
                  <a:pt x="2022792" y="386080"/>
                </a:lnTo>
                <a:lnTo>
                  <a:pt x="2022792" y="357505"/>
                </a:lnTo>
                <a:close/>
              </a:path>
              <a:path w="2559050" h="692150">
                <a:moveTo>
                  <a:pt x="2022792" y="0"/>
                </a:moveTo>
                <a:lnTo>
                  <a:pt x="1908492" y="0"/>
                </a:lnTo>
                <a:lnTo>
                  <a:pt x="1908492" y="28575"/>
                </a:lnTo>
                <a:lnTo>
                  <a:pt x="2022792" y="28575"/>
                </a:lnTo>
                <a:lnTo>
                  <a:pt x="2022792" y="0"/>
                </a:lnTo>
                <a:close/>
              </a:path>
              <a:path w="2559050" h="692150">
                <a:moveTo>
                  <a:pt x="2085657" y="306070"/>
                </a:moveTo>
                <a:lnTo>
                  <a:pt x="1971357" y="306070"/>
                </a:lnTo>
                <a:lnTo>
                  <a:pt x="1971357" y="334645"/>
                </a:lnTo>
                <a:lnTo>
                  <a:pt x="2085657" y="334645"/>
                </a:lnTo>
                <a:lnTo>
                  <a:pt x="2085657" y="306070"/>
                </a:lnTo>
                <a:close/>
              </a:path>
              <a:path w="2559050" h="692150">
                <a:moveTo>
                  <a:pt x="2086927" y="663575"/>
                </a:moveTo>
                <a:lnTo>
                  <a:pt x="1972627" y="663575"/>
                </a:lnTo>
                <a:lnTo>
                  <a:pt x="1972627" y="692150"/>
                </a:lnTo>
                <a:lnTo>
                  <a:pt x="2086927" y="692150"/>
                </a:lnTo>
                <a:lnTo>
                  <a:pt x="2086927" y="663575"/>
                </a:lnTo>
                <a:close/>
              </a:path>
              <a:path w="2559050" h="692150">
                <a:moveTo>
                  <a:pt x="2222817" y="357505"/>
                </a:moveTo>
                <a:lnTo>
                  <a:pt x="2108517" y="357505"/>
                </a:lnTo>
                <a:lnTo>
                  <a:pt x="2108517" y="386080"/>
                </a:lnTo>
                <a:lnTo>
                  <a:pt x="2222817" y="386080"/>
                </a:lnTo>
                <a:lnTo>
                  <a:pt x="2222817" y="357505"/>
                </a:lnTo>
                <a:close/>
              </a:path>
              <a:path w="2559050" h="692150">
                <a:moveTo>
                  <a:pt x="2222817" y="0"/>
                </a:moveTo>
                <a:lnTo>
                  <a:pt x="2108517" y="0"/>
                </a:lnTo>
                <a:lnTo>
                  <a:pt x="2108517" y="28575"/>
                </a:lnTo>
                <a:lnTo>
                  <a:pt x="2222817" y="28575"/>
                </a:lnTo>
                <a:lnTo>
                  <a:pt x="2222817" y="0"/>
                </a:lnTo>
                <a:close/>
              </a:path>
              <a:path w="2559050" h="692150">
                <a:moveTo>
                  <a:pt x="2285682" y="306070"/>
                </a:moveTo>
                <a:lnTo>
                  <a:pt x="2171382" y="306070"/>
                </a:lnTo>
                <a:lnTo>
                  <a:pt x="2171382" y="334645"/>
                </a:lnTo>
                <a:lnTo>
                  <a:pt x="2285682" y="334645"/>
                </a:lnTo>
                <a:lnTo>
                  <a:pt x="2285682" y="306070"/>
                </a:lnTo>
                <a:close/>
              </a:path>
              <a:path w="2559050" h="692150">
                <a:moveTo>
                  <a:pt x="2286952" y="663575"/>
                </a:moveTo>
                <a:lnTo>
                  <a:pt x="2172652" y="663575"/>
                </a:lnTo>
                <a:lnTo>
                  <a:pt x="2172652" y="692150"/>
                </a:lnTo>
                <a:lnTo>
                  <a:pt x="2286952" y="692150"/>
                </a:lnTo>
                <a:lnTo>
                  <a:pt x="2286952" y="663575"/>
                </a:lnTo>
                <a:close/>
              </a:path>
              <a:path w="2559050" h="692150">
                <a:moveTo>
                  <a:pt x="2422842" y="357505"/>
                </a:moveTo>
                <a:lnTo>
                  <a:pt x="2308542" y="357505"/>
                </a:lnTo>
                <a:lnTo>
                  <a:pt x="2308542" y="386080"/>
                </a:lnTo>
                <a:lnTo>
                  <a:pt x="2422842" y="386080"/>
                </a:lnTo>
                <a:lnTo>
                  <a:pt x="2422842" y="357505"/>
                </a:lnTo>
                <a:close/>
              </a:path>
              <a:path w="2559050" h="692150">
                <a:moveTo>
                  <a:pt x="2422842" y="0"/>
                </a:moveTo>
                <a:lnTo>
                  <a:pt x="2308542" y="0"/>
                </a:lnTo>
                <a:lnTo>
                  <a:pt x="2308542" y="28575"/>
                </a:lnTo>
                <a:lnTo>
                  <a:pt x="2422842" y="28575"/>
                </a:lnTo>
                <a:lnTo>
                  <a:pt x="2422842" y="0"/>
                </a:lnTo>
                <a:close/>
              </a:path>
              <a:path w="2559050" h="692150">
                <a:moveTo>
                  <a:pt x="2485707" y="306070"/>
                </a:moveTo>
                <a:lnTo>
                  <a:pt x="2371407" y="306070"/>
                </a:lnTo>
                <a:lnTo>
                  <a:pt x="2371407" y="334645"/>
                </a:lnTo>
                <a:lnTo>
                  <a:pt x="2485707" y="334645"/>
                </a:lnTo>
                <a:lnTo>
                  <a:pt x="2485707" y="306070"/>
                </a:lnTo>
                <a:close/>
              </a:path>
              <a:path w="2559050" h="692150">
                <a:moveTo>
                  <a:pt x="2486977" y="663575"/>
                </a:moveTo>
                <a:lnTo>
                  <a:pt x="2372677" y="663575"/>
                </a:lnTo>
                <a:lnTo>
                  <a:pt x="2372677" y="692150"/>
                </a:lnTo>
                <a:lnTo>
                  <a:pt x="2486977" y="692150"/>
                </a:lnTo>
                <a:lnTo>
                  <a:pt x="2486977" y="663575"/>
                </a:lnTo>
                <a:close/>
              </a:path>
              <a:path w="2559050" h="692150">
                <a:moveTo>
                  <a:pt x="2558415" y="178752"/>
                </a:moveTo>
                <a:lnTo>
                  <a:pt x="2529840" y="178752"/>
                </a:lnTo>
                <a:lnTo>
                  <a:pt x="2529840" y="293052"/>
                </a:lnTo>
                <a:lnTo>
                  <a:pt x="2558415" y="293052"/>
                </a:lnTo>
                <a:lnTo>
                  <a:pt x="2558415" y="178752"/>
                </a:lnTo>
                <a:close/>
              </a:path>
              <a:path w="2559050" h="692150">
                <a:moveTo>
                  <a:pt x="2558415" y="0"/>
                </a:moveTo>
                <a:lnTo>
                  <a:pt x="2508567" y="0"/>
                </a:lnTo>
                <a:lnTo>
                  <a:pt x="2508567" y="28575"/>
                </a:lnTo>
                <a:lnTo>
                  <a:pt x="2529840" y="28575"/>
                </a:lnTo>
                <a:lnTo>
                  <a:pt x="2529840" y="93027"/>
                </a:lnTo>
                <a:lnTo>
                  <a:pt x="2558415" y="93027"/>
                </a:lnTo>
                <a:lnTo>
                  <a:pt x="2558415" y="28575"/>
                </a:lnTo>
                <a:lnTo>
                  <a:pt x="2558415" y="14287"/>
                </a:lnTo>
                <a:lnTo>
                  <a:pt x="2558415" y="0"/>
                </a:lnTo>
                <a:close/>
              </a:path>
              <a:path w="2559050" h="692150">
                <a:moveTo>
                  <a:pt x="2559050" y="535622"/>
                </a:moveTo>
                <a:lnTo>
                  <a:pt x="2530475" y="535622"/>
                </a:lnTo>
                <a:lnTo>
                  <a:pt x="2530475" y="649922"/>
                </a:lnTo>
                <a:lnTo>
                  <a:pt x="2559050" y="649922"/>
                </a:lnTo>
                <a:lnTo>
                  <a:pt x="2559050" y="535622"/>
                </a:lnTo>
                <a:close/>
              </a:path>
              <a:path w="2559050" h="692150">
                <a:moveTo>
                  <a:pt x="2559050" y="357505"/>
                </a:moveTo>
                <a:lnTo>
                  <a:pt x="2508567" y="357505"/>
                </a:lnTo>
                <a:lnTo>
                  <a:pt x="2508567" y="386080"/>
                </a:lnTo>
                <a:lnTo>
                  <a:pt x="2530475" y="386080"/>
                </a:lnTo>
                <a:lnTo>
                  <a:pt x="2530475" y="449897"/>
                </a:lnTo>
                <a:lnTo>
                  <a:pt x="2559050" y="449897"/>
                </a:lnTo>
                <a:lnTo>
                  <a:pt x="2559050" y="386080"/>
                </a:lnTo>
                <a:lnTo>
                  <a:pt x="2559050" y="371792"/>
                </a:lnTo>
                <a:lnTo>
                  <a:pt x="2559050" y="357505"/>
                </a:lnTo>
                <a:close/>
              </a:path>
            </a:pathLst>
          </a:custGeom>
          <a:solidFill>
            <a:srgbClr val="5F95E6"/>
          </a:solidFill>
        </p:spPr>
        <p:txBody>
          <a:bodyPr wrap="square" lIns="0" tIns="0" rIns="0" bIns="0" rtlCol="0"/>
          <a:lstStyle/>
          <a:p>
            <a:endParaRPr/>
          </a:p>
        </p:txBody>
      </p:sp>
      <p:sp>
        <p:nvSpPr>
          <p:cNvPr id="8" name="object 8"/>
          <p:cNvSpPr txBox="1"/>
          <p:nvPr/>
        </p:nvSpPr>
        <p:spPr>
          <a:xfrm>
            <a:off x="558165" y="979983"/>
            <a:ext cx="1804035" cy="1646555"/>
          </a:xfrm>
          <a:prstGeom prst="rect">
            <a:avLst/>
          </a:prstGeom>
        </p:spPr>
        <p:txBody>
          <a:bodyPr vert="horz" wrap="square" lIns="0" tIns="180340" rIns="0" bIns="0" rtlCol="0">
            <a:spAutoFit/>
          </a:bodyPr>
          <a:lstStyle/>
          <a:p>
            <a:pPr marR="24765" algn="ctr">
              <a:lnSpc>
                <a:spcPct val="100000"/>
              </a:lnSpc>
              <a:spcBef>
                <a:spcPts val="1420"/>
              </a:spcBef>
            </a:pPr>
            <a:r>
              <a:rPr sz="2000" b="1" spc="-10" dirty="0">
                <a:latin typeface="Microsoft JhengHei"/>
                <a:cs typeface="Microsoft JhengHei"/>
              </a:rPr>
              <a:t>关键考量：</a:t>
            </a:r>
            <a:endParaRPr sz="2000">
              <a:latin typeface="Microsoft JhengHei"/>
              <a:cs typeface="Microsoft JhengHei"/>
            </a:endParaRPr>
          </a:p>
          <a:p>
            <a:pPr marL="12700" marR="5080" algn="ctr">
              <a:lnSpc>
                <a:spcPts val="2810"/>
              </a:lnSpc>
              <a:spcBef>
                <a:spcPts val="85"/>
              </a:spcBef>
            </a:pPr>
            <a:r>
              <a:rPr sz="1400" spc="-10" dirty="0">
                <a:latin typeface="宋体"/>
                <a:cs typeface="宋体"/>
              </a:rPr>
              <a:t>产品</a:t>
            </a:r>
            <a:r>
              <a:rPr sz="1400" spc="-10" dirty="0">
                <a:latin typeface="Arial"/>
                <a:cs typeface="Arial"/>
              </a:rPr>
              <a:t>/</a:t>
            </a:r>
            <a:r>
              <a:rPr sz="1400" spc="-20" dirty="0">
                <a:latin typeface="宋体"/>
                <a:cs typeface="宋体"/>
              </a:rPr>
              <a:t>服务的核心优势</a:t>
            </a:r>
            <a:r>
              <a:rPr sz="1400" spc="-15" dirty="0">
                <a:latin typeface="宋体"/>
                <a:cs typeface="宋体"/>
              </a:rPr>
              <a:t>情感和功能价值的平衡</a:t>
            </a:r>
            <a:endParaRPr sz="1400">
              <a:latin typeface="宋体"/>
              <a:cs typeface="宋体"/>
            </a:endParaRPr>
          </a:p>
          <a:p>
            <a:pPr marL="219710">
              <a:lnSpc>
                <a:spcPct val="100000"/>
              </a:lnSpc>
              <a:spcBef>
                <a:spcPts val="935"/>
              </a:spcBef>
            </a:pPr>
            <a:r>
              <a:rPr sz="2000" b="1" spc="-10" dirty="0">
                <a:latin typeface="Microsoft JhengHei"/>
                <a:cs typeface="Microsoft JhengHei"/>
              </a:rPr>
              <a:t>常见陷阱：</a:t>
            </a:r>
            <a:endParaRPr sz="2000">
              <a:latin typeface="Microsoft JhengHei"/>
              <a:cs typeface="Microsoft JhengHei"/>
            </a:endParaRPr>
          </a:p>
        </p:txBody>
      </p:sp>
      <p:sp>
        <p:nvSpPr>
          <p:cNvPr id="9" name="object 9"/>
          <p:cNvSpPr/>
          <p:nvPr/>
        </p:nvSpPr>
        <p:spPr>
          <a:xfrm>
            <a:off x="2876232" y="1519872"/>
            <a:ext cx="2559050" cy="694690"/>
          </a:xfrm>
          <a:custGeom>
            <a:avLst/>
            <a:gdLst/>
            <a:ahLst/>
            <a:cxnLst/>
            <a:rect l="l" t="t" r="r" b="b"/>
            <a:pathLst>
              <a:path w="2559050" h="694689">
                <a:moveTo>
                  <a:pt x="28575" y="373062"/>
                </a:moveTo>
                <a:lnTo>
                  <a:pt x="21272" y="380365"/>
                </a:lnTo>
                <a:lnTo>
                  <a:pt x="21272" y="358775"/>
                </a:lnTo>
                <a:lnTo>
                  <a:pt x="0" y="358775"/>
                </a:lnTo>
                <a:lnTo>
                  <a:pt x="0" y="480377"/>
                </a:lnTo>
                <a:lnTo>
                  <a:pt x="28575" y="480377"/>
                </a:lnTo>
                <a:lnTo>
                  <a:pt x="28575" y="387350"/>
                </a:lnTo>
                <a:lnTo>
                  <a:pt x="28575" y="373062"/>
                </a:lnTo>
                <a:close/>
              </a:path>
              <a:path w="2559050" h="694689">
                <a:moveTo>
                  <a:pt x="28575" y="14287"/>
                </a:moveTo>
                <a:lnTo>
                  <a:pt x="21907" y="20955"/>
                </a:lnTo>
                <a:lnTo>
                  <a:pt x="21907" y="0"/>
                </a:lnTo>
                <a:lnTo>
                  <a:pt x="0" y="0"/>
                </a:lnTo>
                <a:lnTo>
                  <a:pt x="0" y="120967"/>
                </a:lnTo>
                <a:lnTo>
                  <a:pt x="28575" y="120967"/>
                </a:lnTo>
                <a:lnTo>
                  <a:pt x="28575" y="28575"/>
                </a:lnTo>
                <a:lnTo>
                  <a:pt x="28575" y="14287"/>
                </a:lnTo>
                <a:close/>
              </a:path>
              <a:path w="2559050" h="694689">
                <a:moveTo>
                  <a:pt x="87947" y="666115"/>
                </a:moveTo>
                <a:lnTo>
                  <a:pt x="28575" y="666115"/>
                </a:lnTo>
                <a:lnTo>
                  <a:pt x="28575" y="566102"/>
                </a:lnTo>
                <a:lnTo>
                  <a:pt x="0" y="566102"/>
                </a:lnTo>
                <a:lnTo>
                  <a:pt x="0" y="680402"/>
                </a:lnTo>
                <a:lnTo>
                  <a:pt x="14287" y="680402"/>
                </a:lnTo>
                <a:lnTo>
                  <a:pt x="14287" y="694690"/>
                </a:lnTo>
                <a:lnTo>
                  <a:pt x="87947" y="694690"/>
                </a:lnTo>
                <a:lnTo>
                  <a:pt x="87947" y="680402"/>
                </a:lnTo>
                <a:lnTo>
                  <a:pt x="87947" y="666115"/>
                </a:lnTo>
                <a:close/>
              </a:path>
              <a:path w="2559050" h="694689">
                <a:moveTo>
                  <a:pt x="87947" y="306705"/>
                </a:moveTo>
                <a:lnTo>
                  <a:pt x="28575" y="306705"/>
                </a:lnTo>
                <a:lnTo>
                  <a:pt x="28575" y="206692"/>
                </a:lnTo>
                <a:lnTo>
                  <a:pt x="0" y="206692"/>
                </a:lnTo>
                <a:lnTo>
                  <a:pt x="0" y="320992"/>
                </a:lnTo>
                <a:lnTo>
                  <a:pt x="14287" y="320992"/>
                </a:lnTo>
                <a:lnTo>
                  <a:pt x="14287" y="335280"/>
                </a:lnTo>
                <a:lnTo>
                  <a:pt x="87947" y="335280"/>
                </a:lnTo>
                <a:lnTo>
                  <a:pt x="87947" y="320992"/>
                </a:lnTo>
                <a:lnTo>
                  <a:pt x="87947" y="306705"/>
                </a:lnTo>
                <a:close/>
              </a:path>
              <a:path w="2559050" h="694689">
                <a:moveTo>
                  <a:pt x="221297" y="358775"/>
                </a:moveTo>
                <a:lnTo>
                  <a:pt x="106997" y="358775"/>
                </a:lnTo>
                <a:lnTo>
                  <a:pt x="106997" y="387350"/>
                </a:lnTo>
                <a:lnTo>
                  <a:pt x="221297" y="387350"/>
                </a:lnTo>
                <a:lnTo>
                  <a:pt x="221297" y="358775"/>
                </a:lnTo>
                <a:close/>
              </a:path>
              <a:path w="2559050" h="694689">
                <a:moveTo>
                  <a:pt x="221932" y="0"/>
                </a:moveTo>
                <a:lnTo>
                  <a:pt x="107632" y="0"/>
                </a:lnTo>
                <a:lnTo>
                  <a:pt x="107632" y="28575"/>
                </a:lnTo>
                <a:lnTo>
                  <a:pt x="221932" y="28575"/>
                </a:lnTo>
                <a:lnTo>
                  <a:pt x="221932" y="0"/>
                </a:lnTo>
                <a:close/>
              </a:path>
              <a:path w="2559050" h="694689">
                <a:moveTo>
                  <a:pt x="287972" y="666115"/>
                </a:moveTo>
                <a:lnTo>
                  <a:pt x="173672" y="666115"/>
                </a:lnTo>
                <a:lnTo>
                  <a:pt x="173672" y="694690"/>
                </a:lnTo>
                <a:lnTo>
                  <a:pt x="287972" y="694690"/>
                </a:lnTo>
                <a:lnTo>
                  <a:pt x="287972" y="666115"/>
                </a:lnTo>
                <a:close/>
              </a:path>
              <a:path w="2559050" h="694689">
                <a:moveTo>
                  <a:pt x="287972" y="306705"/>
                </a:moveTo>
                <a:lnTo>
                  <a:pt x="173672" y="306705"/>
                </a:lnTo>
                <a:lnTo>
                  <a:pt x="173672" y="335280"/>
                </a:lnTo>
                <a:lnTo>
                  <a:pt x="287972" y="335280"/>
                </a:lnTo>
                <a:lnTo>
                  <a:pt x="287972" y="306705"/>
                </a:lnTo>
                <a:close/>
              </a:path>
              <a:path w="2559050" h="694689">
                <a:moveTo>
                  <a:pt x="421309" y="358775"/>
                </a:moveTo>
                <a:lnTo>
                  <a:pt x="307022" y="358775"/>
                </a:lnTo>
                <a:lnTo>
                  <a:pt x="307022" y="387350"/>
                </a:lnTo>
                <a:lnTo>
                  <a:pt x="421309" y="387350"/>
                </a:lnTo>
                <a:lnTo>
                  <a:pt x="421309" y="358775"/>
                </a:lnTo>
                <a:close/>
              </a:path>
              <a:path w="2559050" h="694689">
                <a:moveTo>
                  <a:pt x="421957" y="0"/>
                </a:moveTo>
                <a:lnTo>
                  <a:pt x="307657" y="0"/>
                </a:lnTo>
                <a:lnTo>
                  <a:pt x="307657" y="28575"/>
                </a:lnTo>
                <a:lnTo>
                  <a:pt x="421957" y="28575"/>
                </a:lnTo>
                <a:lnTo>
                  <a:pt x="421957" y="0"/>
                </a:lnTo>
                <a:close/>
              </a:path>
              <a:path w="2559050" h="694689">
                <a:moveTo>
                  <a:pt x="487997" y="666115"/>
                </a:moveTo>
                <a:lnTo>
                  <a:pt x="373697" y="666115"/>
                </a:lnTo>
                <a:lnTo>
                  <a:pt x="373697" y="694690"/>
                </a:lnTo>
                <a:lnTo>
                  <a:pt x="487997" y="694690"/>
                </a:lnTo>
                <a:lnTo>
                  <a:pt x="487997" y="666115"/>
                </a:lnTo>
                <a:close/>
              </a:path>
              <a:path w="2559050" h="694689">
                <a:moveTo>
                  <a:pt x="487997" y="306705"/>
                </a:moveTo>
                <a:lnTo>
                  <a:pt x="373697" y="306705"/>
                </a:lnTo>
                <a:lnTo>
                  <a:pt x="373697" y="335280"/>
                </a:lnTo>
                <a:lnTo>
                  <a:pt x="487997" y="335280"/>
                </a:lnTo>
                <a:lnTo>
                  <a:pt x="487997" y="306705"/>
                </a:lnTo>
                <a:close/>
              </a:path>
              <a:path w="2559050" h="694689">
                <a:moveTo>
                  <a:pt x="621347" y="358775"/>
                </a:moveTo>
                <a:lnTo>
                  <a:pt x="507047" y="358775"/>
                </a:lnTo>
                <a:lnTo>
                  <a:pt x="507047" y="387350"/>
                </a:lnTo>
                <a:lnTo>
                  <a:pt x="621347" y="387350"/>
                </a:lnTo>
                <a:lnTo>
                  <a:pt x="621347" y="358775"/>
                </a:lnTo>
                <a:close/>
              </a:path>
              <a:path w="2559050" h="694689">
                <a:moveTo>
                  <a:pt x="621982" y="0"/>
                </a:moveTo>
                <a:lnTo>
                  <a:pt x="507682" y="0"/>
                </a:lnTo>
                <a:lnTo>
                  <a:pt x="507682" y="28575"/>
                </a:lnTo>
                <a:lnTo>
                  <a:pt x="621982" y="28575"/>
                </a:lnTo>
                <a:lnTo>
                  <a:pt x="621982" y="0"/>
                </a:lnTo>
                <a:close/>
              </a:path>
              <a:path w="2559050" h="694689">
                <a:moveTo>
                  <a:pt x="688022" y="666115"/>
                </a:moveTo>
                <a:lnTo>
                  <a:pt x="573722" y="666115"/>
                </a:lnTo>
                <a:lnTo>
                  <a:pt x="573722" y="694690"/>
                </a:lnTo>
                <a:lnTo>
                  <a:pt x="688022" y="694690"/>
                </a:lnTo>
                <a:lnTo>
                  <a:pt x="688022" y="666115"/>
                </a:lnTo>
                <a:close/>
              </a:path>
              <a:path w="2559050" h="694689">
                <a:moveTo>
                  <a:pt x="688022" y="306705"/>
                </a:moveTo>
                <a:lnTo>
                  <a:pt x="573722" y="306705"/>
                </a:lnTo>
                <a:lnTo>
                  <a:pt x="573722" y="335280"/>
                </a:lnTo>
                <a:lnTo>
                  <a:pt x="688022" y="335280"/>
                </a:lnTo>
                <a:lnTo>
                  <a:pt x="688022" y="306705"/>
                </a:lnTo>
                <a:close/>
              </a:path>
              <a:path w="2559050" h="694689">
                <a:moveTo>
                  <a:pt x="821372" y="358775"/>
                </a:moveTo>
                <a:lnTo>
                  <a:pt x="707072" y="358775"/>
                </a:lnTo>
                <a:lnTo>
                  <a:pt x="707072" y="387350"/>
                </a:lnTo>
                <a:lnTo>
                  <a:pt x="821372" y="387350"/>
                </a:lnTo>
                <a:lnTo>
                  <a:pt x="821372" y="358775"/>
                </a:lnTo>
                <a:close/>
              </a:path>
              <a:path w="2559050" h="694689">
                <a:moveTo>
                  <a:pt x="822007" y="0"/>
                </a:moveTo>
                <a:lnTo>
                  <a:pt x="707707" y="0"/>
                </a:lnTo>
                <a:lnTo>
                  <a:pt x="707707" y="28575"/>
                </a:lnTo>
                <a:lnTo>
                  <a:pt x="822007" y="28575"/>
                </a:lnTo>
                <a:lnTo>
                  <a:pt x="822007" y="0"/>
                </a:lnTo>
                <a:close/>
              </a:path>
              <a:path w="2559050" h="694689">
                <a:moveTo>
                  <a:pt x="888047" y="666115"/>
                </a:moveTo>
                <a:lnTo>
                  <a:pt x="773747" y="666115"/>
                </a:lnTo>
                <a:lnTo>
                  <a:pt x="773747" y="694690"/>
                </a:lnTo>
                <a:lnTo>
                  <a:pt x="888047" y="694690"/>
                </a:lnTo>
                <a:lnTo>
                  <a:pt x="888047" y="666115"/>
                </a:lnTo>
                <a:close/>
              </a:path>
              <a:path w="2559050" h="694689">
                <a:moveTo>
                  <a:pt x="888047" y="306705"/>
                </a:moveTo>
                <a:lnTo>
                  <a:pt x="773747" y="306705"/>
                </a:lnTo>
                <a:lnTo>
                  <a:pt x="773747" y="335280"/>
                </a:lnTo>
                <a:lnTo>
                  <a:pt x="888047" y="335280"/>
                </a:lnTo>
                <a:lnTo>
                  <a:pt x="888047" y="306705"/>
                </a:lnTo>
                <a:close/>
              </a:path>
              <a:path w="2559050" h="694689">
                <a:moveTo>
                  <a:pt x="1021397" y="358775"/>
                </a:moveTo>
                <a:lnTo>
                  <a:pt x="907097" y="358775"/>
                </a:lnTo>
                <a:lnTo>
                  <a:pt x="907097" y="387350"/>
                </a:lnTo>
                <a:lnTo>
                  <a:pt x="1021397" y="387350"/>
                </a:lnTo>
                <a:lnTo>
                  <a:pt x="1021397" y="358775"/>
                </a:lnTo>
                <a:close/>
              </a:path>
              <a:path w="2559050" h="694689">
                <a:moveTo>
                  <a:pt x="1022032" y="0"/>
                </a:moveTo>
                <a:lnTo>
                  <a:pt x="907732" y="0"/>
                </a:lnTo>
                <a:lnTo>
                  <a:pt x="907732" y="28575"/>
                </a:lnTo>
                <a:lnTo>
                  <a:pt x="1022032" y="28575"/>
                </a:lnTo>
                <a:lnTo>
                  <a:pt x="1022032" y="0"/>
                </a:lnTo>
                <a:close/>
              </a:path>
              <a:path w="2559050" h="694689">
                <a:moveTo>
                  <a:pt x="1088072" y="666115"/>
                </a:moveTo>
                <a:lnTo>
                  <a:pt x="973772" y="666115"/>
                </a:lnTo>
                <a:lnTo>
                  <a:pt x="973772" y="694690"/>
                </a:lnTo>
                <a:lnTo>
                  <a:pt x="1088072" y="694690"/>
                </a:lnTo>
                <a:lnTo>
                  <a:pt x="1088072" y="666115"/>
                </a:lnTo>
                <a:close/>
              </a:path>
              <a:path w="2559050" h="694689">
                <a:moveTo>
                  <a:pt x="1088072" y="306705"/>
                </a:moveTo>
                <a:lnTo>
                  <a:pt x="973772" y="306705"/>
                </a:lnTo>
                <a:lnTo>
                  <a:pt x="973772" y="335280"/>
                </a:lnTo>
                <a:lnTo>
                  <a:pt x="1088072" y="335280"/>
                </a:lnTo>
                <a:lnTo>
                  <a:pt x="1088072" y="306705"/>
                </a:lnTo>
                <a:close/>
              </a:path>
              <a:path w="2559050" h="694689">
                <a:moveTo>
                  <a:pt x="1221422" y="358775"/>
                </a:moveTo>
                <a:lnTo>
                  <a:pt x="1107122" y="358775"/>
                </a:lnTo>
                <a:lnTo>
                  <a:pt x="1107122" y="387350"/>
                </a:lnTo>
                <a:lnTo>
                  <a:pt x="1221422" y="387350"/>
                </a:lnTo>
                <a:lnTo>
                  <a:pt x="1221422" y="358775"/>
                </a:lnTo>
                <a:close/>
              </a:path>
              <a:path w="2559050" h="694689">
                <a:moveTo>
                  <a:pt x="1222057" y="0"/>
                </a:moveTo>
                <a:lnTo>
                  <a:pt x="1107757" y="0"/>
                </a:lnTo>
                <a:lnTo>
                  <a:pt x="1107757" y="28575"/>
                </a:lnTo>
                <a:lnTo>
                  <a:pt x="1222057" y="28575"/>
                </a:lnTo>
                <a:lnTo>
                  <a:pt x="1222057" y="0"/>
                </a:lnTo>
                <a:close/>
              </a:path>
              <a:path w="2559050" h="694689">
                <a:moveTo>
                  <a:pt x="1288097" y="666115"/>
                </a:moveTo>
                <a:lnTo>
                  <a:pt x="1173797" y="666115"/>
                </a:lnTo>
                <a:lnTo>
                  <a:pt x="1173797" y="694690"/>
                </a:lnTo>
                <a:lnTo>
                  <a:pt x="1288097" y="694690"/>
                </a:lnTo>
                <a:lnTo>
                  <a:pt x="1288097" y="666115"/>
                </a:lnTo>
                <a:close/>
              </a:path>
              <a:path w="2559050" h="694689">
                <a:moveTo>
                  <a:pt x="1288097" y="306705"/>
                </a:moveTo>
                <a:lnTo>
                  <a:pt x="1173797" y="306705"/>
                </a:lnTo>
                <a:lnTo>
                  <a:pt x="1173797" y="335280"/>
                </a:lnTo>
                <a:lnTo>
                  <a:pt x="1288097" y="335280"/>
                </a:lnTo>
                <a:lnTo>
                  <a:pt x="1288097" y="306705"/>
                </a:lnTo>
                <a:close/>
              </a:path>
              <a:path w="2559050" h="694689">
                <a:moveTo>
                  <a:pt x="1421447" y="358775"/>
                </a:moveTo>
                <a:lnTo>
                  <a:pt x="1307147" y="358775"/>
                </a:lnTo>
                <a:lnTo>
                  <a:pt x="1307147" y="387350"/>
                </a:lnTo>
                <a:lnTo>
                  <a:pt x="1421447" y="387350"/>
                </a:lnTo>
                <a:lnTo>
                  <a:pt x="1421447" y="358775"/>
                </a:lnTo>
                <a:close/>
              </a:path>
              <a:path w="2559050" h="694689">
                <a:moveTo>
                  <a:pt x="1422082" y="0"/>
                </a:moveTo>
                <a:lnTo>
                  <a:pt x="1307782" y="0"/>
                </a:lnTo>
                <a:lnTo>
                  <a:pt x="1307782" y="28575"/>
                </a:lnTo>
                <a:lnTo>
                  <a:pt x="1422082" y="28575"/>
                </a:lnTo>
                <a:lnTo>
                  <a:pt x="1422082" y="0"/>
                </a:lnTo>
                <a:close/>
              </a:path>
              <a:path w="2559050" h="694689">
                <a:moveTo>
                  <a:pt x="1488122" y="666115"/>
                </a:moveTo>
                <a:lnTo>
                  <a:pt x="1373822" y="666115"/>
                </a:lnTo>
                <a:lnTo>
                  <a:pt x="1373822" y="694690"/>
                </a:lnTo>
                <a:lnTo>
                  <a:pt x="1488122" y="694690"/>
                </a:lnTo>
                <a:lnTo>
                  <a:pt x="1488122" y="666115"/>
                </a:lnTo>
                <a:close/>
              </a:path>
              <a:path w="2559050" h="694689">
                <a:moveTo>
                  <a:pt x="1488122" y="306705"/>
                </a:moveTo>
                <a:lnTo>
                  <a:pt x="1373822" y="306705"/>
                </a:lnTo>
                <a:lnTo>
                  <a:pt x="1373822" y="335280"/>
                </a:lnTo>
                <a:lnTo>
                  <a:pt x="1488122" y="335280"/>
                </a:lnTo>
                <a:lnTo>
                  <a:pt x="1488122" y="306705"/>
                </a:lnTo>
                <a:close/>
              </a:path>
              <a:path w="2559050" h="694689">
                <a:moveTo>
                  <a:pt x="1621472" y="358775"/>
                </a:moveTo>
                <a:lnTo>
                  <a:pt x="1507172" y="358775"/>
                </a:lnTo>
                <a:lnTo>
                  <a:pt x="1507172" y="387350"/>
                </a:lnTo>
                <a:lnTo>
                  <a:pt x="1621472" y="387350"/>
                </a:lnTo>
                <a:lnTo>
                  <a:pt x="1621472" y="358775"/>
                </a:lnTo>
                <a:close/>
              </a:path>
              <a:path w="2559050" h="694689">
                <a:moveTo>
                  <a:pt x="1622107" y="0"/>
                </a:moveTo>
                <a:lnTo>
                  <a:pt x="1507807" y="0"/>
                </a:lnTo>
                <a:lnTo>
                  <a:pt x="1507807" y="28575"/>
                </a:lnTo>
                <a:lnTo>
                  <a:pt x="1622107" y="28575"/>
                </a:lnTo>
                <a:lnTo>
                  <a:pt x="1622107" y="0"/>
                </a:lnTo>
                <a:close/>
              </a:path>
              <a:path w="2559050" h="694689">
                <a:moveTo>
                  <a:pt x="1688147" y="666115"/>
                </a:moveTo>
                <a:lnTo>
                  <a:pt x="1573847" y="666115"/>
                </a:lnTo>
                <a:lnTo>
                  <a:pt x="1573847" y="694690"/>
                </a:lnTo>
                <a:lnTo>
                  <a:pt x="1688147" y="694690"/>
                </a:lnTo>
                <a:lnTo>
                  <a:pt x="1688147" y="666115"/>
                </a:lnTo>
                <a:close/>
              </a:path>
              <a:path w="2559050" h="694689">
                <a:moveTo>
                  <a:pt x="1688147" y="306705"/>
                </a:moveTo>
                <a:lnTo>
                  <a:pt x="1573847" y="306705"/>
                </a:lnTo>
                <a:lnTo>
                  <a:pt x="1573847" y="335280"/>
                </a:lnTo>
                <a:lnTo>
                  <a:pt x="1688147" y="335280"/>
                </a:lnTo>
                <a:lnTo>
                  <a:pt x="1688147" y="306705"/>
                </a:lnTo>
                <a:close/>
              </a:path>
              <a:path w="2559050" h="694689">
                <a:moveTo>
                  <a:pt x="1821497" y="358775"/>
                </a:moveTo>
                <a:lnTo>
                  <a:pt x="1707197" y="358775"/>
                </a:lnTo>
                <a:lnTo>
                  <a:pt x="1707197" y="387350"/>
                </a:lnTo>
                <a:lnTo>
                  <a:pt x="1821497" y="387350"/>
                </a:lnTo>
                <a:lnTo>
                  <a:pt x="1821497" y="358775"/>
                </a:lnTo>
                <a:close/>
              </a:path>
              <a:path w="2559050" h="694689">
                <a:moveTo>
                  <a:pt x="1822132" y="0"/>
                </a:moveTo>
                <a:lnTo>
                  <a:pt x="1707832" y="0"/>
                </a:lnTo>
                <a:lnTo>
                  <a:pt x="1707832" y="28575"/>
                </a:lnTo>
                <a:lnTo>
                  <a:pt x="1822132" y="28575"/>
                </a:lnTo>
                <a:lnTo>
                  <a:pt x="1822132" y="0"/>
                </a:lnTo>
                <a:close/>
              </a:path>
              <a:path w="2559050" h="694689">
                <a:moveTo>
                  <a:pt x="1888172" y="666115"/>
                </a:moveTo>
                <a:lnTo>
                  <a:pt x="1773872" y="666115"/>
                </a:lnTo>
                <a:lnTo>
                  <a:pt x="1773872" y="694690"/>
                </a:lnTo>
                <a:lnTo>
                  <a:pt x="1888172" y="694690"/>
                </a:lnTo>
                <a:lnTo>
                  <a:pt x="1888172" y="666115"/>
                </a:lnTo>
                <a:close/>
              </a:path>
              <a:path w="2559050" h="694689">
                <a:moveTo>
                  <a:pt x="1888172" y="306705"/>
                </a:moveTo>
                <a:lnTo>
                  <a:pt x="1773872" y="306705"/>
                </a:lnTo>
                <a:lnTo>
                  <a:pt x="1773872" y="335280"/>
                </a:lnTo>
                <a:lnTo>
                  <a:pt x="1888172" y="335280"/>
                </a:lnTo>
                <a:lnTo>
                  <a:pt x="1888172" y="306705"/>
                </a:lnTo>
                <a:close/>
              </a:path>
              <a:path w="2559050" h="694689">
                <a:moveTo>
                  <a:pt x="2021522" y="358775"/>
                </a:moveTo>
                <a:lnTo>
                  <a:pt x="1907222" y="358775"/>
                </a:lnTo>
                <a:lnTo>
                  <a:pt x="1907222" y="387350"/>
                </a:lnTo>
                <a:lnTo>
                  <a:pt x="2021522" y="387350"/>
                </a:lnTo>
                <a:lnTo>
                  <a:pt x="2021522" y="358775"/>
                </a:lnTo>
                <a:close/>
              </a:path>
              <a:path w="2559050" h="694689">
                <a:moveTo>
                  <a:pt x="2022157" y="0"/>
                </a:moveTo>
                <a:lnTo>
                  <a:pt x="1907857" y="0"/>
                </a:lnTo>
                <a:lnTo>
                  <a:pt x="1907857" y="28575"/>
                </a:lnTo>
                <a:lnTo>
                  <a:pt x="2022157" y="28575"/>
                </a:lnTo>
                <a:lnTo>
                  <a:pt x="2022157" y="0"/>
                </a:lnTo>
                <a:close/>
              </a:path>
              <a:path w="2559050" h="694689">
                <a:moveTo>
                  <a:pt x="2088197" y="666115"/>
                </a:moveTo>
                <a:lnTo>
                  <a:pt x="1973897" y="666115"/>
                </a:lnTo>
                <a:lnTo>
                  <a:pt x="1973897" y="694690"/>
                </a:lnTo>
                <a:lnTo>
                  <a:pt x="2088197" y="694690"/>
                </a:lnTo>
                <a:lnTo>
                  <a:pt x="2088197" y="666115"/>
                </a:lnTo>
                <a:close/>
              </a:path>
              <a:path w="2559050" h="694689">
                <a:moveTo>
                  <a:pt x="2088197" y="306705"/>
                </a:moveTo>
                <a:lnTo>
                  <a:pt x="1973897" y="306705"/>
                </a:lnTo>
                <a:lnTo>
                  <a:pt x="1973897" y="335280"/>
                </a:lnTo>
                <a:lnTo>
                  <a:pt x="2088197" y="335280"/>
                </a:lnTo>
                <a:lnTo>
                  <a:pt x="2088197" y="306705"/>
                </a:lnTo>
                <a:close/>
              </a:path>
              <a:path w="2559050" h="694689">
                <a:moveTo>
                  <a:pt x="2221547" y="358775"/>
                </a:moveTo>
                <a:lnTo>
                  <a:pt x="2107247" y="358775"/>
                </a:lnTo>
                <a:lnTo>
                  <a:pt x="2107247" y="387350"/>
                </a:lnTo>
                <a:lnTo>
                  <a:pt x="2221547" y="387350"/>
                </a:lnTo>
                <a:lnTo>
                  <a:pt x="2221547" y="358775"/>
                </a:lnTo>
                <a:close/>
              </a:path>
              <a:path w="2559050" h="694689">
                <a:moveTo>
                  <a:pt x="2222182" y="0"/>
                </a:moveTo>
                <a:lnTo>
                  <a:pt x="2107882" y="0"/>
                </a:lnTo>
                <a:lnTo>
                  <a:pt x="2107882" y="28575"/>
                </a:lnTo>
                <a:lnTo>
                  <a:pt x="2222182" y="28575"/>
                </a:lnTo>
                <a:lnTo>
                  <a:pt x="2222182" y="0"/>
                </a:lnTo>
                <a:close/>
              </a:path>
              <a:path w="2559050" h="694689">
                <a:moveTo>
                  <a:pt x="2288222" y="666115"/>
                </a:moveTo>
                <a:lnTo>
                  <a:pt x="2173922" y="666115"/>
                </a:lnTo>
                <a:lnTo>
                  <a:pt x="2173922" y="694690"/>
                </a:lnTo>
                <a:lnTo>
                  <a:pt x="2288222" y="694690"/>
                </a:lnTo>
                <a:lnTo>
                  <a:pt x="2288222" y="666115"/>
                </a:lnTo>
                <a:close/>
              </a:path>
              <a:path w="2559050" h="694689">
                <a:moveTo>
                  <a:pt x="2288222" y="306705"/>
                </a:moveTo>
                <a:lnTo>
                  <a:pt x="2173922" y="306705"/>
                </a:lnTo>
                <a:lnTo>
                  <a:pt x="2173922" y="335280"/>
                </a:lnTo>
                <a:lnTo>
                  <a:pt x="2288222" y="335280"/>
                </a:lnTo>
                <a:lnTo>
                  <a:pt x="2288222" y="306705"/>
                </a:lnTo>
                <a:close/>
              </a:path>
              <a:path w="2559050" h="694689">
                <a:moveTo>
                  <a:pt x="2421572" y="358775"/>
                </a:moveTo>
                <a:lnTo>
                  <a:pt x="2307272" y="358775"/>
                </a:lnTo>
                <a:lnTo>
                  <a:pt x="2307272" y="387350"/>
                </a:lnTo>
                <a:lnTo>
                  <a:pt x="2421572" y="387350"/>
                </a:lnTo>
                <a:lnTo>
                  <a:pt x="2421572" y="358775"/>
                </a:lnTo>
                <a:close/>
              </a:path>
              <a:path w="2559050" h="694689">
                <a:moveTo>
                  <a:pt x="2422207" y="0"/>
                </a:moveTo>
                <a:lnTo>
                  <a:pt x="2307907" y="0"/>
                </a:lnTo>
                <a:lnTo>
                  <a:pt x="2307907" y="28575"/>
                </a:lnTo>
                <a:lnTo>
                  <a:pt x="2422207" y="28575"/>
                </a:lnTo>
                <a:lnTo>
                  <a:pt x="2422207" y="0"/>
                </a:lnTo>
                <a:close/>
              </a:path>
              <a:path w="2559050" h="694689">
                <a:moveTo>
                  <a:pt x="2488247" y="666115"/>
                </a:moveTo>
                <a:lnTo>
                  <a:pt x="2373947" y="666115"/>
                </a:lnTo>
                <a:lnTo>
                  <a:pt x="2373947" y="694690"/>
                </a:lnTo>
                <a:lnTo>
                  <a:pt x="2488247" y="694690"/>
                </a:lnTo>
                <a:lnTo>
                  <a:pt x="2488247" y="666115"/>
                </a:lnTo>
                <a:close/>
              </a:path>
              <a:path w="2559050" h="694689">
                <a:moveTo>
                  <a:pt x="2488247" y="306705"/>
                </a:moveTo>
                <a:lnTo>
                  <a:pt x="2373947" y="306705"/>
                </a:lnTo>
                <a:lnTo>
                  <a:pt x="2373947" y="335280"/>
                </a:lnTo>
                <a:lnTo>
                  <a:pt x="2488247" y="335280"/>
                </a:lnTo>
                <a:lnTo>
                  <a:pt x="2488247" y="306705"/>
                </a:lnTo>
                <a:close/>
              </a:path>
              <a:path w="2559050" h="694689">
                <a:moveTo>
                  <a:pt x="2558415" y="536257"/>
                </a:moveTo>
                <a:lnTo>
                  <a:pt x="2529840" y="536257"/>
                </a:lnTo>
                <a:lnTo>
                  <a:pt x="2529840" y="650557"/>
                </a:lnTo>
                <a:lnTo>
                  <a:pt x="2558415" y="650557"/>
                </a:lnTo>
                <a:lnTo>
                  <a:pt x="2558415" y="536257"/>
                </a:lnTo>
                <a:close/>
              </a:path>
              <a:path w="2559050" h="694689">
                <a:moveTo>
                  <a:pt x="2558415" y="358775"/>
                </a:moveTo>
                <a:lnTo>
                  <a:pt x="2507297" y="358775"/>
                </a:lnTo>
                <a:lnTo>
                  <a:pt x="2507297" y="387350"/>
                </a:lnTo>
                <a:lnTo>
                  <a:pt x="2529840" y="387350"/>
                </a:lnTo>
                <a:lnTo>
                  <a:pt x="2529840" y="450532"/>
                </a:lnTo>
                <a:lnTo>
                  <a:pt x="2558415" y="450532"/>
                </a:lnTo>
                <a:lnTo>
                  <a:pt x="2558415" y="387350"/>
                </a:lnTo>
                <a:lnTo>
                  <a:pt x="2558415" y="373062"/>
                </a:lnTo>
                <a:lnTo>
                  <a:pt x="2558415" y="358775"/>
                </a:lnTo>
                <a:close/>
              </a:path>
              <a:path w="2559050" h="694689">
                <a:moveTo>
                  <a:pt x="2559050" y="177482"/>
                </a:moveTo>
                <a:lnTo>
                  <a:pt x="2530475" y="177482"/>
                </a:lnTo>
                <a:lnTo>
                  <a:pt x="2530475" y="291782"/>
                </a:lnTo>
                <a:lnTo>
                  <a:pt x="2559050" y="291782"/>
                </a:lnTo>
                <a:lnTo>
                  <a:pt x="2559050" y="177482"/>
                </a:lnTo>
                <a:close/>
              </a:path>
              <a:path w="2559050" h="694689">
                <a:moveTo>
                  <a:pt x="2559050" y="0"/>
                </a:moveTo>
                <a:lnTo>
                  <a:pt x="2507932" y="0"/>
                </a:lnTo>
                <a:lnTo>
                  <a:pt x="2507932" y="28575"/>
                </a:lnTo>
                <a:lnTo>
                  <a:pt x="2530475" y="28575"/>
                </a:lnTo>
                <a:lnTo>
                  <a:pt x="2530475" y="91757"/>
                </a:lnTo>
                <a:lnTo>
                  <a:pt x="2559050" y="91757"/>
                </a:lnTo>
                <a:lnTo>
                  <a:pt x="2559050" y="28575"/>
                </a:lnTo>
                <a:lnTo>
                  <a:pt x="2559050" y="14287"/>
                </a:lnTo>
                <a:lnTo>
                  <a:pt x="2559050" y="0"/>
                </a:lnTo>
                <a:close/>
              </a:path>
            </a:pathLst>
          </a:custGeom>
          <a:solidFill>
            <a:srgbClr val="5F95E6"/>
          </a:solidFill>
        </p:spPr>
        <p:txBody>
          <a:bodyPr wrap="square" lIns="0" tIns="0" rIns="0" bIns="0" rtlCol="0"/>
          <a:lstStyle/>
          <a:p>
            <a:endParaRPr/>
          </a:p>
        </p:txBody>
      </p:sp>
      <p:sp>
        <p:nvSpPr>
          <p:cNvPr id="10" name="object 10"/>
          <p:cNvSpPr txBox="1"/>
          <p:nvPr/>
        </p:nvSpPr>
        <p:spPr>
          <a:xfrm>
            <a:off x="2987039" y="1569085"/>
            <a:ext cx="2337435" cy="599440"/>
          </a:xfrm>
          <a:prstGeom prst="rect">
            <a:avLst/>
          </a:prstGeom>
        </p:spPr>
        <p:txBody>
          <a:bodyPr vert="horz" wrap="square" lIns="0" tIns="13335" rIns="0" bIns="0" rtlCol="0">
            <a:spAutoFit/>
          </a:bodyPr>
          <a:lstStyle/>
          <a:p>
            <a:pPr algn="ctr">
              <a:lnSpc>
                <a:spcPct val="100000"/>
              </a:lnSpc>
              <a:spcBef>
                <a:spcPts val="105"/>
              </a:spcBef>
            </a:pPr>
            <a:r>
              <a:rPr sz="1400" spc="-15" dirty="0">
                <a:latin typeface="宋体"/>
                <a:cs typeface="宋体"/>
              </a:rPr>
              <a:t>解决客户痛点的能力</a:t>
            </a:r>
            <a:endParaRPr sz="1400">
              <a:latin typeface="宋体"/>
              <a:cs typeface="宋体"/>
            </a:endParaRPr>
          </a:p>
          <a:p>
            <a:pPr algn="ctr">
              <a:lnSpc>
                <a:spcPct val="100000"/>
              </a:lnSpc>
              <a:spcBef>
                <a:spcPts val="1150"/>
              </a:spcBef>
            </a:pPr>
            <a:r>
              <a:rPr sz="1400" spc="-15" dirty="0">
                <a:latin typeface="宋体"/>
                <a:cs typeface="宋体"/>
              </a:rPr>
              <a:t>价值主张的可信度和可证明性</a:t>
            </a:r>
            <a:endParaRPr sz="1400">
              <a:latin typeface="宋体"/>
              <a:cs typeface="宋体"/>
            </a:endParaRPr>
          </a:p>
        </p:txBody>
      </p:sp>
      <p:sp>
        <p:nvSpPr>
          <p:cNvPr id="11" name="object 11"/>
          <p:cNvSpPr/>
          <p:nvPr/>
        </p:nvSpPr>
        <p:spPr>
          <a:xfrm>
            <a:off x="5732145" y="972185"/>
            <a:ext cx="6236335" cy="5756910"/>
          </a:xfrm>
          <a:custGeom>
            <a:avLst/>
            <a:gdLst/>
            <a:ahLst/>
            <a:cxnLst/>
            <a:rect l="l" t="t" r="r" b="b"/>
            <a:pathLst>
              <a:path w="6236334" h="5756909">
                <a:moveTo>
                  <a:pt x="6232525" y="5756910"/>
                </a:moveTo>
                <a:lnTo>
                  <a:pt x="3809" y="5756910"/>
                </a:lnTo>
                <a:lnTo>
                  <a:pt x="2349" y="5756617"/>
                </a:lnTo>
                <a:lnTo>
                  <a:pt x="1117" y="5755792"/>
                </a:lnTo>
                <a:lnTo>
                  <a:pt x="292" y="5754560"/>
                </a:lnTo>
                <a:lnTo>
                  <a:pt x="0" y="5753099"/>
                </a:lnTo>
                <a:lnTo>
                  <a:pt x="0" y="3809"/>
                </a:lnTo>
                <a:lnTo>
                  <a:pt x="292" y="2349"/>
                </a:lnTo>
                <a:lnTo>
                  <a:pt x="1117" y="1117"/>
                </a:lnTo>
                <a:lnTo>
                  <a:pt x="2349" y="292"/>
                </a:lnTo>
                <a:lnTo>
                  <a:pt x="3809" y="0"/>
                </a:lnTo>
                <a:lnTo>
                  <a:pt x="6232525" y="0"/>
                </a:lnTo>
                <a:lnTo>
                  <a:pt x="6233985" y="292"/>
                </a:lnTo>
                <a:lnTo>
                  <a:pt x="6235217" y="1117"/>
                </a:lnTo>
                <a:lnTo>
                  <a:pt x="6236042" y="2349"/>
                </a:lnTo>
                <a:lnTo>
                  <a:pt x="6236334" y="3809"/>
                </a:lnTo>
                <a:lnTo>
                  <a:pt x="7619" y="3809"/>
                </a:lnTo>
                <a:lnTo>
                  <a:pt x="3809" y="7619"/>
                </a:lnTo>
                <a:lnTo>
                  <a:pt x="7619" y="7619"/>
                </a:lnTo>
                <a:lnTo>
                  <a:pt x="7619" y="5749290"/>
                </a:lnTo>
                <a:lnTo>
                  <a:pt x="3809" y="5749290"/>
                </a:lnTo>
                <a:lnTo>
                  <a:pt x="7619" y="5753099"/>
                </a:lnTo>
                <a:lnTo>
                  <a:pt x="6236334" y="5753099"/>
                </a:lnTo>
                <a:lnTo>
                  <a:pt x="6236042" y="5754560"/>
                </a:lnTo>
                <a:lnTo>
                  <a:pt x="6235217" y="5755792"/>
                </a:lnTo>
                <a:lnTo>
                  <a:pt x="6233985" y="5756617"/>
                </a:lnTo>
                <a:lnTo>
                  <a:pt x="6232525" y="5756910"/>
                </a:lnTo>
                <a:close/>
              </a:path>
              <a:path w="6236334" h="5756909">
                <a:moveTo>
                  <a:pt x="7619" y="7619"/>
                </a:moveTo>
                <a:lnTo>
                  <a:pt x="3809" y="7619"/>
                </a:lnTo>
                <a:lnTo>
                  <a:pt x="7619" y="3809"/>
                </a:lnTo>
                <a:lnTo>
                  <a:pt x="7619" y="7619"/>
                </a:lnTo>
                <a:close/>
              </a:path>
              <a:path w="6236334" h="5756909">
                <a:moveTo>
                  <a:pt x="6228714" y="7619"/>
                </a:moveTo>
                <a:lnTo>
                  <a:pt x="7619" y="7619"/>
                </a:lnTo>
                <a:lnTo>
                  <a:pt x="7619" y="3809"/>
                </a:lnTo>
                <a:lnTo>
                  <a:pt x="6228714" y="3809"/>
                </a:lnTo>
                <a:lnTo>
                  <a:pt x="6228714" y="7619"/>
                </a:lnTo>
                <a:close/>
              </a:path>
              <a:path w="6236334" h="5756909">
                <a:moveTo>
                  <a:pt x="6228714" y="5753099"/>
                </a:moveTo>
                <a:lnTo>
                  <a:pt x="6228714" y="3809"/>
                </a:lnTo>
                <a:lnTo>
                  <a:pt x="6232525" y="7619"/>
                </a:lnTo>
                <a:lnTo>
                  <a:pt x="6236334" y="7619"/>
                </a:lnTo>
                <a:lnTo>
                  <a:pt x="6236334" y="5749289"/>
                </a:lnTo>
                <a:lnTo>
                  <a:pt x="6232525" y="5749290"/>
                </a:lnTo>
                <a:lnTo>
                  <a:pt x="6228714" y="5753099"/>
                </a:lnTo>
                <a:close/>
              </a:path>
              <a:path w="6236334" h="5756909">
                <a:moveTo>
                  <a:pt x="6236334" y="7619"/>
                </a:moveTo>
                <a:lnTo>
                  <a:pt x="6232525" y="7619"/>
                </a:lnTo>
                <a:lnTo>
                  <a:pt x="6228714" y="3809"/>
                </a:lnTo>
                <a:lnTo>
                  <a:pt x="6236334" y="3809"/>
                </a:lnTo>
                <a:lnTo>
                  <a:pt x="6236334" y="7619"/>
                </a:lnTo>
                <a:close/>
              </a:path>
              <a:path w="6236334" h="5756909">
                <a:moveTo>
                  <a:pt x="7619" y="5753099"/>
                </a:moveTo>
                <a:lnTo>
                  <a:pt x="3809" y="5749290"/>
                </a:lnTo>
                <a:lnTo>
                  <a:pt x="7619" y="5749290"/>
                </a:lnTo>
                <a:lnTo>
                  <a:pt x="7619" y="5753099"/>
                </a:lnTo>
                <a:close/>
              </a:path>
              <a:path w="6236334" h="5756909">
                <a:moveTo>
                  <a:pt x="6228714" y="5753099"/>
                </a:moveTo>
                <a:lnTo>
                  <a:pt x="7619" y="5753099"/>
                </a:lnTo>
                <a:lnTo>
                  <a:pt x="7619" y="5749290"/>
                </a:lnTo>
                <a:lnTo>
                  <a:pt x="6228714" y="5749290"/>
                </a:lnTo>
                <a:lnTo>
                  <a:pt x="6228714" y="5753099"/>
                </a:lnTo>
                <a:close/>
              </a:path>
              <a:path w="6236334" h="5756909">
                <a:moveTo>
                  <a:pt x="6236334" y="5753099"/>
                </a:moveTo>
                <a:lnTo>
                  <a:pt x="6228714" y="5753099"/>
                </a:lnTo>
                <a:lnTo>
                  <a:pt x="6232525" y="5749290"/>
                </a:lnTo>
                <a:lnTo>
                  <a:pt x="6236334" y="5749289"/>
                </a:lnTo>
                <a:lnTo>
                  <a:pt x="6236334" y="5753099"/>
                </a:lnTo>
                <a:close/>
              </a:path>
            </a:pathLst>
          </a:custGeom>
          <a:solidFill>
            <a:srgbClr val="E6E6E6"/>
          </a:solidFill>
        </p:spPr>
        <p:txBody>
          <a:bodyPr wrap="square" lIns="0" tIns="0" rIns="0" bIns="0" rtlCol="0"/>
          <a:lstStyle/>
          <a:p>
            <a:endParaRPr/>
          </a:p>
        </p:txBody>
      </p:sp>
      <p:sp>
        <p:nvSpPr>
          <p:cNvPr id="12" name="object 12"/>
          <p:cNvSpPr txBox="1"/>
          <p:nvPr/>
        </p:nvSpPr>
        <p:spPr>
          <a:xfrm>
            <a:off x="5814695" y="1263650"/>
            <a:ext cx="154940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宋体"/>
                <a:cs typeface="宋体"/>
              </a:rPr>
              <a:t>能直接解决客户痛点。</a:t>
            </a:r>
            <a:endParaRPr sz="1200">
              <a:latin typeface="宋体"/>
              <a:cs typeface="宋体"/>
            </a:endParaRPr>
          </a:p>
        </p:txBody>
      </p:sp>
      <p:sp>
        <p:nvSpPr>
          <p:cNvPr id="13" name="object 13"/>
          <p:cNvSpPr txBox="1"/>
          <p:nvPr/>
        </p:nvSpPr>
        <p:spPr>
          <a:xfrm>
            <a:off x="5814695" y="1035050"/>
            <a:ext cx="6071235" cy="5694680"/>
          </a:xfrm>
          <a:prstGeom prst="rect">
            <a:avLst/>
          </a:prstGeom>
        </p:spPr>
        <p:txBody>
          <a:bodyPr vert="horz" wrap="square" lIns="0" tIns="12700" rIns="0" bIns="0" rtlCol="0">
            <a:spAutoFit/>
          </a:bodyPr>
          <a:lstStyle/>
          <a:p>
            <a:pPr marL="317500">
              <a:lnSpc>
                <a:spcPct val="100000"/>
              </a:lnSpc>
              <a:spcBef>
                <a:spcPts val="100"/>
              </a:spcBef>
            </a:pPr>
            <a:r>
              <a:rPr sz="1200" dirty="0">
                <a:latin typeface="宋体"/>
                <a:cs typeface="宋体"/>
              </a:rPr>
              <a:t>列举品牌产品或服务的3—5</a:t>
            </a:r>
            <a:r>
              <a:rPr sz="1200" spc="-5" dirty="0">
                <a:latin typeface="宋体"/>
                <a:cs typeface="宋体"/>
              </a:rPr>
              <a:t>个核心优势。每个优势都应该与竞争对手有明显区别，并</a:t>
            </a:r>
            <a:endParaRPr sz="1200">
              <a:latin typeface="宋体"/>
              <a:cs typeface="宋体"/>
            </a:endParaRPr>
          </a:p>
          <a:p>
            <a:pPr>
              <a:lnSpc>
                <a:spcPct val="100000"/>
              </a:lnSpc>
              <a:spcBef>
                <a:spcPts val="45"/>
              </a:spcBef>
            </a:pPr>
            <a:endParaRPr sz="1650">
              <a:latin typeface="宋体"/>
              <a:cs typeface="宋体"/>
            </a:endParaRPr>
          </a:p>
          <a:p>
            <a:pPr marL="699135" indent="-381635">
              <a:lnSpc>
                <a:spcPct val="100000"/>
              </a:lnSpc>
              <a:buSzPct val="91666"/>
              <a:buAutoNum type="arabicPlain" startAt="5"/>
              <a:tabLst>
                <a:tab pos="699135" algn="l"/>
              </a:tabLst>
            </a:pPr>
            <a:r>
              <a:rPr sz="1200" spc="-10" dirty="0">
                <a:latin typeface="宋体"/>
                <a:cs typeface="宋体"/>
              </a:rPr>
              <a:t>情感价值：</a:t>
            </a:r>
            <a:endParaRPr sz="1200">
              <a:latin typeface="宋体"/>
              <a:cs typeface="宋体"/>
            </a:endParaRPr>
          </a:p>
          <a:p>
            <a:pPr marL="12700" marR="5080" indent="304800">
              <a:lnSpc>
                <a:spcPct val="125000"/>
              </a:lnSpc>
            </a:pPr>
            <a:r>
              <a:rPr sz="1200" spc="-5" dirty="0">
                <a:latin typeface="宋体"/>
                <a:cs typeface="宋体"/>
              </a:rPr>
              <a:t>描述品牌如何在情感层面与客户建立联系。包括品牌带来的情感体验、生活方式改善</a:t>
            </a:r>
            <a:r>
              <a:rPr sz="1200" spc="-10" dirty="0">
                <a:latin typeface="宋体"/>
                <a:cs typeface="宋体"/>
              </a:rPr>
              <a:t>或个人成长等方面。</a:t>
            </a:r>
            <a:endParaRPr sz="1200">
              <a:latin typeface="宋体"/>
              <a:cs typeface="宋体"/>
            </a:endParaRPr>
          </a:p>
          <a:p>
            <a:pPr marL="699135" indent="-381635">
              <a:lnSpc>
                <a:spcPct val="100000"/>
              </a:lnSpc>
              <a:spcBef>
                <a:spcPts val="360"/>
              </a:spcBef>
              <a:buSzPct val="91666"/>
              <a:buAutoNum type="arabicPlain" startAt="6"/>
              <a:tabLst>
                <a:tab pos="699135" algn="l"/>
              </a:tabLst>
            </a:pPr>
            <a:r>
              <a:rPr sz="1200" spc="-15" dirty="0">
                <a:latin typeface="宋体"/>
                <a:cs typeface="宋体"/>
              </a:rPr>
              <a:t>证明点：</a:t>
            </a:r>
            <a:endParaRPr sz="1200">
              <a:latin typeface="宋体"/>
              <a:cs typeface="宋体"/>
            </a:endParaRPr>
          </a:p>
          <a:p>
            <a:pPr marL="12700" marR="5080" indent="304800">
              <a:lnSpc>
                <a:spcPct val="125000"/>
              </a:lnSpc>
            </a:pPr>
            <a:r>
              <a:rPr sz="1200" dirty="0">
                <a:latin typeface="宋体"/>
                <a:cs typeface="宋体"/>
              </a:rPr>
              <a:t>提供2—3</a:t>
            </a:r>
            <a:r>
              <a:rPr sz="1200" spc="-5" dirty="0">
                <a:latin typeface="宋体"/>
                <a:cs typeface="宋体"/>
              </a:rPr>
              <a:t>个支持价值主张的具体证据或数据点。这可以包括客户见证、行业认证、性能数据或比较测试结果。</a:t>
            </a:r>
            <a:endParaRPr sz="1200">
              <a:latin typeface="宋体"/>
              <a:cs typeface="宋体"/>
            </a:endParaRPr>
          </a:p>
          <a:p>
            <a:pPr marL="699135" indent="-381635">
              <a:lnSpc>
                <a:spcPct val="100000"/>
              </a:lnSpc>
              <a:spcBef>
                <a:spcPts val="360"/>
              </a:spcBef>
              <a:buSzPct val="91666"/>
              <a:buAutoNum type="arabicPlain" startAt="7"/>
              <a:tabLst>
                <a:tab pos="699135" algn="l"/>
              </a:tabLst>
            </a:pPr>
            <a:r>
              <a:rPr sz="1200" spc="-10" dirty="0">
                <a:latin typeface="宋体"/>
                <a:cs typeface="宋体"/>
              </a:rPr>
              <a:t>差异化陈述：</a:t>
            </a:r>
            <a:endParaRPr sz="1200">
              <a:latin typeface="宋体"/>
              <a:cs typeface="宋体"/>
            </a:endParaRPr>
          </a:p>
          <a:p>
            <a:pPr marL="317500">
              <a:lnSpc>
                <a:spcPct val="100000"/>
              </a:lnSpc>
              <a:spcBef>
                <a:spcPts val="360"/>
              </a:spcBef>
            </a:pPr>
            <a:r>
              <a:rPr sz="1200" spc="-5" dirty="0">
                <a:latin typeface="宋体"/>
                <a:cs typeface="宋体"/>
              </a:rPr>
              <a:t>解释品牌的价值主张如何与主要竞争对手区分开来。强调品牌的独特之处。</a:t>
            </a:r>
            <a:endParaRPr sz="1200">
              <a:latin typeface="宋体"/>
              <a:cs typeface="宋体"/>
            </a:endParaRPr>
          </a:p>
          <a:p>
            <a:pPr marL="699135" indent="-381635">
              <a:lnSpc>
                <a:spcPct val="100000"/>
              </a:lnSpc>
              <a:spcBef>
                <a:spcPts val="360"/>
              </a:spcBef>
              <a:buSzPct val="91666"/>
              <a:buAutoNum type="arabicPlain" startAt="8"/>
              <a:tabLst>
                <a:tab pos="699135" algn="l"/>
              </a:tabLst>
            </a:pPr>
            <a:r>
              <a:rPr sz="1200" spc="-10" dirty="0">
                <a:latin typeface="宋体"/>
                <a:cs typeface="宋体"/>
              </a:rPr>
              <a:t>长期价值：</a:t>
            </a:r>
            <a:endParaRPr sz="1200">
              <a:latin typeface="宋体"/>
              <a:cs typeface="宋体"/>
            </a:endParaRPr>
          </a:p>
          <a:p>
            <a:pPr marL="317500">
              <a:lnSpc>
                <a:spcPct val="100000"/>
              </a:lnSpc>
              <a:spcBef>
                <a:spcPts val="360"/>
              </a:spcBef>
            </a:pPr>
            <a:r>
              <a:rPr sz="1200" spc="-5" dirty="0">
                <a:latin typeface="宋体"/>
                <a:cs typeface="宋体"/>
              </a:rPr>
              <a:t>描述客户长期使用品牌产品或服务可能获得的持续利益。这有助于建立品牌忠诚度。</a:t>
            </a:r>
            <a:endParaRPr sz="1200">
              <a:latin typeface="宋体"/>
              <a:cs typeface="宋体"/>
            </a:endParaRPr>
          </a:p>
          <a:p>
            <a:pPr marL="699135" indent="-381635">
              <a:lnSpc>
                <a:spcPct val="100000"/>
              </a:lnSpc>
              <a:spcBef>
                <a:spcPts val="360"/>
              </a:spcBef>
              <a:buSzPct val="91666"/>
              <a:buAutoNum type="arabicPlain" startAt="9"/>
              <a:tabLst>
                <a:tab pos="699135" algn="l"/>
              </a:tabLst>
            </a:pPr>
            <a:r>
              <a:rPr sz="1200" spc="-10" dirty="0">
                <a:latin typeface="宋体"/>
                <a:cs typeface="宋体"/>
              </a:rPr>
              <a:t>视觉化元素：</a:t>
            </a:r>
            <a:endParaRPr sz="1200">
              <a:latin typeface="宋体"/>
              <a:cs typeface="宋体"/>
            </a:endParaRPr>
          </a:p>
          <a:p>
            <a:pPr marL="317500">
              <a:lnSpc>
                <a:spcPct val="100000"/>
              </a:lnSpc>
              <a:spcBef>
                <a:spcPts val="360"/>
              </a:spcBef>
            </a:pPr>
            <a:r>
              <a:rPr sz="1200" spc="-5" dirty="0">
                <a:latin typeface="宋体"/>
                <a:cs typeface="宋体"/>
              </a:rPr>
              <a:t>提供一个能直观展示价值主张的视觉元素或比喻。这有助于增强价值主张的记忆度。</a:t>
            </a:r>
            <a:endParaRPr sz="1200">
              <a:latin typeface="宋体"/>
              <a:cs typeface="宋体"/>
            </a:endParaRPr>
          </a:p>
          <a:p>
            <a:pPr marL="775335" indent="-457834">
              <a:lnSpc>
                <a:spcPct val="100000"/>
              </a:lnSpc>
              <a:spcBef>
                <a:spcPts val="360"/>
              </a:spcBef>
              <a:buSzPct val="91666"/>
              <a:buAutoNum type="arabicPlain" startAt="10"/>
              <a:tabLst>
                <a:tab pos="775335" algn="l"/>
              </a:tabLst>
            </a:pPr>
            <a:r>
              <a:rPr sz="1200" spc="-10" dirty="0">
                <a:latin typeface="宋体"/>
                <a:cs typeface="宋体"/>
              </a:rPr>
              <a:t>简化版本：</a:t>
            </a:r>
            <a:endParaRPr sz="1200">
              <a:latin typeface="宋体"/>
              <a:cs typeface="宋体"/>
            </a:endParaRPr>
          </a:p>
          <a:p>
            <a:pPr marL="12700" marR="5080" indent="304800">
              <a:lnSpc>
                <a:spcPct val="125000"/>
              </a:lnSpc>
            </a:pPr>
            <a:r>
              <a:rPr sz="1200" spc="-5" dirty="0">
                <a:latin typeface="宋体"/>
                <a:cs typeface="宋体"/>
              </a:rPr>
              <a:t>创建一个简化版的价值主张，适用于快速传播或口头传达。这个版本应该在保留核心信息的同时更加简洁。</a:t>
            </a:r>
            <a:endParaRPr sz="1200">
              <a:latin typeface="宋体"/>
              <a:cs typeface="宋体"/>
            </a:endParaRPr>
          </a:p>
          <a:p>
            <a:pPr marL="317500">
              <a:lnSpc>
                <a:spcPct val="100000"/>
              </a:lnSpc>
              <a:spcBef>
                <a:spcPts val="360"/>
              </a:spcBef>
            </a:pPr>
            <a:r>
              <a:rPr sz="1200" spc="-10" dirty="0">
                <a:latin typeface="宋体"/>
                <a:cs typeface="宋体"/>
              </a:rPr>
              <a:t>评估标准：</a:t>
            </a:r>
            <a:endParaRPr sz="1200">
              <a:latin typeface="宋体"/>
              <a:cs typeface="宋体"/>
            </a:endParaRPr>
          </a:p>
          <a:p>
            <a:pPr marL="405765" indent="-88265">
              <a:lnSpc>
                <a:spcPct val="100000"/>
              </a:lnSpc>
              <a:spcBef>
                <a:spcPts val="360"/>
              </a:spcBef>
              <a:buChar char="-"/>
              <a:tabLst>
                <a:tab pos="405765" algn="l"/>
              </a:tabLst>
            </a:pPr>
            <a:r>
              <a:rPr sz="1200" spc="-5" dirty="0">
                <a:latin typeface="宋体"/>
                <a:cs typeface="宋体"/>
              </a:rPr>
              <a:t>清晰度：价值主张是否易于理解和记忆</a:t>
            </a:r>
            <a:endParaRPr sz="1200">
              <a:latin typeface="宋体"/>
              <a:cs typeface="宋体"/>
            </a:endParaRPr>
          </a:p>
          <a:p>
            <a:pPr marL="405765" indent="-88265">
              <a:lnSpc>
                <a:spcPct val="100000"/>
              </a:lnSpc>
              <a:spcBef>
                <a:spcPts val="360"/>
              </a:spcBef>
              <a:buChar char="-"/>
              <a:tabLst>
                <a:tab pos="405765" algn="l"/>
              </a:tabLst>
            </a:pPr>
            <a:r>
              <a:rPr sz="1200" spc="-5" dirty="0">
                <a:latin typeface="宋体"/>
                <a:cs typeface="宋体"/>
              </a:rPr>
              <a:t>相关性：是否直接解决目标受众的核心需求和痛点</a:t>
            </a:r>
            <a:endParaRPr sz="1200">
              <a:latin typeface="宋体"/>
              <a:cs typeface="宋体"/>
            </a:endParaRPr>
          </a:p>
          <a:p>
            <a:pPr marL="405765" indent="-88265">
              <a:lnSpc>
                <a:spcPct val="100000"/>
              </a:lnSpc>
              <a:spcBef>
                <a:spcPts val="360"/>
              </a:spcBef>
              <a:buChar char="-"/>
              <a:tabLst>
                <a:tab pos="405765" algn="l"/>
              </a:tabLst>
            </a:pPr>
            <a:r>
              <a:rPr sz="1200" spc="-5" dirty="0">
                <a:latin typeface="宋体"/>
                <a:cs typeface="宋体"/>
              </a:rPr>
              <a:t>独特性：是否明显区别于竞争对手的价值主张</a:t>
            </a:r>
            <a:endParaRPr sz="1200">
              <a:latin typeface="宋体"/>
              <a:cs typeface="宋体"/>
            </a:endParaRPr>
          </a:p>
          <a:p>
            <a:pPr marL="405765" indent="-88265">
              <a:lnSpc>
                <a:spcPct val="100000"/>
              </a:lnSpc>
              <a:spcBef>
                <a:spcPts val="360"/>
              </a:spcBef>
              <a:buChar char="-"/>
              <a:tabLst>
                <a:tab pos="405765" algn="l"/>
              </a:tabLst>
            </a:pPr>
            <a:r>
              <a:rPr sz="1200" spc="-5" dirty="0">
                <a:latin typeface="宋体"/>
                <a:cs typeface="宋体"/>
              </a:rPr>
              <a:t>可信度：是否有足够的证据支持</a:t>
            </a:r>
            <a:endParaRPr sz="1200">
              <a:latin typeface="宋体"/>
              <a:cs typeface="宋体"/>
            </a:endParaRPr>
          </a:p>
          <a:p>
            <a:pPr marL="405765" indent="-88265">
              <a:lnSpc>
                <a:spcPct val="100000"/>
              </a:lnSpc>
              <a:spcBef>
                <a:spcPts val="360"/>
              </a:spcBef>
              <a:buChar char="-"/>
              <a:tabLst>
                <a:tab pos="405765" algn="l"/>
              </a:tabLst>
            </a:pPr>
            <a:r>
              <a:rPr sz="1200" spc="-5" dirty="0">
                <a:latin typeface="宋体"/>
                <a:cs typeface="宋体"/>
              </a:rPr>
              <a:t>情感共鸣：是否能在情感层面与目标受众产生共鸣</a:t>
            </a:r>
            <a:endParaRPr sz="1200">
              <a:latin typeface="宋体"/>
              <a:cs typeface="宋体"/>
            </a:endParaRPr>
          </a:p>
          <a:p>
            <a:pPr marL="405765" indent="-88265">
              <a:lnSpc>
                <a:spcPct val="100000"/>
              </a:lnSpc>
              <a:spcBef>
                <a:spcPts val="360"/>
              </a:spcBef>
              <a:buChar char="-"/>
              <a:tabLst>
                <a:tab pos="405765" algn="l"/>
              </a:tabLst>
            </a:pPr>
            <a:r>
              <a:rPr sz="1200" spc="-5" dirty="0">
                <a:latin typeface="宋体"/>
                <a:cs typeface="宋体"/>
              </a:rPr>
              <a:t>可执行性：品牌是否有能力持续兑现这一价值主张</a:t>
            </a:r>
            <a:endParaRPr sz="1200">
              <a:latin typeface="宋体"/>
              <a:cs typeface="宋体"/>
            </a:endParaRPr>
          </a:p>
          <a:p>
            <a:pPr marL="317500">
              <a:lnSpc>
                <a:spcPct val="100000"/>
              </a:lnSpc>
              <a:spcBef>
                <a:spcPts val="360"/>
              </a:spcBef>
            </a:pPr>
            <a:r>
              <a:rPr sz="1200" spc="-5" dirty="0">
                <a:latin typeface="宋体"/>
                <a:cs typeface="宋体"/>
              </a:rPr>
              <a:t>请基于以上指南，创建一个全面而有说服力的品牌价值主张。</a:t>
            </a:r>
            <a:endParaRPr sz="1200">
              <a:latin typeface="宋体"/>
              <a:cs typeface="宋体"/>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7640320" cy="634365"/>
          </a:xfrm>
          <a:prstGeom prst="rect">
            <a:avLst/>
          </a:prstGeom>
        </p:spPr>
        <p:txBody>
          <a:bodyPr vert="horz" wrap="square" lIns="0" tIns="12065" rIns="0" bIns="0" rtlCol="0">
            <a:spAutoFit/>
          </a:bodyPr>
          <a:lstStyle/>
          <a:p>
            <a:pPr marL="12700">
              <a:lnSpc>
                <a:spcPct val="100000"/>
              </a:lnSpc>
              <a:spcBef>
                <a:spcPts val="95"/>
              </a:spcBef>
            </a:pPr>
            <a:r>
              <a:rPr sz="4000" spc="270" dirty="0"/>
              <a:t>未来愿景：描绘品牌的长远目</a:t>
            </a:r>
            <a:r>
              <a:rPr sz="4000" spc="-50" dirty="0"/>
              <a:t>标</a:t>
            </a:r>
            <a:endParaRPr sz="4000"/>
          </a:p>
        </p:txBody>
      </p:sp>
      <p:grpSp>
        <p:nvGrpSpPr>
          <p:cNvPr id="3" name="object 3"/>
          <p:cNvGrpSpPr/>
          <p:nvPr/>
        </p:nvGrpSpPr>
        <p:grpSpPr>
          <a:xfrm>
            <a:off x="191135" y="3901440"/>
            <a:ext cx="5454650" cy="2807335"/>
            <a:chOff x="191135" y="3901440"/>
            <a:chExt cx="5454650" cy="2807335"/>
          </a:xfrm>
        </p:grpSpPr>
        <p:sp>
          <p:nvSpPr>
            <p:cNvPr id="4" name="object 4"/>
            <p:cNvSpPr/>
            <p:nvPr/>
          </p:nvSpPr>
          <p:spPr>
            <a:xfrm>
              <a:off x="195072" y="3901440"/>
              <a:ext cx="2106295" cy="350520"/>
            </a:xfrm>
            <a:custGeom>
              <a:avLst/>
              <a:gdLst/>
              <a:ahLst/>
              <a:cxnLst/>
              <a:rect l="l" t="t" r="r" b="b"/>
              <a:pathLst>
                <a:path w="2106295" h="350520">
                  <a:moveTo>
                    <a:pt x="2048255" y="350520"/>
                  </a:moveTo>
                  <a:lnTo>
                    <a:pt x="57912" y="350520"/>
                  </a:lnTo>
                  <a:lnTo>
                    <a:pt x="35354" y="345569"/>
                  </a:lnTo>
                  <a:lnTo>
                    <a:pt x="16916" y="332841"/>
                  </a:lnTo>
                  <a:lnTo>
                    <a:pt x="4498" y="314094"/>
                  </a:lnTo>
                  <a:lnTo>
                    <a:pt x="0" y="291084"/>
                  </a:lnTo>
                  <a:lnTo>
                    <a:pt x="0" y="59436"/>
                  </a:lnTo>
                  <a:lnTo>
                    <a:pt x="4498" y="36425"/>
                  </a:lnTo>
                  <a:lnTo>
                    <a:pt x="16916" y="17678"/>
                  </a:lnTo>
                  <a:lnTo>
                    <a:pt x="35354" y="4950"/>
                  </a:lnTo>
                  <a:lnTo>
                    <a:pt x="57912" y="0"/>
                  </a:lnTo>
                  <a:lnTo>
                    <a:pt x="2048255" y="0"/>
                  </a:lnTo>
                  <a:lnTo>
                    <a:pt x="2070742" y="4950"/>
                  </a:lnTo>
                  <a:lnTo>
                    <a:pt x="2089156" y="17678"/>
                  </a:lnTo>
                  <a:lnTo>
                    <a:pt x="2101598" y="36425"/>
                  </a:lnTo>
                  <a:lnTo>
                    <a:pt x="2106167" y="59436"/>
                  </a:lnTo>
                  <a:lnTo>
                    <a:pt x="2106167" y="291084"/>
                  </a:lnTo>
                  <a:lnTo>
                    <a:pt x="2101598" y="314094"/>
                  </a:lnTo>
                  <a:lnTo>
                    <a:pt x="2089156" y="332841"/>
                  </a:lnTo>
                  <a:lnTo>
                    <a:pt x="2070742" y="345569"/>
                  </a:lnTo>
                  <a:lnTo>
                    <a:pt x="2048255" y="350520"/>
                  </a:lnTo>
                  <a:close/>
                </a:path>
              </a:pathLst>
            </a:custGeom>
            <a:solidFill>
              <a:srgbClr val="0A80DF"/>
            </a:solidFill>
          </p:spPr>
          <p:txBody>
            <a:bodyPr wrap="square" lIns="0" tIns="0" rIns="0" bIns="0" rtlCol="0"/>
            <a:lstStyle/>
            <a:p>
              <a:endParaRPr/>
            </a:p>
          </p:txBody>
        </p:sp>
        <p:sp>
          <p:nvSpPr>
            <p:cNvPr id="5" name="object 5"/>
            <p:cNvSpPr/>
            <p:nvPr/>
          </p:nvSpPr>
          <p:spPr>
            <a:xfrm>
              <a:off x="191135" y="4240530"/>
              <a:ext cx="5454650" cy="2468245"/>
            </a:xfrm>
            <a:custGeom>
              <a:avLst/>
              <a:gdLst/>
              <a:ahLst/>
              <a:cxnLst/>
              <a:rect l="l" t="t" r="r" b="b"/>
              <a:pathLst>
                <a:path w="5454650" h="2468245">
                  <a:moveTo>
                    <a:pt x="5450840" y="2468245"/>
                  </a:moveTo>
                  <a:lnTo>
                    <a:pt x="3809" y="2468245"/>
                  </a:lnTo>
                  <a:lnTo>
                    <a:pt x="2349" y="2467952"/>
                  </a:lnTo>
                  <a:lnTo>
                    <a:pt x="1117" y="2467127"/>
                  </a:lnTo>
                  <a:lnTo>
                    <a:pt x="292" y="2465895"/>
                  </a:lnTo>
                  <a:lnTo>
                    <a:pt x="0" y="2464435"/>
                  </a:lnTo>
                  <a:lnTo>
                    <a:pt x="0" y="3810"/>
                  </a:lnTo>
                  <a:lnTo>
                    <a:pt x="292" y="2349"/>
                  </a:lnTo>
                  <a:lnTo>
                    <a:pt x="1117" y="1117"/>
                  </a:lnTo>
                  <a:lnTo>
                    <a:pt x="2349" y="292"/>
                  </a:lnTo>
                  <a:lnTo>
                    <a:pt x="3809" y="0"/>
                  </a:lnTo>
                  <a:lnTo>
                    <a:pt x="5450840" y="0"/>
                  </a:lnTo>
                  <a:lnTo>
                    <a:pt x="5452300" y="292"/>
                  </a:lnTo>
                  <a:lnTo>
                    <a:pt x="5453532" y="1117"/>
                  </a:lnTo>
                  <a:lnTo>
                    <a:pt x="5454357" y="2349"/>
                  </a:lnTo>
                  <a:lnTo>
                    <a:pt x="5454650" y="3810"/>
                  </a:lnTo>
                  <a:lnTo>
                    <a:pt x="7619" y="3810"/>
                  </a:lnTo>
                  <a:lnTo>
                    <a:pt x="3809" y="7620"/>
                  </a:lnTo>
                  <a:lnTo>
                    <a:pt x="7619" y="7620"/>
                  </a:lnTo>
                  <a:lnTo>
                    <a:pt x="7619" y="2460625"/>
                  </a:lnTo>
                  <a:lnTo>
                    <a:pt x="3809" y="2460625"/>
                  </a:lnTo>
                  <a:lnTo>
                    <a:pt x="7619" y="2464435"/>
                  </a:lnTo>
                  <a:lnTo>
                    <a:pt x="5454650" y="2464435"/>
                  </a:lnTo>
                  <a:lnTo>
                    <a:pt x="5454357" y="2465895"/>
                  </a:lnTo>
                  <a:lnTo>
                    <a:pt x="5453532" y="2467127"/>
                  </a:lnTo>
                  <a:lnTo>
                    <a:pt x="5452300" y="2467952"/>
                  </a:lnTo>
                  <a:lnTo>
                    <a:pt x="5450840" y="2468245"/>
                  </a:lnTo>
                  <a:close/>
                </a:path>
                <a:path w="5454650" h="2468245">
                  <a:moveTo>
                    <a:pt x="7619" y="7620"/>
                  </a:moveTo>
                  <a:lnTo>
                    <a:pt x="3809" y="7620"/>
                  </a:lnTo>
                  <a:lnTo>
                    <a:pt x="7619" y="3810"/>
                  </a:lnTo>
                  <a:lnTo>
                    <a:pt x="7619" y="7620"/>
                  </a:lnTo>
                  <a:close/>
                </a:path>
                <a:path w="5454650" h="2468245">
                  <a:moveTo>
                    <a:pt x="5447030" y="7620"/>
                  </a:moveTo>
                  <a:lnTo>
                    <a:pt x="7619" y="7620"/>
                  </a:lnTo>
                  <a:lnTo>
                    <a:pt x="7619" y="3810"/>
                  </a:lnTo>
                  <a:lnTo>
                    <a:pt x="5447030" y="3810"/>
                  </a:lnTo>
                  <a:lnTo>
                    <a:pt x="5447030" y="7620"/>
                  </a:lnTo>
                  <a:close/>
                </a:path>
                <a:path w="5454650" h="2468245">
                  <a:moveTo>
                    <a:pt x="5447030" y="2464435"/>
                  </a:moveTo>
                  <a:lnTo>
                    <a:pt x="5447030" y="3810"/>
                  </a:lnTo>
                  <a:lnTo>
                    <a:pt x="5450840" y="7620"/>
                  </a:lnTo>
                  <a:lnTo>
                    <a:pt x="5454650" y="7620"/>
                  </a:lnTo>
                  <a:lnTo>
                    <a:pt x="5454650" y="2460625"/>
                  </a:lnTo>
                  <a:lnTo>
                    <a:pt x="5450840" y="2460625"/>
                  </a:lnTo>
                  <a:lnTo>
                    <a:pt x="5447030" y="2464435"/>
                  </a:lnTo>
                  <a:close/>
                </a:path>
                <a:path w="5454650" h="2468245">
                  <a:moveTo>
                    <a:pt x="5454650" y="7620"/>
                  </a:moveTo>
                  <a:lnTo>
                    <a:pt x="5450840" y="7620"/>
                  </a:lnTo>
                  <a:lnTo>
                    <a:pt x="5447030" y="3810"/>
                  </a:lnTo>
                  <a:lnTo>
                    <a:pt x="5454650" y="3810"/>
                  </a:lnTo>
                  <a:lnTo>
                    <a:pt x="5454650" y="7620"/>
                  </a:lnTo>
                  <a:close/>
                </a:path>
                <a:path w="5454650" h="2468245">
                  <a:moveTo>
                    <a:pt x="7619" y="2464435"/>
                  </a:moveTo>
                  <a:lnTo>
                    <a:pt x="3809" y="2460625"/>
                  </a:lnTo>
                  <a:lnTo>
                    <a:pt x="7619" y="2460625"/>
                  </a:lnTo>
                  <a:lnTo>
                    <a:pt x="7619" y="2464435"/>
                  </a:lnTo>
                  <a:close/>
                </a:path>
                <a:path w="5454650" h="2468245">
                  <a:moveTo>
                    <a:pt x="5447030" y="2464435"/>
                  </a:moveTo>
                  <a:lnTo>
                    <a:pt x="7619" y="2464435"/>
                  </a:lnTo>
                  <a:lnTo>
                    <a:pt x="7619" y="2460625"/>
                  </a:lnTo>
                  <a:lnTo>
                    <a:pt x="5447030" y="2460625"/>
                  </a:lnTo>
                  <a:lnTo>
                    <a:pt x="5447030" y="2464435"/>
                  </a:lnTo>
                  <a:close/>
                </a:path>
                <a:path w="5454650" h="2468245">
                  <a:moveTo>
                    <a:pt x="5454650" y="2464435"/>
                  </a:moveTo>
                  <a:lnTo>
                    <a:pt x="5447030" y="2464435"/>
                  </a:lnTo>
                  <a:lnTo>
                    <a:pt x="5450840" y="2460625"/>
                  </a:lnTo>
                  <a:lnTo>
                    <a:pt x="5454650" y="2460625"/>
                  </a:lnTo>
                  <a:lnTo>
                    <a:pt x="5454650" y="2464435"/>
                  </a:lnTo>
                  <a:close/>
                </a:path>
              </a:pathLst>
            </a:custGeom>
            <a:solidFill>
              <a:srgbClr val="E6E6E6"/>
            </a:solidFill>
          </p:spPr>
          <p:txBody>
            <a:bodyPr wrap="square" lIns="0" tIns="0" rIns="0" bIns="0" rtlCol="0"/>
            <a:lstStyle/>
            <a:p>
              <a:endParaRPr/>
            </a:p>
          </p:txBody>
        </p:sp>
      </p:grpSp>
      <p:sp>
        <p:nvSpPr>
          <p:cNvPr id="6" name="object 6"/>
          <p:cNvSpPr txBox="1"/>
          <p:nvPr/>
        </p:nvSpPr>
        <p:spPr>
          <a:xfrm>
            <a:off x="272415" y="2647822"/>
            <a:ext cx="5290820" cy="3941445"/>
          </a:xfrm>
          <a:prstGeom prst="rect">
            <a:avLst/>
          </a:prstGeom>
        </p:spPr>
        <p:txBody>
          <a:bodyPr vert="horz" wrap="square" lIns="0" tIns="50800" rIns="0" bIns="0" rtlCol="0">
            <a:spAutoFit/>
          </a:bodyPr>
          <a:lstStyle/>
          <a:p>
            <a:pPr marL="355600" indent="-342900">
              <a:lnSpc>
                <a:spcPct val="100000"/>
              </a:lnSpc>
              <a:spcBef>
                <a:spcPts val="400"/>
              </a:spcBef>
              <a:buFont typeface="Arial"/>
              <a:buAutoNum type="arabicPeriod"/>
              <a:tabLst>
                <a:tab pos="354965" algn="l"/>
                <a:tab pos="355600" algn="l"/>
              </a:tabLst>
            </a:pPr>
            <a:r>
              <a:rPr sz="1600" spc="-25" dirty="0">
                <a:latin typeface="宋体"/>
                <a:cs typeface="宋体"/>
              </a:rPr>
              <a:t>愿景过于抽象，缺乏实际意义</a:t>
            </a:r>
            <a:endParaRPr sz="1600">
              <a:latin typeface="宋体"/>
              <a:cs typeface="宋体"/>
            </a:endParaRPr>
          </a:p>
          <a:p>
            <a:pPr marL="355600" indent="-342900">
              <a:lnSpc>
                <a:spcPct val="100000"/>
              </a:lnSpc>
              <a:spcBef>
                <a:spcPts val="300"/>
              </a:spcBef>
              <a:buFont typeface="Arial"/>
              <a:buAutoNum type="arabicPeriod"/>
              <a:tabLst>
                <a:tab pos="354965" algn="l"/>
                <a:tab pos="355600" algn="l"/>
              </a:tabLst>
            </a:pPr>
            <a:r>
              <a:rPr sz="1600" spc="-25" dirty="0">
                <a:latin typeface="宋体"/>
                <a:cs typeface="宋体"/>
              </a:rPr>
              <a:t>忽视社会责任，仅关注商业目标</a:t>
            </a:r>
            <a:endParaRPr sz="1600">
              <a:latin typeface="宋体"/>
              <a:cs typeface="宋体"/>
            </a:endParaRPr>
          </a:p>
          <a:p>
            <a:pPr marL="355600" indent="-342900">
              <a:lnSpc>
                <a:spcPct val="100000"/>
              </a:lnSpc>
              <a:spcBef>
                <a:spcPts val="300"/>
              </a:spcBef>
              <a:buFont typeface="Arial"/>
              <a:buAutoNum type="arabicPeriod"/>
              <a:tabLst>
                <a:tab pos="354965" algn="l"/>
                <a:tab pos="355600" algn="l"/>
              </a:tabLst>
            </a:pPr>
            <a:r>
              <a:rPr sz="1600" spc="-25" dirty="0">
                <a:latin typeface="宋体"/>
                <a:cs typeface="宋体"/>
              </a:rPr>
              <a:t>未能激发利益相关者的共鸣</a:t>
            </a:r>
            <a:endParaRPr sz="1600">
              <a:latin typeface="宋体"/>
              <a:cs typeface="宋体"/>
            </a:endParaRPr>
          </a:p>
          <a:p>
            <a:pPr marL="355600" indent="-342900">
              <a:lnSpc>
                <a:spcPct val="100000"/>
              </a:lnSpc>
              <a:spcBef>
                <a:spcPts val="300"/>
              </a:spcBef>
              <a:buFont typeface="Arial"/>
              <a:buAutoNum type="arabicPeriod"/>
              <a:tabLst>
                <a:tab pos="354965" algn="l"/>
                <a:tab pos="355600" algn="l"/>
              </a:tabLst>
            </a:pPr>
            <a:r>
              <a:rPr sz="1600" spc="-25" dirty="0">
                <a:latin typeface="宋体"/>
                <a:cs typeface="宋体"/>
              </a:rPr>
              <a:t>愿景与品牌当前形象差距过大，缺乏可信度</a:t>
            </a:r>
            <a:endParaRPr sz="1600">
              <a:latin typeface="宋体"/>
              <a:cs typeface="宋体"/>
            </a:endParaRPr>
          </a:p>
          <a:p>
            <a:pPr marL="516255">
              <a:lnSpc>
                <a:spcPct val="100000"/>
              </a:lnSpc>
              <a:spcBef>
                <a:spcPts val="1205"/>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318135">
              <a:lnSpc>
                <a:spcPct val="100000"/>
              </a:lnSpc>
              <a:spcBef>
                <a:spcPts val="1145"/>
              </a:spcBef>
            </a:pPr>
            <a:r>
              <a:rPr sz="1200" spc="-105" dirty="0">
                <a:latin typeface="宋体"/>
                <a:cs typeface="宋体"/>
              </a:rPr>
              <a:t>为[</a:t>
            </a:r>
            <a:r>
              <a:rPr sz="1200" spc="-45" dirty="0">
                <a:latin typeface="宋体"/>
                <a:cs typeface="宋体"/>
              </a:rPr>
              <a:t>品牌名称]</a:t>
            </a:r>
            <a:r>
              <a:rPr sz="1200" spc="-5" dirty="0">
                <a:latin typeface="宋体"/>
                <a:cs typeface="宋体"/>
              </a:rPr>
              <a:t>创造一个富有感染力的品牌未来愿景，包含以下元素：</a:t>
            </a:r>
            <a:endParaRPr sz="1200">
              <a:latin typeface="宋体"/>
              <a:cs typeface="宋体"/>
            </a:endParaRPr>
          </a:p>
          <a:p>
            <a:pPr marL="700405" lvl="1" indent="-382270">
              <a:lnSpc>
                <a:spcPct val="100000"/>
              </a:lnSpc>
              <a:spcBef>
                <a:spcPts val="160"/>
              </a:spcBef>
              <a:buSzPct val="91666"/>
              <a:buAutoNum type="arabicPlain"/>
              <a:tabLst>
                <a:tab pos="700405" algn="l"/>
              </a:tabLst>
            </a:pPr>
            <a:r>
              <a:rPr sz="1200" spc="-10" dirty="0">
                <a:latin typeface="宋体"/>
                <a:cs typeface="宋体"/>
              </a:rPr>
              <a:t>愿景陈述：</a:t>
            </a:r>
            <a:endParaRPr sz="1200">
              <a:latin typeface="宋体"/>
              <a:cs typeface="宋体"/>
            </a:endParaRPr>
          </a:p>
          <a:p>
            <a:pPr marL="13970" marR="5080" indent="304800">
              <a:lnSpc>
                <a:spcPct val="111100"/>
              </a:lnSpc>
            </a:pPr>
            <a:r>
              <a:rPr sz="1200" dirty="0">
                <a:latin typeface="宋体"/>
                <a:cs typeface="宋体"/>
              </a:rPr>
              <a:t>用一句话描述品牌5—10</a:t>
            </a:r>
            <a:r>
              <a:rPr sz="1200" spc="-5" dirty="0">
                <a:latin typeface="宋体"/>
                <a:cs typeface="宋体"/>
              </a:rPr>
              <a:t>年后的理想状态。这个陈述应该简洁有力，富有远见，同时与品牌当前的核心价值观保持一致。</a:t>
            </a:r>
            <a:endParaRPr sz="1200">
              <a:latin typeface="宋体"/>
              <a:cs typeface="宋体"/>
            </a:endParaRPr>
          </a:p>
          <a:p>
            <a:pPr marL="700405" lvl="1" indent="-382270">
              <a:lnSpc>
                <a:spcPct val="100000"/>
              </a:lnSpc>
              <a:spcBef>
                <a:spcPts val="160"/>
              </a:spcBef>
              <a:buSzPct val="91666"/>
              <a:buAutoNum type="arabicPlain" startAt="2"/>
              <a:tabLst>
                <a:tab pos="700405" algn="l"/>
              </a:tabLst>
            </a:pPr>
            <a:r>
              <a:rPr sz="1200" spc="-10" dirty="0">
                <a:latin typeface="宋体"/>
                <a:cs typeface="宋体"/>
              </a:rPr>
              <a:t>行业影响：</a:t>
            </a:r>
            <a:endParaRPr sz="1200">
              <a:latin typeface="宋体"/>
              <a:cs typeface="宋体"/>
            </a:endParaRPr>
          </a:p>
          <a:p>
            <a:pPr marL="13970" marR="5080" indent="304800">
              <a:lnSpc>
                <a:spcPct val="111100"/>
              </a:lnSpc>
            </a:pPr>
            <a:r>
              <a:rPr sz="1200" spc="-5" dirty="0">
                <a:latin typeface="宋体"/>
                <a:cs typeface="宋体"/>
              </a:rPr>
              <a:t>描述品牌将如何引领行业发展或改变行业格局。包括技术创新、商业模式革新或服务标准提升等方面。</a:t>
            </a:r>
            <a:endParaRPr sz="1200">
              <a:latin typeface="宋体"/>
              <a:cs typeface="宋体"/>
            </a:endParaRPr>
          </a:p>
          <a:p>
            <a:pPr marL="700405" lvl="1" indent="-382270">
              <a:lnSpc>
                <a:spcPct val="100000"/>
              </a:lnSpc>
              <a:spcBef>
                <a:spcPts val="160"/>
              </a:spcBef>
              <a:buSzPct val="91666"/>
              <a:buAutoNum type="arabicPlain" startAt="3"/>
              <a:tabLst>
                <a:tab pos="700405" algn="l"/>
              </a:tabLst>
            </a:pPr>
            <a:r>
              <a:rPr sz="1200" spc="-10" dirty="0">
                <a:latin typeface="宋体"/>
                <a:cs typeface="宋体"/>
              </a:rPr>
              <a:t>社会贡献：</a:t>
            </a:r>
            <a:endParaRPr sz="1200">
              <a:latin typeface="宋体"/>
              <a:cs typeface="宋体"/>
            </a:endParaRPr>
          </a:p>
          <a:p>
            <a:pPr marL="13970" marR="5080" indent="304800">
              <a:lnSpc>
                <a:spcPct val="111100"/>
              </a:lnSpc>
            </a:pPr>
            <a:r>
              <a:rPr sz="1200" spc="-5" dirty="0">
                <a:latin typeface="宋体"/>
                <a:cs typeface="宋体"/>
              </a:rPr>
              <a:t>阐述品牌将为社会带来的积极影响。考虑环境保护、社会公平、教育发展或健康促进等方面的贡献。</a:t>
            </a:r>
            <a:endParaRPr sz="1200">
              <a:latin typeface="宋体"/>
              <a:cs typeface="宋体"/>
            </a:endParaRPr>
          </a:p>
          <a:p>
            <a:pPr marL="700405" lvl="1" indent="-382270">
              <a:lnSpc>
                <a:spcPct val="100000"/>
              </a:lnSpc>
              <a:spcBef>
                <a:spcPts val="160"/>
              </a:spcBef>
              <a:buSzPct val="91666"/>
              <a:buAutoNum type="arabicPlain" startAt="4"/>
              <a:tabLst>
                <a:tab pos="700405" algn="l"/>
              </a:tabLst>
            </a:pPr>
            <a:r>
              <a:rPr sz="1200" spc="-10" dirty="0">
                <a:latin typeface="宋体"/>
                <a:cs typeface="宋体"/>
              </a:rPr>
              <a:t>客户价值：</a:t>
            </a:r>
            <a:endParaRPr sz="1200">
              <a:latin typeface="宋体"/>
              <a:cs typeface="宋体"/>
            </a:endParaRPr>
          </a:p>
        </p:txBody>
      </p:sp>
      <p:sp>
        <p:nvSpPr>
          <p:cNvPr id="7" name="object 7"/>
          <p:cNvSpPr/>
          <p:nvPr/>
        </p:nvSpPr>
        <p:spPr>
          <a:xfrm>
            <a:off x="180657" y="1521142"/>
            <a:ext cx="2901315" cy="692150"/>
          </a:xfrm>
          <a:custGeom>
            <a:avLst/>
            <a:gdLst/>
            <a:ahLst/>
            <a:cxnLst/>
            <a:rect l="l" t="t" r="r" b="b"/>
            <a:pathLst>
              <a:path w="2901315" h="692150">
                <a:moveTo>
                  <a:pt x="28575" y="563562"/>
                </a:moveTo>
                <a:lnTo>
                  <a:pt x="0" y="563562"/>
                </a:lnTo>
                <a:lnTo>
                  <a:pt x="0" y="677862"/>
                </a:lnTo>
                <a:lnTo>
                  <a:pt x="14287" y="677862"/>
                </a:lnTo>
                <a:lnTo>
                  <a:pt x="14287" y="692150"/>
                </a:lnTo>
                <a:lnTo>
                  <a:pt x="27622" y="692150"/>
                </a:lnTo>
                <a:lnTo>
                  <a:pt x="27622" y="677862"/>
                </a:lnTo>
                <a:lnTo>
                  <a:pt x="28575" y="677862"/>
                </a:lnTo>
                <a:lnTo>
                  <a:pt x="28575" y="663575"/>
                </a:lnTo>
                <a:lnTo>
                  <a:pt x="28575" y="563562"/>
                </a:lnTo>
                <a:close/>
              </a:path>
              <a:path w="2901315" h="692150">
                <a:moveTo>
                  <a:pt x="28575" y="371792"/>
                </a:moveTo>
                <a:lnTo>
                  <a:pt x="22542" y="377825"/>
                </a:lnTo>
                <a:lnTo>
                  <a:pt x="22542" y="357505"/>
                </a:lnTo>
                <a:lnTo>
                  <a:pt x="0" y="357505"/>
                </a:lnTo>
                <a:lnTo>
                  <a:pt x="0" y="477837"/>
                </a:lnTo>
                <a:lnTo>
                  <a:pt x="28575" y="477837"/>
                </a:lnTo>
                <a:lnTo>
                  <a:pt x="28575" y="386080"/>
                </a:lnTo>
                <a:lnTo>
                  <a:pt x="28575" y="371792"/>
                </a:lnTo>
                <a:close/>
              </a:path>
              <a:path w="2901315" h="692150">
                <a:moveTo>
                  <a:pt x="28575" y="206057"/>
                </a:moveTo>
                <a:lnTo>
                  <a:pt x="0" y="206057"/>
                </a:lnTo>
                <a:lnTo>
                  <a:pt x="0" y="320357"/>
                </a:lnTo>
                <a:lnTo>
                  <a:pt x="28575" y="320357"/>
                </a:lnTo>
                <a:lnTo>
                  <a:pt x="28575" y="206057"/>
                </a:lnTo>
                <a:close/>
              </a:path>
              <a:path w="2901315" h="692150">
                <a:moveTo>
                  <a:pt x="28575" y="14287"/>
                </a:moveTo>
                <a:lnTo>
                  <a:pt x="22542" y="20320"/>
                </a:lnTo>
                <a:lnTo>
                  <a:pt x="22542" y="0"/>
                </a:lnTo>
                <a:lnTo>
                  <a:pt x="0" y="0"/>
                </a:lnTo>
                <a:lnTo>
                  <a:pt x="0" y="120332"/>
                </a:lnTo>
                <a:lnTo>
                  <a:pt x="28575" y="120332"/>
                </a:lnTo>
                <a:lnTo>
                  <a:pt x="28575" y="28575"/>
                </a:lnTo>
                <a:lnTo>
                  <a:pt x="28575" y="14287"/>
                </a:lnTo>
                <a:close/>
              </a:path>
              <a:path w="2901315" h="692150">
                <a:moveTo>
                  <a:pt x="171132" y="306070"/>
                </a:moveTo>
                <a:lnTo>
                  <a:pt x="56832" y="306070"/>
                </a:lnTo>
                <a:lnTo>
                  <a:pt x="56832" y="334645"/>
                </a:lnTo>
                <a:lnTo>
                  <a:pt x="171132" y="334645"/>
                </a:lnTo>
                <a:lnTo>
                  <a:pt x="171132" y="306070"/>
                </a:lnTo>
                <a:close/>
              </a:path>
              <a:path w="2901315" h="692150">
                <a:moveTo>
                  <a:pt x="222567" y="357505"/>
                </a:moveTo>
                <a:lnTo>
                  <a:pt x="108267" y="357505"/>
                </a:lnTo>
                <a:lnTo>
                  <a:pt x="108267" y="386080"/>
                </a:lnTo>
                <a:lnTo>
                  <a:pt x="222567" y="386080"/>
                </a:lnTo>
                <a:lnTo>
                  <a:pt x="222567" y="357505"/>
                </a:lnTo>
                <a:close/>
              </a:path>
              <a:path w="2901315" h="692150">
                <a:moveTo>
                  <a:pt x="222567" y="0"/>
                </a:moveTo>
                <a:lnTo>
                  <a:pt x="108267" y="0"/>
                </a:lnTo>
                <a:lnTo>
                  <a:pt x="108267" y="28575"/>
                </a:lnTo>
                <a:lnTo>
                  <a:pt x="222567" y="28575"/>
                </a:lnTo>
                <a:lnTo>
                  <a:pt x="222567" y="0"/>
                </a:lnTo>
                <a:close/>
              </a:path>
              <a:path w="2901315" h="692150">
                <a:moveTo>
                  <a:pt x="227647" y="663575"/>
                </a:moveTo>
                <a:lnTo>
                  <a:pt x="113347" y="663575"/>
                </a:lnTo>
                <a:lnTo>
                  <a:pt x="113347" y="692150"/>
                </a:lnTo>
                <a:lnTo>
                  <a:pt x="227647" y="692150"/>
                </a:lnTo>
                <a:lnTo>
                  <a:pt x="227647" y="663575"/>
                </a:lnTo>
                <a:close/>
              </a:path>
              <a:path w="2901315" h="692150">
                <a:moveTo>
                  <a:pt x="371157" y="306070"/>
                </a:moveTo>
                <a:lnTo>
                  <a:pt x="256857" y="306070"/>
                </a:lnTo>
                <a:lnTo>
                  <a:pt x="256857" y="334645"/>
                </a:lnTo>
                <a:lnTo>
                  <a:pt x="371157" y="334645"/>
                </a:lnTo>
                <a:lnTo>
                  <a:pt x="371157" y="306070"/>
                </a:lnTo>
                <a:close/>
              </a:path>
              <a:path w="2901315" h="692150">
                <a:moveTo>
                  <a:pt x="422592" y="357505"/>
                </a:moveTo>
                <a:lnTo>
                  <a:pt x="308292" y="357505"/>
                </a:lnTo>
                <a:lnTo>
                  <a:pt x="308292" y="386080"/>
                </a:lnTo>
                <a:lnTo>
                  <a:pt x="422592" y="386080"/>
                </a:lnTo>
                <a:lnTo>
                  <a:pt x="422592" y="357505"/>
                </a:lnTo>
                <a:close/>
              </a:path>
              <a:path w="2901315" h="692150">
                <a:moveTo>
                  <a:pt x="422592" y="0"/>
                </a:moveTo>
                <a:lnTo>
                  <a:pt x="308292" y="0"/>
                </a:lnTo>
                <a:lnTo>
                  <a:pt x="308292" y="28575"/>
                </a:lnTo>
                <a:lnTo>
                  <a:pt x="422592" y="28575"/>
                </a:lnTo>
                <a:lnTo>
                  <a:pt x="422592" y="0"/>
                </a:lnTo>
                <a:close/>
              </a:path>
              <a:path w="2901315" h="692150">
                <a:moveTo>
                  <a:pt x="427672" y="663575"/>
                </a:moveTo>
                <a:lnTo>
                  <a:pt x="313372" y="663575"/>
                </a:lnTo>
                <a:lnTo>
                  <a:pt x="313372" y="692150"/>
                </a:lnTo>
                <a:lnTo>
                  <a:pt x="427672" y="692150"/>
                </a:lnTo>
                <a:lnTo>
                  <a:pt x="427672" y="663575"/>
                </a:lnTo>
                <a:close/>
              </a:path>
              <a:path w="2901315" h="692150">
                <a:moveTo>
                  <a:pt x="571182" y="306070"/>
                </a:moveTo>
                <a:lnTo>
                  <a:pt x="456882" y="306070"/>
                </a:lnTo>
                <a:lnTo>
                  <a:pt x="456882" y="334645"/>
                </a:lnTo>
                <a:lnTo>
                  <a:pt x="571182" y="334645"/>
                </a:lnTo>
                <a:lnTo>
                  <a:pt x="571182" y="306070"/>
                </a:lnTo>
                <a:close/>
              </a:path>
              <a:path w="2901315" h="692150">
                <a:moveTo>
                  <a:pt x="622617" y="357505"/>
                </a:moveTo>
                <a:lnTo>
                  <a:pt x="508317" y="357505"/>
                </a:lnTo>
                <a:lnTo>
                  <a:pt x="508317" y="386080"/>
                </a:lnTo>
                <a:lnTo>
                  <a:pt x="622617" y="386080"/>
                </a:lnTo>
                <a:lnTo>
                  <a:pt x="622617" y="357505"/>
                </a:lnTo>
                <a:close/>
              </a:path>
              <a:path w="2901315" h="692150">
                <a:moveTo>
                  <a:pt x="622617" y="0"/>
                </a:moveTo>
                <a:lnTo>
                  <a:pt x="508317" y="0"/>
                </a:lnTo>
                <a:lnTo>
                  <a:pt x="508317" y="28575"/>
                </a:lnTo>
                <a:lnTo>
                  <a:pt x="622617" y="28575"/>
                </a:lnTo>
                <a:lnTo>
                  <a:pt x="622617" y="0"/>
                </a:lnTo>
                <a:close/>
              </a:path>
              <a:path w="2901315" h="692150">
                <a:moveTo>
                  <a:pt x="627697" y="663575"/>
                </a:moveTo>
                <a:lnTo>
                  <a:pt x="513397" y="663575"/>
                </a:lnTo>
                <a:lnTo>
                  <a:pt x="513397" y="692150"/>
                </a:lnTo>
                <a:lnTo>
                  <a:pt x="627697" y="692150"/>
                </a:lnTo>
                <a:lnTo>
                  <a:pt x="627697" y="663575"/>
                </a:lnTo>
                <a:close/>
              </a:path>
              <a:path w="2901315" h="692150">
                <a:moveTo>
                  <a:pt x="771207" y="306070"/>
                </a:moveTo>
                <a:lnTo>
                  <a:pt x="656907" y="306070"/>
                </a:lnTo>
                <a:lnTo>
                  <a:pt x="656907" y="334645"/>
                </a:lnTo>
                <a:lnTo>
                  <a:pt x="771207" y="334645"/>
                </a:lnTo>
                <a:lnTo>
                  <a:pt x="771207" y="306070"/>
                </a:lnTo>
                <a:close/>
              </a:path>
              <a:path w="2901315" h="692150">
                <a:moveTo>
                  <a:pt x="822642" y="357505"/>
                </a:moveTo>
                <a:lnTo>
                  <a:pt x="708342" y="357505"/>
                </a:lnTo>
                <a:lnTo>
                  <a:pt x="708342" y="386080"/>
                </a:lnTo>
                <a:lnTo>
                  <a:pt x="822642" y="386080"/>
                </a:lnTo>
                <a:lnTo>
                  <a:pt x="822642" y="357505"/>
                </a:lnTo>
                <a:close/>
              </a:path>
              <a:path w="2901315" h="692150">
                <a:moveTo>
                  <a:pt x="822642" y="0"/>
                </a:moveTo>
                <a:lnTo>
                  <a:pt x="708342" y="0"/>
                </a:lnTo>
                <a:lnTo>
                  <a:pt x="708342" y="28575"/>
                </a:lnTo>
                <a:lnTo>
                  <a:pt x="822642" y="28575"/>
                </a:lnTo>
                <a:lnTo>
                  <a:pt x="822642" y="0"/>
                </a:lnTo>
                <a:close/>
              </a:path>
              <a:path w="2901315" h="692150">
                <a:moveTo>
                  <a:pt x="827722" y="663575"/>
                </a:moveTo>
                <a:lnTo>
                  <a:pt x="713422" y="663575"/>
                </a:lnTo>
                <a:lnTo>
                  <a:pt x="713422" y="692150"/>
                </a:lnTo>
                <a:lnTo>
                  <a:pt x="827722" y="692150"/>
                </a:lnTo>
                <a:lnTo>
                  <a:pt x="827722" y="663575"/>
                </a:lnTo>
                <a:close/>
              </a:path>
              <a:path w="2901315" h="692150">
                <a:moveTo>
                  <a:pt x="971232" y="306070"/>
                </a:moveTo>
                <a:lnTo>
                  <a:pt x="856932" y="306070"/>
                </a:lnTo>
                <a:lnTo>
                  <a:pt x="856932" y="334645"/>
                </a:lnTo>
                <a:lnTo>
                  <a:pt x="971232" y="334645"/>
                </a:lnTo>
                <a:lnTo>
                  <a:pt x="971232" y="306070"/>
                </a:lnTo>
                <a:close/>
              </a:path>
              <a:path w="2901315" h="692150">
                <a:moveTo>
                  <a:pt x="1022667" y="357505"/>
                </a:moveTo>
                <a:lnTo>
                  <a:pt x="908367" y="357505"/>
                </a:lnTo>
                <a:lnTo>
                  <a:pt x="908367" y="386080"/>
                </a:lnTo>
                <a:lnTo>
                  <a:pt x="1022667" y="386080"/>
                </a:lnTo>
                <a:lnTo>
                  <a:pt x="1022667" y="357505"/>
                </a:lnTo>
                <a:close/>
              </a:path>
              <a:path w="2901315" h="692150">
                <a:moveTo>
                  <a:pt x="1022667" y="0"/>
                </a:moveTo>
                <a:lnTo>
                  <a:pt x="908367" y="0"/>
                </a:lnTo>
                <a:lnTo>
                  <a:pt x="908367" y="28575"/>
                </a:lnTo>
                <a:lnTo>
                  <a:pt x="1022667" y="28575"/>
                </a:lnTo>
                <a:lnTo>
                  <a:pt x="1022667" y="0"/>
                </a:lnTo>
                <a:close/>
              </a:path>
              <a:path w="2901315" h="692150">
                <a:moveTo>
                  <a:pt x="1027747" y="663575"/>
                </a:moveTo>
                <a:lnTo>
                  <a:pt x="913447" y="663575"/>
                </a:lnTo>
                <a:lnTo>
                  <a:pt x="913447" y="692150"/>
                </a:lnTo>
                <a:lnTo>
                  <a:pt x="1027747" y="692150"/>
                </a:lnTo>
                <a:lnTo>
                  <a:pt x="1027747" y="663575"/>
                </a:lnTo>
                <a:close/>
              </a:path>
              <a:path w="2901315" h="692150">
                <a:moveTo>
                  <a:pt x="1171257" y="306070"/>
                </a:moveTo>
                <a:lnTo>
                  <a:pt x="1056957" y="306070"/>
                </a:lnTo>
                <a:lnTo>
                  <a:pt x="1056957" y="334645"/>
                </a:lnTo>
                <a:lnTo>
                  <a:pt x="1171257" y="334645"/>
                </a:lnTo>
                <a:lnTo>
                  <a:pt x="1171257" y="306070"/>
                </a:lnTo>
                <a:close/>
              </a:path>
              <a:path w="2901315" h="692150">
                <a:moveTo>
                  <a:pt x="1222692" y="357505"/>
                </a:moveTo>
                <a:lnTo>
                  <a:pt x="1108392" y="357505"/>
                </a:lnTo>
                <a:lnTo>
                  <a:pt x="1108392" y="386080"/>
                </a:lnTo>
                <a:lnTo>
                  <a:pt x="1222692" y="386080"/>
                </a:lnTo>
                <a:lnTo>
                  <a:pt x="1222692" y="357505"/>
                </a:lnTo>
                <a:close/>
              </a:path>
              <a:path w="2901315" h="692150">
                <a:moveTo>
                  <a:pt x="1222692" y="0"/>
                </a:moveTo>
                <a:lnTo>
                  <a:pt x="1108392" y="0"/>
                </a:lnTo>
                <a:lnTo>
                  <a:pt x="1108392" y="28575"/>
                </a:lnTo>
                <a:lnTo>
                  <a:pt x="1222692" y="28575"/>
                </a:lnTo>
                <a:lnTo>
                  <a:pt x="1222692" y="0"/>
                </a:lnTo>
                <a:close/>
              </a:path>
              <a:path w="2901315" h="692150">
                <a:moveTo>
                  <a:pt x="1227772" y="663575"/>
                </a:moveTo>
                <a:lnTo>
                  <a:pt x="1113472" y="663575"/>
                </a:lnTo>
                <a:lnTo>
                  <a:pt x="1113472" y="692150"/>
                </a:lnTo>
                <a:lnTo>
                  <a:pt x="1227772" y="692150"/>
                </a:lnTo>
                <a:lnTo>
                  <a:pt x="1227772" y="663575"/>
                </a:lnTo>
                <a:close/>
              </a:path>
              <a:path w="2901315" h="692150">
                <a:moveTo>
                  <a:pt x="1371282" y="306070"/>
                </a:moveTo>
                <a:lnTo>
                  <a:pt x="1256982" y="306070"/>
                </a:lnTo>
                <a:lnTo>
                  <a:pt x="1256982" y="334645"/>
                </a:lnTo>
                <a:lnTo>
                  <a:pt x="1371282" y="334645"/>
                </a:lnTo>
                <a:lnTo>
                  <a:pt x="1371282" y="306070"/>
                </a:lnTo>
                <a:close/>
              </a:path>
              <a:path w="2901315" h="692150">
                <a:moveTo>
                  <a:pt x="1422717" y="357505"/>
                </a:moveTo>
                <a:lnTo>
                  <a:pt x="1308417" y="357505"/>
                </a:lnTo>
                <a:lnTo>
                  <a:pt x="1308417" y="386080"/>
                </a:lnTo>
                <a:lnTo>
                  <a:pt x="1422717" y="386080"/>
                </a:lnTo>
                <a:lnTo>
                  <a:pt x="1422717" y="357505"/>
                </a:lnTo>
                <a:close/>
              </a:path>
              <a:path w="2901315" h="692150">
                <a:moveTo>
                  <a:pt x="1422717" y="0"/>
                </a:moveTo>
                <a:lnTo>
                  <a:pt x="1308417" y="0"/>
                </a:lnTo>
                <a:lnTo>
                  <a:pt x="1308417" y="28575"/>
                </a:lnTo>
                <a:lnTo>
                  <a:pt x="1422717" y="28575"/>
                </a:lnTo>
                <a:lnTo>
                  <a:pt x="1422717" y="0"/>
                </a:lnTo>
                <a:close/>
              </a:path>
              <a:path w="2901315" h="692150">
                <a:moveTo>
                  <a:pt x="1427797" y="663575"/>
                </a:moveTo>
                <a:lnTo>
                  <a:pt x="1313497" y="663575"/>
                </a:lnTo>
                <a:lnTo>
                  <a:pt x="1313497" y="692150"/>
                </a:lnTo>
                <a:lnTo>
                  <a:pt x="1427797" y="692150"/>
                </a:lnTo>
                <a:lnTo>
                  <a:pt x="1427797" y="663575"/>
                </a:lnTo>
                <a:close/>
              </a:path>
              <a:path w="2901315" h="692150">
                <a:moveTo>
                  <a:pt x="1571307" y="306070"/>
                </a:moveTo>
                <a:lnTo>
                  <a:pt x="1456994" y="306070"/>
                </a:lnTo>
                <a:lnTo>
                  <a:pt x="1456994" y="334645"/>
                </a:lnTo>
                <a:lnTo>
                  <a:pt x="1571307" y="334645"/>
                </a:lnTo>
                <a:lnTo>
                  <a:pt x="1571307" y="306070"/>
                </a:lnTo>
                <a:close/>
              </a:path>
              <a:path w="2901315" h="692150">
                <a:moveTo>
                  <a:pt x="1622742" y="357505"/>
                </a:moveTo>
                <a:lnTo>
                  <a:pt x="1508442" y="357505"/>
                </a:lnTo>
                <a:lnTo>
                  <a:pt x="1508442" y="386080"/>
                </a:lnTo>
                <a:lnTo>
                  <a:pt x="1622742" y="386080"/>
                </a:lnTo>
                <a:lnTo>
                  <a:pt x="1622742" y="357505"/>
                </a:lnTo>
                <a:close/>
              </a:path>
              <a:path w="2901315" h="692150">
                <a:moveTo>
                  <a:pt x="1622742" y="0"/>
                </a:moveTo>
                <a:lnTo>
                  <a:pt x="1508442" y="0"/>
                </a:lnTo>
                <a:lnTo>
                  <a:pt x="1508442" y="28575"/>
                </a:lnTo>
                <a:lnTo>
                  <a:pt x="1622742" y="28575"/>
                </a:lnTo>
                <a:lnTo>
                  <a:pt x="1622742" y="0"/>
                </a:lnTo>
                <a:close/>
              </a:path>
              <a:path w="2901315" h="692150">
                <a:moveTo>
                  <a:pt x="1627822" y="663575"/>
                </a:moveTo>
                <a:lnTo>
                  <a:pt x="1513522" y="663575"/>
                </a:lnTo>
                <a:lnTo>
                  <a:pt x="1513522" y="692150"/>
                </a:lnTo>
                <a:lnTo>
                  <a:pt x="1627822" y="692150"/>
                </a:lnTo>
                <a:lnTo>
                  <a:pt x="1627822" y="663575"/>
                </a:lnTo>
                <a:close/>
              </a:path>
              <a:path w="2901315" h="692150">
                <a:moveTo>
                  <a:pt x="1771332" y="306070"/>
                </a:moveTo>
                <a:lnTo>
                  <a:pt x="1657032" y="306070"/>
                </a:lnTo>
                <a:lnTo>
                  <a:pt x="1657032" y="334645"/>
                </a:lnTo>
                <a:lnTo>
                  <a:pt x="1771332" y="334645"/>
                </a:lnTo>
                <a:lnTo>
                  <a:pt x="1771332" y="306070"/>
                </a:lnTo>
                <a:close/>
              </a:path>
              <a:path w="2901315" h="692150">
                <a:moveTo>
                  <a:pt x="1822767" y="357505"/>
                </a:moveTo>
                <a:lnTo>
                  <a:pt x="1708467" y="357505"/>
                </a:lnTo>
                <a:lnTo>
                  <a:pt x="1708467" y="386080"/>
                </a:lnTo>
                <a:lnTo>
                  <a:pt x="1822767" y="386080"/>
                </a:lnTo>
                <a:lnTo>
                  <a:pt x="1822767" y="357505"/>
                </a:lnTo>
                <a:close/>
              </a:path>
              <a:path w="2901315" h="692150">
                <a:moveTo>
                  <a:pt x="1822767" y="0"/>
                </a:moveTo>
                <a:lnTo>
                  <a:pt x="1708467" y="0"/>
                </a:lnTo>
                <a:lnTo>
                  <a:pt x="1708467" y="28575"/>
                </a:lnTo>
                <a:lnTo>
                  <a:pt x="1822767" y="28575"/>
                </a:lnTo>
                <a:lnTo>
                  <a:pt x="1822767" y="0"/>
                </a:lnTo>
                <a:close/>
              </a:path>
              <a:path w="2901315" h="692150">
                <a:moveTo>
                  <a:pt x="1827847" y="663575"/>
                </a:moveTo>
                <a:lnTo>
                  <a:pt x="1713547" y="663575"/>
                </a:lnTo>
                <a:lnTo>
                  <a:pt x="1713547" y="692150"/>
                </a:lnTo>
                <a:lnTo>
                  <a:pt x="1827847" y="692150"/>
                </a:lnTo>
                <a:lnTo>
                  <a:pt x="1827847" y="663575"/>
                </a:lnTo>
                <a:close/>
              </a:path>
              <a:path w="2901315" h="692150">
                <a:moveTo>
                  <a:pt x="1971357" y="306070"/>
                </a:moveTo>
                <a:lnTo>
                  <a:pt x="1857057" y="306070"/>
                </a:lnTo>
                <a:lnTo>
                  <a:pt x="1857057" y="334645"/>
                </a:lnTo>
                <a:lnTo>
                  <a:pt x="1971357" y="334645"/>
                </a:lnTo>
                <a:lnTo>
                  <a:pt x="1971357" y="306070"/>
                </a:lnTo>
                <a:close/>
              </a:path>
              <a:path w="2901315" h="692150">
                <a:moveTo>
                  <a:pt x="2022792" y="357505"/>
                </a:moveTo>
                <a:lnTo>
                  <a:pt x="1908492" y="357505"/>
                </a:lnTo>
                <a:lnTo>
                  <a:pt x="1908492" y="386080"/>
                </a:lnTo>
                <a:lnTo>
                  <a:pt x="2022792" y="386080"/>
                </a:lnTo>
                <a:lnTo>
                  <a:pt x="2022792" y="357505"/>
                </a:lnTo>
                <a:close/>
              </a:path>
              <a:path w="2901315" h="692150">
                <a:moveTo>
                  <a:pt x="2022792" y="0"/>
                </a:moveTo>
                <a:lnTo>
                  <a:pt x="1908492" y="0"/>
                </a:lnTo>
                <a:lnTo>
                  <a:pt x="1908492" y="28575"/>
                </a:lnTo>
                <a:lnTo>
                  <a:pt x="2022792" y="28575"/>
                </a:lnTo>
                <a:lnTo>
                  <a:pt x="2022792" y="0"/>
                </a:lnTo>
                <a:close/>
              </a:path>
              <a:path w="2901315" h="692150">
                <a:moveTo>
                  <a:pt x="2027872" y="663575"/>
                </a:moveTo>
                <a:lnTo>
                  <a:pt x="1913572" y="663575"/>
                </a:lnTo>
                <a:lnTo>
                  <a:pt x="1913572" y="692150"/>
                </a:lnTo>
                <a:lnTo>
                  <a:pt x="2027872" y="692150"/>
                </a:lnTo>
                <a:lnTo>
                  <a:pt x="2027872" y="663575"/>
                </a:lnTo>
                <a:close/>
              </a:path>
              <a:path w="2901315" h="692150">
                <a:moveTo>
                  <a:pt x="2171382" y="306070"/>
                </a:moveTo>
                <a:lnTo>
                  <a:pt x="2057082" y="306070"/>
                </a:lnTo>
                <a:lnTo>
                  <a:pt x="2057082" y="334645"/>
                </a:lnTo>
                <a:lnTo>
                  <a:pt x="2171382" y="334645"/>
                </a:lnTo>
                <a:lnTo>
                  <a:pt x="2171382" y="306070"/>
                </a:lnTo>
                <a:close/>
              </a:path>
              <a:path w="2901315" h="692150">
                <a:moveTo>
                  <a:pt x="2222817" y="357505"/>
                </a:moveTo>
                <a:lnTo>
                  <a:pt x="2108517" y="357505"/>
                </a:lnTo>
                <a:lnTo>
                  <a:pt x="2108517" y="386080"/>
                </a:lnTo>
                <a:lnTo>
                  <a:pt x="2222817" y="386080"/>
                </a:lnTo>
                <a:lnTo>
                  <a:pt x="2222817" y="357505"/>
                </a:lnTo>
                <a:close/>
              </a:path>
              <a:path w="2901315" h="692150">
                <a:moveTo>
                  <a:pt x="2222817" y="0"/>
                </a:moveTo>
                <a:lnTo>
                  <a:pt x="2108517" y="0"/>
                </a:lnTo>
                <a:lnTo>
                  <a:pt x="2108517" y="28575"/>
                </a:lnTo>
                <a:lnTo>
                  <a:pt x="2222817" y="28575"/>
                </a:lnTo>
                <a:lnTo>
                  <a:pt x="2222817" y="0"/>
                </a:lnTo>
                <a:close/>
              </a:path>
              <a:path w="2901315" h="692150">
                <a:moveTo>
                  <a:pt x="2227897" y="663575"/>
                </a:moveTo>
                <a:lnTo>
                  <a:pt x="2113597" y="663575"/>
                </a:lnTo>
                <a:lnTo>
                  <a:pt x="2113597" y="692150"/>
                </a:lnTo>
                <a:lnTo>
                  <a:pt x="2227897" y="692150"/>
                </a:lnTo>
                <a:lnTo>
                  <a:pt x="2227897" y="663575"/>
                </a:lnTo>
                <a:close/>
              </a:path>
              <a:path w="2901315" h="692150">
                <a:moveTo>
                  <a:pt x="2371407" y="306070"/>
                </a:moveTo>
                <a:lnTo>
                  <a:pt x="2257107" y="306070"/>
                </a:lnTo>
                <a:lnTo>
                  <a:pt x="2257107" y="334645"/>
                </a:lnTo>
                <a:lnTo>
                  <a:pt x="2371407" y="334645"/>
                </a:lnTo>
                <a:lnTo>
                  <a:pt x="2371407" y="306070"/>
                </a:lnTo>
                <a:close/>
              </a:path>
              <a:path w="2901315" h="692150">
                <a:moveTo>
                  <a:pt x="2422842" y="357505"/>
                </a:moveTo>
                <a:lnTo>
                  <a:pt x="2308542" y="357505"/>
                </a:lnTo>
                <a:lnTo>
                  <a:pt x="2308542" y="386080"/>
                </a:lnTo>
                <a:lnTo>
                  <a:pt x="2422842" y="386080"/>
                </a:lnTo>
                <a:lnTo>
                  <a:pt x="2422842" y="357505"/>
                </a:lnTo>
                <a:close/>
              </a:path>
              <a:path w="2901315" h="692150">
                <a:moveTo>
                  <a:pt x="2422842" y="0"/>
                </a:moveTo>
                <a:lnTo>
                  <a:pt x="2308542" y="0"/>
                </a:lnTo>
                <a:lnTo>
                  <a:pt x="2308542" y="28575"/>
                </a:lnTo>
                <a:lnTo>
                  <a:pt x="2422842" y="28575"/>
                </a:lnTo>
                <a:lnTo>
                  <a:pt x="2422842" y="0"/>
                </a:lnTo>
                <a:close/>
              </a:path>
              <a:path w="2901315" h="692150">
                <a:moveTo>
                  <a:pt x="2427922" y="663575"/>
                </a:moveTo>
                <a:lnTo>
                  <a:pt x="2313622" y="663575"/>
                </a:lnTo>
                <a:lnTo>
                  <a:pt x="2313622" y="692150"/>
                </a:lnTo>
                <a:lnTo>
                  <a:pt x="2427922" y="692150"/>
                </a:lnTo>
                <a:lnTo>
                  <a:pt x="2427922" y="663575"/>
                </a:lnTo>
                <a:close/>
              </a:path>
              <a:path w="2901315" h="692150">
                <a:moveTo>
                  <a:pt x="2571432" y="306070"/>
                </a:moveTo>
                <a:lnTo>
                  <a:pt x="2457132" y="306070"/>
                </a:lnTo>
                <a:lnTo>
                  <a:pt x="2457132" y="334645"/>
                </a:lnTo>
                <a:lnTo>
                  <a:pt x="2571432" y="334645"/>
                </a:lnTo>
                <a:lnTo>
                  <a:pt x="2571432" y="306070"/>
                </a:lnTo>
                <a:close/>
              </a:path>
              <a:path w="2901315" h="692150">
                <a:moveTo>
                  <a:pt x="2622867" y="0"/>
                </a:moveTo>
                <a:lnTo>
                  <a:pt x="2508567" y="0"/>
                </a:lnTo>
                <a:lnTo>
                  <a:pt x="2508567" y="28575"/>
                </a:lnTo>
                <a:lnTo>
                  <a:pt x="2622867" y="28575"/>
                </a:lnTo>
                <a:lnTo>
                  <a:pt x="2622867" y="0"/>
                </a:lnTo>
                <a:close/>
              </a:path>
              <a:path w="2901315" h="692150">
                <a:moveTo>
                  <a:pt x="2629535" y="665162"/>
                </a:moveTo>
                <a:lnTo>
                  <a:pt x="2613660" y="665162"/>
                </a:lnTo>
                <a:lnTo>
                  <a:pt x="2615247" y="663575"/>
                </a:lnTo>
                <a:lnTo>
                  <a:pt x="2600960" y="663575"/>
                </a:lnTo>
                <a:lnTo>
                  <a:pt x="2513647" y="663575"/>
                </a:lnTo>
                <a:lnTo>
                  <a:pt x="2513647" y="692150"/>
                </a:lnTo>
                <a:lnTo>
                  <a:pt x="2629535" y="692150"/>
                </a:lnTo>
                <a:lnTo>
                  <a:pt x="2629535" y="677862"/>
                </a:lnTo>
                <a:lnTo>
                  <a:pt x="2629535" y="665162"/>
                </a:lnTo>
                <a:close/>
              </a:path>
              <a:path w="2901315" h="692150">
                <a:moveTo>
                  <a:pt x="2629535" y="465137"/>
                </a:moveTo>
                <a:lnTo>
                  <a:pt x="2600960" y="465137"/>
                </a:lnTo>
                <a:lnTo>
                  <a:pt x="2600960" y="579437"/>
                </a:lnTo>
                <a:lnTo>
                  <a:pt x="2629535" y="579437"/>
                </a:lnTo>
                <a:lnTo>
                  <a:pt x="2629535" y="465137"/>
                </a:lnTo>
                <a:close/>
              </a:path>
              <a:path w="2901315" h="692150">
                <a:moveTo>
                  <a:pt x="2629535" y="357505"/>
                </a:moveTo>
                <a:lnTo>
                  <a:pt x="2508567" y="357505"/>
                </a:lnTo>
                <a:lnTo>
                  <a:pt x="2508567" y="386080"/>
                </a:lnTo>
                <a:lnTo>
                  <a:pt x="2600960" y="386080"/>
                </a:lnTo>
                <a:lnTo>
                  <a:pt x="2615247" y="386080"/>
                </a:lnTo>
                <a:lnTo>
                  <a:pt x="2608580" y="379412"/>
                </a:lnTo>
                <a:lnTo>
                  <a:pt x="2629535" y="379412"/>
                </a:lnTo>
                <a:lnTo>
                  <a:pt x="2629535" y="371792"/>
                </a:lnTo>
                <a:lnTo>
                  <a:pt x="2629535" y="357505"/>
                </a:lnTo>
                <a:close/>
              </a:path>
              <a:path w="2901315" h="692150">
                <a:moveTo>
                  <a:pt x="2771457" y="306070"/>
                </a:moveTo>
                <a:lnTo>
                  <a:pt x="2657157" y="306070"/>
                </a:lnTo>
                <a:lnTo>
                  <a:pt x="2657157" y="334645"/>
                </a:lnTo>
                <a:lnTo>
                  <a:pt x="2771457" y="334645"/>
                </a:lnTo>
                <a:lnTo>
                  <a:pt x="2771457" y="306070"/>
                </a:lnTo>
                <a:close/>
              </a:path>
              <a:path w="2901315" h="692150">
                <a:moveTo>
                  <a:pt x="2822892" y="0"/>
                </a:moveTo>
                <a:lnTo>
                  <a:pt x="2708592" y="0"/>
                </a:lnTo>
                <a:lnTo>
                  <a:pt x="2708592" y="28575"/>
                </a:lnTo>
                <a:lnTo>
                  <a:pt x="2822892" y="28575"/>
                </a:lnTo>
                <a:lnTo>
                  <a:pt x="2822892" y="0"/>
                </a:lnTo>
                <a:close/>
              </a:path>
              <a:path w="2901315" h="692150">
                <a:moveTo>
                  <a:pt x="2901315" y="235902"/>
                </a:moveTo>
                <a:lnTo>
                  <a:pt x="2872740" y="235902"/>
                </a:lnTo>
                <a:lnTo>
                  <a:pt x="2872740" y="306070"/>
                </a:lnTo>
                <a:lnTo>
                  <a:pt x="2857182" y="306070"/>
                </a:lnTo>
                <a:lnTo>
                  <a:pt x="2857182" y="334645"/>
                </a:lnTo>
                <a:lnTo>
                  <a:pt x="2901315" y="334645"/>
                </a:lnTo>
                <a:lnTo>
                  <a:pt x="2901315" y="320357"/>
                </a:lnTo>
                <a:lnTo>
                  <a:pt x="2901315" y="306070"/>
                </a:lnTo>
                <a:lnTo>
                  <a:pt x="2901315" y="235902"/>
                </a:lnTo>
                <a:close/>
              </a:path>
              <a:path w="2901315" h="692150">
                <a:moveTo>
                  <a:pt x="2901315" y="35877"/>
                </a:moveTo>
                <a:lnTo>
                  <a:pt x="2872740" y="35877"/>
                </a:lnTo>
                <a:lnTo>
                  <a:pt x="2872740" y="150177"/>
                </a:lnTo>
                <a:lnTo>
                  <a:pt x="2901315" y="150177"/>
                </a:lnTo>
                <a:lnTo>
                  <a:pt x="2901315" y="35877"/>
                </a:lnTo>
                <a:close/>
              </a:path>
            </a:pathLst>
          </a:custGeom>
          <a:solidFill>
            <a:srgbClr val="5F95E6"/>
          </a:solidFill>
        </p:spPr>
        <p:txBody>
          <a:bodyPr wrap="square" lIns="0" tIns="0" rIns="0" bIns="0" rtlCol="0"/>
          <a:lstStyle/>
          <a:p>
            <a:endParaRPr/>
          </a:p>
        </p:txBody>
      </p:sp>
      <p:sp>
        <p:nvSpPr>
          <p:cNvPr id="8" name="object 8"/>
          <p:cNvSpPr txBox="1"/>
          <p:nvPr/>
        </p:nvSpPr>
        <p:spPr>
          <a:xfrm>
            <a:off x="285115" y="979983"/>
            <a:ext cx="2693035" cy="1646555"/>
          </a:xfrm>
          <a:prstGeom prst="rect">
            <a:avLst/>
          </a:prstGeom>
        </p:spPr>
        <p:txBody>
          <a:bodyPr vert="horz" wrap="square" lIns="0" tIns="180340" rIns="0" bIns="0" rtlCol="0">
            <a:spAutoFit/>
          </a:bodyPr>
          <a:lstStyle/>
          <a:p>
            <a:pPr marL="522605">
              <a:lnSpc>
                <a:spcPct val="100000"/>
              </a:lnSpc>
              <a:spcBef>
                <a:spcPts val="1420"/>
              </a:spcBef>
            </a:pPr>
            <a:r>
              <a:rPr sz="2000" b="1" spc="-10" dirty="0">
                <a:latin typeface="Microsoft JhengHei"/>
                <a:cs typeface="Microsoft JhengHei"/>
              </a:rPr>
              <a:t>关键考量：</a:t>
            </a:r>
            <a:endParaRPr sz="2000">
              <a:latin typeface="Microsoft JhengHei"/>
              <a:cs typeface="Microsoft JhengHei"/>
            </a:endParaRPr>
          </a:p>
          <a:p>
            <a:pPr marL="410209" marR="5080" indent="-397510">
              <a:lnSpc>
                <a:spcPts val="2810"/>
              </a:lnSpc>
              <a:spcBef>
                <a:spcPts val="85"/>
              </a:spcBef>
            </a:pPr>
            <a:r>
              <a:rPr sz="1400" spc="-15" dirty="0">
                <a:latin typeface="宋体"/>
                <a:cs typeface="宋体"/>
              </a:rPr>
              <a:t>与当前品牌定位的一致性和延续性员工和客户的参与感</a:t>
            </a:r>
            <a:endParaRPr sz="1400">
              <a:latin typeface="宋体"/>
              <a:cs typeface="宋体"/>
            </a:endParaRPr>
          </a:p>
          <a:p>
            <a:pPr marL="492759">
              <a:lnSpc>
                <a:spcPct val="100000"/>
              </a:lnSpc>
              <a:spcBef>
                <a:spcPts val="935"/>
              </a:spcBef>
            </a:pPr>
            <a:r>
              <a:rPr sz="2000" b="1" spc="-10" dirty="0">
                <a:latin typeface="Microsoft JhengHei"/>
                <a:cs typeface="Microsoft JhengHei"/>
              </a:rPr>
              <a:t>常见陷阱：</a:t>
            </a:r>
            <a:endParaRPr sz="2000">
              <a:latin typeface="Microsoft JhengHei"/>
              <a:cs typeface="Microsoft JhengHei"/>
            </a:endParaRPr>
          </a:p>
        </p:txBody>
      </p:sp>
      <p:sp>
        <p:nvSpPr>
          <p:cNvPr id="9" name="object 9"/>
          <p:cNvSpPr/>
          <p:nvPr/>
        </p:nvSpPr>
        <p:spPr>
          <a:xfrm>
            <a:off x="2867342" y="1514157"/>
            <a:ext cx="2788920" cy="700405"/>
          </a:xfrm>
          <a:custGeom>
            <a:avLst/>
            <a:gdLst/>
            <a:ahLst/>
            <a:cxnLst/>
            <a:rect l="l" t="t" r="r" b="b"/>
            <a:pathLst>
              <a:path w="2788920" h="700405">
                <a:moveTo>
                  <a:pt x="28575" y="571817"/>
                </a:moveTo>
                <a:lnTo>
                  <a:pt x="0" y="571817"/>
                </a:lnTo>
                <a:lnTo>
                  <a:pt x="0" y="686117"/>
                </a:lnTo>
                <a:lnTo>
                  <a:pt x="28575" y="686117"/>
                </a:lnTo>
                <a:lnTo>
                  <a:pt x="28575" y="571817"/>
                </a:lnTo>
                <a:close/>
              </a:path>
              <a:path w="2788920" h="700405">
                <a:moveTo>
                  <a:pt x="28575" y="378777"/>
                </a:moveTo>
                <a:lnTo>
                  <a:pt x="21272" y="386080"/>
                </a:lnTo>
                <a:lnTo>
                  <a:pt x="21272" y="364490"/>
                </a:lnTo>
                <a:lnTo>
                  <a:pt x="0" y="364490"/>
                </a:lnTo>
                <a:lnTo>
                  <a:pt x="0" y="486092"/>
                </a:lnTo>
                <a:lnTo>
                  <a:pt x="28575" y="486092"/>
                </a:lnTo>
                <a:lnTo>
                  <a:pt x="28575" y="393065"/>
                </a:lnTo>
                <a:lnTo>
                  <a:pt x="28575" y="378777"/>
                </a:lnTo>
                <a:close/>
              </a:path>
              <a:path w="2788920" h="700405">
                <a:moveTo>
                  <a:pt x="148907" y="671830"/>
                </a:moveTo>
                <a:lnTo>
                  <a:pt x="34607" y="671830"/>
                </a:lnTo>
                <a:lnTo>
                  <a:pt x="34607" y="700405"/>
                </a:lnTo>
                <a:lnTo>
                  <a:pt x="148907" y="700405"/>
                </a:lnTo>
                <a:lnTo>
                  <a:pt x="148907" y="671830"/>
                </a:lnTo>
                <a:close/>
              </a:path>
              <a:path w="2788920" h="700405">
                <a:moveTo>
                  <a:pt x="221297" y="364490"/>
                </a:moveTo>
                <a:lnTo>
                  <a:pt x="106997" y="364490"/>
                </a:lnTo>
                <a:lnTo>
                  <a:pt x="106997" y="393065"/>
                </a:lnTo>
                <a:lnTo>
                  <a:pt x="221297" y="393065"/>
                </a:lnTo>
                <a:lnTo>
                  <a:pt x="221297" y="364490"/>
                </a:lnTo>
                <a:close/>
              </a:path>
              <a:path w="2788920" h="700405">
                <a:moveTo>
                  <a:pt x="258445" y="14287"/>
                </a:moveTo>
                <a:lnTo>
                  <a:pt x="251777" y="20955"/>
                </a:lnTo>
                <a:lnTo>
                  <a:pt x="251777" y="0"/>
                </a:lnTo>
                <a:lnTo>
                  <a:pt x="229870" y="0"/>
                </a:lnTo>
                <a:lnTo>
                  <a:pt x="229870" y="120967"/>
                </a:lnTo>
                <a:lnTo>
                  <a:pt x="258445" y="120967"/>
                </a:lnTo>
                <a:lnTo>
                  <a:pt x="258445" y="28575"/>
                </a:lnTo>
                <a:lnTo>
                  <a:pt x="258445" y="14287"/>
                </a:lnTo>
                <a:close/>
              </a:path>
              <a:path w="2788920" h="700405">
                <a:moveTo>
                  <a:pt x="317817" y="306705"/>
                </a:moveTo>
                <a:lnTo>
                  <a:pt x="258445" y="306705"/>
                </a:lnTo>
                <a:lnTo>
                  <a:pt x="258445" y="206692"/>
                </a:lnTo>
                <a:lnTo>
                  <a:pt x="229870" y="206692"/>
                </a:lnTo>
                <a:lnTo>
                  <a:pt x="229870" y="320992"/>
                </a:lnTo>
                <a:lnTo>
                  <a:pt x="244157" y="320992"/>
                </a:lnTo>
                <a:lnTo>
                  <a:pt x="244157" y="335280"/>
                </a:lnTo>
                <a:lnTo>
                  <a:pt x="317817" y="335280"/>
                </a:lnTo>
                <a:lnTo>
                  <a:pt x="317817" y="320992"/>
                </a:lnTo>
                <a:lnTo>
                  <a:pt x="317817" y="306705"/>
                </a:lnTo>
                <a:close/>
              </a:path>
              <a:path w="2788920" h="700405">
                <a:moveTo>
                  <a:pt x="348932" y="671830"/>
                </a:moveTo>
                <a:lnTo>
                  <a:pt x="234632" y="671830"/>
                </a:lnTo>
                <a:lnTo>
                  <a:pt x="234632" y="700405"/>
                </a:lnTo>
                <a:lnTo>
                  <a:pt x="348932" y="700405"/>
                </a:lnTo>
                <a:lnTo>
                  <a:pt x="348932" y="671830"/>
                </a:lnTo>
                <a:close/>
              </a:path>
              <a:path w="2788920" h="700405">
                <a:moveTo>
                  <a:pt x="421322" y="364490"/>
                </a:moveTo>
                <a:lnTo>
                  <a:pt x="307022" y="364490"/>
                </a:lnTo>
                <a:lnTo>
                  <a:pt x="307022" y="393065"/>
                </a:lnTo>
                <a:lnTo>
                  <a:pt x="421322" y="393065"/>
                </a:lnTo>
                <a:lnTo>
                  <a:pt x="421322" y="364490"/>
                </a:lnTo>
                <a:close/>
              </a:path>
              <a:path w="2788920" h="700405">
                <a:moveTo>
                  <a:pt x="451802" y="0"/>
                </a:moveTo>
                <a:lnTo>
                  <a:pt x="337502" y="0"/>
                </a:lnTo>
                <a:lnTo>
                  <a:pt x="337502" y="28575"/>
                </a:lnTo>
                <a:lnTo>
                  <a:pt x="451802" y="28575"/>
                </a:lnTo>
                <a:lnTo>
                  <a:pt x="451802" y="0"/>
                </a:lnTo>
                <a:close/>
              </a:path>
              <a:path w="2788920" h="700405">
                <a:moveTo>
                  <a:pt x="517842" y="306705"/>
                </a:moveTo>
                <a:lnTo>
                  <a:pt x="403542" y="306705"/>
                </a:lnTo>
                <a:lnTo>
                  <a:pt x="403542" y="335280"/>
                </a:lnTo>
                <a:lnTo>
                  <a:pt x="517842" y="335280"/>
                </a:lnTo>
                <a:lnTo>
                  <a:pt x="517842" y="306705"/>
                </a:lnTo>
                <a:close/>
              </a:path>
              <a:path w="2788920" h="700405">
                <a:moveTo>
                  <a:pt x="548957" y="671830"/>
                </a:moveTo>
                <a:lnTo>
                  <a:pt x="434657" y="671830"/>
                </a:lnTo>
                <a:lnTo>
                  <a:pt x="434657" y="700405"/>
                </a:lnTo>
                <a:lnTo>
                  <a:pt x="548957" y="700405"/>
                </a:lnTo>
                <a:lnTo>
                  <a:pt x="548957" y="671830"/>
                </a:lnTo>
                <a:close/>
              </a:path>
              <a:path w="2788920" h="700405">
                <a:moveTo>
                  <a:pt x="621347" y="364490"/>
                </a:moveTo>
                <a:lnTo>
                  <a:pt x="507047" y="364490"/>
                </a:lnTo>
                <a:lnTo>
                  <a:pt x="507047" y="393065"/>
                </a:lnTo>
                <a:lnTo>
                  <a:pt x="621347" y="393065"/>
                </a:lnTo>
                <a:lnTo>
                  <a:pt x="621347" y="364490"/>
                </a:lnTo>
                <a:close/>
              </a:path>
              <a:path w="2788920" h="700405">
                <a:moveTo>
                  <a:pt x="651827" y="0"/>
                </a:moveTo>
                <a:lnTo>
                  <a:pt x="537527" y="0"/>
                </a:lnTo>
                <a:lnTo>
                  <a:pt x="537527" y="28575"/>
                </a:lnTo>
                <a:lnTo>
                  <a:pt x="651827" y="28575"/>
                </a:lnTo>
                <a:lnTo>
                  <a:pt x="651827" y="0"/>
                </a:lnTo>
                <a:close/>
              </a:path>
              <a:path w="2788920" h="700405">
                <a:moveTo>
                  <a:pt x="717867" y="306705"/>
                </a:moveTo>
                <a:lnTo>
                  <a:pt x="603567" y="306705"/>
                </a:lnTo>
                <a:lnTo>
                  <a:pt x="603567" y="335280"/>
                </a:lnTo>
                <a:lnTo>
                  <a:pt x="717867" y="335280"/>
                </a:lnTo>
                <a:lnTo>
                  <a:pt x="717867" y="306705"/>
                </a:lnTo>
                <a:close/>
              </a:path>
              <a:path w="2788920" h="700405">
                <a:moveTo>
                  <a:pt x="748982" y="671830"/>
                </a:moveTo>
                <a:lnTo>
                  <a:pt x="634682" y="671830"/>
                </a:lnTo>
                <a:lnTo>
                  <a:pt x="634682" y="700405"/>
                </a:lnTo>
                <a:lnTo>
                  <a:pt x="748982" y="700405"/>
                </a:lnTo>
                <a:lnTo>
                  <a:pt x="748982" y="671830"/>
                </a:lnTo>
                <a:close/>
              </a:path>
              <a:path w="2788920" h="700405">
                <a:moveTo>
                  <a:pt x="821372" y="364490"/>
                </a:moveTo>
                <a:lnTo>
                  <a:pt x="707072" y="364490"/>
                </a:lnTo>
                <a:lnTo>
                  <a:pt x="707072" y="393065"/>
                </a:lnTo>
                <a:lnTo>
                  <a:pt x="821372" y="393065"/>
                </a:lnTo>
                <a:lnTo>
                  <a:pt x="821372" y="364490"/>
                </a:lnTo>
                <a:close/>
              </a:path>
              <a:path w="2788920" h="700405">
                <a:moveTo>
                  <a:pt x="851852" y="0"/>
                </a:moveTo>
                <a:lnTo>
                  <a:pt x="737552" y="0"/>
                </a:lnTo>
                <a:lnTo>
                  <a:pt x="737552" y="28575"/>
                </a:lnTo>
                <a:lnTo>
                  <a:pt x="851852" y="28575"/>
                </a:lnTo>
                <a:lnTo>
                  <a:pt x="851852" y="0"/>
                </a:lnTo>
                <a:close/>
              </a:path>
              <a:path w="2788920" h="700405">
                <a:moveTo>
                  <a:pt x="917892" y="306705"/>
                </a:moveTo>
                <a:lnTo>
                  <a:pt x="803592" y="306705"/>
                </a:lnTo>
                <a:lnTo>
                  <a:pt x="803592" y="335280"/>
                </a:lnTo>
                <a:lnTo>
                  <a:pt x="917892" y="335280"/>
                </a:lnTo>
                <a:lnTo>
                  <a:pt x="917892" y="306705"/>
                </a:lnTo>
                <a:close/>
              </a:path>
              <a:path w="2788920" h="700405">
                <a:moveTo>
                  <a:pt x="949007" y="671830"/>
                </a:moveTo>
                <a:lnTo>
                  <a:pt x="834707" y="671830"/>
                </a:lnTo>
                <a:lnTo>
                  <a:pt x="834707" y="700405"/>
                </a:lnTo>
                <a:lnTo>
                  <a:pt x="949007" y="700405"/>
                </a:lnTo>
                <a:lnTo>
                  <a:pt x="949007" y="671830"/>
                </a:lnTo>
                <a:close/>
              </a:path>
              <a:path w="2788920" h="700405">
                <a:moveTo>
                  <a:pt x="1021397" y="364490"/>
                </a:moveTo>
                <a:lnTo>
                  <a:pt x="907097" y="364490"/>
                </a:lnTo>
                <a:lnTo>
                  <a:pt x="907097" y="393065"/>
                </a:lnTo>
                <a:lnTo>
                  <a:pt x="1021397" y="393065"/>
                </a:lnTo>
                <a:lnTo>
                  <a:pt x="1021397" y="364490"/>
                </a:lnTo>
                <a:close/>
              </a:path>
              <a:path w="2788920" h="700405">
                <a:moveTo>
                  <a:pt x="1051877" y="0"/>
                </a:moveTo>
                <a:lnTo>
                  <a:pt x="937577" y="0"/>
                </a:lnTo>
                <a:lnTo>
                  <a:pt x="937577" y="28575"/>
                </a:lnTo>
                <a:lnTo>
                  <a:pt x="1051877" y="28575"/>
                </a:lnTo>
                <a:lnTo>
                  <a:pt x="1051877" y="0"/>
                </a:lnTo>
                <a:close/>
              </a:path>
              <a:path w="2788920" h="700405">
                <a:moveTo>
                  <a:pt x="1117917" y="306705"/>
                </a:moveTo>
                <a:lnTo>
                  <a:pt x="1003617" y="306705"/>
                </a:lnTo>
                <a:lnTo>
                  <a:pt x="1003617" y="335280"/>
                </a:lnTo>
                <a:lnTo>
                  <a:pt x="1117917" y="335280"/>
                </a:lnTo>
                <a:lnTo>
                  <a:pt x="1117917" y="306705"/>
                </a:lnTo>
                <a:close/>
              </a:path>
              <a:path w="2788920" h="700405">
                <a:moveTo>
                  <a:pt x="1149032" y="671830"/>
                </a:moveTo>
                <a:lnTo>
                  <a:pt x="1034732" y="671830"/>
                </a:lnTo>
                <a:lnTo>
                  <a:pt x="1034732" y="700405"/>
                </a:lnTo>
                <a:lnTo>
                  <a:pt x="1149032" y="700405"/>
                </a:lnTo>
                <a:lnTo>
                  <a:pt x="1149032" y="671830"/>
                </a:lnTo>
                <a:close/>
              </a:path>
              <a:path w="2788920" h="700405">
                <a:moveTo>
                  <a:pt x="1221422" y="364490"/>
                </a:moveTo>
                <a:lnTo>
                  <a:pt x="1107122" y="364490"/>
                </a:lnTo>
                <a:lnTo>
                  <a:pt x="1107122" y="393065"/>
                </a:lnTo>
                <a:lnTo>
                  <a:pt x="1221422" y="393065"/>
                </a:lnTo>
                <a:lnTo>
                  <a:pt x="1221422" y="364490"/>
                </a:lnTo>
                <a:close/>
              </a:path>
              <a:path w="2788920" h="700405">
                <a:moveTo>
                  <a:pt x="1251902" y="0"/>
                </a:moveTo>
                <a:lnTo>
                  <a:pt x="1137602" y="0"/>
                </a:lnTo>
                <a:lnTo>
                  <a:pt x="1137602" y="28575"/>
                </a:lnTo>
                <a:lnTo>
                  <a:pt x="1251902" y="28575"/>
                </a:lnTo>
                <a:lnTo>
                  <a:pt x="1251902" y="0"/>
                </a:lnTo>
                <a:close/>
              </a:path>
              <a:path w="2788920" h="700405">
                <a:moveTo>
                  <a:pt x="1317942" y="306705"/>
                </a:moveTo>
                <a:lnTo>
                  <a:pt x="1203642" y="306705"/>
                </a:lnTo>
                <a:lnTo>
                  <a:pt x="1203642" y="335280"/>
                </a:lnTo>
                <a:lnTo>
                  <a:pt x="1317942" y="335280"/>
                </a:lnTo>
                <a:lnTo>
                  <a:pt x="1317942" y="306705"/>
                </a:lnTo>
                <a:close/>
              </a:path>
              <a:path w="2788920" h="700405">
                <a:moveTo>
                  <a:pt x="1349057" y="671830"/>
                </a:moveTo>
                <a:lnTo>
                  <a:pt x="1234757" y="671830"/>
                </a:lnTo>
                <a:lnTo>
                  <a:pt x="1234757" y="700405"/>
                </a:lnTo>
                <a:lnTo>
                  <a:pt x="1349057" y="700405"/>
                </a:lnTo>
                <a:lnTo>
                  <a:pt x="1349057" y="671830"/>
                </a:lnTo>
                <a:close/>
              </a:path>
              <a:path w="2788920" h="700405">
                <a:moveTo>
                  <a:pt x="1421447" y="364490"/>
                </a:moveTo>
                <a:lnTo>
                  <a:pt x="1307147" y="364490"/>
                </a:lnTo>
                <a:lnTo>
                  <a:pt x="1307147" y="393065"/>
                </a:lnTo>
                <a:lnTo>
                  <a:pt x="1421447" y="393065"/>
                </a:lnTo>
                <a:lnTo>
                  <a:pt x="1421447" y="364490"/>
                </a:lnTo>
                <a:close/>
              </a:path>
              <a:path w="2788920" h="700405">
                <a:moveTo>
                  <a:pt x="1451927" y="0"/>
                </a:moveTo>
                <a:lnTo>
                  <a:pt x="1337627" y="0"/>
                </a:lnTo>
                <a:lnTo>
                  <a:pt x="1337627" y="28575"/>
                </a:lnTo>
                <a:lnTo>
                  <a:pt x="1451927" y="28575"/>
                </a:lnTo>
                <a:lnTo>
                  <a:pt x="1451927" y="0"/>
                </a:lnTo>
                <a:close/>
              </a:path>
              <a:path w="2788920" h="700405">
                <a:moveTo>
                  <a:pt x="1517967" y="306705"/>
                </a:moveTo>
                <a:lnTo>
                  <a:pt x="1403667" y="306705"/>
                </a:lnTo>
                <a:lnTo>
                  <a:pt x="1403667" y="335280"/>
                </a:lnTo>
                <a:lnTo>
                  <a:pt x="1517967" y="335280"/>
                </a:lnTo>
                <a:lnTo>
                  <a:pt x="1517967" y="306705"/>
                </a:lnTo>
                <a:close/>
              </a:path>
              <a:path w="2788920" h="700405">
                <a:moveTo>
                  <a:pt x="1549082" y="671830"/>
                </a:moveTo>
                <a:lnTo>
                  <a:pt x="1434782" y="671830"/>
                </a:lnTo>
                <a:lnTo>
                  <a:pt x="1434782" y="700405"/>
                </a:lnTo>
                <a:lnTo>
                  <a:pt x="1549082" y="700405"/>
                </a:lnTo>
                <a:lnTo>
                  <a:pt x="1549082" y="671830"/>
                </a:lnTo>
                <a:close/>
              </a:path>
              <a:path w="2788920" h="700405">
                <a:moveTo>
                  <a:pt x="1621472" y="364490"/>
                </a:moveTo>
                <a:lnTo>
                  <a:pt x="1507172" y="364490"/>
                </a:lnTo>
                <a:lnTo>
                  <a:pt x="1507172" y="393065"/>
                </a:lnTo>
                <a:lnTo>
                  <a:pt x="1621472" y="393065"/>
                </a:lnTo>
                <a:lnTo>
                  <a:pt x="1621472" y="364490"/>
                </a:lnTo>
                <a:close/>
              </a:path>
              <a:path w="2788920" h="700405">
                <a:moveTo>
                  <a:pt x="1651952" y="0"/>
                </a:moveTo>
                <a:lnTo>
                  <a:pt x="1537652" y="0"/>
                </a:lnTo>
                <a:lnTo>
                  <a:pt x="1537652" y="28575"/>
                </a:lnTo>
                <a:lnTo>
                  <a:pt x="1651952" y="28575"/>
                </a:lnTo>
                <a:lnTo>
                  <a:pt x="1651952" y="0"/>
                </a:lnTo>
                <a:close/>
              </a:path>
              <a:path w="2788920" h="700405">
                <a:moveTo>
                  <a:pt x="1717992" y="306705"/>
                </a:moveTo>
                <a:lnTo>
                  <a:pt x="1603692" y="306705"/>
                </a:lnTo>
                <a:lnTo>
                  <a:pt x="1603692" y="335280"/>
                </a:lnTo>
                <a:lnTo>
                  <a:pt x="1717992" y="335280"/>
                </a:lnTo>
                <a:lnTo>
                  <a:pt x="1717992" y="306705"/>
                </a:lnTo>
                <a:close/>
              </a:path>
              <a:path w="2788920" h="700405">
                <a:moveTo>
                  <a:pt x="1749107" y="671830"/>
                </a:moveTo>
                <a:lnTo>
                  <a:pt x="1634807" y="671830"/>
                </a:lnTo>
                <a:lnTo>
                  <a:pt x="1634807" y="700405"/>
                </a:lnTo>
                <a:lnTo>
                  <a:pt x="1749107" y="700405"/>
                </a:lnTo>
                <a:lnTo>
                  <a:pt x="1749107" y="671830"/>
                </a:lnTo>
                <a:close/>
              </a:path>
              <a:path w="2788920" h="700405">
                <a:moveTo>
                  <a:pt x="1821497" y="364490"/>
                </a:moveTo>
                <a:lnTo>
                  <a:pt x="1707197" y="364490"/>
                </a:lnTo>
                <a:lnTo>
                  <a:pt x="1707197" y="393065"/>
                </a:lnTo>
                <a:lnTo>
                  <a:pt x="1821497" y="393065"/>
                </a:lnTo>
                <a:lnTo>
                  <a:pt x="1821497" y="364490"/>
                </a:lnTo>
                <a:close/>
              </a:path>
              <a:path w="2788920" h="700405">
                <a:moveTo>
                  <a:pt x="1851977" y="0"/>
                </a:moveTo>
                <a:lnTo>
                  <a:pt x="1737677" y="0"/>
                </a:lnTo>
                <a:lnTo>
                  <a:pt x="1737677" y="28575"/>
                </a:lnTo>
                <a:lnTo>
                  <a:pt x="1851977" y="28575"/>
                </a:lnTo>
                <a:lnTo>
                  <a:pt x="1851977" y="0"/>
                </a:lnTo>
                <a:close/>
              </a:path>
              <a:path w="2788920" h="700405">
                <a:moveTo>
                  <a:pt x="1918017" y="306705"/>
                </a:moveTo>
                <a:lnTo>
                  <a:pt x="1803717" y="306705"/>
                </a:lnTo>
                <a:lnTo>
                  <a:pt x="1803717" y="335280"/>
                </a:lnTo>
                <a:lnTo>
                  <a:pt x="1918017" y="335280"/>
                </a:lnTo>
                <a:lnTo>
                  <a:pt x="1918017" y="306705"/>
                </a:lnTo>
                <a:close/>
              </a:path>
              <a:path w="2788920" h="700405">
                <a:moveTo>
                  <a:pt x="1949132" y="671830"/>
                </a:moveTo>
                <a:lnTo>
                  <a:pt x="1834832" y="671830"/>
                </a:lnTo>
                <a:lnTo>
                  <a:pt x="1834832" y="700405"/>
                </a:lnTo>
                <a:lnTo>
                  <a:pt x="1949132" y="700405"/>
                </a:lnTo>
                <a:lnTo>
                  <a:pt x="1949132" y="671830"/>
                </a:lnTo>
                <a:close/>
              </a:path>
              <a:path w="2788920" h="700405">
                <a:moveTo>
                  <a:pt x="2021522" y="364490"/>
                </a:moveTo>
                <a:lnTo>
                  <a:pt x="1907222" y="364490"/>
                </a:lnTo>
                <a:lnTo>
                  <a:pt x="1907222" y="393065"/>
                </a:lnTo>
                <a:lnTo>
                  <a:pt x="2021522" y="393065"/>
                </a:lnTo>
                <a:lnTo>
                  <a:pt x="2021522" y="364490"/>
                </a:lnTo>
                <a:close/>
              </a:path>
              <a:path w="2788920" h="700405">
                <a:moveTo>
                  <a:pt x="2052002" y="0"/>
                </a:moveTo>
                <a:lnTo>
                  <a:pt x="1937702" y="0"/>
                </a:lnTo>
                <a:lnTo>
                  <a:pt x="1937702" y="28575"/>
                </a:lnTo>
                <a:lnTo>
                  <a:pt x="2052002" y="28575"/>
                </a:lnTo>
                <a:lnTo>
                  <a:pt x="2052002" y="0"/>
                </a:lnTo>
                <a:close/>
              </a:path>
              <a:path w="2788920" h="700405">
                <a:moveTo>
                  <a:pt x="2118042" y="306705"/>
                </a:moveTo>
                <a:lnTo>
                  <a:pt x="2003742" y="306705"/>
                </a:lnTo>
                <a:lnTo>
                  <a:pt x="2003742" y="335280"/>
                </a:lnTo>
                <a:lnTo>
                  <a:pt x="2118042" y="335280"/>
                </a:lnTo>
                <a:lnTo>
                  <a:pt x="2118042" y="306705"/>
                </a:lnTo>
                <a:close/>
              </a:path>
              <a:path w="2788920" h="700405">
                <a:moveTo>
                  <a:pt x="2149157" y="671830"/>
                </a:moveTo>
                <a:lnTo>
                  <a:pt x="2034857" y="671830"/>
                </a:lnTo>
                <a:lnTo>
                  <a:pt x="2034857" y="700405"/>
                </a:lnTo>
                <a:lnTo>
                  <a:pt x="2149157" y="700405"/>
                </a:lnTo>
                <a:lnTo>
                  <a:pt x="2149157" y="671830"/>
                </a:lnTo>
                <a:close/>
              </a:path>
              <a:path w="2788920" h="700405">
                <a:moveTo>
                  <a:pt x="2221547" y="364490"/>
                </a:moveTo>
                <a:lnTo>
                  <a:pt x="2107247" y="364490"/>
                </a:lnTo>
                <a:lnTo>
                  <a:pt x="2107247" y="393065"/>
                </a:lnTo>
                <a:lnTo>
                  <a:pt x="2221547" y="393065"/>
                </a:lnTo>
                <a:lnTo>
                  <a:pt x="2221547" y="364490"/>
                </a:lnTo>
                <a:close/>
              </a:path>
              <a:path w="2788920" h="700405">
                <a:moveTo>
                  <a:pt x="2252027" y="0"/>
                </a:moveTo>
                <a:lnTo>
                  <a:pt x="2137727" y="0"/>
                </a:lnTo>
                <a:lnTo>
                  <a:pt x="2137727" y="28575"/>
                </a:lnTo>
                <a:lnTo>
                  <a:pt x="2252027" y="28575"/>
                </a:lnTo>
                <a:lnTo>
                  <a:pt x="2252027" y="0"/>
                </a:lnTo>
                <a:close/>
              </a:path>
              <a:path w="2788920" h="700405">
                <a:moveTo>
                  <a:pt x="2318067" y="306705"/>
                </a:moveTo>
                <a:lnTo>
                  <a:pt x="2203767" y="306705"/>
                </a:lnTo>
                <a:lnTo>
                  <a:pt x="2203767" y="335280"/>
                </a:lnTo>
                <a:lnTo>
                  <a:pt x="2318067" y="335280"/>
                </a:lnTo>
                <a:lnTo>
                  <a:pt x="2318067" y="306705"/>
                </a:lnTo>
                <a:close/>
              </a:path>
              <a:path w="2788920" h="700405">
                <a:moveTo>
                  <a:pt x="2349182" y="671830"/>
                </a:moveTo>
                <a:lnTo>
                  <a:pt x="2234882" y="671830"/>
                </a:lnTo>
                <a:lnTo>
                  <a:pt x="2234882" y="700405"/>
                </a:lnTo>
                <a:lnTo>
                  <a:pt x="2349182" y="700405"/>
                </a:lnTo>
                <a:lnTo>
                  <a:pt x="2349182" y="671830"/>
                </a:lnTo>
                <a:close/>
              </a:path>
              <a:path w="2788920" h="700405">
                <a:moveTo>
                  <a:pt x="2421572" y="364490"/>
                </a:moveTo>
                <a:lnTo>
                  <a:pt x="2307272" y="364490"/>
                </a:lnTo>
                <a:lnTo>
                  <a:pt x="2307272" y="393065"/>
                </a:lnTo>
                <a:lnTo>
                  <a:pt x="2421572" y="393065"/>
                </a:lnTo>
                <a:lnTo>
                  <a:pt x="2421572" y="364490"/>
                </a:lnTo>
                <a:close/>
              </a:path>
              <a:path w="2788920" h="700405">
                <a:moveTo>
                  <a:pt x="2452052" y="0"/>
                </a:moveTo>
                <a:lnTo>
                  <a:pt x="2337752" y="0"/>
                </a:lnTo>
                <a:lnTo>
                  <a:pt x="2337752" y="28575"/>
                </a:lnTo>
                <a:lnTo>
                  <a:pt x="2452052" y="28575"/>
                </a:lnTo>
                <a:lnTo>
                  <a:pt x="2452052" y="0"/>
                </a:lnTo>
                <a:close/>
              </a:path>
              <a:path w="2788920" h="700405">
                <a:moveTo>
                  <a:pt x="2518092" y="306705"/>
                </a:moveTo>
                <a:lnTo>
                  <a:pt x="2403792" y="306705"/>
                </a:lnTo>
                <a:lnTo>
                  <a:pt x="2403792" y="335280"/>
                </a:lnTo>
                <a:lnTo>
                  <a:pt x="2518092" y="335280"/>
                </a:lnTo>
                <a:lnTo>
                  <a:pt x="2518092" y="306705"/>
                </a:lnTo>
                <a:close/>
              </a:path>
              <a:path w="2788920" h="700405">
                <a:moveTo>
                  <a:pt x="2549207" y="671830"/>
                </a:moveTo>
                <a:lnTo>
                  <a:pt x="2434907" y="671830"/>
                </a:lnTo>
                <a:lnTo>
                  <a:pt x="2434907" y="700405"/>
                </a:lnTo>
                <a:lnTo>
                  <a:pt x="2549207" y="700405"/>
                </a:lnTo>
                <a:lnTo>
                  <a:pt x="2549207" y="671830"/>
                </a:lnTo>
                <a:close/>
              </a:path>
              <a:path w="2788920" h="700405">
                <a:moveTo>
                  <a:pt x="2621597" y="364490"/>
                </a:moveTo>
                <a:lnTo>
                  <a:pt x="2507297" y="364490"/>
                </a:lnTo>
                <a:lnTo>
                  <a:pt x="2507297" y="393065"/>
                </a:lnTo>
                <a:lnTo>
                  <a:pt x="2621597" y="393065"/>
                </a:lnTo>
                <a:lnTo>
                  <a:pt x="2621597" y="364490"/>
                </a:lnTo>
                <a:close/>
              </a:path>
              <a:path w="2788920" h="700405">
                <a:moveTo>
                  <a:pt x="2652077" y="0"/>
                </a:moveTo>
                <a:lnTo>
                  <a:pt x="2537777" y="0"/>
                </a:lnTo>
                <a:lnTo>
                  <a:pt x="2537777" y="28575"/>
                </a:lnTo>
                <a:lnTo>
                  <a:pt x="2652077" y="28575"/>
                </a:lnTo>
                <a:lnTo>
                  <a:pt x="2652077" y="0"/>
                </a:lnTo>
                <a:close/>
              </a:path>
              <a:path w="2788920" h="700405">
                <a:moveTo>
                  <a:pt x="2718117" y="306705"/>
                </a:moveTo>
                <a:lnTo>
                  <a:pt x="2603817" y="306705"/>
                </a:lnTo>
                <a:lnTo>
                  <a:pt x="2603817" y="335280"/>
                </a:lnTo>
                <a:lnTo>
                  <a:pt x="2718117" y="335280"/>
                </a:lnTo>
                <a:lnTo>
                  <a:pt x="2718117" y="306705"/>
                </a:lnTo>
                <a:close/>
              </a:path>
              <a:path w="2788920" h="700405">
                <a:moveTo>
                  <a:pt x="2749232" y="671830"/>
                </a:moveTo>
                <a:lnTo>
                  <a:pt x="2634932" y="671830"/>
                </a:lnTo>
                <a:lnTo>
                  <a:pt x="2634932" y="700405"/>
                </a:lnTo>
                <a:lnTo>
                  <a:pt x="2749232" y="700405"/>
                </a:lnTo>
                <a:lnTo>
                  <a:pt x="2749232" y="671830"/>
                </a:lnTo>
                <a:close/>
              </a:path>
              <a:path w="2788920" h="700405">
                <a:moveTo>
                  <a:pt x="2788920" y="511492"/>
                </a:moveTo>
                <a:lnTo>
                  <a:pt x="2760345" y="511492"/>
                </a:lnTo>
                <a:lnTo>
                  <a:pt x="2760345" y="625792"/>
                </a:lnTo>
                <a:lnTo>
                  <a:pt x="2788920" y="625792"/>
                </a:lnTo>
                <a:lnTo>
                  <a:pt x="2788920" y="511492"/>
                </a:lnTo>
                <a:close/>
              </a:path>
              <a:path w="2788920" h="700405">
                <a:moveTo>
                  <a:pt x="2788920" y="364490"/>
                </a:moveTo>
                <a:lnTo>
                  <a:pt x="2707322" y="364490"/>
                </a:lnTo>
                <a:lnTo>
                  <a:pt x="2707322" y="393065"/>
                </a:lnTo>
                <a:lnTo>
                  <a:pt x="2760345" y="393065"/>
                </a:lnTo>
                <a:lnTo>
                  <a:pt x="2760345" y="425767"/>
                </a:lnTo>
                <a:lnTo>
                  <a:pt x="2788920" y="425767"/>
                </a:lnTo>
                <a:lnTo>
                  <a:pt x="2788920" y="393065"/>
                </a:lnTo>
                <a:lnTo>
                  <a:pt x="2788920" y="378777"/>
                </a:lnTo>
                <a:lnTo>
                  <a:pt x="2788920" y="364490"/>
                </a:lnTo>
                <a:close/>
              </a:path>
              <a:path w="2788920" h="700405">
                <a:moveTo>
                  <a:pt x="2788920" y="177482"/>
                </a:moveTo>
                <a:lnTo>
                  <a:pt x="2760345" y="177482"/>
                </a:lnTo>
                <a:lnTo>
                  <a:pt x="2760345" y="291782"/>
                </a:lnTo>
                <a:lnTo>
                  <a:pt x="2788920" y="291782"/>
                </a:lnTo>
                <a:lnTo>
                  <a:pt x="2788920" y="177482"/>
                </a:lnTo>
                <a:close/>
              </a:path>
              <a:path w="2788920" h="700405">
                <a:moveTo>
                  <a:pt x="2788920" y="0"/>
                </a:moveTo>
                <a:lnTo>
                  <a:pt x="2737802" y="0"/>
                </a:lnTo>
                <a:lnTo>
                  <a:pt x="2737802" y="28575"/>
                </a:lnTo>
                <a:lnTo>
                  <a:pt x="2760345" y="28575"/>
                </a:lnTo>
                <a:lnTo>
                  <a:pt x="2760345" y="91757"/>
                </a:lnTo>
                <a:lnTo>
                  <a:pt x="2788920" y="91757"/>
                </a:lnTo>
                <a:lnTo>
                  <a:pt x="2788920" y="28575"/>
                </a:lnTo>
                <a:lnTo>
                  <a:pt x="2788920" y="14287"/>
                </a:lnTo>
                <a:lnTo>
                  <a:pt x="2788920" y="0"/>
                </a:lnTo>
                <a:close/>
              </a:path>
            </a:pathLst>
          </a:custGeom>
          <a:solidFill>
            <a:srgbClr val="5F95E6"/>
          </a:solidFill>
        </p:spPr>
        <p:txBody>
          <a:bodyPr wrap="square" lIns="0" tIns="0" rIns="0" bIns="0" rtlCol="0"/>
          <a:lstStyle/>
          <a:p>
            <a:endParaRPr/>
          </a:p>
        </p:txBody>
      </p:sp>
      <p:sp>
        <p:nvSpPr>
          <p:cNvPr id="10" name="object 10"/>
          <p:cNvSpPr txBox="1"/>
          <p:nvPr/>
        </p:nvSpPr>
        <p:spPr>
          <a:xfrm>
            <a:off x="3093085" y="1563369"/>
            <a:ext cx="2337435" cy="605155"/>
          </a:xfrm>
          <a:prstGeom prst="rect">
            <a:avLst/>
          </a:prstGeom>
        </p:spPr>
        <p:txBody>
          <a:bodyPr vert="horz" wrap="square" lIns="0" tIns="13335" rIns="0" bIns="0" rtlCol="0">
            <a:spAutoFit/>
          </a:bodyPr>
          <a:lstStyle/>
          <a:p>
            <a:pPr marR="68580" algn="r">
              <a:lnSpc>
                <a:spcPct val="100000"/>
              </a:lnSpc>
              <a:spcBef>
                <a:spcPts val="105"/>
              </a:spcBef>
            </a:pPr>
            <a:r>
              <a:rPr sz="1400" spc="-15" dirty="0">
                <a:latin typeface="宋体"/>
                <a:cs typeface="宋体"/>
              </a:rPr>
              <a:t>对行业和社会的积极影响</a:t>
            </a:r>
            <a:endParaRPr sz="1400">
              <a:latin typeface="宋体"/>
              <a:cs typeface="宋体"/>
            </a:endParaRPr>
          </a:p>
          <a:p>
            <a:pPr marR="5080" algn="r">
              <a:lnSpc>
                <a:spcPct val="100000"/>
              </a:lnSpc>
              <a:spcBef>
                <a:spcPts val="1195"/>
              </a:spcBef>
            </a:pPr>
            <a:r>
              <a:rPr sz="1400" spc="-15" dirty="0">
                <a:latin typeface="宋体"/>
                <a:cs typeface="宋体"/>
              </a:rPr>
              <a:t>愿景的远大与可实现性的平衡</a:t>
            </a:r>
            <a:endParaRPr sz="1400">
              <a:latin typeface="宋体"/>
              <a:cs typeface="宋体"/>
            </a:endParaRPr>
          </a:p>
        </p:txBody>
      </p:sp>
      <p:sp>
        <p:nvSpPr>
          <p:cNvPr id="11" name="object 11"/>
          <p:cNvSpPr/>
          <p:nvPr/>
        </p:nvSpPr>
        <p:spPr>
          <a:xfrm>
            <a:off x="5732145" y="1067435"/>
            <a:ext cx="6236335" cy="5638800"/>
          </a:xfrm>
          <a:custGeom>
            <a:avLst/>
            <a:gdLst/>
            <a:ahLst/>
            <a:cxnLst/>
            <a:rect l="l" t="t" r="r" b="b"/>
            <a:pathLst>
              <a:path w="6236334" h="5638800">
                <a:moveTo>
                  <a:pt x="6232525" y="5638799"/>
                </a:moveTo>
                <a:lnTo>
                  <a:pt x="3809" y="5638799"/>
                </a:lnTo>
                <a:lnTo>
                  <a:pt x="2349" y="5638507"/>
                </a:lnTo>
                <a:lnTo>
                  <a:pt x="1117" y="5637682"/>
                </a:lnTo>
                <a:lnTo>
                  <a:pt x="292" y="5636450"/>
                </a:lnTo>
                <a:lnTo>
                  <a:pt x="0" y="5634990"/>
                </a:lnTo>
                <a:lnTo>
                  <a:pt x="0" y="3809"/>
                </a:lnTo>
                <a:lnTo>
                  <a:pt x="292" y="2349"/>
                </a:lnTo>
                <a:lnTo>
                  <a:pt x="1117" y="1117"/>
                </a:lnTo>
                <a:lnTo>
                  <a:pt x="2349" y="292"/>
                </a:lnTo>
                <a:lnTo>
                  <a:pt x="3809" y="0"/>
                </a:lnTo>
                <a:lnTo>
                  <a:pt x="6232525" y="0"/>
                </a:lnTo>
                <a:lnTo>
                  <a:pt x="6233985" y="292"/>
                </a:lnTo>
                <a:lnTo>
                  <a:pt x="6235217" y="1117"/>
                </a:lnTo>
                <a:lnTo>
                  <a:pt x="6236042" y="2349"/>
                </a:lnTo>
                <a:lnTo>
                  <a:pt x="6236334" y="3809"/>
                </a:lnTo>
                <a:lnTo>
                  <a:pt x="7619" y="3809"/>
                </a:lnTo>
                <a:lnTo>
                  <a:pt x="3809" y="7619"/>
                </a:lnTo>
                <a:lnTo>
                  <a:pt x="7619" y="7619"/>
                </a:lnTo>
                <a:lnTo>
                  <a:pt x="7619" y="5631180"/>
                </a:lnTo>
                <a:lnTo>
                  <a:pt x="3809" y="5631180"/>
                </a:lnTo>
                <a:lnTo>
                  <a:pt x="7619" y="5634990"/>
                </a:lnTo>
                <a:lnTo>
                  <a:pt x="6236334" y="5634990"/>
                </a:lnTo>
                <a:lnTo>
                  <a:pt x="6236042" y="5636450"/>
                </a:lnTo>
                <a:lnTo>
                  <a:pt x="6235217" y="5637682"/>
                </a:lnTo>
                <a:lnTo>
                  <a:pt x="6233985" y="5638507"/>
                </a:lnTo>
                <a:lnTo>
                  <a:pt x="6232525" y="5638799"/>
                </a:lnTo>
                <a:close/>
              </a:path>
              <a:path w="6236334" h="5638800">
                <a:moveTo>
                  <a:pt x="7619" y="7619"/>
                </a:moveTo>
                <a:lnTo>
                  <a:pt x="3809" y="7619"/>
                </a:lnTo>
                <a:lnTo>
                  <a:pt x="7619" y="3809"/>
                </a:lnTo>
                <a:lnTo>
                  <a:pt x="7619" y="7619"/>
                </a:lnTo>
                <a:close/>
              </a:path>
              <a:path w="6236334" h="5638800">
                <a:moveTo>
                  <a:pt x="6228714" y="7619"/>
                </a:moveTo>
                <a:lnTo>
                  <a:pt x="7619" y="7619"/>
                </a:lnTo>
                <a:lnTo>
                  <a:pt x="7619" y="3809"/>
                </a:lnTo>
                <a:lnTo>
                  <a:pt x="6228714" y="3809"/>
                </a:lnTo>
                <a:lnTo>
                  <a:pt x="6228714" y="7619"/>
                </a:lnTo>
                <a:close/>
              </a:path>
              <a:path w="6236334" h="5638800">
                <a:moveTo>
                  <a:pt x="6228714" y="5634990"/>
                </a:moveTo>
                <a:lnTo>
                  <a:pt x="6228714" y="3809"/>
                </a:lnTo>
                <a:lnTo>
                  <a:pt x="6232525" y="7619"/>
                </a:lnTo>
                <a:lnTo>
                  <a:pt x="6236334" y="7619"/>
                </a:lnTo>
                <a:lnTo>
                  <a:pt x="6236334" y="5631180"/>
                </a:lnTo>
                <a:lnTo>
                  <a:pt x="6232525" y="5631180"/>
                </a:lnTo>
                <a:lnTo>
                  <a:pt x="6228714" y="5634990"/>
                </a:lnTo>
                <a:close/>
              </a:path>
              <a:path w="6236334" h="5638800">
                <a:moveTo>
                  <a:pt x="6236334" y="7619"/>
                </a:moveTo>
                <a:lnTo>
                  <a:pt x="6232525" y="7619"/>
                </a:lnTo>
                <a:lnTo>
                  <a:pt x="6228714" y="3809"/>
                </a:lnTo>
                <a:lnTo>
                  <a:pt x="6236334" y="3809"/>
                </a:lnTo>
                <a:lnTo>
                  <a:pt x="6236334" y="7619"/>
                </a:lnTo>
                <a:close/>
              </a:path>
              <a:path w="6236334" h="5638800">
                <a:moveTo>
                  <a:pt x="7619" y="5634990"/>
                </a:moveTo>
                <a:lnTo>
                  <a:pt x="3809" y="5631180"/>
                </a:lnTo>
                <a:lnTo>
                  <a:pt x="7619" y="5631180"/>
                </a:lnTo>
                <a:lnTo>
                  <a:pt x="7619" y="5634990"/>
                </a:lnTo>
                <a:close/>
              </a:path>
              <a:path w="6236334" h="5638800">
                <a:moveTo>
                  <a:pt x="6228714" y="5634990"/>
                </a:moveTo>
                <a:lnTo>
                  <a:pt x="7619" y="5634990"/>
                </a:lnTo>
                <a:lnTo>
                  <a:pt x="7619" y="5631180"/>
                </a:lnTo>
                <a:lnTo>
                  <a:pt x="6228714" y="5631180"/>
                </a:lnTo>
                <a:lnTo>
                  <a:pt x="6228714" y="5634990"/>
                </a:lnTo>
                <a:close/>
              </a:path>
              <a:path w="6236334" h="5638800">
                <a:moveTo>
                  <a:pt x="6236334" y="5634990"/>
                </a:moveTo>
                <a:lnTo>
                  <a:pt x="6228714" y="5634990"/>
                </a:lnTo>
                <a:lnTo>
                  <a:pt x="6232525" y="5631180"/>
                </a:lnTo>
                <a:lnTo>
                  <a:pt x="6236334" y="5631180"/>
                </a:lnTo>
                <a:lnTo>
                  <a:pt x="6236334" y="5634990"/>
                </a:lnTo>
                <a:close/>
              </a:path>
            </a:pathLst>
          </a:custGeom>
          <a:solidFill>
            <a:srgbClr val="E6E6E6"/>
          </a:solidFill>
        </p:spPr>
        <p:txBody>
          <a:bodyPr wrap="square" lIns="0" tIns="0" rIns="0" bIns="0" rtlCol="0"/>
          <a:lstStyle/>
          <a:p>
            <a:endParaRPr/>
          </a:p>
        </p:txBody>
      </p:sp>
      <p:sp>
        <p:nvSpPr>
          <p:cNvPr id="12" name="object 12"/>
          <p:cNvSpPr txBox="1"/>
          <p:nvPr/>
        </p:nvSpPr>
        <p:spPr>
          <a:xfrm>
            <a:off x="5814695" y="1088389"/>
            <a:ext cx="6113145" cy="5511800"/>
          </a:xfrm>
          <a:prstGeom prst="rect">
            <a:avLst/>
          </a:prstGeom>
        </p:spPr>
        <p:txBody>
          <a:bodyPr vert="horz" wrap="square" lIns="0" tIns="12700" rIns="0" bIns="0" rtlCol="0">
            <a:spAutoFit/>
          </a:bodyPr>
          <a:lstStyle/>
          <a:p>
            <a:pPr marL="12700" marR="47625" indent="304800">
              <a:lnSpc>
                <a:spcPct val="111100"/>
              </a:lnSpc>
              <a:spcBef>
                <a:spcPts val="100"/>
              </a:spcBef>
            </a:pPr>
            <a:r>
              <a:rPr sz="1200" dirty="0">
                <a:latin typeface="宋体"/>
                <a:cs typeface="宋体"/>
              </a:rPr>
              <a:t>描绘品牌如何在未来更好地服务客户，提升客户体验或解决更复杂的问题。（5）</a:t>
            </a:r>
            <a:r>
              <a:rPr sz="1200" spc="-25" dirty="0">
                <a:latin typeface="宋体"/>
                <a:cs typeface="宋体"/>
              </a:rPr>
              <a:t>员工</a:t>
            </a:r>
            <a:r>
              <a:rPr sz="1200" spc="-20" dirty="0">
                <a:latin typeface="宋体"/>
                <a:cs typeface="宋体"/>
              </a:rPr>
              <a:t>愿景：</a:t>
            </a:r>
            <a:endParaRPr sz="1200">
              <a:latin typeface="宋体"/>
              <a:cs typeface="宋体"/>
            </a:endParaRPr>
          </a:p>
          <a:p>
            <a:pPr marL="317500">
              <a:lnSpc>
                <a:spcPct val="100000"/>
              </a:lnSpc>
              <a:spcBef>
                <a:spcPts val="160"/>
              </a:spcBef>
            </a:pPr>
            <a:r>
              <a:rPr sz="1200" spc="-5" dirty="0">
                <a:latin typeface="宋体"/>
                <a:cs typeface="宋体"/>
              </a:rPr>
              <a:t>说明品牌将如何为员工创造更好的工作环境、发展机会和个人成长空间。</a:t>
            </a:r>
            <a:endParaRPr sz="1200">
              <a:latin typeface="宋体"/>
              <a:cs typeface="宋体"/>
            </a:endParaRPr>
          </a:p>
          <a:p>
            <a:pPr marL="699135" indent="-381635">
              <a:lnSpc>
                <a:spcPct val="100000"/>
              </a:lnSpc>
              <a:spcBef>
                <a:spcPts val="160"/>
              </a:spcBef>
              <a:buSzPct val="91666"/>
              <a:buAutoNum type="arabicPlain" startAt="6"/>
              <a:tabLst>
                <a:tab pos="699135" algn="l"/>
              </a:tabLst>
            </a:pPr>
            <a:r>
              <a:rPr sz="1200" spc="-10" dirty="0">
                <a:latin typeface="宋体"/>
                <a:cs typeface="宋体"/>
              </a:rPr>
              <a:t>创新项目：</a:t>
            </a:r>
            <a:endParaRPr sz="1200">
              <a:latin typeface="宋体"/>
              <a:cs typeface="宋体"/>
            </a:endParaRPr>
          </a:p>
          <a:p>
            <a:pPr marL="12700" marR="47625" indent="304800">
              <a:lnSpc>
                <a:spcPct val="111100"/>
              </a:lnSpc>
            </a:pPr>
            <a:r>
              <a:rPr sz="1200" dirty="0">
                <a:latin typeface="宋体"/>
                <a:cs typeface="宋体"/>
              </a:rPr>
              <a:t>提出2—3</a:t>
            </a:r>
            <a:r>
              <a:rPr sz="1200" spc="-5" dirty="0">
                <a:latin typeface="宋体"/>
                <a:cs typeface="宋体"/>
              </a:rPr>
              <a:t>个体现品牌未来愿景的创新项目或倡议。这些项目应该既有前瞻性，又基于</a:t>
            </a:r>
            <a:r>
              <a:rPr sz="1200" spc="-10" dirty="0">
                <a:latin typeface="宋体"/>
                <a:cs typeface="宋体"/>
              </a:rPr>
              <a:t>品牌的核心能力。</a:t>
            </a:r>
            <a:endParaRPr sz="1200">
              <a:latin typeface="宋体"/>
              <a:cs typeface="宋体"/>
            </a:endParaRPr>
          </a:p>
          <a:p>
            <a:pPr marL="699135" indent="-381635">
              <a:lnSpc>
                <a:spcPct val="100000"/>
              </a:lnSpc>
              <a:spcBef>
                <a:spcPts val="160"/>
              </a:spcBef>
              <a:buSzPct val="91666"/>
              <a:buAutoNum type="arabicPlain" startAt="7"/>
              <a:tabLst>
                <a:tab pos="699135" algn="l"/>
              </a:tabLst>
            </a:pPr>
            <a:r>
              <a:rPr sz="1200" spc="-15" dirty="0">
                <a:latin typeface="宋体"/>
                <a:cs typeface="宋体"/>
              </a:rPr>
              <a:t>里程碑：</a:t>
            </a:r>
            <a:endParaRPr sz="1200">
              <a:latin typeface="宋体"/>
              <a:cs typeface="宋体"/>
            </a:endParaRPr>
          </a:p>
          <a:p>
            <a:pPr marL="12700" marR="47625" indent="304800">
              <a:lnSpc>
                <a:spcPct val="111100"/>
              </a:lnSpc>
            </a:pPr>
            <a:r>
              <a:rPr sz="1200" dirty="0">
                <a:latin typeface="宋体"/>
                <a:cs typeface="宋体"/>
              </a:rPr>
              <a:t>设定3—5</a:t>
            </a:r>
            <a:r>
              <a:rPr sz="1200" spc="-5" dirty="0">
                <a:latin typeface="宋体"/>
                <a:cs typeface="宋体"/>
              </a:rPr>
              <a:t>个实现愿景的关键里程碑。这些里程碑应该是具体、可衡量的，并且时间跨</a:t>
            </a:r>
            <a:r>
              <a:rPr sz="1200" spc="-15" dirty="0">
                <a:latin typeface="宋体"/>
                <a:cs typeface="宋体"/>
              </a:rPr>
              <a:t>度合理。</a:t>
            </a:r>
            <a:endParaRPr sz="1200">
              <a:latin typeface="宋体"/>
              <a:cs typeface="宋体"/>
            </a:endParaRPr>
          </a:p>
          <a:p>
            <a:pPr marL="699135" indent="-381635">
              <a:lnSpc>
                <a:spcPct val="100000"/>
              </a:lnSpc>
              <a:spcBef>
                <a:spcPts val="160"/>
              </a:spcBef>
              <a:buSzPct val="91666"/>
              <a:buAutoNum type="arabicPlain" startAt="8"/>
              <a:tabLst>
                <a:tab pos="699135" algn="l"/>
              </a:tabLst>
            </a:pPr>
            <a:r>
              <a:rPr sz="1200" spc="-10" dirty="0">
                <a:latin typeface="宋体"/>
                <a:cs typeface="宋体"/>
              </a:rPr>
              <a:t>全球视野：</a:t>
            </a:r>
            <a:endParaRPr sz="1200">
              <a:latin typeface="宋体"/>
              <a:cs typeface="宋体"/>
            </a:endParaRPr>
          </a:p>
          <a:p>
            <a:pPr marL="317500">
              <a:lnSpc>
                <a:spcPct val="100000"/>
              </a:lnSpc>
              <a:spcBef>
                <a:spcPts val="160"/>
              </a:spcBef>
            </a:pPr>
            <a:r>
              <a:rPr sz="1200" spc="-5" dirty="0">
                <a:latin typeface="宋体"/>
                <a:cs typeface="宋体"/>
              </a:rPr>
              <a:t>如果适用，描述品牌在全球市场中的未来定位和发展规划。</a:t>
            </a:r>
            <a:endParaRPr sz="1200">
              <a:latin typeface="宋体"/>
              <a:cs typeface="宋体"/>
            </a:endParaRPr>
          </a:p>
          <a:p>
            <a:pPr marL="699135" indent="-381635">
              <a:lnSpc>
                <a:spcPct val="100000"/>
              </a:lnSpc>
              <a:spcBef>
                <a:spcPts val="160"/>
              </a:spcBef>
              <a:buSzPct val="91666"/>
              <a:buAutoNum type="arabicPlain" startAt="9"/>
              <a:tabLst>
                <a:tab pos="699135" algn="l"/>
              </a:tabLst>
            </a:pPr>
            <a:r>
              <a:rPr sz="1200" spc="-10" dirty="0">
                <a:latin typeface="宋体"/>
                <a:cs typeface="宋体"/>
              </a:rPr>
              <a:t>技术展望：</a:t>
            </a:r>
            <a:endParaRPr sz="1200">
              <a:latin typeface="宋体"/>
              <a:cs typeface="宋体"/>
            </a:endParaRPr>
          </a:p>
          <a:p>
            <a:pPr marL="317500">
              <a:lnSpc>
                <a:spcPct val="100000"/>
              </a:lnSpc>
              <a:spcBef>
                <a:spcPts val="160"/>
              </a:spcBef>
            </a:pPr>
            <a:r>
              <a:rPr sz="1200" dirty="0">
                <a:latin typeface="宋体"/>
                <a:cs typeface="宋体"/>
              </a:rPr>
              <a:t>预测品牌将如何利用新兴技术来实现愿景，可能包括</a:t>
            </a:r>
            <a:r>
              <a:rPr sz="1200" spc="-45" dirty="0">
                <a:latin typeface="宋体"/>
                <a:cs typeface="宋体"/>
              </a:rPr>
              <a:t>AI</a:t>
            </a:r>
            <a:r>
              <a:rPr sz="1200" spc="-5" dirty="0">
                <a:latin typeface="宋体"/>
                <a:cs typeface="宋体"/>
              </a:rPr>
              <a:t>、物联网、可持续能源等领域。</a:t>
            </a:r>
            <a:endParaRPr sz="1200">
              <a:latin typeface="宋体"/>
              <a:cs typeface="宋体"/>
            </a:endParaRPr>
          </a:p>
          <a:p>
            <a:pPr marL="775335" indent="-457834">
              <a:lnSpc>
                <a:spcPct val="100000"/>
              </a:lnSpc>
              <a:spcBef>
                <a:spcPts val="160"/>
              </a:spcBef>
              <a:buSzPct val="91666"/>
              <a:buAutoNum type="arabicPlain" startAt="10"/>
              <a:tabLst>
                <a:tab pos="775335" algn="l"/>
              </a:tabLst>
            </a:pPr>
            <a:r>
              <a:rPr sz="1200" spc="-10" dirty="0">
                <a:latin typeface="宋体"/>
                <a:cs typeface="宋体"/>
              </a:rPr>
              <a:t>伙伴生态：</a:t>
            </a:r>
            <a:endParaRPr sz="1200">
              <a:latin typeface="宋体"/>
              <a:cs typeface="宋体"/>
            </a:endParaRPr>
          </a:p>
          <a:p>
            <a:pPr marL="317500">
              <a:lnSpc>
                <a:spcPct val="100000"/>
              </a:lnSpc>
              <a:spcBef>
                <a:spcPts val="160"/>
              </a:spcBef>
            </a:pPr>
            <a:r>
              <a:rPr sz="1200" spc="-5" dirty="0">
                <a:latin typeface="宋体"/>
                <a:cs typeface="宋体"/>
              </a:rPr>
              <a:t>描述品牌将如何与其他企业、机构或组织合作，共同实现更大的目标。</a:t>
            </a:r>
            <a:endParaRPr sz="1200">
              <a:latin typeface="宋体"/>
              <a:cs typeface="宋体"/>
            </a:endParaRPr>
          </a:p>
          <a:p>
            <a:pPr marL="775335" indent="-457834">
              <a:lnSpc>
                <a:spcPct val="100000"/>
              </a:lnSpc>
              <a:spcBef>
                <a:spcPts val="160"/>
              </a:spcBef>
              <a:buSzPct val="91666"/>
              <a:buAutoNum type="arabicPlain" startAt="11"/>
              <a:tabLst>
                <a:tab pos="775335" algn="l"/>
              </a:tabLst>
            </a:pPr>
            <a:r>
              <a:rPr sz="1200" spc="-10" dirty="0">
                <a:latin typeface="宋体"/>
                <a:cs typeface="宋体"/>
              </a:rPr>
              <a:t>激励口号：</a:t>
            </a:r>
            <a:endParaRPr sz="1200">
              <a:latin typeface="宋体"/>
              <a:cs typeface="宋体"/>
            </a:endParaRPr>
          </a:p>
          <a:p>
            <a:pPr marL="12700" marR="47625" indent="304800">
              <a:lnSpc>
                <a:spcPct val="111100"/>
              </a:lnSpc>
            </a:pPr>
            <a:r>
              <a:rPr sz="1200" spc="-5" dirty="0">
                <a:latin typeface="宋体"/>
                <a:cs typeface="宋体"/>
              </a:rPr>
              <a:t>创造一个能激励员工和客户的口号，体现共同奋斗的精神。这个口号应该简短有力，</a:t>
            </a:r>
            <a:r>
              <a:rPr sz="1200" spc="-10" dirty="0">
                <a:latin typeface="宋体"/>
                <a:cs typeface="宋体"/>
              </a:rPr>
              <a:t>易于记忆和传播。</a:t>
            </a:r>
            <a:endParaRPr sz="1200">
              <a:latin typeface="宋体"/>
              <a:cs typeface="宋体"/>
            </a:endParaRPr>
          </a:p>
          <a:p>
            <a:pPr marL="775335" indent="-457834">
              <a:lnSpc>
                <a:spcPct val="100000"/>
              </a:lnSpc>
              <a:spcBef>
                <a:spcPts val="160"/>
              </a:spcBef>
              <a:buSzPct val="91666"/>
              <a:buAutoNum type="arabicPlain" startAt="12"/>
              <a:tabLst>
                <a:tab pos="775335" algn="l"/>
              </a:tabLst>
            </a:pPr>
            <a:r>
              <a:rPr sz="1200" spc="-10" dirty="0">
                <a:latin typeface="宋体"/>
                <a:cs typeface="宋体"/>
              </a:rPr>
              <a:t>视觉象征：</a:t>
            </a:r>
            <a:endParaRPr sz="1200">
              <a:latin typeface="宋体"/>
              <a:cs typeface="宋体"/>
            </a:endParaRPr>
          </a:p>
          <a:p>
            <a:pPr marL="12700" marR="47625" indent="304800">
              <a:lnSpc>
                <a:spcPct val="111100"/>
              </a:lnSpc>
            </a:pPr>
            <a:r>
              <a:rPr sz="1200" spc="-5" dirty="0">
                <a:latin typeface="宋体"/>
                <a:cs typeface="宋体"/>
              </a:rPr>
              <a:t>提出一个能够直观表现未来愿景的视觉元素或符号。这个元素应该能够简洁地传达愿</a:t>
            </a:r>
            <a:r>
              <a:rPr sz="1200" spc="-10" dirty="0">
                <a:latin typeface="宋体"/>
                <a:cs typeface="宋体"/>
              </a:rPr>
              <a:t>景的核心理念。</a:t>
            </a:r>
            <a:endParaRPr sz="1200">
              <a:latin typeface="宋体"/>
              <a:cs typeface="宋体"/>
            </a:endParaRPr>
          </a:p>
          <a:p>
            <a:pPr marL="317500">
              <a:lnSpc>
                <a:spcPct val="100000"/>
              </a:lnSpc>
              <a:spcBef>
                <a:spcPts val="160"/>
              </a:spcBef>
            </a:pPr>
            <a:r>
              <a:rPr sz="1200" spc="-10" dirty="0">
                <a:latin typeface="宋体"/>
                <a:cs typeface="宋体"/>
              </a:rPr>
              <a:t>评估标准：</a:t>
            </a:r>
            <a:endParaRPr sz="1200">
              <a:latin typeface="宋体"/>
              <a:cs typeface="宋体"/>
            </a:endParaRPr>
          </a:p>
          <a:p>
            <a:pPr marL="405765" indent="-88265">
              <a:lnSpc>
                <a:spcPct val="100000"/>
              </a:lnSpc>
              <a:spcBef>
                <a:spcPts val="160"/>
              </a:spcBef>
              <a:buChar char="-"/>
              <a:tabLst>
                <a:tab pos="405765" algn="l"/>
              </a:tabLst>
            </a:pPr>
            <a:r>
              <a:rPr sz="1200" spc="-5" dirty="0">
                <a:latin typeface="宋体"/>
                <a:cs typeface="宋体"/>
              </a:rPr>
              <a:t>一致性：与当前品牌定位和价值观的连贯性</a:t>
            </a:r>
            <a:endParaRPr sz="1200">
              <a:latin typeface="宋体"/>
              <a:cs typeface="宋体"/>
            </a:endParaRPr>
          </a:p>
          <a:p>
            <a:pPr marL="405765" indent="-88265">
              <a:lnSpc>
                <a:spcPct val="100000"/>
              </a:lnSpc>
              <a:spcBef>
                <a:spcPts val="160"/>
              </a:spcBef>
              <a:buChar char="-"/>
              <a:tabLst>
                <a:tab pos="405765" algn="l"/>
              </a:tabLst>
            </a:pPr>
            <a:r>
              <a:rPr sz="1200" spc="-5" dirty="0">
                <a:latin typeface="宋体"/>
                <a:cs typeface="宋体"/>
              </a:rPr>
              <a:t>远见性：展现了足够远大和鼓舞人心的未来图景</a:t>
            </a:r>
            <a:endParaRPr sz="1200">
              <a:latin typeface="宋体"/>
              <a:cs typeface="宋体"/>
            </a:endParaRPr>
          </a:p>
          <a:p>
            <a:pPr marL="405765" indent="-88265">
              <a:lnSpc>
                <a:spcPct val="100000"/>
              </a:lnSpc>
              <a:spcBef>
                <a:spcPts val="160"/>
              </a:spcBef>
              <a:buChar char="-"/>
              <a:tabLst>
                <a:tab pos="405765" algn="l"/>
              </a:tabLst>
            </a:pPr>
            <a:r>
              <a:rPr sz="1200" spc="-5" dirty="0">
                <a:latin typeface="宋体"/>
                <a:cs typeface="宋体"/>
              </a:rPr>
              <a:t>可信度：基于品牌的核心优势，具有实现的可能性</a:t>
            </a:r>
            <a:endParaRPr sz="1200">
              <a:latin typeface="宋体"/>
              <a:cs typeface="宋体"/>
            </a:endParaRPr>
          </a:p>
          <a:p>
            <a:pPr marL="405765" indent="-88265">
              <a:lnSpc>
                <a:spcPct val="100000"/>
              </a:lnSpc>
              <a:spcBef>
                <a:spcPts val="160"/>
              </a:spcBef>
              <a:buChar char="-"/>
              <a:tabLst>
                <a:tab pos="405765" algn="l"/>
              </a:tabLst>
            </a:pPr>
            <a:r>
              <a:rPr sz="1200" spc="-5" dirty="0">
                <a:latin typeface="宋体"/>
                <a:cs typeface="宋体"/>
              </a:rPr>
              <a:t>共鸣度：能否激发员工、客户和其他利益相关者的热情</a:t>
            </a:r>
            <a:endParaRPr sz="1200">
              <a:latin typeface="宋体"/>
              <a:cs typeface="宋体"/>
            </a:endParaRPr>
          </a:p>
          <a:p>
            <a:pPr marL="317500">
              <a:lnSpc>
                <a:spcPct val="100000"/>
              </a:lnSpc>
              <a:spcBef>
                <a:spcPts val="160"/>
              </a:spcBef>
            </a:pPr>
            <a:r>
              <a:rPr sz="1200" spc="-5" dirty="0">
                <a:latin typeface="宋体"/>
                <a:cs typeface="宋体"/>
              </a:rPr>
              <a:t>请基于以上指南，创造一个全面、富有感染力且能指引品牌长远发展的未来愿景。</a:t>
            </a:r>
            <a:endParaRPr sz="1200">
              <a:latin typeface="宋体"/>
              <a:cs typeface="宋体"/>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53380" cy="634365"/>
          </a:xfrm>
          <a:prstGeom prst="rect">
            <a:avLst/>
          </a:prstGeom>
        </p:spPr>
        <p:txBody>
          <a:bodyPr vert="horz" wrap="square" lIns="0" tIns="12065" rIns="0" bIns="0" rtlCol="0">
            <a:spAutoFit/>
          </a:bodyPr>
          <a:lstStyle/>
          <a:p>
            <a:pPr marL="12700">
              <a:lnSpc>
                <a:spcPct val="100000"/>
              </a:lnSpc>
              <a:spcBef>
                <a:spcPts val="95"/>
              </a:spcBef>
            </a:pPr>
            <a:r>
              <a:rPr sz="4000" spc="270" dirty="0"/>
              <a:t>年终总结的提示语设</a:t>
            </a:r>
            <a:r>
              <a:rPr sz="4000" spc="-50" dirty="0"/>
              <a:t>计</a:t>
            </a:r>
            <a:endParaRPr sz="4000"/>
          </a:p>
        </p:txBody>
      </p:sp>
      <p:pic>
        <p:nvPicPr>
          <p:cNvPr id="3" name="object 3"/>
          <p:cNvPicPr/>
          <p:nvPr/>
        </p:nvPicPr>
        <p:blipFill>
          <a:blip r:embed="rId2" cstate="print"/>
          <a:stretch>
            <a:fillRect/>
          </a:stretch>
        </p:blipFill>
        <p:spPr>
          <a:xfrm>
            <a:off x="272836" y="1153311"/>
            <a:ext cx="2189272" cy="616474"/>
          </a:xfrm>
          <a:prstGeom prst="rect">
            <a:avLst/>
          </a:prstGeom>
        </p:spPr>
      </p:pic>
      <p:sp>
        <p:nvSpPr>
          <p:cNvPr id="4" name="object 4"/>
          <p:cNvSpPr txBox="1"/>
          <p:nvPr/>
        </p:nvSpPr>
        <p:spPr>
          <a:xfrm>
            <a:off x="365759" y="1662938"/>
            <a:ext cx="3326765" cy="871219"/>
          </a:xfrm>
          <a:prstGeom prst="rect">
            <a:avLst/>
          </a:prstGeom>
        </p:spPr>
        <p:txBody>
          <a:bodyPr vert="horz" wrap="square" lIns="0" tIns="12700" rIns="0" bIns="0" rtlCol="0">
            <a:spAutoFit/>
          </a:bodyPr>
          <a:lstStyle/>
          <a:p>
            <a:pPr marL="12700" marR="5080" algn="just">
              <a:lnSpc>
                <a:spcPct val="115599"/>
              </a:lnSpc>
              <a:spcBef>
                <a:spcPts val="100"/>
              </a:spcBef>
            </a:pPr>
            <a:r>
              <a:rPr sz="1600" dirty="0">
                <a:latin typeface="宋体"/>
                <a:cs typeface="宋体"/>
              </a:rPr>
              <a:t>业绩回顾部分旨在清晰、全面地展</a:t>
            </a:r>
            <a:r>
              <a:rPr sz="1600" spc="-50" dirty="0">
                <a:latin typeface="宋体"/>
                <a:cs typeface="宋体"/>
              </a:rPr>
              <a:t>示</a:t>
            </a:r>
            <a:r>
              <a:rPr sz="1600" dirty="0">
                <a:latin typeface="宋体"/>
                <a:cs typeface="宋体"/>
              </a:rPr>
              <a:t>过去一年的工作成绩。提示语设计</a:t>
            </a:r>
            <a:r>
              <a:rPr sz="1600" spc="-50" dirty="0">
                <a:latin typeface="宋体"/>
                <a:cs typeface="宋体"/>
              </a:rPr>
              <a:t>应</a:t>
            </a:r>
            <a:r>
              <a:rPr sz="1600" spc="-20" dirty="0">
                <a:latin typeface="宋体"/>
                <a:cs typeface="宋体"/>
              </a:rPr>
              <a:t>侧重于以下要点</a:t>
            </a:r>
            <a:r>
              <a:rPr sz="1600" spc="-50" dirty="0">
                <a:latin typeface="宋体"/>
                <a:cs typeface="宋体"/>
              </a:rPr>
              <a:t>：</a:t>
            </a:r>
            <a:endParaRPr sz="1600">
              <a:latin typeface="宋体"/>
              <a:cs typeface="宋体"/>
            </a:endParaRPr>
          </a:p>
        </p:txBody>
      </p:sp>
      <p:sp>
        <p:nvSpPr>
          <p:cNvPr id="5" name="object 5"/>
          <p:cNvSpPr txBox="1"/>
          <p:nvPr/>
        </p:nvSpPr>
        <p:spPr>
          <a:xfrm>
            <a:off x="365759" y="2508757"/>
            <a:ext cx="1123315" cy="871219"/>
          </a:xfrm>
          <a:prstGeom prst="rect">
            <a:avLst/>
          </a:prstGeom>
        </p:spPr>
        <p:txBody>
          <a:bodyPr vert="horz" wrap="square" lIns="0" tIns="50800" rIns="0" bIns="0" rtlCol="0">
            <a:spAutoFit/>
          </a:bodyPr>
          <a:lstStyle/>
          <a:p>
            <a:pPr marL="298450" indent="-285750">
              <a:lnSpc>
                <a:spcPct val="100000"/>
              </a:lnSpc>
              <a:spcBef>
                <a:spcPts val="400"/>
              </a:spcBef>
              <a:buFont typeface="Arial"/>
              <a:buChar char="•"/>
              <a:tabLst>
                <a:tab pos="297815" algn="l"/>
                <a:tab pos="298450" algn="l"/>
              </a:tabLst>
            </a:pPr>
            <a:r>
              <a:rPr sz="1600" spc="-30" dirty="0">
                <a:latin typeface="宋体"/>
                <a:cs typeface="宋体"/>
              </a:rPr>
              <a:t>成果展示</a:t>
            </a:r>
            <a:endParaRPr sz="1600">
              <a:latin typeface="宋体"/>
              <a:cs typeface="宋体"/>
            </a:endParaRPr>
          </a:p>
          <a:p>
            <a:pPr marL="298450" indent="-285750">
              <a:lnSpc>
                <a:spcPct val="100000"/>
              </a:lnSpc>
              <a:spcBef>
                <a:spcPts val="300"/>
              </a:spcBef>
              <a:buFont typeface="Arial"/>
              <a:buChar char="•"/>
              <a:tabLst>
                <a:tab pos="297815" algn="l"/>
                <a:tab pos="298450" algn="l"/>
              </a:tabLst>
            </a:pPr>
            <a:r>
              <a:rPr sz="1600" spc="-30" dirty="0">
                <a:latin typeface="宋体"/>
                <a:cs typeface="宋体"/>
              </a:rPr>
              <a:t>结构清晰</a:t>
            </a:r>
            <a:endParaRPr sz="1600">
              <a:latin typeface="宋体"/>
              <a:cs typeface="宋体"/>
            </a:endParaRPr>
          </a:p>
          <a:p>
            <a:pPr marL="298450" indent="-285750">
              <a:lnSpc>
                <a:spcPct val="100000"/>
              </a:lnSpc>
              <a:spcBef>
                <a:spcPts val="300"/>
              </a:spcBef>
              <a:buFont typeface="Arial"/>
              <a:buChar char="•"/>
              <a:tabLst>
                <a:tab pos="297815" algn="l"/>
                <a:tab pos="298450" algn="l"/>
              </a:tabLst>
            </a:pPr>
            <a:r>
              <a:rPr sz="1600" spc="-30" dirty="0">
                <a:latin typeface="宋体"/>
                <a:cs typeface="宋体"/>
              </a:rPr>
              <a:t>具体事例</a:t>
            </a:r>
            <a:endParaRPr sz="1600">
              <a:latin typeface="宋体"/>
              <a:cs typeface="宋体"/>
            </a:endParaRPr>
          </a:p>
        </p:txBody>
      </p:sp>
      <p:graphicFrame>
        <p:nvGraphicFramePr>
          <p:cNvPr id="6" name="object 6"/>
          <p:cNvGraphicFramePr>
            <a:graphicFrameLocks noGrp="1"/>
          </p:cNvGraphicFramePr>
          <p:nvPr/>
        </p:nvGraphicFramePr>
        <p:xfrm>
          <a:off x="90169" y="3531234"/>
          <a:ext cx="4089400" cy="3220085"/>
        </p:xfrm>
        <a:graphic>
          <a:graphicData uri="http://schemas.openxmlformats.org/drawingml/2006/table">
            <a:tbl>
              <a:tblPr firstRow="1" bandRow="1">
                <a:tableStyleId>{2D5ABB26-0587-4C30-8999-92F81FD0307C}</a:tableStyleId>
              </a:tblPr>
              <a:tblGrid>
                <a:gridCol w="702310">
                  <a:extLst>
                    <a:ext uri="{9D8B030D-6E8A-4147-A177-3AD203B41FA5}">
                      <a16:colId xmlns:a16="http://schemas.microsoft.com/office/drawing/2014/main" val="20000"/>
                    </a:ext>
                  </a:extLst>
                </a:gridCol>
                <a:gridCol w="1263650">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tblGrid>
              <a:tr h="252095">
                <a:tc>
                  <a:txBody>
                    <a:bodyPr/>
                    <a:lstStyle/>
                    <a:p>
                      <a:pPr marL="635" algn="ctr">
                        <a:lnSpc>
                          <a:spcPct val="100000"/>
                        </a:lnSpc>
                        <a:spcBef>
                          <a:spcPts val="215"/>
                        </a:spcBef>
                      </a:pPr>
                      <a:r>
                        <a:rPr sz="1100" spc="-30" dirty="0">
                          <a:latin typeface="宋体"/>
                          <a:cs typeface="宋体"/>
                        </a:rPr>
                        <a:t>维度</a:t>
                      </a:r>
                      <a:endParaRPr sz="1100">
                        <a:latin typeface="宋体"/>
                        <a:cs typeface="宋体"/>
                      </a:endParaRPr>
                    </a:p>
                  </a:txBody>
                  <a:tcPr marL="0" marR="0" marT="273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marL="282575">
                        <a:lnSpc>
                          <a:spcPct val="100000"/>
                        </a:lnSpc>
                        <a:spcBef>
                          <a:spcPts val="215"/>
                        </a:spcBef>
                      </a:pPr>
                      <a:r>
                        <a:rPr sz="1100" spc="-20" dirty="0">
                          <a:latin typeface="宋体"/>
                          <a:cs typeface="宋体"/>
                        </a:rPr>
                        <a:t>提示语示例</a:t>
                      </a:r>
                      <a:endParaRPr sz="1100">
                        <a:latin typeface="宋体"/>
                        <a:cs typeface="宋体"/>
                      </a:endParaRPr>
                    </a:p>
                  </a:txBody>
                  <a:tcPr marL="0" marR="0" marT="273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marL="635" algn="ctr">
                        <a:lnSpc>
                          <a:spcPct val="100000"/>
                        </a:lnSpc>
                        <a:spcBef>
                          <a:spcPts val="215"/>
                        </a:spcBef>
                      </a:pPr>
                      <a:r>
                        <a:rPr sz="1100" spc="-30" dirty="0">
                          <a:latin typeface="宋体"/>
                          <a:cs typeface="宋体"/>
                        </a:rPr>
                        <a:t>要求</a:t>
                      </a:r>
                      <a:endParaRPr sz="1100">
                        <a:latin typeface="宋体"/>
                        <a:cs typeface="宋体"/>
                      </a:endParaRPr>
                    </a:p>
                  </a:txBody>
                  <a:tcPr marL="0" marR="0" marT="273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extLst>
                  <a:ext uri="{0D108BD9-81ED-4DB2-BD59-A6C34878D82A}">
                    <a16:rowId xmlns:a16="http://schemas.microsoft.com/office/drawing/2014/main" val="10000"/>
                  </a:ext>
                </a:extLst>
              </a:tr>
              <a:tr h="1078230">
                <a:tc>
                  <a:txBody>
                    <a:bodyPr/>
                    <a:lstStyle/>
                    <a:p>
                      <a:pPr>
                        <a:lnSpc>
                          <a:spcPct val="100000"/>
                        </a:lnSpc>
                      </a:pPr>
                      <a:endParaRPr sz="1300">
                        <a:latin typeface="Times New Roman"/>
                        <a:cs typeface="Times New Roman"/>
                      </a:endParaRPr>
                    </a:p>
                    <a:p>
                      <a:pPr>
                        <a:lnSpc>
                          <a:spcPct val="100000"/>
                        </a:lnSpc>
                        <a:spcBef>
                          <a:spcPts val="15"/>
                        </a:spcBef>
                      </a:pPr>
                      <a:endParaRPr sz="1700">
                        <a:latin typeface="Times New Roman"/>
                        <a:cs typeface="Times New Roman"/>
                      </a:endParaRPr>
                    </a:p>
                    <a:p>
                      <a:pPr marL="635" algn="ctr">
                        <a:lnSpc>
                          <a:spcPct val="100000"/>
                        </a:lnSpc>
                      </a:pPr>
                      <a:r>
                        <a:rPr sz="1100" spc="-20" dirty="0">
                          <a:latin typeface="宋体"/>
                          <a:cs typeface="宋体"/>
                        </a:rPr>
                        <a:t>成果概述</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45"/>
                        </a:spcBef>
                      </a:pPr>
                      <a:endParaRPr sz="1250">
                        <a:latin typeface="Times New Roman"/>
                        <a:cs typeface="Times New Roman"/>
                      </a:endParaRPr>
                    </a:p>
                    <a:p>
                      <a:pPr marL="73025" marR="65405" algn="ctr">
                        <a:lnSpc>
                          <a:spcPct val="100000"/>
                        </a:lnSpc>
                      </a:pPr>
                      <a:r>
                        <a:rPr sz="1100" spc="-20" dirty="0">
                          <a:latin typeface="宋体"/>
                          <a:cs typeface="宋体"/>
                        </a:rPr>
                        <a:t>请总结过去一年中的主要工作成果，重点展示对业务的推动作用。</a:t>
                      </a:r>
                      <a:endParaRPr sz="1100">
                        <a:latin typeface="宋体"/>
                        <a:cs typeface="宋体"/>
                      </a:endParaRPr>
                    </a:p>
                  </a:txBody>
                  <a:tcPr marL="0" marR="0" marT="571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76835" marR="69850" indent="-635" algn="ctr">
                        <a:lnSpc>
                          <a:spcPct val="100000"/>
                        </a:lnSpc>
                        <a:spcBef>
                          <a:spcPts val="825"/>
                        </a:spcBef>
                      </a:pPr>
                      <a:r>
                        <a:rPr sz="1100" spc="-10" dirty="0">
                          <a:latin typeface="宋体"/>
                          <a:cs typeface="宋体"/>
                        </a:rPr>
                        <a:t>业绩突出项：</a:t>
                      </a:r>
                      <a:r>
                        <a:rPr sz="1100" spc="-10" dirty="0">
                          <a:latin typeface="Arial"/>
                          <a:cs typeface="Arial"/>
                        </a:rPr>
                        <a:t>[</a:t>
                      </a:r>
                      <a:r>
                        <a:rPr sz="1100" spc="-20" dirty="0">
                          <a:latin typeface="宋体"/>
                          <a:cs typeface="宋体"/>
                        </a:rPr>
                        <a:t>列出关键业绩指</a:t>
                      </a:r>
                      <a:r>
                        <a:rPr sz="1100" spc="-15" dirty="0">
                          <a:latin typeface="宋体"/>
                          <a:cs typeface="宋体"/>
                        </a:rPr>
                        <a:t>标，如销售额、客户增长率、项</a:t>
                      </a:r>
                      <a:r>
                        <a:rPr sz="1100" spc="-10" dirty="0">
                          <a:latin typeface="宋体"/>
                          <a:cs typeface="宋体"/>
                        </a:rPr>
                        <a:t>目完成情况等</a:t>
                      </a:r>
                      <a:r>
                        <a:rPr sz="1100" spc="-10" dirty="0">
                          <a:latin typeface="Arial"/>
                          <a:cs typeface="Arial"/>
                        </a:rPr>
                        <a:t>]</a:t>
                      </a:r>
                      <a:r>
                        <a:rPr sz="1100" spc="-10" dirty="0">
                          <a:latin typeface="宋体"/>
                          <a:cs typeface="宋体"/>
                        </a:rPr>
                        <a:t>成果分析：</a:t>
                      </a:r>
                      <a:r>
                        <a:rPr sz="1100" spc="-10" dirty="0">
                          <a:latin typeface="Arial"/>
                          <a:cs typeface="Arial"/>
                        </a:rPr>
                        <a:t>[</a:t>
                      </a:r>
                      <a:r>
                        <a:rPr sz="1100" spc="-30" dirty="0">
                          <a:latin typeface="宋体"/>
                          <a:cs typeface="宋体"/>
                        </a:rPr>
                        <a:t>分析</a:t>
                      </a:r>
                      <a:r>
                        <a:rPr sz="1100" spc="-15" dirty="0">
                          <a:latin typeface="宋体"/>
                          <a:cs typeface="宋体"/>
                        </a:rPr>
                        <a:t>这些成果带来的具体影响，如提</a:t>
                      </a:r>
                      <a:r>
                        <a:rPr sz="1100" spc="-10" dirty="0">
                          <a:latin typeface="宋体"/>
                          <a:cs typeface="宋体"/>
                        </a:rPr>
                        <a:t>升效率、拓展市场等</a:t>
                      </a:r>
                      <a:r>
                        <a:rPr sz="1100" spc="-50" dirty="0">
                          <a:latin typeface="Arial"/>
                          <a:cs typeface="Arial"/>
                        </a:rPr>
                        <a:t>]</a:t>
                      </a:r>
                      <a:endParaRPr sz="1100">
                        <a:latin typeface="Arial"/>
                        <a:cs typeface="Arial"/>
                      </a:endParaRPr>
                    </a:p>
                  </a:txBody>
                  <a:tcPr marL="0" marR="0" marT="1047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964565">
                <a:tc>
                  <a:txBody>
                    <a:bodyPr/>
                    <a:lstStyle/>
                    <a:p>
                      <a:pPr>
                        <a:lnSpc>
                          <a:spcPct val="100000"/>
                        </a:lnSpc>
                      </a:pPr>
                      <a:endParaRPr sz="1300">
                        <a:latin typeface="Times New Roman"/>
                        <a:cs typeface="Times New Roman"/>
                      </a:endParaRPr>
                    </a:p>
                    <a:p>
                      <a:pPr>
                        <a:lnSpc>
                          <a:spcPct val="100000"/>
                        </a:lnSpc>
                        <a:spcBef>
                          <a:spcPts val="25"/>
                        </a:spcBef>
                      </a:pPr>
                      <a:endParaRPr sz="1300">
                        <a:latin typeface="Times New Roman"/>
                        <a:cs typeface="Times New Roman"/>
                      </a:endParaRPr>
                    </a:p>
                    <a:p>
                      <a:pPr marL="635" algn="ctr">
                        <a:lnSpc>
                          <a:spcPct val="100000"/>
                        </a:lnSpc>
                      </a:pPr>
                      <a:r>
                        <a:rPr sz="1100" spc="-20" dirty="0">
                          <a:latin typeface="宋体"/>
                          <a:cs typeface="宋体"/>
                        </a:rPr>
                        <a:t>数据支撑</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25"/>
                        </a:spcBef>
                      </a:pPr>
                      <a:endParaRPr sz="1450">
                        <a:latin typeface="Times New Roman"/>
                        <a:cs typeface="Times New Roman"/>
                      </a:endParaRPr>
                    </a:p>
                    <a:p>
                      <a:pPr marL="3175" indent="69850" algn="just">
                        <a:lnSpc>
                          <a:spcPct val="100000"/>
                        </a:lnSpc>
                      </a:pPr>
                      <a:r>
                        <a:rPr sz="1100" spc="-20" dirty="0">
                          <a:latin typeface="宋体"/>
                          <a:cs typeface="宋体"/>
                        </a:rPr>
                        <a:t>请提供支撑业绩的具体数据，并通过</a:t>
                      </a:r>
                      <a:r>
                        <a:rPr sz="1100" spc="-50" dirty="0">
                          <a:latin typeface="宋体"/>
                          <a:cs typeface="宋体"/>
                        </a:rPr>
                        <a:t> </a:t>
                      </a:r>
                      <a:r>
                        <a:rPr sz="1100" spc="-15" dirty="0">
                          <a:latin typeface="宋体"/>
                          <a:cs typeface="宋体"/>
                        </a:rPr>
                        <a:t>数据展示工作成效。</a:t>
                      </a:r>
                      <a:endParaRPr sz="1100">
                        <a:latin typeface="宋体"/>
                        <a:cs typeface="宋体"/>
                      </a:endParaRPr>
                    </a:p>
                  </a:txBody>
                  <a:tcPr marL="0" marR="0" marT="31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81280" marR="74295" algn="ctr">
                        <a:lnSpc>
                          <a:spcPct val="100000"/>
                        </a:lnSpc>
                        <a:spcBef>
                          <a:spcPts val="375"/>
                        </a:spcBef>
                      </a:pPr>
                      <a:r>
                        <a:rPr sz="1100" spc="-10" dirty="0">
                          <a:latin typeface="宋体"/>
                          <a:cs typeface="宋体"/>
                        </a:rPr>
                        <a:t>数据呈现：</a:t>
                      </a:r>
                      <a:r>
                        <a:rPr sz="1100" spc="-10" dirty="0">
                          <a:latin typeface="Arial"/>
                          <a:cs typeface="Arial"/>
                        </a:rPr>
                        <a:t>[</a:t>
                      </a:r>
                      <a:r>
                        <a:rPr sz="1100" spc="-20" dirty="0">
                          <a:latin typeface="宋体"/>
                          <a:cs typeface="宋体"/>
                        </a:rPr>
                        <a:t>使用具体数字或百</a:t>
                      </a:r>
                      <a:r>
                        <a:rPr sz="1100" spc="-10" dirty="0">
                          <a:latin typeface="宋体"/>
                          <a:cs typeface="宋体"/>
                        </a:rPr>
                        <a:t>分比，如</a:t>
                      </a:r>
                      <a:r>
                        <a:rPr sz="1100" spc="-10" dirty="0">
                          <a:latin typeface="Arial"/>
                          <a:cs typeface="Arial"/>
                        </a:rPr>
                        <a:t>“</a:t>
                      </a:r>
                      <a:r>
                        <a:rPr sz="1100" spc="-10" dirty="0">
                          <a:latin typeface="宋体"/>
                          <a:cs typeface="宋体"/>
                        </a:rPr>
                        <a:t>销售额增长了</a:t>
                      </a:r>
                      <a:r>
                        <a:rPr sz="1100" spc="-10" dirty="0">
                          <a:latin typeface="Arial"/>
                          <a:cs typeface="Arial"/>
                        </a:rPr>
                        <a:t>20%”</a:t>
                      </a:r>
                      <a:r>
                        <a:rPr sz="1100" spc="-50" dirty="0">
                          <a:latin typeface="宋体"/>
                          <a:cs typeface="宋体"/>
                        </a:rPr>
                        <a:t>或 </a:t>
                      </a:r>
                      <a:r>
                        <a:rPr sz="1100" spc="-10" dirty="0">
                          <a:latin typeface="Arial"/>
                          <a:cs typeface="Arial"/>
                        </a:rPr>
                        <a:t>“</a:t>
                      </a:r>
                      <a:r>
                        <a:rPr sz="1100" spc="-10" dirty="0">
                          <a:latin typeface="宋体"/>
                          <a:cs typeface="宋体"/>
                        </a:rPr>
                        <a:t>客户满意度提升了</a:t>
                      </a:r>
                      <a:r>
                        <a:rPr sz="1100" spc="-10" dirty="0">
                          <a:latin typeface="Arial"/>
                          <a:cs typeface="Arial"/>
                        </a:rPr>
                        <a:t>10%”]</a:t>
                      </a:r>
                      <a:r>
                        <a:rPr sz="1100" spc="-25" dirty="0">
                          <a:latin typeface="宋体"/>
                          <a:cs typeface="宋体"/>
                        </a:rPr>
                        <a:t>数据来</a:t>
                      </a:r>
                      <a:r>
                        <a:rPr sz="1100" spc="-10" dirty="0">
                          <a:latin typeface="宋体"/>
                          <a:cs typeface="宋体"/>
                        </a:rPr>
                        <a:t>源：</a:t>
                      </a:r>
                      <a:r>
                        <a:rPr sz="1100" spc="-10" dirty="0">
                          <a:latin typeface="Arial"/>
                          <a:cs typeface="Arial"/>
                        </a:rPr>
                        <a:t>[</a:t>
                      </a:r>
                      <a:r>
                        <a:rPr sz="1100" spc="-15" dirty="0">
                          <a:latin typeface="宋体"/>
                          <a:cs typeface="宋体"/>
                        </a:rPr>
                        <a:t>明确数据来源和依据，确</a:t>
                      </a:r>
                      <a:r>
                        <a:rPr sz="1100" spc="-10" dirty="0">
                          <a:latin typeface="宋体"/>
                          <a:cs typeface="宋体"/>
                        </a:rPr>
                        <a:t>保真实性</a:t>
                      </a:r>
                      <a:r>
                        <a:rPr sz="1100" spc="-50" dirty="0">
                          <a:latin typeface="Arial"/>
                          <a:cs typeface="Arial"/>
                        </a:rPr>
                        <a:t>]</a:t>
                      </a:r>
                      <a:endParaRPr sz="1100">
                        <a:latin typeface="Arial"/>
                        <a:cs typeface="Arial"/>
                      </a:endParaRPr>
                    </a:p>
                  </a:txBody>
                  <a:tcPr marL="0" marR="0" marT="4762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925194">
                <a:tc>
                  <a:txBody>
                    <a:bodyPr/>
                    <a:lstStyle/>
                    <a:p>
                      <a:pPr>
                        <a:lnSpc>
                          <a:spcPct val="100000"/>
                        </a:lnSpc>
                      </a:pPr>
                      <a:endParaRPr sz="1300">
                        <a:latin typeface="Times New Roman"/>
                        <a:cs typeface="Times New Roman"/>
                      </a:endParaRPr>
                    </a:p>
                    <a:p>
                      <a:pPr>
                        <a:lnSpc>
                          <a:spcPct val="100000"/>
                        </a:lnSpc>
                        <a:spcBef>
                          <a:spcPts val="40"/>
                        </a:spcBef>
                      </a:pPr>
                      <a:endParaRPr sz="1150">
                        <a:latin typeface="Times New Roman"/>
                        <a:cs typeface="Times New Roman"/>
                      </a:endParaRPr>
                    </a:p>
                    <a:p>
                      <a:pPr marL="635" algn="ctr">
                        <a:lnSpc>
                          <a:spcPct val="100000"/>
                        </a:lnSpc>
                      </a:pPr>
                      <a:r>
                        <a:rPr sz="1100" spc="-20" dirty="0">
                          <a:latin typeface="宋体"/>
                          <a:cs typeface="宋体"/>
                        </a:rPr>
                        <a:t>项目亮点</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3175" indent="69850" algn="just">
                        <a:lnSpc>
                          <a:spcPct val="100000"/>
                        </a:lnSpc>
                        <a:spcBef>
                          <a:spcPts val="880"/>
                        </a:spcBef>
                      </a:pPr>
                      <a:r>
                        <a:rPr sz="1100" spc="-20" dirty="0">
                          <a:latin typeface="宋体"/>
                          <a:cs typeface="宋体"/>
                        </a:rPr>
                        <a:t>请列举过去一年中参与的重要项目及</a:t>
                      </a:r>
                      <a:r>
                        <a:rPr sz="1100" spc="-50" dirty="0">
                          <a:latin typeface="宋体"/>
                          <a:cs typeface="宋体"/>
                        </a:rPr>
                        <a:t> </a:t>
                      </a:r>
                      <a:r>
                        <a:rPr sz="1100" spc="-20" dirty="0">
                          <a:latin typeface="宋体"/>
                          <a:cs typeface="宋体"/>
                        </a:rPr>
                        <a:t>其成果，展示在项</a:t>
                      </a:r>
                      <a:r>
                        <a:rPr sz="1100" spc="-50" dirty="0">
                          <a:latin typeface="宋体"/>
                          <a:cs typeface="宋体"/>
                        </a:rPr>
                        <a:t> </a:t>
                      </a:r>
                      <a:r>
                        <a:rPr sz="1100" spc="-15" dirty="0">
                          <a:latin typeface="宋体"/>
                          <a:cs typeface="宋体"/>
                        </a:rPr>
                        <a:t>目中的角色和贡献。</a:t>
                      </a:r>
                      <a:endParaRPr sz="1100">
                        <a:latin typeface="宋体"/>
                        <a:cs typeface="宋体"/>
                      </a:endParaRPr>
                    </a:p>
                  </a:txBody>
                  <a:tcPr marL="0" marR="0" marT="11176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57150" marR="50800" algn="ctr">
                        <a:lnSpc>
                          <a:spcPct val="100000"/>
                        </a:lnSpc>
                        <a:spcBef>
                          <a:spcPts val="880"/>
                        </a:spcBef>
                      </a:pPr>
                      <a:r>
                        <a:rPr sz="1100" spc="-10" dirty="0">
                          <a:latin typeface="宋体"/>
                          <a:cs typeface="宋体"/>
                        </a:rPr>
                        <a:t>关键项目：</a:t>
                      </a:r>
                      <a:r>
                        <a:rPr sz="1100" spc="-10" dirty="0">
                          <a:latin typeface="Arial"/>
                          <a:cs typeface="Arial"/>
                        </a:rPr>
                        <a:t>[</a:t>
                      </a:r>
                      <a:r>
                        <a:rPr sz="1100" spc="-20" dirty="0">
                          <a:latin typeface="宋体"/>
                          <a:cs typeface="宋体"/>
                        </a:rPr>
                        <a:t>列举项目名称、目</a:t>
                      </a:r>
                      <a:r>
                        <a:rPr sz="1100" spc="-50" dirty="0">
                          <a:latin typeface="宋体"/>
                          <a:cs typeface="宋体"/>
                        </a:rPr>
                        <a:t> </a:t>
                      </a:r>
                      <a:r>
                        <a:rPr sz="1100" spc="-10" dirty="0">
                          <a:latin typeface="宋体"/>
                          <a:cs typeface="宋体"/>
                        </a:rPr>
                        <a:t>标、结果及自己的角色</a:t>
                      </a:r>
                      <a:r>
                        <a:rPr sz="1100" spc="-10" dirty="0">
                          <a:latin typeface="Arial"/>
                          <a:cs typeface="Arial"/>
                        </a:rPr>
                        <a:t>]</a:t>
                      </a:r>
                      <a:r>
                        <a:rPr sz="1100" spc="-20" dirty="0">
                          <a:latin typeface="宋体"/>
                          <a:cs typeface="宋体"/>
                        </a:rPr>
                        <a:t>影响力：</a:t>
                      </a:r>
                      <a:r>
                        <a:rPr sz="1100" spc="-50" dirty="0">
                          <a:latin typeface="宋体"/>
                          <a:cs typeface="宋体"/>
                        </a:rPr>
                        <a:t> </a:t>
                      </a:r>
                      <a:r>
                        <a:rPr sz="1100" spc="-10" dirty="0">
                          <a:latin typeface="Arial"/>
                          <a:cs typeface="Arial"/>
                        </a:rPr>
                        <a:t>[</a:t>
                      </a:r>
                      <a:r>
                        <a:rPr sz="1100" spc="-15" dirty="0">
                          <a:latin typeface="宋体"/>
                          <a:cs typeface="宋体"/>
                        </a:rPr>
                        <a:t>项目如何推动了部门或公司目</a:t>
                      </a:r>
                      <a:r>
                        <a:rPr sz="1100" spc="-50" dirty="0">
                          <a:latin typeface="宋体"/>
                          <a:cs typeface="宋体"/>
                        </a:rPr>
                        <a:t> </a:t>
                      </a:r>
                      <a:r>
                        <a:rPr sz="1100" spc="-10" dirty="0">
                          <a:latin typeface="宋体"/>
                          <a:cs typeface="宋体"/>
                        </a:rPr>
                        <a:t>标的实现，具体成果如何体现</a:t>
                      </a:r>
                      <a:r>
                        <a:rPr sz="1100" spc="-50" dirty="0">
                          <a:latin typeface="Arial"/>
                          <a:cs typeface="Arial"/>
                        </a:rPr>
                        <a:t>]</a:t>
                      </a:r>
                      <a:endParaRPr sz="1100">
                        <a:latin typeface="Arial"/>
                        <a:cs typeface="Arial"/>
                      </a:endParaRPr>
                    </a:p>
                  </a:txBody>
                  <a:tcPr marL="0" marR="0" marT="11176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bl>
          </a:graphicData>
        </a:graphic>
      </p:graphicFrame>
      <p:pic>
        <p:nvPicPr>
          <p:cNvPr id="7" name="object 7"/>
          <p:cNvPicPr/>
          <p:nvPr/>
        </p:nvPicPr>
        <p:blipFill>
          <a:blip r:embed="rId3" cstate="print"/>
          <a:stretch>
            <a:fillRect/>
          </a:stretch>
        </p:blipFill>
        <p:spPr>
          <a:xfrm>
            <a:off x="4335918" y="1153311"/>
            <a:ext cx="2185110" cy="616474"/>
          </a:xfrm>
          <a:prstGeom prst="rect">
            <a:avLst/>
          </a:prstGeom>
        </p:spPr>
      </p:pic>
      <p:sp>
        <p:nvSpPr>
          <p:cNvPr id="8" name="object 8"/>
          <p:cNvSpPr txBox="1"/>
          <p:nvPr/>
        </p:nvSpPr>
        <p:spPr>
          <a:xfrm>
            <a:off x="895730" y="1178940"/>
            <a:ext cx="5000625" cy="299720"/>
          </a:xfrm>
          <a:prstGeom prst="rect">
            <a:avLst/>
          </a:prstGeom>
        </p:spPr>
        <p:txBody>
          <a:bodyPr vert="horz" wrap="square" lIns="0" tIns="12700" rIns="0" bIns="0" rtlCol="0">
            <a:spAutoFit/>
          </a:bodyPr>
          <a:lstStyle/>
          <a:p>
            <a:pPr marL="12700">
              <a:lnSpc>
                <a:spcPct val="100000"/>
              </a:lnSpc>
              <a:spcBef>
                <a:spcPts val="100"/>
              </a:spcBef>
              <a:tabLst>
                <a:tab pos="4070985" algn="l"/>
              </a:tabLst>
            </a:pPr>
            <a:r>
              <a:rPr sz="1800" b="1" dirty="0">
                <a:latin typeface="Microsoft JhengHei"/>
                <a:cs typeface="Microsoft JhengHei"/>
              </a:rPr>
              <a:t>业绩回</a:t>
            </a:r>
            <a:r>
              <a:rPr sz="1800" b="1" spc="-50" dirty="0">
                <a:latin typeface="Microsoft JhengHei"/>
                <a:cs typeface="Microsoft JhengHei"/>
              </a:rPr>
              <a:t>顾</a:t>
            </a:r>
            <a:r>
              <a:rPr sz="1800" b="1" dirty="0">
                <a:latin typeface="Microsoft JhengHei"/>
                <a:cs typeface="Microsoft JhengHei"/>
              </a:rPr>
              <a:t>	成就展</a:t>
            </a:r>
            <a:r>
              <a:rPr sz="1800" b="1" spc="-50" dirty="0">
                <a:latin typeface="Microsoft JhengHei"/>
                <a:cs typeface="Microsoft JhengHei"/>
              </a:rPr>
              <a:t>示</a:t>
            </a:r>
            <a:endParaRPr sz="1800">
              <a:latin typeface="Microsoft JhengHei"/>
              <a:cs typeface="Microsoft JhengHei"/>
            </a:endParaRPr>
          </a:p>
        </p:txBody>
      </p:sp>
      <p:pic>
        <p:nvPicPr>
          <p:cNvPr id="9" name="object 9"/>
          <p:cNvPicPr/>
          <p:nvPr/>
        </p:nvPicPr>
        <p:blipFill>
          <a:blip r:embed="rId4" cstate="print"/>
          <a:stretch>
            <a:fillRect/>
          </a:stretch>
        </p:blipFill>
        <p:spPr>
          <a:xfrm>
            <a:off x="8394838" y="1133271"/>
            <a:ext cx="2185110" cy="616474"/>
          </a:xfrm>
          <a:prstGeom prst="rect">
            <a:avLst/>
          </a:prstGeom>
        </p:spPr>
      </p:pic>
      <p:sp>
        <p:nvSpPr>
          <p:cNvPr id="10" name="object 10"/>
          <p:cNvSpPr txBox="1"/>
          <p:nvPr/>
        </p:nvSpPr>
        <p:spPr>
          <a:xfrm>
            <a:off x="9013570" y="1163065"/>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latin typeface="Microsoft JhengHei"/>
                <a:cs typeface="Microsoft JhengHei"/>
              </a:rPr>
              <a:t>未来规划</a:t>
            </a:r>
            <a:endParaRPr sz="1800">
              <a:latin typeface="Microsoft JhengHei"/>
              <a:cs typeface="Microsoft JhengHei"/>
            </a:endParaRPr>
          </a:p>
        </p:txBody>
      </p:sp>
      <p:sp>
        <p:nvSpPr>
          <p:cNvPr id="11" name="object 11"/>
          <p:cNvSpPr txBox="1"/>
          <p:nvPr/>
        </p:nvSpPr>
        <p:spPr>
          <a:xfrm>
            <a:off x="4456429" y="1662938"/>
            <a:ext cx="3326765" cy="871219"/>
          </a:xfrm>
          <a:prstGeom prst="rect">
            <a:avLst/>
          </a:prstGeom>
        </p:spPr>
        <p:txBody>
          <a:bodyPr vert="horz" wrap="square" lIns="0" tIns="12700" rIns="0" bIns="0" rtlCol="0">
            <a:spAutoFit/>
          </a:bodyPr>
          <a:lstStyle/>
          <a:p>
            <a:pPr marL="12700" marR="5080" algn="just">
              <a:lnSpc>
                <a:spcPct val="115599"/>
              </a:lnSpc>
              <a:spcBef>
                <a:spcPts val="100"/>
              </a:spcBef>
            </a:pPr>
            <a:r>
              <a:rPr sz="1600" dirty="0">
                <a:latin typeface="宋体"/>
                <a:cs typeface="宋体"/>
              </a:rPr>
              <a:t>成就展示部分应突出个人和团队在</a:t>
            </a:r>
            <a:r>
              <a:rPr sz="1600" spc="-50" dirty="0">
                <a:latin typeface="宋体"/>
                <a:cs typeface="宋体"/>
              </a:rPr>
              <a:t>过</a:t>
            </a:r>
            <a:r>
              <a:rPr sz="1600" dirty="0">
                <a:latin typeface="宋体"/>
                <a:cs typeface="宋体"/>
              </a:rPr>
              <a:t>去一年的创新、突破及贡献，提示</a:t>
            </a:r>
            <a:r>
              <a:rPr sz="1600" spc="-50" dirty="0">
                <a:latin typeface="宋体"/>
                <a:cs typeface="宋体"/>
              </a:rPr>
              <a:t>语</a:t>
            </a:r>
            <a:r>
              <a:rPr sz="1600" spc="-20" dirty="0">
                <a:latin typeface="宋体"/>
                <a:cs typeface="宋体"/>
              </a:rPr>
              <a:t>设计应侧重</a:t>
            </a:r>
            <a:r>
              <a:rPr sz="1600" spc="-50" dirty="0">
                <a:latin typeface="宋体"/>
                <a:cs typeface="宋体"/>
              </a:rPr>
              <a:t>：</a:t>
            </a:r>
            <a:endParaRPr sz="1600">
              <a:latin typeface="宋体"/>
              <a:cs typeface="宋体"/>
            </a:endParaRPr>
          </a:p>
        </p:txBody>
      </p:sp>
      <p:sp>
        <p:nvSpPr>
          <p:cNvPr id="12" name="object 12"/>
          <p:cNvSpPr txBox="1"/>
          <p:nvPr/>
        </p:nvSpPr>
        <p:spPr>
          <a:xfrm>
            <a:off x="4456429" y="2508757"/>
            <a:ext cx="1326515" cy="871219"/>
          </a:xfrm>
          <a:prstGeom prst="rect">
            <a:avLst/>
          </a:prstGeom>
        </p:spPr>
        <p:txBody>
          <a:bodyPr vert="horz" wrap="square" lIns="0" tIns="50800" rIns="0" bIns="0" rtlCol="0">
            <a:spAutoFit/>
          </a:bodyPr>
          <a:lstStyle/>
          <a:p>
            <a:pPr marL="298450" indent="-285750">
              <a:lnSpc>
                <a:spcPct val="100000"/>
              </a:lnSpc>
              <a:spcBef>
                <a:spcPts val="400"/>
              </a:spcBef>
              <a:buFont typeface="Arial"/>
              <a:buChar char="•"/>
              <a:tabLst>
                <a:tab pos="297815" algn="l"/>
                <a:tab pos="298450" algn="l"/>
              </a:tabLst>
            </a:pPr>
            <a:r>
              <a:rPr sz="1600" spc="-30" dirty="0">
                <a:latin typeface="宋体"/>
                <a:cs typeface="宋体"/>
              </a:rPr>
              <a:t>团队贡献</a:t>
            </a:r>
            <a:endParaRPr sz="1600">
              <a:latin typeface="宋体"/>
              <a:cs typeface="宋体"/>
            </a:endParaRPr>
          </a:p>
          <a:p>
            <a:pPr marL="298450" indent="-285750">
              <a:lnSpc>
                <a:spcPct val="100000"/>
              </a:lnSpc>
              <a:spcBef>
                <a:spcPts val="300"/>
              </a:spcBef>
              <a:buFont typeface="Arial"/>
              <a:buChar char="•"/>
              <a:tabLst>
                <a:tab pos="297815" algn="l"/>
                <a:tab pos="298450" algn="l"/>
              </a:tabLst>
            </a:pPr>
            <a:r>
              <a:rPr sz="1600" spc="-30" dirty="0">
                <a:latin typeface="宋体"/>
                <a:cs typeface="宋体"/>
              </a:rPr>
              <a:t>创新与突破</a:t>
            </a:r>
            <a:endParaRPr sz="1600">
              <a:latin typeface="宋体"/>
              <a:cs typeface="宋体"/>
            </a:endParaRPr>
          </a:p>
          <a:p>
            <a:pPr marL="298450" indent="-285750">
              <a:lnSpc>
                <a:spcPct val="100000"/>
              </a:lnSpc>
              <a:spcBef>
                <a:spcPts val="300"/>
              </a:spcBef>
              <a:buFont typeface="Arial"/>
              <a:buChar char="•"/>
              <a:tabLst>
                <a:tab pos="297815" algn="l"/>
                <a:tab pos="298450" algn="l"/>
              </a:tabLst>
            </a:pPr>
            <a:r>
              <a:rPr sz="1600" spc="-30" dirty="0">
                <a:latin typeface="宋体"/>
                <a:cs typeface="宋体"/>
              </a:rPr>
              <a:t>个人荣誉</a:t>
            </a:r>
            <a:endParaRPr sz="1600">
              <a:latin typeface="宋体"/>
              <a:cs typeface="宋体"/>
            </a:endParaRPr>
          </a:p>
        </p:txBody>
      </p:sp>
      <p:sp>
        <p:nvSpPr>
          <p:cNvPr id="13" name="object 13"/>
          <p:cNvSpPr txBox="1"/>
          <p:nvPr/>
        </p:nvSpPr>
        <p:spPr>
          <a:xfrm>
            <a:off x="8547100" y="1676907"/>
            <a:ext cx="3326765" cy="871219"/>
          </a:xfrm>
          <a:prstGeom prst="rect">
            <a:avLst/>
          </a:prstGeom>
        </p:spPr>
        <p:txBody>
          <a:bodyPr vert="horz" wrap="square" lIns="0" tIns="12700" rIns="0" bIns="0" rtlCol="0">
            <a:spAutoFit/>
          </a:bodyPr>
          <a:lstStyle/>
          <a:p>
            <a:pPr marL="12700" marR="5080" algn="just">
              <a:lnSpc>
                <a:spcPct val="115599"/>
              </a:lnSpc>
              <a:spcBef>
                <a:spcPts val="100"/>
              </a:spcBef>
            </a:pPr>
            <a:r>
              <a:rPr sz="1600" dirty="0">
                <a:latin typeface="宋体"/>
                <a:cs typeface="宋体"/>
              </a:rPr>
              <a:t>未来规划部分是年终总结的重点</a:t>
            </a:r>
            <a:r>
              <a:rPr sz="1600" spc="-25" dirty="0">
                <a:latin typeface="宋体"/>
                <a:cs typeface="宋体"/>
              </a:rPr>
              <a:t>，旨</a:t>
            </a:r>
            <a:r>
              <a:rPr sz="1600" dirty="0">
                <a:latin typeface="宋体"/>
                <a:cs typeface="宋体"/>
              </a:rPr>
              <a:t>在为新的一年设定明确的目标和发</a:t>
            </a:r>
            <a:r>
              <a:rPr sz="1600" spc="-50" dirty="0">
                <a:latin typeface="宋体"/>
                <a:cs typeface="宋体"/>
              </a:rPr>
              <a:t>展</a:t>
            </a:r>
            <a:r>
              <a:rPr sz="1600" spc="-20" dirty="0">
                <a:latin typeface="宋体"/>
                <a:cs typeface="宋体"/>
              </a:rPr>
              <a:t>方向。提示语设计应关注以下要点</a:t>
            </a:r>
            <a:r>
              <a:rPr sz="1600" spc="-50" dirty="0">
                <a:latin typeface="宋体"/>
                <a:cs typeface="宋体"/>
              </a:rPr>
              <a:t>：</a:t>
            </a:r>
            <a:endParaRPr sz="1600">
              <a:latin typeface="宋体"/>
              <a:cs typeface="宋体"/>
            </a:endParaRPr>
          </a:p>
        </p:txBody>
      </p:sp>
      <p:sp>
        <p:nvSpPr>
          <p:cNvPr id="14" name="object 14"/>
          <p:cNvSpPr txBox="1"/>
          <p:nvPr/>
        </p:nvSpPr>
        <p:spPr>
          <a:xfrm>
            <a:off x="8547100" y="2522727"/>
            <a:ext cx="1123315" cy="871219"/>
          </a:xfrm>
          <a:prstGeom prst="rect">
            <a:avLst/>
          </a:prstGeom>
        </p:spPr>
        <p:txBody>
          <a:bodyPr vert="horz" wrap="square" lIns="0" tIns="50800" rIns="0" bIns="0" rtlCol="0">
            <a:spAutoFit/>
          </a:bodyPr>
          <a:lstStyle/>
          <a:p>
            <a:pPr marL="298450" indent="-285750">
              <a:lnSpc>
                <a:spcPct val="100000"/>
              </a:lnSpc>
              <a:spcBef>
                <a:spcPts val="400"/>
              </a:spcBef>
              <a:buFont typeface="Arial"/>
              <a:buChar char="•"/>
              <a:tabLst>
                <a:tab pos="297815" algn="l"/>
                <a:tab pos="298450" algn="l"/>
              </a:tabLst>
            </a:pPr>
            <a:r>
              <a:rPr sz="1600" spc="-30" dirty="0">
                <a:latin typeface="宋体"/>
                <a:cs typeface="宋体"/>
              </a:rPr>
              <a:t>目标设定</a:t>
            </a:r>
            <a:endParaRPr sz="1600">
              <a:latin typeface="宋体"/>
              <a:cs typeface="宋体"/>
            </a:endParaRPr>
          </a:p>
          <a:p>
            <a:pPr marL="298450" indent="-285750">
              <a:lnSpc>
                <a:spcPct val="100000"/>
              </a:lnSpc>
              <a:spcBef>
                <a:spcPts val="300"/>
              </a:spcBef>
              <a:buFont typeface="Arial"/>
              <a:buChar char="•"/>
              <a:tabLst>
                <a:tab pos="297815" algn="l"/>
                <a:tab pos="298450" algn="l"/>
              </a:tabLst>
            </a:pPr>
            <a:r>
              <a:rPr sz="1600" spc="-30" dirty="0">
                <a:latin typeface="宋体"/>
                <a:cs typeface="宋体"/>
              </a:rPr>
              <a:t>行动计划</a:t>
            </a:r>
            <a:endParaRPr sz="1600">
              <a:latin typeface="宋体"/>
              <a:cs typeface="宋体"/>
            </a:endParaRPr>
          </a:p>
          <a:p>
            <a:pPr marL="298450" indent="-285750">
              <a:lnSpc>
                <a:spcPct val="100000"/>
              </a:lnSpc>
              <a:spcBef>
                <a:spcPts val="300"/>
              </a:spcBef>
              <a:buFont typeface="Arial"/>
              <a:buChar char="•"/>
              <a:tabLst>
                <a:tab pos="297815" algn="l"/>
                <a:tab pos="298450" algn="l"/>
              </a:tabLst>
            </a:pPr>
            <a:r>
              <a:rPr sz="1600" spc="-30" dirty="0">
                <a:latin typeface="宋体"/>
                <a:cs typeface="宋体"/>
              </a:rPr>
              <a:t>个人成长</a:t>
            </a:r>
            <a:endParaRPr sz="1600">
              <a:latin typeface="宋体"/>
              <a:cs typeface="宋体"/>
            </a:endParaRPr>
          </a:p>
        </p:txBody>
      </p:sp>
      <p:graphicFrame>
        <p:nvGraphicFramePr>
          <p:cNvPr id="15" name="object 15"/>
          <p:cNvGraphicFramePr>
            <a:graphicFrameLocks noGrp="1"/>
          </p:cNvGraphicFramePr>
          <p:nvPr/>
        </p:nvGraphicFramePr>
        <p:xfrm>
          <a:off x="4241165" y="3531234"/>
          <a:ext cx="3936365" cy="3219449"/>
        </p:xfrm>
        <a:graphic>
          <a:graphicData uri="http://schemas.openxmlformats.org/drawingml/2006/table">
            <a:tbl>
              <a:tblPr firstRow="1" bandRow="1">
                <a:tableStyleId>{2D5ABB26-0587-4C30-8999-92F81FD0307C}</a:tableStyleId>
              </a:tblPr>
              <a:tblGrid>
                <a:gridCol w="676275">
                  <a:extLst>
                    <a:ext uri="{9D8B030D-6E8A-4147-A177-3AD203B41FA5}">
                      <a16:colId xmlns:a16="http://schemas.microsoft.com/office/drawing/2014/main" val="20000"/>
                    </a:ext>
                  </a:extLst>
                </a:gridCol>
                <a:gridCol w="1160145">
                  <a:extLst>
                    <a:ext uri="{9D8B030D-6E8A-4147-A177-3AD203B41FA5}">
                      <a16:colId xmlns:a16="http://schemas.microsoft.com/office/drawing/2014/main" val="20001"/>
                    </a:ext>
                  </a:extLst>
                </a:gridCol>
                <a:gridCol w="2087245">
                  <a:extLst>
                    <a:ext uri="{9D8B030D-6E8A-4147-A177-3AD203B41FA5}">
                      <a16:colId xmlns:a16="http://schemas.microsoft.com/office/drawing/2014/main" val="20002"/>
                    </a:ext>
                  </a:extLst>
                </a:gridCol>
              </a:tblGrid>
              <a:tr h="254000">
                <a:tc>
                  <a:txBody>
                    <a:bodyPr/>
                    <a:lstStyle/>
                    <a:p>
                      <a:pPr marL="198120">
                        <a:lnSpc>
                          <a:spcPct val="100000"/>
                        </a:lnSpc>
                        <a:spcBef>
                          <a:spcPts val="219"/>
                        </a:spcBef>
                      </a:pPr>
                      <a:r>
                        <a:rPr sz="1100" spc="-30" dirty="0">
                          <a:latin typeface="宋体"/>
                          <a:cs typeface="宋体"/>
                        </a:rPr>
                        <a:t>维度</a:t>
                      </a:r>
                      <a:endParaRPr sz="1100">
                        <a:latin typeface="宋体"/>
                        <a:cs typeface="宋体"/>
                      </a:endParaRPr>
                    </a:p>
                  </a:txBody>
                  <a:tcPr marL="0" marR="0" marT="27939"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6F2F9F"/>
                    </a:solidFill>
                  </a:tcPr>
                </a:tc>
                <a:tc>
                  <a:txBody>
                    <a:bodyPr/>
                    <a:lstStyle/>
                    <a:p>
                      <a:pPr algn="ctr">
                        <a:lnSpc>
                          <a:spcPct val="100000"/>
                        </a:lnSpc>
                        <a:spcBef>
                          <a:spcPts val="219"/>
                        </a:spcBef>
                      </a:pPr>
                      <a:r>
                        <a:rPr sz="1100" spc="-20" dirty="0">
                          <a:latin typeface="宋体"/>
                          <a:cs typeface="宋体"/>
                        </a:rPr>
                        <a:t>提示语示例</a:t>
                      </a:r>
                      <a:endParaRPr sz="1100">
                        <a:latin typeface="宋体"/>
                        <a:cs typeface="宋体"/>
                      </a:endParaRPr>
                    </a:p>
                  </a:txBody>
                  <a:tcPr marL="0" marR="0" marT="27939"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6F2F9F"/>
                    </a:solidFill>
                  </a:tcPr>
                </a:tc>
                <a:tc>
                  <a:txBody>
                    <a:bodyPr/>
                    <a:lstStyle/>
                    <a:p>
                      <a:pPr algn="ctr">
                        <a:lnSpc>
                          <a:spcPct val="100000"/>
                        </a:lnSpc>
                        <a:spcBef>
                          <a:spcPts val="219"/>
                        </a:spcBef>
                      </a:pPr>
                      <a:r>
                        <a:rPr sz="1100" spc="-30" dirty="0">
                          <a:latin typeface="宋体"/>
                          <a:cs typeface="宋体"/>
                        </a:rPr>
                        <a:t>要求</a:t>
                      </a:r>
                      <a:endParaRPr sz="1100">
                        <a:latin typeface="宋体"/>
                        <a:cs typeface="宋体"/>
                      </a:endParaRPr>
                    </a:p>
                  </a:txBody>
                  <a:tcPr marL="0" marR="0" marT="27939"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6F2F9F"/>
                    </a:solidFill>
                  </a:tcPr>
                </a:tc>
                <a:extLst>
                  <a:ext uri="{0D108BD9-81ED-4DB2-BD59-A6C34878D82A}">
                    <a16:rowId xmlns:a16="http://schemas.microsoft.com/office/drawing/2014/main" val="10000"/>
                  </a:ext>
                </a:extLst>
              </a:tr>
              <a:tr h="246379">
                <a:tc>
                  <a:txBody>
                    <a:bodyPr/>
                    <a:lstStyle/>
                    <a:p>
                      <a:pPr>
                        <a:lnSpc>
                          <a:spcPct val="100000"/>
                        </a:lnSpc>
                      </a:pPr>
                      <a:endParaRPr sz="1200">
                        <a:latin typeface="Times New Roman"/>
                        <a:cs typeface="Times New Roman"/>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solidFill>
                      <a:srgbClr val="EAEEF9"/>
                    </a:solidFill>
                  </a:tcPr>
                </a:tc>
                <a:tc>
                  <a:txBody>
                    <a:bodyPr/>
                    <a:lstStyle/>
                    <a:p>
                      <a:pPr algn="ctr">
                        <a:lnSpc>
                          <a:spcPct val="100000"/>
                        </a:lnSpc>
                        <a:spcBef>
                          <a:spcPts val="520"/>
                        </a:spcBef>
                      </a:pPr>
                      <a:r>
                        <a:rPr sz="1100" spc="-20" dirty="0">
                          <a:latin typeface="宋体"/>
                          <a:cs typeface="宋体"/>
                        </a:rPr>
                        <a:t>请总结团队在过</a:t>
                      </a:r>
                      <a:endParaRPr sz="1100">
                        <a:latin typeface="宋体"/>
                        <a:cs typeface="宋体"/>
                      </a:endParaRPr>
                    </a:p>
                  </a:txBody>
                  <a:tcPr marL="0" marR="0" marT="66040" marB="0">
                    <a:lnL w="12700">
                      <a:solidFill>
                        <a:srgbClr val="5F95E6"/>
                      </a:solidFill>
                      <a:prstDash val="solid"/>
                    </a:lnL>
                    <a:lnR w="12700">
                      <a:solidFill>
                        <a:srgbClr val="5F95E6"/>
                      </a:solidFill>
                      <a:prstDash val="solid"/>
                    </a:lnR>
                    <a:lnT w="12700">
                      <a:solidFill>
                        <a:srgbClr val="5F95E6"/>
                      </a:solidFill>
                      <a:prstDash val="solid"/>
                    </a:lnT>
                    <a:solidFill>
                      <a:srgbClr val="EAEEF9"/>
                    </a:solidFill>
                  </a:tcPr>
                </a:tc>
                <a:tc>
                  <a:txBody>
                    <a:bodyPr/>
                    <a:lstStyle/>
                    <a:p>
                      <a:pPr marL="635" algn="ctr">
                        <a:lnSpc>
                          <a:spcPct val="100000"/>
                        </a:lnSpc>
                        <a:spcBef>
                          <a:spcPts val="520"/>
                        </a:spcBef>
                      </a:pPr>
                      <a:r>
                        <a:rPr sz="1100" spc="-10" dirty="0">
                          <a:latin typeface="宋体"/>
                          <a:cs typeface="宋体"/>
                        </a:rPr>
                        <a:t>团队协作：</a:t>
                      </a:r>
                      <a:r>
                        <a:rPr sz="1100" spc="-10" dirty="0">
                          <a:latin typeface="Arial"/>
                          <a:cs typeface="Arial"/>
                        </a:rPr>
                        <a:t>[</a:t>
                      </a:r>
                      <a:r>
                        <a:rPr sz="1100" spc="-20" dirty="0">
                          <a:latin typeface="宋体"/>
                          <a:cs typeface="宋体"/>
                        </a:rPr>
                        <a:t>描述团队在协作中</a:t>
                      </a:r>
                      <a:endParaRPr sz="1100">
                        <a:latin typeface="宋体"/>
                        <a:cs typeface="宋体"/>
                      </a:endParaRPr>
                    </a:p>
                  </a:txBody>
                  <a:tcPr marL="0" marR="0" marT="66040" marB="0">
                    <a:lnL w="12700">
                      <a:solidFill>
                        <a:srgbClr val="5F95E6"/>
                      </a:solidFill>
                      <a:prstDash val="solid"/>
                    </a:lnL>
                    <a:lnR w="12700">
                      <a:solidFill>
                        <a:srgbClr val="5F95E6"/>
                      </a:solidFill>
                      <a:prstDash val="solid"/>
                    </a:lnR>
                    <a:lnT w="12700">
                      <a:solidFill>
                        <a:srgbClr val="5F95E6"/>
                      </a:solidFill>
                      <a:prstDash val="solid"/>
                    </a:lnT>
                    <a:solidFill>
                      <a:srgbClr val="EAEEF9"/>
                    </a:solidFill>
                  </a:tcPr>
                </a:tc>
                <a:extLst>
                  <a:ext uri="{0D108BD9-81ED-4DB2-BD59-A6C34878D82A}">
                    <a16:rowId xmlns:a16="http://schemas.microsoft.com/office/drawing/2014/main" val="10001"/>
                  </a:ext>
                </a:extLst>
              </a:tr>
              <a:tr h="502920">
                <a:tc>
                  <a:txBody>
                    <a:bodyPr/>
                    <a:lstStyle/>
                    <a:p>
                      <a:pPr marL="267970" marR="121285" indent="-139700">
                        <a:lnSpc>
                          <a:spcPct val="100000"/>
                        </a:lnSpc>
                        <a:spcBef>
                          <a:spcPts val="560"/>
                        </a:spcBef>
                      </a:pPr>
                      <a:r>
                        <a:rPr sz="1100" spc="-25" dirty="0">
                          <a:latin typeface="宋体"/>
                          <a:cs typeface="宋体"/>
                        </a:rPr>
                        <a:t>团队贡</a:t>
                      </a:r>
                      <a:r>
                        <a:rPr sz="1100" spc="-50" dirty="0">
                          <a:latin typeface="宋体"/>
                          <a:cs typeface="宋体"/>
                        </a:rPr>
                        <a:t>献</a:t>
                      </a:r>
                      <a:endParaRPr sz="1100">
                        <a:latin typeface="宋体"/>
                        <a:cs typeface="宋体"/>
                      </a:endParaRPr>
                    </a:p>
                  </a:txBody>
                  <a:tcPr marL="0" marR="0" marT="71120" marB="0">
                    <a:lnL w="12700">
                      <a:solidFill>
                        <a:srgbClr val="5F95E6"/>
                      </a:solidFill>
                      <a:prstDash val="solid"/>
                    </a:lnL>
                    <a:lnR w="12700">
                      <a:solidFill>
                        <a:srgbClr val="5F95E6"/>
                      </a:solidFill>
                      <a:prstDash val="solid"/>
                    </a:lnR>
                    <a:solidFill>
                      <a:srgbClr val="EAEEF9"/>
                    </a:solidFill>
                  </a:tcPr>
                </a:tc>
                <a:tc>
                  <a:txBody>
                    <a:bodyPr/>
                    <a:lstStyle/>
                    <a:p>
                      <a:pPr marL="90805">
                        <a:lnSpc>
                          <a:spcPts val="1220"/>
                        </a:lnSpc>
                      </a:pPr>
                      <a:r>
                        <a:rPr sz="1100" spc="-20" dirty="0">
                          <a:latin typeface="宋体"/>
                          <a:cs typeface="宋体"/>
                        </a:rPr>
                        <a:t>去一年中取得的</a:t>
                      </a:r>
                      <a:endParaRPr sz="1100">
                        <a:latin typeface="宋体"/>
                        <a:cs typeface="宋体"/>
                      </a:endParaRPr>
                    </a:p>
                    <a:p>
                      <a:pPr marL="90805" marR="83820">
                        <a:lnSpc>
                          <a:spcPct val="100000"/>
                        </a:lnSpc>
                      </a:pPr>
                      <a:r>
                        <a:rPr sz="1100" spc="-20" dirty="0">
                          <a:latin typeface="宋体"/>
                          <a:cs typeface="宋体"/>
                        </a:rPr>
                        <a:t>重大成果，并展示团队合作的优</a:t>
                      </a:r>
                      <a:endParaRPr sz="1100">
                        <a:latin typeface="宋体"/>
                        <a:cs typeface="宋体"/>
                      </a:endParaRPr>
                    </a:p>
                  </a:txBody>
                  <a:tcPr marL="0" marR="0" marT="0" marB="0">
                    <a:lnL w="12700">
                      <a:solidFill>
                        <a:srgbClr val="5F95E6"/>
                      </a:solidFill>
                      <a:prstDash val="solid"/>
                    </a:lnL>
                    <a:lnR w="12700">
                      <a:solidFill>
                        <a:srgbClr val="5F95E6"/>
                      </a:solidFill>
                      <a:prstDash val="solid"/>
                    </a:lnR>
                    <a:solidFill>
                      <a:srgbClr val="EAEEF9"/>
                    </a:solidFill>
                  </a:tcPr>
                </a:tc>
                <a:tc>
                  <a:txBody>
                    <a:bodyPr/>
                    <a:lstStyle/>
                    <a:p>
                      <a:pPr marL="134620">
                        <a:lnSpc>
                          <a:spcPts val="1220"/>
                        </a:lnSpc>
                      </a:pPr>
                      <a:r>
                        <a:rPr sz="1100" spc="-15" dirty="0">
                          <a:latin typeface="宋体"/>
                          <a:cs typeface="宋体"/>
                        </a:rPr>
                        <a:t>的表现，如跨部门合作、协调</a:t>
                      </a:r>
                      <a:endParaRPr sz="1100">
                        <a:latin typeface="宋体"/>
                        <a:cs typeface="宋体"/>
                      </a:endParaRPr>
                    </a:p>
                    <a:p>
                      <a:pPr marL="111760" marR="89535" indent="-15875">
                        <a:lnSpc>
                          <a:spcPct val="100000"/>
                        </a:lnSpc>
                      </a:pPr>
                      <a:r>
                        <a:rPr sz="1100" spc="-10" dirty="0">
                          <a:latin typeface="宋体"/>
                          <a:cs typeface="宋体"/>
                        </a:rPr>
                        <a:t>沟通等</a:t>
                      </a:r>
                      <a:r>
                        <a:rPr sz="1100" spc="-10" dirty="0">
                          <a:latin typeface="Arial"/>
                          <a:cs typeface="Arial"/>
                        </a:rPr>
                        <a:t>]</a:t>
                      </a:r>
                      <a:r>
                        <a:rPr sz="1100" spc="-10" dirty="0">
                          <a:latin typeface="宋体"/>
                          <a:cs typeface="宋体"/>
                        </a:rPr>
                        <a:t>团队成就：</a:t>
                      </a:r>
                      <a:r>
                        <a:rPr sz="1100" spc="-10" dirty="0">
                          <a:latin typeface="Arial"/>
                          <a:cs typeface="Arial"/>
                        </a:rPr>
                        <a:t>[</a:t>
                      </a:r>
                      <a:r>
                        <a:rPr sz="1100" spc="-20" dirty="0">
                          <a:latin typeface="宋体"/>
                          <a:cs typeface="宋体"/>
                        </a:rPr>
                        <a:t>列举团队在</a:t>
                      </a:r>
                      <a:r>
                        <a:rPr sz="1100" spc="-10" dirty="0">
                          <a:latin typeface="宋体"/>
                          <a:cs typeface="宋体"/>
                        </a:rPr>
                        <a:t>目标实现方面的成绩，如</a:t>
                      </a:r>
                      <a:r>
                        <a:rPr sz="1100" spc="-10" dirty="0">
                          <a:latin typeface="Arial"/>
                          <a:cs typeface="Arial"/>
                        </a:rPr>
                        <a:t>“</a:t>
                      </a:r>
                      <a:r>
                        <a:rPr sz="1100" spc="-30" dirty="0">
                          <a:latin typeface="宋体"/>
                          <a:cs typeface="宋体"/>
                        </a:rPr>
                        <a:t>年度</a:t>
                      </a:r>
                      <a:endParaRPr sz="1100">
                        <a:latin typeface="宋体"/>
                        <a:cs typeface="宋体"/>
                      </a:endParaRPr>
                    </a:p>
                  </a:txBody>
                  <a:tcPr marL="0" marR="0" marT="0" marB="0">
                    <a:lnL w="12700">
                      <a:solidFill>
                        <a:srgbClr val="5F95E6"/>
                      </a:solidFill>
                      <a:prstDash val="solid"/>
                    </a:lnL>
                    <a:lnR w="12700">
                      <a:solidFill>
                        <a:srgbClr val="5F95E6"/>
                      </a:solidFill>
                      <a:prstDash val="solid"/>
                    </a:lnR>
                    <a:solidFill>
                      <a:srgbClr val="EAEEF9"/>
                    </a:solidFill>
                  </a:tcPr>
                </a:tc>
                <a:extLst>
                  <a:ext uri="{0D108BD9-81ED-4DB2-BD59-A6C34878D82A}">
                    <a16:rowId xmlns:a16="http://schemas.microsoft.com/office/drawing/2014/main" val="10002"/>
                  </a:ext>
                </a:extLst>
              </a:tr>
              <a:tr h="250825">
                <a:tc>
                  <a:txBody>
                    <a:bodyPr/>
                    <a:lstStyle/>
                    <a:p>
                      <a:pPr>
                        <a:lnSpc>
                          <a:spcPct val="100000"/>
                        </a:lnSpc>
                      </a:pPr>
                      <a:endParaRPr sz="1200">
                        <a:latin typeface="Times New Roman"/>
                        <a:cs typeface="Times New Roman"/>
                      </a:endParaRPr>
                    </a:p>
                  </a:txBody>
                  <a:tcPr marL="0" marR="0" marT="0" marB="0">
                    <a:lnL w="12700">
                      <a:solidFill>
                        <a:srgbClr val="5F95E6"/>
                      </a:solidFill>
                      <a:prstDash val="solid"/>
                    </a:lnL>
                    <a:lnR w="12700">
                      <a:solidFill>
                        <a:srgbClr val="5F95E6"/>
                      </a:solidFill>
                      <a:prstDash val="solid"/>
                    </a:lnR>
                    <a:lnB w="12700">
                      <a:solidFill>
                        <a:srgbClr val="5F95E6"/>
                      </a:solidFill>
                      <a:prstDash val="solid"/>
                    </a:lnB>
                    <a:solidFill>
                      <a:srgbClr val="EAEEF9"/>
                    </a:solidFill>
                  </a:tcPr>
                </a:tc>
                <a:tc>
                  <a:txBody>
                    <a:bodyPr/>
                    <a:lstStyle/>
                    <a:p>
                      <a:pPr algn="ctr">
                        <a:lnSpc>
                          <a:spcPts val="1220"/>
                        </a:lnSpc>
                      </a:pPr>
                      <a:r>
                        <a:rPr sz="1100" spc="-30" dirty="0">
                          <a:latin typeface="宋体"/>
                          <a:cs typeface="宋体"/>
                        </a:rPr>
                        <a:t>势。</a:t>
                      </a:r>
                      <a:endParaRPr sz="1100">
                        <a:latin typeface="宋体"/>
                        <a:cs typeface="宋体"/>
                      </a:endParaRPr>
                    </a:p>
                  </a:txBody>
                  <a:tcPr marL="0" marR="0" marT="0" marB="0">
                    <a:lnL w="12700">
                      <a:solidFill>
                        <a:srgbClr val="5F95E6"/>
                      </a:solidFill>
                      <a:prstDash val="solid"/>
                    </a:lnL>
                    <a:lnR w="12700">
                      <a:solidFill>
                        <a:srgbClr val="5F95E6"/>
                      </a:solidFill>
                      <a:prstDash val="solid"/>
                    </a:lnR>
                    <a:lnB w="12700">
                      <a:solidFill>
                        <a:srgbClr val="5F95E6"/>
                      </a:solidFill>
                      <a:prstDash val="solid"/>
                    </a:lnB>
                    <a:solidFill>
                      <a:srgbClr val="EAEEF9"/>
                    </a:solidFill>
                  </a:tcPr>
                </a:tc>
                <a:tc>
                  <a:txBody>
                    <a:bodyPr/>
                    <a:lstStyle/>
                    <a:p>
                      <a:pPr algn="ctr">
                        <a:lnSpc>
                          <a:spcPts val="1220"/>
                        </a:lnSpc>
                      </a:pPr>
                      <a:r>
                        <a:rPr sz="1100" spc="-10" dirty="0">
                          <a:latin typeface="宋体"/>
                          <a:cs typeface="宋体"/>
                        </a:rPr>
                        <a:t>目标完成度达到</a:t>
                      </a:r>
                      <a:r>
                        <a:rPr sz="1100" spc="-10" dirty="0">
                          <a:latin typeface="Arial"/>
                          <a:cs typeface="Arial"/>
                        </a:rPr>
                        <a:t>120%”]</a:t>
                      </a:r>
                      <a:endParaRPr sz="1100">
                        <a:latin typeface="Arial"/>
                        <a:cs typeface="Arial"/>
                      </a:endParaRPr>
                    </a:p>
                  </a:txBody>
                  <a:tcPr marL="0" marR="0" marT="0" marB="0">
                    <a:lnL w="12700">
                      <a:solidFill>
                        <a:srgbClr val="5F95E6"/>
                      </a:solidFill>
                      <a:prstDash val="solid"/>
                    </a:lnL>
                    <a:lnR w="12700">
                      <a:solidFill>
                        <a:srgbClr val="5F95E6"/>
                      </a:solidFill>
                      <a:prstDash val="solid"/>
                    </a:lnR>
                    <a:lnB w="12700">
                      <a:solidFill>
                        <a:srgbClr val="5F95E6"/>
                      </a:solidFill>
                      <a:prstDash val="solid"/>
                    </a:lnB>
                    <a:solidFill>
                      <a:srgbClr val="EAEEF9"/>
                    </a:solidFill>
                  </a:tcPr>
                </a:tc>
                <a:extLst>
                  <a:ext uri="{0D108BD9-81ED-4DB2-BD59-A6C34878D82A}">
                    <a16:rowId xmlns:a16="http://schemas.microsoft.com/office/drawing/2014/main" val="10003"/>
                  </a:ext>
                </a:extLst>
              </a:tr>
              <a:tr h="226060">
                <a:tc>
                  <a:txBody>
                    <a:bodyPr/>
                    <a:lstStyle/>
                    <a:p>
                      <a:pPr>
                        <a:lnSpc>
                          <a:spcPct val="100000"/>
                        </a:lnSpc>
                      </a:pPr>
                      <a:endParaRPr sz="1200">
                        <a:latin typeface="Times New Roman"/>
                        <a:cs typeface="Times New Roman"/>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solidFill>
                      <a:srgbClr val="EAEEF9"/>
                    </a:solidFill>
                  </a:tcPr>
                </a:tc>
                <a:tc>
                  <a:txBody>
                    <a:bodyPr/>
                    <a:lstStyle/>
                    <a:p>
                      <a:pPr algn="ctr">
                        <a:lnSpc>
                          <a:spcPct val="100000"/>
                        </a:lnSpc>
                        <a:spcBef>
                          <a:spcPts val="359"/>
                        </a:spcBef>
                      </a:pPr>
                      <a:r>
                        <a:rPr sz="1100" spc="-20" dirty="0">
                          <a:latin typeface="宋体"/>
                          <a:cs typeface="宋体"/>
                        </a:rPr>
                        <a:t>请描述在工作中</a:t>
                      </a:r>
                      <a:endParaRPr sz="1100">
                        <a:latin typeface="宋体"/>
                        <a:cs typeface="宋体"/>
                      </a:endParaRPr>
                    </a:p>
                  </a:txBody>
                  <a:tcPr marL="0" marR="0" marT="45719" marB="0">
                    <a:lnL w="12700">
                      <a:solidFill>
                        <a:srgbClr val="5F95E6"/>
                      </a:solidFill>
                      <a:prstDash val="solid"/>
                    </a:lnL>
                    <a:lnR w="12700">
                      <a:solidFill>
                        <a:srgbClr val="5F95E6"/>
                      </a:solidFill>
                      <a:prstDash val="solid"/>
                    </a:lnR>
                    <a:lnT w="12700">
                      <a:solidFill>
                        <a:srgbClr val="5F95E6"/>
                      </a:solidFill>
                      <a:prstDash val="solid"/>
                    </a:lnT>
                    <a:solidFill>
                      <a:srgbClr val="EAEEF9"/>
                    </a:solidFill>
                  </a:tcPr>
                </a:tc>
                <a:tc>
                  <a:txBody>
                    <a:bodyPr/>
                    <a:lstStyle/>
                    <a:p>
                      <a:pPr marL="635" algn="ctr">
                        <a:lnSpc>
                          <a:spcPct val="100000"/>
                        </a:lnSpc>
                        <a:spcBef>
                          <a:spcPts val="359"/>
                        </a:spcBef>
                      </a:pPr>
                      <a:r>
                        <a:rPr sz="1100" spc="-10" dirty="0">
                          <a:latin typeface="宋体"/>
                          <a:cs typeface="宋体"/>
                        </a:rPr>
                        <a:t>创新成果：</a:t>
                      </a:r>
                      <a:r>
                        <a:rPr sz="1100" spc="-10" dirty="0">
                          <a:latin typeface="Arial"/>
                          <a:cs typeface="Arial"/>
                        </a:rPr>
                        <a:t>[</a:t>
                      </a:r>
                      <a:r>
                        <a:rPr sz="1100" spc="-20" dirty="0">
                          <a:latin typeface="宋体"/>
                          <a:cs typeface="宋体"/>
                        </a:rPr>
                        <a:t>展示创新的产品、</a:t>
                      </a:r>
                      <a:endParaRPr sz="1100">
                        <a:latin typeface="宋体"/>
                        <a:cs typeface="宋体"/>
                      </a:endParaRPr>
                    </a:p>
                  </a:txBody>
                  <a:tcPr marL="0" marR="0" marT="45719" marB="0">
                    <a:lnL w="12700">
                      <a:solidFill>
                        <a:srgbClr val="5F95E6"/>
                      </a:solidFill>
                      <a:prstDash val="solid"/>
                    </a:lnL>
                    <a:lnR w="12700">
                      <a:solidFill>
                        <a:srgbClr val="5F95E6"/>
                      </a:solidFill>
                      <a:prstDash val="solid"/>
                    </a:lnR>
                    <a:lnT w="12700">
                      <a:solidFill>
                        <a:srgbClr val="5F95E6"/>
                      </a:solidFill>
                      <a:prstDash val="solid"/>
                    </a:lnT>
                    <a:solidFill>
                      <a:srgbClr val="EAEEF9"/>
                    </a:solidFill>
                  </a:tcPr>
                </a:tc>
                <a:extLst>
                  <a:ext uri="{0D108BD9-81ED-4DB2-BD59-A6C34878D82A}">
                    <a16:rowId xmlns:a16="http://schemas.microsoft.com/office/drawing/2014/main" val="10004"/>
                  </a:ext>
                </a:extLst>
              </a:tr>
              <a:tr h="502920">
                <a:tc>
                  <a:txBody>
                    <a:bodyPr/>
                    <a:lstStyle/>
                    <a:p>
                      <a:pPr marL="267970" marR="121285" indent="-139700">
                        <a:lnSpc>
                          <a:spcPct val="100000"/>
                        </a:lnSpc>
                        <a:spcBef>
                          <a:spcPts val="560"/>
                        </a:spcBef>
                      </a:pPr>
                      <a:r>
                        <a:rPr sz="1100" spc="-25" dirty="0">
                          <a:latin typeface="宋体"/>
                          <a:cs typeface="宋体"/>
                        </a:rPr>
                        <a:t>创新突</a:t>
                      </a:r>
                      <a:r>
                        <a:rPr sz="1100" spc="-50" dirty="0">
                          <a:latin typeface="宋体"/>
                          <a:cs typeface="宋体"/>
                        </a:rPr>
                        <a:t>破</a:t>
                      </a:r>
                      <a:endParaRPr sz="1100">
                        <a:latin typeface="宋体"/>
                        <a:cs typeface="宋体"/>
                      </a:endParaRPr>
                    </a:p>
                  </a:txBody>
                  <a:tcPr marL="0" marR="0" marT="71120" marB="0">
                    <a:lnL w="12700">
                      <a:solidFill>
                        <a:srgbClr val="5F95E6"/>
                      </a:solidFill>
                      <a:prstDash val="solid"/>
                    </a:lnL>
                    <a:lnR w="12700">
                      <a:solidFill>
                        <a:srgbClr val="5F95E6"/>
                      </a:solidFill>
                      <a:prstDash val="solid"/>
                    </a:lnR>
                    <a:solidFill>
                      <a:srgbClr val="EAEEF9"/>
                    </a:solidFill>
                  </a:tcPr>
                </a:tc>
                <a:tc>
                  <a:txBody>
                    <a:bodyPr/>
                    <a:lstStyle/>
                    <a:p>
                      <a:pPr marL="90805">
                        <a:lnSpc>
                          <a:spcPts val="1220"/>
                        </a:lnSpc>
                      </a:pPr>
                      <a:r>
                        <a:rPr sz="1100" spc="-20" dirty="0">
                          <a:latin typeface="宋体"/>
                          <a:cs typeface="宋体"/>
                        </a:rPr>
                        <a:t>做出的创新举措</a:t>
                      </a:r>
                      <a:endParaRPr sz="1100">
                        <a:latin typeface="宋体"/>
                        <a:cs typeface="宋体"/>
                      </a:endParaRPr>
                    </a:p>
                    <a:p>
                      <a:pPr marL="90805" marR="83820">
                        <a:lnSpc>
                          <a:spcPct val="100000"/>
                        </a:lnSpc>
                      </a:pPr>
                      <a:r>
                        <a:rPr sz="1100" spc="-20" dirty="0">
                          <a:latin typeface="宋体"/>
                          <a:cs typeface="宋体"/>
                        </a:rPr>
                        <a:t>或取得的突破性进展，展示个人</a:t>
                      </a:r>
                      <a:endParaRPr sz="1100">
                        <a:latin typeface="宋体"/>
                        <a:cs typeface="宋体"/>
                      </a:endParaRPr>
                    </a:p>
                  </a:txBody>
                  <a:tcPr marL="0" marR="0" marT="0" marB="0">
                    <a:lnL w="12700">
                      <a:solidFill>
                        <a:srgbClr val="5F95E6"/>
                      </a:solidFill>
                      <a:prstDash val="solid"/>
                    </a:lnL>
                    <a:lnR w="12700">
                      <a:solidFill>
                        <a:srgbClr val="5F95E6"/>
                      </a:solidFill>
                      <a:prstDash val="solid"/>
                    </a:lnR>
                    <a:solidFill>
                      <a:srgbClr val="EAEEF9"/>
                    </a:solidFill>
                  </a:tcPr>
                </a:tc>
                <a:tc>
                  <a:txBody>
                    <a:bodyPr/>
                    <a:lstStyle/>
                    <a:p>
                      <a:pPr marL="134620">
                        <a:lnSpc>
                          <a:spcPts val="1220"/>
                        </a:lnSpc>
                      </a:pPr>
                      <a:r>
                        <a:rPr sz="1100" spc="-15" dirty="0">
                          <a:latin typeface="宋体"/>
                          <a:cs typeface="宋体"/>
                        </a:rPr>
                        <a:t>流程或技术，并具体描述其影</a:t>
                      </a:r>
                      <a:endParaRPr sz="1100">
                        <a:latin typeface="宋体"/>
                        <a:cs typeface="宋体"/>
                      </a:endParaRPr>
                    </a:p>
                    <a:p>
                      <a:pPr marL="134620" marR="89535" indent="-38735">
                        <a:lnSpc>
                          <a:spcPct val="100000"/>
                        </a:lnSpc>
                      </a:pPr>
                      <a:r>
                        <a:rPr sz="1100" spc="-10" dirty="0">
                          <a:latin typeface="宋体"/>
                          <a:cs typeface="宋体"/>
                        </a:rPr>
                        <a:t>响</a:t>
                      </a:r>
                      <a:r>
                        <a:rPr sz="1100" spc="-10" dirty="0">
                          <a:latin typeface="Arial"/>
                          <a:cs typeface="Arial"/>
                        </a:rPr>
                        <a:t>]</a:t>
                      </a:r>
                      <a:r>
                        <a:rPr sz="1100" spc="-10" dirty="0">
                          <a:latin typeface="宋体"/>
                          <a:cs typeface="宋体"/>
                        </a:rPr>
                        <a:t>突破性进展：</a:t>
                      </a:r>
                      <a:r>
                        <a:rPr sz="1100" spc="-10" dirty="0">
                          <a:latin typeface="Arial"/>
                          <a:cs typeface="Arial"/>
                        </a:rPr>
                        <a:t>[</a:t>
                      </a:r>
                      <a:r>
                        <a:rPr sz="1100" spc="-20" dirty="0">
                          <a:latin typeface="宋体"/>
                          <a:cs typeface="宋体"/>
                        </a:rPr>
                        <a:t>分析突破如何</a:t>
                      </a:r>
                      <a:r>
                        <a:rPr sz="1100" spc="-15" dirty="0">
                          <a:latin typeface="宋体"/>
                          <a:cs typeface="宋体"/>
                        </a:rPr>
                        <a:t>解决了长期存在的问题或带来</a:t>
                      </a:r>
                      <a:endParaRPr sz="1100">
                        <a:latin typeface="宋体"/>
                        <a:cs typeface="宋体"/>
                      </a:endParaRPr>
                    </a:p>
                  </a:txBody>
                  <a:tcPr marL="0" marR="0" marT="0" marB="0">
                    <a:lnL w="12700">
                      <a:solidFill>
                        <a:srgbClr val="5F95E6"/>
                      </a:solidFill>
                      <a:prstDash val="solid"/>
                    </a:lnL>
                    <a:lnR w="12700">
                      <a:solidFill>
                        <a:srgbClr val="5F95E6"/>
                      </a:solidFill>
                      <a:prstDash val="solid"/>
                    </a:lnR>
                    <a:solidFill>
                      <a:srgbClr val="EAEEF9"/>
                    </a:solidFill>
                  </a:tcPr>
                </a:tc>
                <a:extLst>
                  <a:ext uri="{0D108BD9-81ED-4DB2-BD59-A6C34878D82A}">
                    <a16:rowId xmlns:a16="http://schemas.microsoft.com/office/drawing/2014/main" val="10005"/>
                  </a:ext>
                </a:extLst>
              </a:tr>
              <a:tr h="231140">
                <a:tc>
                  <a:txBody>
                    <a:bodyPr/>
                    <a:lstStyle/>
                    <a:p>
                      <a:pPr>
                        <a:lnSpc>
                          <a:spcPct val="100000"/>
                        </a:lnSpc>
                      </a:pPr>
                      <a:endParaRPr sz="1200">
                        <a:latin typeface="Times New Roman"/>
                        <a:cs typeface="Times New Roman"/>
                      </a:endParaRPr>
                    </a:p>
                  </a:txBody>
                  <a:tcPr marL="0" marR="0" marT="0" marB="0">
                    <a:lnL w="12700">
                      <a:solidFill>
                        <a:srgbClr val="5F95E6"/>
                      </a:solidFill>
                      <a:prstDash val="solid"/>
                    </a:lnL>
                    <a:lnR w="12700">
                      <a:solidFill>
                        <a:srgbClr val="5F95E6"/>
                      </a:solidFill>
                      <a:prstDash val="solid"/>
                    </a:lnR>
                    <a:lnB w="12700">
                      <a:solidFill>
                        <a:srgbClr val="5F95E6"/>
                      </a:solidFill>
                      <a:prstDash val="solid"/>
                    </a:lnB>
                    <a:solidFill>
                      <a:srgbClr val="EAEEF9"/>
                    </a:solidFill>
                  </a:tcPr>
                </a:tc>
                <a:tc>
                  <a:txBody>
                    <a:bodyPr/>
                    <a:lstStyle/>
                    <a:p>
                      <a:pPr algn="ctr">
                        <a:lnSpc>
                          <a:spcPts val="1220"/>
                        </a:lnSpc>
                      </a:pPr>
                      <a:r>
                        <a:rPr sz="1100" spc="-20" dirty="0">
                          <a:latin typeface="宋体"/>
                          <a:cs typeface="宋体"/>
                        </a:rPr>
                        <a:t>和团队的创造力。</a:t>
                      </a:r>
                      <a:endParaRPr sz="1100">
                        <a:latin typeface="宋体"/>
                        <a:cs typeface="宋体"/>
                      </a:endParaRPr>
                    </a:p>
                  </a:txBody>
                  <a:tcPr marL="0" marR="0" marT="0" marB="0">
                    <a:lnL w="12700">
                      <a:solidFill>
                        <a:srgbClr val="5F95E6"/>
                      </a:solidFill>
                      <a:prstDash val="solid"/>
                    </a:lnL>
                    <a:lnR w="12700">
                      <a:solidFill>
                        <a:srgbClr val="5F95E6"/>
                      </a:solidFill>
                      <a:prstDash val="solid"/>
                    </a:lnR>
                    <a:lnB w="12700">
                      <a:solidFill>
                        <a:srgbClr val="5F95E6"/>
                      </a:solidFill>
                      <a:prstDash val="solid"/>
                    </a:lnB>
                    <a:solidFill>
                      <a:srgbClr val="EAEEF9"/>
                    </a:solidFill>
                  </a:tcPr>
                </a:tc>
                <a:tc>
                  <a:txBody>
                    <a:bodyPr/>
                    <a:lstStyle/>
                    <a:p>
                      <a:pPr algn="ctr">
                        <a:lnSpc>
                          <a:spcPts val="1220"/>
                        </a:lnSpc>
                      </a:pPr>
                      <a:r>
                        <a:rPr sz="1100" spc="-10" dirty="0">
                          <a:latin typeface="宋体"/>
                          <a:cs typeface="宋体"/>
                        </a:rPr>
                        <a:t>显著改变</a:t>
                      </a:r>
                      <a:r>
                        <a:rPr sz="1100" spc="-50" dirty="0">
                          <a:latin typeface="Arial"/>
                          <a:cs typeface="Arial"/>
                        </a:rPr>
                        <a:t>]</a:t>
                      </a:r>
                      <a:endParaRPr sz="1100">
                        <a:latin typeface="Arial"/>
                        <a:cs typeface="Arial"/>
                      </a:endParaRPr>
                    </a:p>
                  </a:txBody>
                  <a:tcPr marL="0" marR="0" marT="0" marB="0">
                    <a:lnL w="12700">
                      <a:solidFill>
                        <a:srgbClr val="5F95E6"/>
                      </a:solidFill>
                      <a:prstDash val="solid"/>
                    </a:lnL>
                    <a:lnR w="12700">
                      <a:solidFill>
                        <a:srgbClr val="5F95E6"/>
                      </a:solidFill>
                      <a:prstDash val="solid"/>
                    </a:lnR>
                    <a:lnB w="12700">
                      <a:solidFill>
                        <a:srgbClr val="5F95E6"/>
                      </a:solidFill>
                      <a:prstDash val="solid"/>
                    </a:lnB>
                    <a:solidFill>
                      <a:srgbClr val="EAEEF9"/>
                    </a:solidFill>
                  </a:tcPr>
                </a:tc>
                <a:extLst>
                  <a:ext uri="{0D108BD9-81ED-4DB2-BD59-A6C34878D82A}">
                    <a16:rowId xmlns:a16="http://schemas.microsoft.com/office/drawing/2014/main" val="10006"/>
                  </a:ext>
                </a:extLst>
              </a:tr>
              <a:tr h="248920">
                <a:tc>
                  <a:txBody>
                    <a:bodyPr/>
                    <a:lstStyle/>
                    <a:p>
                      <a:pPr>
                        <a:lnSpc>
                          <a:spcPct val="100000"/>
                        </a:lnSpc>
                      </a:pPr>
                      <a:endParaRPr sz="1200">
                        <a:latin typeface="Times New Roman"/>
                        <a:cs typeface="Times New Roman"/>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solidFill>
                      <a:srgbClr val="EAEEF9"/>
                    </a:solidFill>
                  </a:tcPr>
                </a:tc>
                <a:tc>
                  <a:txBody>
                    <a:bodyPr/>
                    <a:lstStyle/>
                    <a:p>
                      <a:pPr algn="ctr">
                        <a:lnSpc>
                          <a:spcPct val="100000"/>
                        </a:lnSpc>
                        <a:spcBef>
                          <a:spcPts val="540"/>
                        </a:spcBef>
                      </a:pPr>
                      <a:r>
                        <a:rPr sz="1100" spc="-20" dirty="0">
                          <a:latin typeface="宋体"/>
                          <a:cs typeface="宋体"/>
                        </a:rPr>
                        <a:t>请列举个人在过</a:t>
                      </a:r>
                      <a:endParaRPr sz="1100">
                        <a:latin typeface="宋体"/>
                        <a:cs typeface="宋体"/>
                      </a:endParaRPr>
                    </a:p>
                  </a:txBody>
                  <a:tcPr marL="0" marR="0" marT="68580" marB="0">
                    <a:lnL w="12700">
                      <a:solidFill>
                        <a:srgbClr val="5F95E6"/>
                      </a:solidFill>
                      <a:prstDash val="solid"/>
                    </a:lnL>
                    <a:lnR w="12700">
                      <a:solidFill>
                        <a:srgbClr val="5F95E6"/>
                      </a:solidFill>
                      <a:prstDash val="solid"/>
                    </a:lnR>
                    <a:lnT w="12700">
                      <a:solidFill>
                        <a:srgbClr val="5F95E6"/>
                      </a:solidFill>
                      <a:prstDash val="solid"/>
                    </a:lnT>
                    <a:solidFill>
                      <a:srgbClr val="EAEEF9"/>
                    </a:solidFill>
                  </a:tcPr>
                </a:tc>
                <a:tc>
                  <a:txBody>
                    <a:bodyPr/>
                    <a:lstStyle/>
                    <a:p>
                      <a:pPr marL="635" algn="ctr">
                        <a:lnSpc>
                          <a:spcPct val="100000"/>
                        </a:lnSpc>
                        <a:spcBef>
                          <a:spcPts val="540"/>
                        </a:spcBef>
                      </a:pPr>
                      <a:r>
                        <a:rPr sz="1100" spc="-10" dirty="0">
                          <a:latin typeface="宋体"/>
                          <a:cs typeface="宋体"/>
                        </a:rPr>
                        <a:t>荣誉奖项：</a:t>
                      </a:r>
                      <a:r>
                        <a:rPr sz="1100" spc="-10" dirty="0">
                          <a:latin typeface="Arial"/>
                          <a:cs typeface="Arial"/>
                        </a:rPr>
                        <a:t>[</a:t>
                      </a:r>
                      <a:r>
                        <a:rPr sz="1100" spc="-20" dirty="0">
                          <a:latin typeface="宋体"/>
                          <a:cs typeface="宋体"/>
                        </a:rPr>
                        <a:t>列出获得的奖项或</a:t>
                      </a:r>
                      <a:endParaRPr sz="1100">
                        <a:latin typeface="宋体"/>
                        <a:cs typeface="宋体"/>
                      </a:endParaRPr>
                    </a:p>
                  </a:txBody>
                  <a:tcPr marL="0" marR="0" marT="68580" marB="0">
                    <a:lnL w="12700">
                      <a:solidFill>
                        <a:srgbClr val="5F95E6"/>
                      </a:solidFill>
                      <a:prstDash val="solid"/>
                    </a:lnL>
                    <a:lnR w="12700">
                      <a:solidFill>
                        <a:srgbClr val="5F95E6"/>
                      </a:solidFill>
                      <a:prstDash val="solid"/>
                    </a:lnR>
                    <a:lnT w="12700">
                      <a:solidFill>
                        <a:srgbClr val="5F95E6"/>
                      </a:solidFill>
                      <a:prstDash val="solid"/>
                    </a:lnT>
                    <a:solidFill>
                      <a:srgbClr val="EAEEF9"/>
                    </a:solidFill>
                  </a:tcPr>
                </a:tc>
                <a:extLst>
                  <a:ext uri="{0D108BD9-81ED-4DB2-BD59-A6C34878D82A}">
                    <a16:rowId xmlns:a16="http://schemas.microsoft.com/office/drawing/2014/main" val="10007"/>
                  </a:ext>
                </a:extLst>
              </a:tr>
              <a:tr h="502920">
                <a:tc>
                  <a:txBody>
                    <a:bodyPr/>
                    <a:lstStyle/>
                    <a:p>
                      <a:pPr marL="267970" marR="121285" indent="-139700">
                        <a:lnSpc>
                          <a:spcPct val="100000"/>
                        </a:lnSpc>
                        <a:spcBef>
                          <a:spcPts val="560"/>
                        </a:spcBef>
                      </a:pPr>
                      <a:r>
                        <a:rPr sz="1100" spc="-25" dirty="0">
                          <a:latin typeface="宋体"/>
                          <a:cs typeface="宋体"/>
                        </a:rPr>
                        <a:t>个人荣</a:t>
                      </a:r>
                      <a:r>
                        <a:rPr sz="1100" spc="-50" dirty="0">
                          <a:latin typeface="宋体"/>
                          <a:cs typeface="宋体"/>
                        </a:rPr>
                        <a:t>誉</a:t>
                      </a:r>
                      <a:endParaRPr sz="1100">
                        <a:latin typeface="宋体"/>
                        <a:cs typeface="宋体"/>
                      </a:endParaRPr>
                    </a:p>
                  </a:txBody>
                  <a:tcPr marL="0" marR="0" marT="71120" marB="0">
                    <a:lnL w="12700">
                      <a:solidFill>
                        <a:srgbClr val="5F95E6"/>
                      </a:solidFill>
                      <a:prstDash val="solid"/>
                    </a:lnL>
                    <a:lnR w="12700">
                      <a:solidFill>
                        <a:srgbClr val="5F95E6"/>
                      </a:solidFill>
                      <a:prstDash val="solid"/>
                    </a:lnR>
                    <a:solidFill>
                      <a:srgbClr val="EAEEF9"/>
                    </a:solidFill>
                  </a:tcPr>
                </a:tc>
                <a:tc>
                  <a:txBody>
                    <a:bodyPr/>
                    <a:lstStyle/>
                    <a:p>
                      <a:pPr marL="90805">
                        <a:lnSpc>
                          <a:spcPts val="1220"/>
                        </a:lnSpc>
                      </a:pPr>
                      <a:r>
                        <a:rPr sz="1100" spc="-20" dirty="0">
                          <a:latin typeface="宋体"/>
                          <a:cs typeface="宋体"/>
                        </a:rPr>
                        <a:t>去一年中获得的</a:t>
                      </a:r>
                      <a:endParaRPr sz="1100">
                        <a:latin typeface="宋体"/>
                        <a:cs typeface="宋体"/>
                      </a:endParaRPr>
                    </a:p>
                    <a:p>
                      <a:pPr marL="90805" marR="83820">
                        <a:lnSpc>
                          <a:spcPct val="100000"/>
                        </a:lnSpc>
                      </a:pPr>
                      <a:r>
                        <a:rPr sz="1100" spc="-20" dirty="0">
                          <a:latin typeface="宋体"/>
                          <a:cs typeface="宋体"/>
                        </a:rPr>
                        <a:t>奖项、荣誉或表彰，突出个人贡</a:t>
                      </a:r>
                      <a:endParaRPr sz="1100">
                        <a:latin typeface="宋体"/>
                        <a:cs typeface="宋体"/>
                      </a:endParaRPr>
                    </a:p>
                  </a:txBody>
                  <a:tcPr marL="0" marR="0" marT="0" marB="0">
                    <a:lnL w="12700">
                      <a:solidFill>
                        <a:srgbClr val="5F95E6"/>
                      </a:solidFill>
                      <a:prstDash val="solid"/>
                    </a:lnL>
                    <a:lnR w="12700">
                      <a:solidFill>
                        <a:srgbClr val="5F95E6"/>
                      </a:solidFill>
                      <a:prstDash val="solid"/>
                    </a:lnR>
                    <a:solidFill>
                      <a:srgbClr val="EAEEF9"/>
                    </a:solidFill>
                  </a:tcPr>
                </a:tc>
                <a:tc>
                  <a:txBody>
                    <a:bodyPr/>
                    <a:lstStyle/>
                    <a:p>
                      <a:pPr marL="135255">
                        <a:lnSpc>
                          <a:spcPts val="1220"/>
                        </a:lnSpc>
                      </a:pPr>
                      <a:r>
                        <a:rPr sz="1100" spc="-10" dirty="0">
                          <a:latin typeface="宋体"/>
                          <a:cs typeface="宋体"/>
                        </a:rPr>
                        <a:t>特别表彰，如</a:t>
                      </a:r>
                      <a:r>
                        <a:rPr sz="1100" spc="-10" dirty="0">
                          <a:latin typeface="Arial"/>
                          <a:cs typeface="Arial"/>
                        </a:rPr>
                        <a:t>“</a:t>
                      </a:r>
                      <a:r>
                        <a:rPr sz="1100" spc="-10" dirty="0">
                          <a:latin typeface="宋体"/>
                          <a:cs typeface="宋体"/>
                        </a:rPr>
                        <a:t>最佳员工奖</a:t>
                      </a:r>
                      <a:r>
                        <a:rPr sz="1100" spc="-10" dirty="0">
                          <a:latin typeface="Arial"/>
                          <a:cs typeface="Arial"/>
                        </a:rPr>
                        <a:t>”“</a:t>
                      </a:r>
                      <a:r>
                        <a:rPr sz="1100" spc="-50" dirty="0">
                          <a:latin typeface="宋体"/>
                          <a:cs typeface="宋体"/>
                        </a:rPr>
                        <a:t>创</a:t>
                      </a:r>
                      <a:endParaRPr sz="1100">
                        <a:latin typeface="宋体"/>
                        <a:cs typeface="宋体"/>
                      </a:endParaRPr>
                    </a:p>
                    <a:p>
                      <a:pPr marL="134620" marR="66040" indent="-61594">
                        <a:lnSpc>
                          <a:spcPct val="100000"/>
                        </a:lnSpc>
                      </a:pPr>
                      <a:r>
                        <a:rPr sz="1100" spc="-10" dirty="0">
                          <a:latin typeface="宋体"/>
                          <a:cs typeface="宋体"/>
                        </a:rPr>
                        <a:t>新贡献奖</a:t>
                      </a:r>
                      <a:r>
                        <a:rPr sz="1100" spc="-10" dirty="0">
                          <a:latin typeface="Arial"/>
                          <a:cs typeface="Arial"/>
                        </a:rPr>
                        <a:t>”</a:t>
                      </a:r>
                      <a:r>
                        <a:rPr sz="1100" spc="-10" dirty="0">
                          <a:latin typeface="宋体"/>
                          <a:cs typeface="宋体"/>
                        </a:rPr>
                        <a:t>等</a:t>
                      </a:r>
                      <a:r>
                        <a:rPr sz="1100" spc="-10" dirty="0">
                          <a:latin typeface="Arial"/>
                          <a:cs typeface="Arial"/>
                        </a:rPr>
                        <a:t>]</a:t>
                      </a:r>
                      <a:r>
                        <a:rPr sz="1100" spc="-10" dirty="0">
                          <a:latin typeface="宋体"/>
                          <a:cs typeface="宋体"/>
                        </a:rPr>
                        <a:t>个人影响：</a:t>
                      </a:r>
                      <a:r>
                        <a:rPr sz="1100" spc="-10" dirty="0">
                          <a:latin typeface="Arial"/>
                          <a:cs typeface="Arial"/>
                        </a:rPr>
                        <a:t>[</a:t>
                      </a:r>
                      <a:r>
                        <a:rPr sz="1100" spc="-25" dirty="0">
                          <a:latin typeface="宋体"/>
                          <a:cs typeface="宋体"/>
                        </a:rPr>
                        <a:t>通过个</a:t>
                      </a:r>
                      <a:r>
                        <a:rPr sz="1100" spc="-15" dirty="0">
                          <a:latin typeface="宋体"/>
                          <a:cs typeface="宋体"/>
                        </a:rPr>
                        <a:t>人努力，推动了业务或团队的</a:t>
                      </a:r>
                      <a:endParaRPr sz="1100">
                        <a:latin typeface="宋体"/>
                        <a:cs typeface="宋体"/>
                      </a:endParaRPr>
                    </a:p>
                  </a:txBody>
                  <a:tcPr marL="0" marR="0" marT="0" marB="0">
                    <a:lnL w="12700">
                      <a:solidFill>
                        <a:srgbClr val="5F95E6"/>
                      </a:solidFill>
                      <a:prstDash val="solid"/>
                    </a:lnL>
                    <a:lnR w="12700">
                      <a:solidFill>
                        <a:srgbClr val="5F95E6"/>
                      </a:solidFill>
                      <a:prstDash val="solid"/>
                    </a:lnR>
                    <a:solidFill>
                      <a:srgbClr val="EAEEF9"/>
                    </a:solidFill>
                  </a:tcPr>
                </a:tc>
                <a:extLst>
                  <a:ext uri="{0D108BD9-81ED-4DB2-BD59-A6C34878D82A}">
                    <a16:rowId xmlns:a16="http://schemas.microsoft.com/office/drawing/2014/main" val="10008"/>
                  </a:ext>
                </a:extLst>
              </a:tr>
              <a:tr h="253365">
                <a:tc>
                  <a:txBody>
                    <a:bodyPr/>
                    <a:lstStyle/>
                    <a:p>
                      <a:pPr>
                        <a:lnSpc>
                          <a:spcPct val="100000"/>
                        </a:lnSpc>
                      </a:pPr>
                      <a:endParaRPr sz="1200">
                        <a:latin typeface="Times New Roman"/>
                        <a:cs typeface="Times New Roman"/>
                      </a:endParaRPr>
                    </a:p>
                  </a:txBody>
                  <a:tcPr marL="0" marR="0" marT="0" marB="0">
                    <a:lnL w="12700">
                      <a:solidFill>
                        <a:srgbClr val="5F95E6"/>
                      </a:solidFill>
                      <a:prstDash val="solid"/>
                    </a:lnL>
                    <a:lnR w="12700">
                      <a:solidFill>
                        <a:srgbClr val="5F95E6"/>
                      </a:solidFill>
                      <a:prstDash val="solid"/>
                    </a:lnR>
                    <a:lnB w="12700">
                      <a:solidFill>
                        <a:srgbClr val="5F95E6"/>
                      </a:solidFill>
                      <a:prstDash val="solid"/>
                    </a:lnB>
                    <a:solidFill>
                      <a:srgbClr val="EAEEF9"/>
                    </a:solidFill>
                  </a:tcPr>
                </a:tc>
                <a:tc>
                  <a:txBody>
                    <a:bodyPr/>
                    <a:lstStyle/>
                    <a:p>
                      <a:pPr algn="ctr">
                        <a:lnSpc>
                          <a:spcPts val="1220"/>
                        </a:lnSpc>
                      </a:pPr>
                      <a:r>
                        <a:rPr sz="1100" spc="-30" dirty="0">
                          <a:latin typeface="宋体"/>
                          <a:cs typeface="宋体"/>
                        </a:rPr>
                        <a:t>献。</a:t>
                      </a:r>
                      <a:endParaRPr sz="1100">
                        <a:latin typeface="宋体"/>
                        <a:cs typeface="宋体"/>
                      </a:endParaRPr>
                    </a:p>
                  </a:txBody>
                  <a:tcPr marL="0" marR="0" marT="0" marB="0">
                    <a:lnL w="12700">
                      <a:solidFill>
                        <a:srgbClr val="5F95E6"/>
                      </a:solidFill>
                      <a:prstDash val="solid"/>
                    </a:lnL>
                    <a:lnR w="12700">
                      <a:solidFill>
                        <a:srgbClr val="5F95E6"/>
                      </a:solidFill>
                      <a:prstDash val="solid"/>
                    </a:lnR>
                    <a:lnB w="12700">
                      <a:solidFill>
                        <a:srgbClr val="5F95E6"/>
                      </a:solidFill>
                      <a:prstDash val="solid"/>
                    </a:lnB>
                    <a:solidFill>
                      <a:srgbClr val="EAEEF9"/>
                    </a:solidFill>
                  </a:tcPr>
                </a:tc>
                <a:tc>
                  <a:txBody>
                    <a:bodyPr/>
                    <a:lstStyle/>
                    <a:p>
                      <a:pPr algn="ctr">
                        <a:lnSpc>
                          <a:spcPts val="1220"/>
                        </a:lnSpc>
                      </a:pPr>
                      <a:r>
                        <a:rPr sz="1100" spc="-10" dirty="0">
                          <a:latin typeface="宋体"/>
                          <a:cs typeface="宋体"/>
                        </a:rPr>
                        <a:t>成长，取得了哪些成果</a:t>
                      </a:r>
                      <a:r>
                        <a:rPr sz="1100" spc="-50" dirty="0">
                          <a:latin typeface="Arial"/>
                          <a:cs typeface="Arial"/>
                        </a:rPr>
                        <a:t>]</a:t>
                      </a:r>
                      <a:endParaRPr sz="1100">
                        <a:latin typeface="Arial"/>
                        <a:cs typeface="Arial"/>
                      </a:endParaRPr>
                    </a:p>
                  </a:txBody>
                  <a:tcPr marL="0" marR="0" marT="0" marB="0">
                    <a:lnL w="12700">
                      <a:solidFill>
                        <a:srgbClr val="5F95E6"/>
                      </a:solidFill>
                      <a:prstDash val="solid"/>
                    </a:lnL>
                    <a:lnR w="12700">
                      <a:solidFill>
                        <a:srgbClr val="5F95E6"/>
                      </a:solidFill>
                      <a:prstDash val="solid"/>
                    </a:lnR>
                    <a:lnB w="12700">
                      <a:solidFill>
                        <a:srgbClr val="5F95E6"/>
                      </a:solidFill>
                      <a:prstDash val="solid"/>
                    </a:lnB>
                    <a:solidFill>
                      <a:srgbClr val="EAEEF9"/>
                    </a:solidFill>
                  </a:tcPr>
                </a:tc>
                <a:extLst>
                  <a:ext uri="{0D108BD9-81ED-4DB2-BD59-A6C34878D82A}">
                    <a16:rowId xmlns:a16="http://schemas.microsoft.com/office/drawing/2014/main" val="10009"/>
                  </a:ext>
                </a:extLst>
              </a:tr>
            </a:tbl>
          </a:graphicData>
        </a:graphic>
      </p:graphicFrame>
      <p:graphicFrame>
        <p:nvGraphicFramePr>
          <p:cNvPr id="16" name="object 16"/>
          <p:cNvGraphicFramePr>
            <a:graphicFrameLocks noGrp="1"/>
          </p:cNvGraphicFramePr>
          <p:nvPr/>
        </p:nvGraphicFramePr>
        <p:xfrm>
          <a:off x="8261984" y="3531234"/>
          <a:ext cx="3839210" cy="3220085"/>
        </p:xfrm>
        <a:graphic>
          <a:graphicData uri="http://schemas.openxmlformats.org/drawingml/2006/table">
            <a:tbl>
              <a:tblPr firstRow="1" bandRow="1">
                <a:tableStyleId>{2D5ABB26-0587-4C30-8999-92F81FD0307C}</a:tableStyleId>
              </a:tblPr>
              <a:tblGrid>
                <a:gridCol w="659130">
                  <a:extLst>
                    <a:ext uri="{9D8B030D-6E8A-4147-A177-3AD203B41FA5}">
                      <a16:colId xmlns:a16="http://schemas.microsoft.com/office/drawing/2014/main" val="20000"/>
                    </a:ext>
                  </a:extLst>
                </a:gridCol>
                <a:gridCol w="916939">
                  <a:extLst>
                    <a:ext uri="{9D8B030D-6E8A-4147-A177-3AD203B41FA5}">
                      <a16:colId xmlns:a16="http://schemas.microsoft.com/office/drawing/2014/main" val="20001"/>
                    </a:ext>
                  </a:extLst>
                </a:gridCol>
                <a:gridCol w="2250439">
                  <a:extLst>
                    <a:ext uri="{9D8B030D-6E8A-4147-A177-3AD203B41FA5}">
                      <a16:colId xmlns:a16="http://schemas.microsoft.com/office/drawing/2014/main" val="20002"/>
                    </a:ext>
                  </a:extLst>
                </a:gridCol>
              </a:tblGrid>
              <a:tr h="257810">
                <a:tc>
                  <a:txBody>
                    <a:bodyPr/>
                    <a:lstStyle/>
                    <a:p>
                      <a:pPr marL="189865">
                        <a:lnSpc>
                          <a:spcPct val="100000"/>
                        </a:lnSpc>
                        <a:spcBef>
                          <a:spcPts val="234"/>
                        </a:spcBef>
                      </a:pPr>
                      <a:r>
                        <a:rPr sz="1100" spc="-30" dirty="0">
                          <a:latin typeface="宋体"/>
                          <a:cs typeface="宋体"/>
                        </a:rPr>
                        <a:t>维度</a:t>
                      </a:r>
                      <a:endParaRPr sz="1100">
                        <a:latin typeface="宋体"/>
                        <a:cs typeface="宋体"/>
                      </a:endParaRPr>
                    </a:p>
                  </a:txBody>
                  <a:tcPr marL="0" marR="0" marT="29844"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34A370"/>
                    </a:solidFill>
                  </a:tcPr>
                </a:tc>
                <a:tc>
                  <a:txBody>
                    <a:bodyPr/>
                    <a:lstStyle/>
                    <a:p>
                      <a:pPr marL="108585">
                        <a:lnSpc>
                          <a:spcPct val="100000"/>
                        </a:lnSpc>
                        <a:spcBef>
                          <a:spcPts val="234"/>
                        </a:spcBef>
                      </a:pPr>
                      <a:r>
                        <a:rPr sz="1100" spc="-20" dirty="0">
                          <a:latin typeface="宋体"/>
                          <a:cs typeface="宋体"/>
                        </a:rPr>
                        <a:t>提示语示例</a:t>
                      </a:r>
                      <a:endParaRPr sz="1100">
                        <a:latin typeface="宋体"/>
                        <a:cs typeface="宋体"/>
                      </a:endParaRPr>
                    </a:p>
                  </a:txBody>
                  <a:tcPr marL="0" marR="0" marT="29844"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34A370"/>
                    </a:solidFill>
                  </a:tcPr>
                </a:tc>
                <a:tc>
                  <a:txBody>
                    <a:bodyPr/>
                    <a:lstStyle/>
                    <a:p>
                      <a:pPr marL="635" algn="ctr">
                        <a:lnSpc>
                          <a:spcPct val="100000"/>
                        </a:lnSpc>
                        <a:spcBef>
                          <a:spcPts val="234"/>
                        </a:spcBef>
                      </a:pPr>
                      <a:r>
                        <a:rPr sz="1100" spc="-30" dirty="0">
                          <a:latin typeface="宋体"/>
                          <a:cs typeface="宋体"/>
                        </a:rPr>
                        <a:t>要求</a:t>
                      </a:r>
                      <a:endParaRPr sz="1100">
                        <a:latin typeface="宋体"/>
                        <a:cs typeface="宋体"/>
                      </a:endParaRPr>
                    </a:p>
                  </a:txBody>
                  <a:tcPr marL="0" marR="0" marT="29844"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34A370"/>
                    </a:solidFill>
                  </a:tcPr>
                </a:tc>
                <a:extLst>
                  <a:ext uri="{0D108BD9-81ED-4DB2-BD59-A6C34878D82A}">
                    <a16:rowId xmlns:a16="http://schemas.microsoft.com/office/drawing/2014/main" val="10000"/>
                  </a:ext>
                </a:extLst>
              </a:tr>
              <a:tr h="1036955">
                <a:tc>
                  <a:txBody>
                    <a:bodyPr/>
                    <a:lstStyle/>
                    <a:p>
                      <a:pPr>
                        <a:lnSpc>
                          <a:spcPct val="100000"/>
                        </a:lnSpc>
                      </a:pPr>
                      <a:endParaRPr sz="1300">
                        <a:latin typeface="Times New Roman"/>
                        <a:cs typeface="Times New Roman"/>
                      </a:endParaRPr>
                    </a:p>
                    <a:p>
                      <a:pPr marL="259715" marR="112395" indent="-139700">
                        <a:lnSpc>
                          <a:spcPct val="100000"/>
                        </a:lnSpc>
                        <a:spcBef>
                          <a:spcPts val="1145"/>
                        </a:spcBef>
                      </a:pPr>
                      <a:r>
                        <a:rPr sz="1100" spc="-25" dirty="0">
                          <a:latin typeface="宋体"/>
                          <a:cs typeface="宋体"/>
                        </a:rPr>
                        <a:t>年度目</a:t>
                      </a:r>
                      <a:r>
                        <a:rPr sz="1100" spc="-50" dirty="0">
                          <a:latin typeface="宋体"/>
                          <a:cs typeface="宋体"/>
                        </a:rPr>
                        <a:t>标</a:t>
                      </a:r>
                      <a:endParaRPr sz="1100">
                        <a:latin typeface="宋体"/>
                        <a:cs typeface="宋体"/>
                      </a:endParaRPr>
                    </a:p>
                  </a:txBody>
                  <a:tcPr marL="0" marR="0" marT="0"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tc>
                  <a:txBody>
                    <a:bodyPr/>
                    <a:lstStyle/>
                    <a:p>
                      <a:pPr marL="38735" marR="31750" algn="ctr">
                        <a:lnSpc>
                          <a:spcPct val="100000"/>
                        </a:lnSpc>
                        <a:spcBef>
                          <a:spcPts val="660"/>
                        </a:spcBef>
                      </a:pPr>
                      <a:r>
                        <a:rPr sz="1100" spc="-20" dirty="0">
                          <a:latin typeface="宋体"/>
                          <a:cs typeface="宋体"/>
                        </a:rPr>
                        <a:t>请设定明年</a:t>
                      </a:r>
                      <a:r>
                        <a:rPr sz="1100" spc="-50" dirty="0">
                          <a:latin typeface="宋体"/>
                          <a:cs typeface="宋体"/>
                        </a:rPr>
                        <a:t> </a:t>
                      </a:r>
                      <a:r>
                        <a:rPr sz="1100" spc="-20" dirty="0">
                          <a:latin typeface="宋体"/>
                          <a:cs typeface="宋体"/>
                        </a:rPr>
                        <a:t>的主要工作</a:t>
                      </a:r>
                      <a:r>
                        <a:rPr sz="1100" spc="-50" dirty="0">
                          <a:latin typeface="宋体"/>
                          <a:cs typeface="宋体"/>
                        </a:rPr>
                        <a:t> </a:t>
                      </a:r>
                      <a:r>
                        <a:rPr sz="1100" spc="-20" dirty="0">
                          <a:latin typeface="宋体"/>
                          <a:cs typeface="宋体"/>
                        </a:rPr>
                        <a:t>目标，并确</a:t>
                      </a:r>
                      <a:r>
                        <a:rPr sz="1100" spc="-50" dirty="0">
                          <a:latin typeface="宋体"/>
                          <a:cs typeface="宋体"/>
                        </a:rPr>
                        <a:t> </a:t>
                      </a:r>
                      <a:r>
                        <a:rPr sz="1100" spc="-20" dirty="0">
                          <a:latin typeface="宋体"/>
                          <a:cs typeface="宋体"/>
                        </a:rPr>
                        <a:t>保目标具体、可度量。</a:t>
                      </a:r>
                      <a:endParaRPr sz="1100">
                        <a:latin typeface="宋体"/>
                        <a:cs typeface="宋体"/>
                      </a:endParaRPr>
                    </a:p>
                  </a:txBody>
                  <a:tcPr marL="0" marR="0" marT="83820"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tc>
                  <a:txBody>
                    <a:bodyPr/>
                    <a:lstStyle/>
                    <a:p>
                      <a:pPr marL="57785" marR="50800" algn="ctr">
                        <a:lnSpc>
                          <a:spcPct val="100000"/>
                        </a:lnSpc>
                        <a:spcBef>
                          <a:spcPts val="660"/>
                        </a:spcBef>
                      </a:pPr>
                      <a:r>
                        <a:rPr sz="1100" spc="-10" dirty="0">
                          <a:latin typeface="宋体"/>
                          <a:cs typeface="宋体"/>
                        </a:rPr>
                        <a:t>目标设定：</a:t>
                      </a:r>
                      <a:r>
                        <a:rPr sz="1100" spc="-10" dirty="0">
                          <a:latin typeface="Arial"/>
                          <a:cs typeface="Arial"/>
                        </a:rPr>
                        <a:t>[</a:t>
                      </a:r>
                      <a:r>
                        <a:rPr sz="1100" spc="-15" dirty="0">
                          <a:latin typeface="宋体"/>
                          <a:cs typeface="宋体"/>
                        </a:rPr>
                        <a:t>明确具体的工作目标，</a:t>
                      </a:r>
                      <a:r>
                        <a:rPr sz="1100" spc="-10" dirty="0">
                          <a:latin typeface="宋体"/>
                          <a:cs typeface="宋体"/>
                        </a:rPr>
                        <a:t>如</a:t>
                      </a:r>
                      <a:r>
                        <a:rPr sz="1100" spc="-10" dirty="0">
                          <a:latin typeface="Arial"/>
                          <a:cs typeface="Arial"/>
                        </a:rPr>
                        <a:t>“</a:t>
                      </a:r>
                      <a:r>
                        <a:rPr sz="1100" spc="-10" dirty="0">
                          <a:latin typeface="宋体"/>
                          <a:cs typeface="宋体"/>
                        </a:rPr>
                        <a:t>实现</a:t>
                      </a:r>
                      <a:r>
                        <a:rPr sz="1100" spc="-10" dirty="0">
                          <a:latin typeface="Arial"/>
                          <a:cs typeface="Arial"/>
                        </a:rPr>
                        <a:t>XX</a:t>
                      </a:r>
                      <a:r>
                        <a:rPr sz="1100" spc="-10" dirty="0">
                          <a:latin typeface="宋体"/>
                          <a:cs typeface="宋体"/>
                        </a:rPr>
                        <a:t>销售额</a:t>
                      </a:r>
                      <a:r>
                        <a:rPr sz="1100" spc="-10" dirty="0">
                          <a:latin typeface="Arial"/>
                          <a:cs typeface="Arial"/>
                        </a:rPr>
                        <a:t>”“</a:t>
                      </a:r>
                      <a:r>
                        <a:rPr sz="1100" spc="-10" dirty="0">
                          <a:latin typeface="宋体"/>
                          <a:cs typeface="宋体"/>
                        </a:rPr>
                        <a:t>拓展</a:t>
                      </a:r>
                      <a:r>
                        <a:rPr sz="1100" spc="-10" dirty="0">
                          <a:latin typeface="Arial"/>
                          <a:cs typeface="Arial"/>
                        </a:rPr>
                        <a:t>XX</a:t>
                      </a:r>
                      <a:r>
                        <a:rPr sz="1100" spc="-10" dirty="0">
                          <a:latin typeface="宋体"/>
                          <a:cs typeface="宋体"/>
                        </a:rPr>
                        <a:t>客户</a:t>
                      </a:r>
                      <a:r>
                        <a:rPr sz="1100" spc="-10" dirty="0">
                          <a:latin typeface="Arial"/>
                          <a:cs typeface="Arial"/>
                        </a:rPr>
                        <a:t>”</a:t>
                      </a:r>
                      <a:r>
                        <a:rPr sz="1100" spc="-10" dirty="0">
                          <a:latin typeface="宋体"/>
                          <a:cs typeface="宋体"/>
                        </a:rPr>
                        <a:t>等</a:t>
                      </a:r>
                      <a:r>
                        <a:rPr sz="1100" spc="-50" dirty="0">
                          <a:latin typeface="Arial"/>
                          <a:cs typeface="Arial"/>
                        </a:rPr>
                        <a:t>]</a:t>
                      </a:r>
                      <a:r>
                        <a:rPr sz="1100" spc="-10" dirty="0">
                          <a:latin typeface="宋体"/>
                          <a:cs typeface="宋体"/>
                        </a:rPr>
                        <a:t>目标量化：</a:t>
                      </a:r>
                      <a:r>
                        <a:rPr sz="1100" spc="-10" dirty="0">
                          <a:latin typeface="Arial"/>
                          <a:cs typeface="Arial"/>
                        </a:rPr>
                        <a:t>[</a:t>
                      </a:r>
                      <a:r>
                        <a:rPr sz="1100" spc="-15" dirty="0">
                          <a:latin typeface="宋体"/>
                          <a:cs typeface="宋体"/>
                        </a:rPr>
                        <a:t>为每个目标设定具体</a:t>
                      </a:r>
                      <a:r>
                        <a:rPr sz="1100" spc="-50" dirty="0">
                          <a:latin typeface="宋体"/>
                          <a:cs typeface="宋体"/>
                        </a:rPr>
                        <a:t> </a:t>
                      </a:r>
                      <a:r>
                        <a:rPr sz="1100" spc="-10" dirty="0">
                          <a:latin typeface="宋体"/>
                          <a:cs typeface="宋体"/>
                        </a:rPr>
                        <a:t>的量化标准，如</a:t>
                      </a:r>
                      <a:r>
                        <a:rPr sz="1100" spc="-10" dirty="0">
                          <a:latin typeface="Arial"/>
                          <a:cs typeface="Arial"/>
                        </a:rPr>
                        <a:t>“</a:t>
                      </a:r>
                      <a:r>
                        <a:rPr sz="1100" spc="-10" dirty="0">
                          <a:latin typeface="宋体"/>
                          <a:cs typeface="宋体"/>
                        </a:rPr>
                        <a:t>年度增长</a:t>
                      </a:r>
                      <a:r>
                        <a:rPr sz="1100" spc="-10" dirty="0">
                          <a:latin typeface="Arial"/>
                          <a:cs typeface="Arial"/>
                        </a:rPr>
                        <a:t>30%”</a:t>
                      </a:r>
                      <a:r>
                        <a:rPr sz="1100" spc="-50" dirty="0">
                          <a:latin typeface="宋体"/>
                          <a:cs typeface="宋体"/>
                        </a:rPr>
                        <a:t>或</a:t>
                      </a:r>
                      <a:r>
                        <a:rPr sz="1100" spc="500" dirty="0">
                          <a:latin typeface="宋体"/>
                          <a:cs typeface="宋体"/>
                        </a:rPr>
                        <a:t> </a:t>
                      </a:r>
                      <a:r>
                        <a:rPr sz="1100" spc="-10" dirty="0">
                          <a:latin typeface="Arial"/>
                          <a:cs typeface="Arial"/>
                        </a:rPr>
                        <a:t>“</a:t>
                      </a:r>
                      <a:r>
                        <a:rPr sz="1100" spc="-10" dirty="0">
                          <a:latin typeface="宋体"/>
                          <a:cs typeface="宋体"/>
                        </a:rPr>
                        <a:t>增加</a:t>
                      </a:r>
                      <a:r>
                        <a:rPr sz="1100" spc="-10" dirty="0">
                          <a:latin typeface="Arial"/>
                          <a:cs typeface="Arial"/>
                        </a:rPr>
                        <a:t>10</a:t>
                      </a:r>
                      <a:r>
                        <a:rPr sz="1100" spc="-10" dirty="0">
                          <a:latin typeface="宋体"/>
                          <a:cs typeface="宋体"/>
                        </a:rPr>
                        <a:t>个大客户</a:t>
                      </a:r>
                      <a:r>
                        <a:rPr sz="1100" spc="-25" dirty="0">
                          <a:latin typeface="Arial"/>
                          <a:cs typeface="Arial"/>
                        </a:rPr>
                        <a:t>”]</a:t>
                      </a:r>
                      <a:endParaRPr sz="1100">
                        <a:latin typeface="Arial"/>
                        <a:cs typeface="Arial"/>
                      </a:endParaRPr>
                    </a:p>
                  </a:txBody>
                  <a:tcPr marL="0" marR="0" marT="83820"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extLst>
                  <a:ext uri="{0D108BD9-81ED-4DB2-BD59-A6C34878D82A}">
                    <a16:rowId xmlns:a16="http://schemas.microsoft.com/office/drawing/2014/main" val="10001"/>
                  </a:ext>
                </a:extLst>
              </a:tr>
              <a:tr h="1036319">
                <a:tc>
                  <a:txBody>
                    <a:bodyPr/>
                    <a:lstStyle/>
                    <a:p>
                      <a:pPr>
                        <a:lnSpc>
                          <a:spcPct val="100000"/>
                        </a:lnSpc>
                      </a:pPr>
                      <a:endParaRPr sz="1300">
                        <a:latin typeface="Times New Roman"/>
                        <a:cs typeface="Times New Roman"/>
                      </a:endParaRPr>
                    </a:p>
                    <a:p>
                      <a:pPr marL="259715" marR="112395" indent="-139700">
                        <a:lnSpc>
                          <a:spcPct val="100000"/>
                        </a:lnSpc>
                        <a:spcBef>
                          <a:spcPts val="1145"/>
                        </a:spcBef>
                      </a:pPr>
                      <a:r>
                        <a:rPr sz="1100" spc="-25" dirty="0">
                          <a:latin typeface="宋体"/>
                          <a:cs typeface="宋体"/>
                        </a:rPr>
                        <a:t>行动计</a:t>
                      </a:r>
                      <a:r>
                        <a:rPr sz="1100" spc="-50" dirty="0">
                          <a:latin typeface="宋体"/>
                          <a:cs typeface="宋体"/>
                        </a:rPr>
                        <a:t>划</a:t>
                      </a:r>
                      <a:endParaRPr sz="1100">
                        <a:latin typeface="宋体"/>
                        <a:cs typeface="宋体"/>
                      </a:endParaRPr>
                    </a:p>
                  </a:txBody>
                  <a:tcPr marL="0" marR="0" marT="0"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tc>
                  <a:txBody>
                    <a:bodyPr/>
                    <a:lstStyle/>
                    <a:p>
                      <a:pPr marL="38735" marR="31750" indent="69850" algn="just">
                        <a:lnSpc>
                          <a:spcPct val="100000"/>
                        </a:lnSpc>
                        <a:spcBef>
                          <a:spcPts val="660"/>
                        </a:spcBef>
                      </a:pPr>
                      <a:r>
                        <a:rPr sz="1100" spc="-20" dirty="0">
                          <a:latin typeface="宋体"/>
                          <a:cs typeface="宋体"/>
                        </a:rPr>
                        <a:t>请根据目标制定具体的</a:t>
                      </a:r>
                      <a:r>
                        <a:rPr sz="1100" spc="-50" dirty="0">
                          <a:latin typeface="宋体"/>
                          <a:cs typeface="宋体"/>
                        </a:rPr>
                        <a:t> </a:t>
                      </a:r>
                      <a:r>
                        <a:rPr sz="1100" spc="-20" dirty="0">
                          <a:latin typeface="宋体"/>
                          <a:cs typeface="宋体"/>
                        </a:rPr>
                        <a:t>行动步骤或</a:t>
                      </a:r>
                      <a:r>
                        <a:rPr sz="1100" spc="-50" dirty="0">
                          <a:latin typeface="宋体"/>
                          <a:cs typeface="宋体"/>
                        </a:rPr>
                        <a:t> </a:t>
                      </a:r>
                      <a:r>
                        <a:rPr sz="1100" spc="-20" dirty="0">
                          <a:latin typeface="宋体"/>
                          <a:cs typeface="宋体"/>
                        </a:rPr>
                        <a:t>策略，确保</a:t>
                      </a:r>
                      <a:r>
                        <a:rPr sz="1100" spc="-50" dirty="0">
                          <a:latin typeface="宋体"/>
                          <a:cs typeface="宋体"/>
                        </a:rPr>
                        <a:t> </a:t>
                      </a:r>
                      <a:r>
                        <a:rPr sz="1100" spc="-20" dirty="0">
                          <a:latin typeface="宋体"/>
                          <a:cs typeface="宋体"/>
                        </a:rPr>
                        <a:t>目标的实现。</a:t>
                      </a:r>
                      <a:endParaRPr sz="1100">
                        <a:latin typeface="宋体"/>
                        <a:cs typeface="宋体"/>
                      </a:endParaRPr>
                    </a:p>
                  </a:txBody>
                  <a:tcPr marL="0" marR="0" marT="83820"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tc>
                  <a:txBody>
                    <a:bodyPr/>
                    <a:lstStyle/>
                    <a:p>
                      <a:pPr marL="58419" marR="50800" indent="-635" algn="ctr">
                        <a:lnSpc>
                          <a:spcPct val="100000"/>
                        </a:lnSpc>
                        <a:spcBef>
                          <a:spcPts val="660"/>
                        </a:spcBef>
                      </a:pPr>
                      <a:r>
                        <a:rPr sz="1100" spc="-5" dirty="0">
                          <a:latin typeface="宋体"/>
                          <a:cs typeface="宋体"/>
                        </a:rPr>
                        <a:t>行动步骤：</a:t>
                      </a:r>
                      <a:r>
                        <a:rPr sz="1100" spc="-5" dirty="0">
                          <a:latin typeface="Arial"/>
                          <a:cs typeface="Arial"/>
                        </a:rPr>
                        <a:t>[</a:t>
                      </a:r>
                      <a:r>
                        <a:rPr sz="1100" spc="-5" dirty="0">
                          <a:latin typeface="宋体"/>
                          <a:cs typeface="宋体"/>
                        </a:rPr>
                        <a:t>列出为实现目标所需</a:t>
                      </a:r>
                      <a:r>
                        <a:rPr sz="1100" dirty="0">
                          <a:latin typeface="宋体"/>
                          <a:cs typeface="宋体"/>
                        </a:rPr>
                        <a:t> </a:t>
                      </a:r>
                      <a:r>
                        <a:rPr sz="1100" spc="-5" dirty="0">
                          <a:latin typeface="宋体"/>
                          <a:cs typeface="宋体"/>
                        </a:rPr>
                        <a:t>的主要行动，如</a:t>
                      </a:r>
                      <a:r>
                        <a:rPr sz="1100" spc="-5" dirty="0">
                          <a:latin typeface="Arial"/>
                          <a:cs typeface="Arial"/>
                        </a:rPr>
                        <a:t>“</a:t>
                      </a:r>
                      <a:r>
                        <a:rPr sz="1100" spc="-5" dirty="0">
                          <a:latin typeface="宋体"/>
                          <a:cs typeface="宋体"/>
                        </a:rPr>
                        <a:t>提升客户服务质量</a:t>
                      </a:r>
                      <a:r>
                        <a:rPr sz="1100" spc="-5" dirty="0">
                          <a:latin typeface="Arial"/>
                          <a:cs typeface="Arial"/>
                        </a:rPr>
                        <a:t>”“</a:t>
                      </a:r>
                      <a:r>
                        <a:rPr sz="1100" spc="-5" dirty="0">
                          <a:latin typeface="宋体"/>
                          <a:cs typeface="宋体"/>
                        </a:rPr>
                        <a:t>加强跨部门协作</a:t>
                      </a:r>
                      <a:r>
                        <a:rPr sz="1100" spc="-5" dirty="0">
                          <a:latin typeface="Arial"/>
                          <a:cs typeface="Arial"/>
                        </a:rPr>
                        <a:t>”</a:t>
                      </a:r>
                      <a:r>
                        <a:rPr sz="1100" spc="-5" dirty="0">
                          <a:latin typeface="宋体"/>
                          <a:cs typeface="宋体"/>
                        </a:rPr>
                        <a:t>等</a:t>
                      </a:r>
                      <a:r>
                        <a:rPr sz="1100" spc="-5" dirty="0">
                          <a:latin typeface="Arial"/>
                          <a:cs typeface="Arial"/>
                        </a:rPr>
                        <a:t>]</a:t>
                      </a:r>
                      <a:r>
                        <a:rPr sz="1100" spc="-5" dirty="0">
                          <a:latin typeface="宋体"/>
                          <a:cs typeface="宋体"/>
                        </a:rPr>
                        <a:t>时间节点： </a:t>
                      </a:r>
                      <a:r>
                        <a:rPr sz="1100" spc="-5" dirty="0">
                          <a:latin typeface="Arial"/>
                          <a:cs typeface="Arial"/>
                        </a:rPr>
                        <a:t>[</a:t>
                      </a:r>
                      <a:r>
                        <a:rPr sz="1100" spc="-5" dirty="0">
                          <a:latin typeface="宋体"/>
                          <a:cs typeface="宋体"/>
                        </a:rPr>
                        <a:t>为每个目标设定具体的时间表或</a:t>
                      </a:r>
                      <a:r>
                        <a:rPr sz="1100" dirty="0">
                          <a:latin typeface="宋体"/>
                          <a:cs typeface="宋体"/>
                        </a:rPr>
                        <a:t> </a:t>
                      </a:r>
                      <a:r>
                        <a:rPr sz="1100" spc="-5" dirty="0">
                          <a:latin typeface="宋体"/>
                          <a:cs typeface="宋体"/>
                        </a:rPr>
                        <a:t>阶段性目标</a:t>
                      </a:r>
                      <a:r>
                        <a:rPr sz="1100" dirty="0">
                          <a:latin typeface="Arial"/>
                          <a:cs typeface="Arial"/>
                        </a:rPr>
                        <a:t>]</a:t>
                      </a:r>
                      <a:endParaRPr sz="1100">
                        <a:latin typeface="Arial"/>
                        <a:cs typeface="Arial"/>
                      </a:endParaRPr>
                    </a:p>
                  </a:txBody>
                  <a:tcPr marL="0" marR="0" marT="83820"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extLst>
                  <a:ext uri="{0D108BD9-81ED-4DB2-BD59-A6C34878D82A}">
                    <a16:rowId xmlns:a16="http://schemas.microsoft.com/office/drawing/2014/main" val="10002"/>
                  </a:ext>
                </a:extLst>
              </a:tr>
              <a:tr h="889000">
                <a:tc>
                  <a:txBody>
                    <a:bodyPr/>
                    <a:lstStyle/>
                    <a:p>
                      <a:pPr>
                        <a:lnSpc>
                          <a:spcPct val="100000"/>
                        </a:lnSpc>
                        <a:spcBef>
                          <a:spcPts val="45"/>
                        </a:spcBef>
                      </a:pPr>
                      <a:endParaRPr sz="1750">
                        <a:latin typeface="Times New Roman"/>
                        <a:cs typeface="Times New Roman"/>
                      </a:endParaRPr>
                    </a:p>
                    <a:p>
                      <a:pPr marL="259715" marR="112395" indent="-139700">
                        <a:lnSpc>
                          <a:spcPct val="100000"/>
                        </a:lnSpc>
                      </a:pPr>
                      <a:r>
                        <a:rPr sz="1100" spc="-25" dirty="0">
                          <a:latin typeface="宋体"/>
                          <a:cs typeface="宋体"/>
                        </a:rPr>
                        <a:t>发展方</a:t>
                      </a:r>
                      <a:r>
                        <a:rPr sz="1100" spc="-50" dirty="0">
                          <a:latin typeface="宋体"/>
                          <a:cs typeface="宋体"/>
                        </a:rPr>
                        <a:t>向</a:t>
                      </a:r>
                      <a:endParaRPr sz="1100">
                        <a:latin typeface="宋体"/>
                        <a:cs typeface="宋体"/>
                      </a:endParaRPr>
                    </a:p>
                  </a:txBody>
                  <a:tcPr marL="0" marR="0" marT="5715"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tc>
                  <a:txBody>
                    <a:bodyPr/>
                    <a:lstStyle/>
                    <a:p>
                      <a:pPr marL="108585" marR="101600" algn="ctr">
                        <a:lnSpc>
                          <a:spcPct val="100000"/>
                        </a:lnSpc>
                        <a:spcBef>
                          <a:spcPts val="80"/>
                        </a:spcBef>
                      </a:pPr>
                      <a:r>
                        <a:rPr sz="1100" spc="-20" dirty="0">
                          <a:latin typeface="宋体"/>
                          <a:cs typeface="宋体"/>
                        </a:rPr>
                        <a:t>请阐述未来一年在职业发展或个人成长方面的</a:t>
                      </a:r>
                      <a:r>
                        <a:rPr sz="1100" spc="-25" dirty="0">
                          <a:latin typeface="宋体"/>
                          <a:cs typeface="宋体"/>
                        </a:rPr>
                        <a:t>规划。</a:t>
                      </a:r>
                      <a:endParaRPr sz="1100">
                        <a:latin typeface="宋体"/>
                        <a:cs typeface="宋体"/>
                      </a:endParaRPr>
                    </a:p>
                  </a:txBody>
                  <a:tcPr marL="0" marR="0" marT="10160"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tc>
                  <a:txBody>
                    <a:bodyPr/>
                    <a:lstStyle/>
                    <a:p>
                      <a:pPr marL="77470" marR="69850" indent="-635" algn="ctr">
                        <a:lnSpc>
                          <a:spcPct val="100000"/>
                        </a:lnSpc>
                        <a:spcBef>
                          <a:spcPts val="80"/>
                        </a:spcBef>
                      </a:pPr>
                      <a:r>
                        <a:rPr sz="1100" spc="-10" dirty="0">
                          <a:latin typeface="宋体"/>
                          <a:cs typeface="宋体"/>
                        </a:rPr>
                        <a:t>个人发展：</a:t>
                      </a:r>
                      <a:r>
                        <a:rPr sz="1100" spc="-10" dirty="0">
                          <a:latin typeface="Arial"/>
                          <a:cs typeface="Arial"/>
                        </a:rPr>
                        <a:t>[</a:t>
                      </a:r>
                      <a:r>
                        <a:rPr sz="1100" spc="-15" dirty="0">
                          <a:latin typeface="宋体"/>
                          <a:cs typeface="宋体"/>
                        </a:rPr>
                        <a:t>设定个人的职业成长</a:t>
                      </a:r>
                      <a:r>
                        <a:rPr sz="1100" spc="-10" dirty="0">
                          <a:latin typeface="宋体"/>
                          <a:cs typeface="宋体"/>
                        </a:rPr>
                        <a:t>目标，如</a:t>
                      </a:r>
                      <a:r>
                        <a:rPr sz="1100" spc="-10" dirty="0">
                          <a:latin typeface="Arial"/>
                          <a:cs typeface="Arial"/>
                        </a:rPr>
                        <a:t>“</a:t>
                      </a:r>
                      <a:r>
                        <a:rPr sz="1100" spc="-10" dirty="0">
                          <a:latin typeface="宋体"/>
                          <a:cs typeface="宋体"/>
                        </a:rPr>
                        <a:t>提升管理能力</a:t>
                      </a:r>
                      <a:r>
                        <a:rPr sz="1100" spc="-10" dirty="0">
                          <a:latin typeface="Arial"/>
                          <a:cs typeface="Arial"/>
                        </a:rPr>
                        <a:t>”“</a:t>
                      </a:r>
                      <a:r>
                        <a:rPr sz="1100" spc="-20" dirty="0">
                          <a:latin typeface="宋体"/>
                          <a:cs typeface="宋体"/>
                        </a:rPr>
                        <a:t>拓展行业</a:t>
                      </a:r>
                      <a:r>
                        <a:rPr sz="1100" spc="-10" dirty="0">
                          <a:latin typeface="宋体"/>
                          <a:cs typeface="宋体"/>
                        </a:rPr>
                        <a:t>知识</a:t>
                      </a:r>
                      <a:r>
                        <a:rPr sz="1100" spc="-10" dirty="0">
                          <a:latin typeface="Arial"/>
                          <a:cs typeface="Arial"/>
                        </a:rPr>
                        <a:t>”</a:t>
                      </a:r>
                      <a:r>
                        <a:rPr sz="1100" spc="-10" dirty="0">
                          <a:latin typeface="宋体"/>
                          <a:cs typeface="宋体"/>
                        </a:rPr>
                        <a:t>等</a:t>
                      </a:r>
                      <a:r>
                        <a:rPr sz="1100" spc="-10" dirty="0">
                          <a:latin typeface="Arial"/>
                          <a:cs typeface="Arial"/>
                        </a:rPr>
                        <a:t>]</a:t>
                      </a:r>
                      <a:r>
                        <a:rPr sz="1100" spc="-10" dirty="0">
                          <a:latin typeface="宋体"/>
                          <a:cs typeface="宋体"/>
                        </a:rPr>
                        <a:t>团队协作：</a:t>
                      </a:r>
                      <a:r>
                        <a:rPr sz="1100" spc="-10" dirty="0">
                          <a:latin typeface="Arial"/>
                          <a:cs typeface="Arial"/>
                        </a:rPr>
                        <a:t>[</a:t>
                      </a:r>
                      <a:r>
                        <a:rPr sz="1100" spc="-20" dirty="0">
                          <a:latin typeface="宋体"/>
                          <a:cs typeface="宋体"/>
                        </a:rPr>
                        <a:t>描述计划如何</a:t>
                      </a:r>
                      <a:r>
                        <a:rPr sz="1100" spc="-15" dirty="0">
                          <a:latin typeface="宋体"/>
                          <a:cs typeface="宋体"/>
                        </a:rPr>
                        <a:t>进一步提升团队合作或打造高效团</a:t>
                      </a:r>
                      <a:r>
                        <a:rPr sz="1100" spc="-10" dirty="0">
                          <a:latin typeface="宋体"/>
                          <a:cs typeface="宋体"/>
                        </a:rPr>
                        <a:t>队</a:t>
                      </a:r>
                      <a:r>
                        <a:rPr sz="1100" spc="-50" dirty="0">
                          <a:latin typeface="Arial"/>
                          <a:cs typeface="Arial"/>
                        </a:rPr>
                        <a:t>]</a:t>
                      </a:r>
                      <a:endParaRPr sz="1100">
                        <a:latin typeface="Arial"/>
                        <a:cs typeface="Arial"/>
                      </a:endParaRPr>
                    </a:p>
                  </a:txBody>
                  <a:tcPr marL="0" marR="0" marT="10160"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64420" y="4305795"/>
            <a:ext cx="4246020" cy="2140918"/>
          </a:xfrm>
          <a:prstGeom prst="rect">
            <a:avLst/>
          </a:prstGeom>
        </p:spPr>
      </p:pic>
      <p:sp>
        <p:nvSpPr>
          <p:cNvPr id="3" name="object 3"/>
          <p:cNvSpPr txBox="1">
            <a:spLocks noGrp="1"/>
          </p:cNvSpPr>
          <p:nvPr>
            <p:ph type="title"/>
          </p:nvPr>
        </p:nvSpPr>
        <p:spPr>
          <a:xfrm>
            <a:off x="363854" y="234314"/>
            <a:ext cx="9827260" cy="634365"/>
          </a:xfrm>
          <a:prstGeom prst="rect">
            <a:avLst/>
          </a:prstGeom>
        </p:spPr>
        <p:txBody>
          <a:bodyPr vert="horz" wrap="square" lIns="0" tIns="12065" rIns="0" bIns="0" rtlCol="0">
            <a:spAutoFit/>
          </a:bodyPr>
          <a:lstStyle/>
          <a:p>
            <a:pPr marL="12700">
              <a:lnSpc>
                <a:spcPct val="100000"/>
              </a:lnSpc>
              <a:spcBef>
                <a:spcPts val="95"/>
              </a:spcBef>
            </a:pPr>
            <a:r>
              <a:rPr sz="4000" spc="270" dirty="0"/>
              <a:t>玩转微信公众号：内容生产的提示语策</a:t>
            </a:r>
            <a:r>
              <a:rPr sz="4000" spc="-50" dirty="0"/>
              <a:t>略</a:t>
            </a:r>
            <a:endParaRPr sz="4000"/>
          </a:p>
        </p:txBody>
      </p:sp>
      <p:sp>
        <p:nvSpPr>
          <p:cNvPr id="4" name="object 4"/>
          <p:cNvSpPr txBox="1"/>
          <p:nvPr/>
        </p:nvSpPr>
        <p:spPr>
          <a:xfrm>
            <a:off x="288925" y="1268094"/>
            <a:ext cx="5511165" cy="2809240"/>
          </a:xfrm>
          <a:prstGeom prst="rect">
            <a:avLst/>
          </a:prstGeom>
        </p:spPr>
        <p:txBody>
          <a:bodyPr vert="horz" wrap="square" lIns="0" tIns="13335" rIns="0" bIns="0" rtlCol="0">
            <a:spAutoFit/>
          </a:bodyPr>
          <a:lstStyle/>
          <a:p>
            <a:pPr marL="344805">
              <a:lnSpc>
                <a:spcPct val="100000"/>
              </a:lnSpc>
              <a:spcBef>
                <a:spcPts val="105"/>
              </a:spcBef>
            </a:pPr>
            <a:r>
              <a:rPr sz="2000" b="1" spc="-10" dirty="0">
                <a:latin typeface="Microsoft JhengHei"/>
                <a:cs typeface="Microsoft JhengHei"/>
              </a:rPr>
              <a:t>平台特性与算法机制</a:t>
            </a:r>
            <a:endParaRPr sz="2000">
              <a:latin typeface="Microsoft JhengHei"/>
              <a:cs typeface="Microsoft JhengHei"/>
            </a:endParaRPr>
          </a:p>
          <a:p>
            <a:pPr marL="12700" marR="5080">
              <a:lnSpc>
                <a:spcPct val="119800"/>
              </a:lnSpc>
              <a:spcBef>
                <a:spcPts val="1115"/>
              </a:spcBef>
            </a:pPr>
            <a:r>
              <a:rPr sz="1600" spc="-20" dirty="0">
                <a:latin typeface="宋体"/>
                <a:cs typeface="宋体"/>
              </a:rPr>
              <a:t>微信公众号具有四大核心特性：私域流量、深度阅读、规</a:t>
            </a:r>
            <a:r>
              <a:rPr sz="1600" spc="-50" dirty="0">
                <a:latin typeface="宋体"/>
                <a:cs typeface="宋体"/>
              </a:rPr>
              <a:t>范 </a:t>
            </a:r>
            <a:r>
              <a:rPr sz="1600" spc="-20" dirty="0">
                <a:latin typeface="宋体"/>
                <a:cs typeface="宋体"/>
              </a:rPr>
              <a:t>体系和互动机制。这些特性直接影响提示语设计的策略方向</a:t>
            </a:r>
            <a:r>
              <a:rPr sz="1600" spc="-50" dirty="0">
                <a:latin typeface="宋体"/>
                <a:cs typeface="宋体"/>
              </a:rPr>
              <a:t>：</a:t>
            </a:r>
            <a:endParaRPr sz="1600">
              <a:latin typeface="宋体"/>
              <a:cs typeface="宋体"/>
            </a:endParaRPr>
          </a:p>
          <a:p>
            <a:pPr marL="298450" marR="125730" indent="-285750">
              <a:lnSpc>
                <a:spcPct val="119800"/>
              </a:lnSpc>
              <a:buFont typeface="Arial"/>
              <a:buChar char="•"/>
              <a:tabLst>
                <a:tab pos="297815" algn="l"/>
                <a:tab pos="298450" algn="l"/>
              </a:tabLst>
            </a:pPr>
            <a:r>
              <a:rPr sz="1600" spc="-25" dirty="0">
                <a:latin typeface="宋体"/>
                <a:cs typeface="宋体"/>
              </a:rPr>
              <a:t>私域流量属性要求提示语需保持稳定的调性，建立品牌认</a:t>
            </a:r>
            <a:r>
              <a:rPr sz="1600" spc="-50" dirty="0">
                <a:latin typeface="宋体"/>
                <a:cs typeface="宋体"/>
              </a:rPr>
              <a:t>知</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深度阅读场景决定了内容结构需层次分明，重视逻辑传递</a:t>
            </a:r>
            <a:endParaRPr sz="1600">
              <a:latin typeface="宋体"/>
              <a:cs typeface="宋体"/>
            </a:endParaRPr>
          </a:p>
          <a:p>
            <a:pPr marL="298450" marR="125730" indent="-285750">
              <a:lnSpc>
                <a:spcPct val="119800"/>
              </a:lnSpc>
              <a:buFont typeface="Arial"/>
              <a:buChar char="•"/>
              <a:tabLst>
                <a:tab pos="297815" algn="l"/>
                <a:tab pos="298450" algn="l"/>
              </a:tabLst>
            </a:pPr>
            <a:r>
              <a:rPr sz="1600" spc="-25" dirty="0">
                <a:latin typeface="宋体"/>
                <a:cs typeface="宋体"/>
              </a:rPr>
              <a:t>规范体系下的提示语设计需符合平台规则，避免触碰敏感</a:t>
            </a:r>
            <a:r>
              <a:rPr sz="1600" spc="-50" dirty="0">
                <a:latin typeface="宋体"/>
                <a:cs typeface="宋体"/>
              </a:rPr>
              <a:t>词</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互动机制为提示语优化提供数据基础，可持续迭代改进</a:t>
            </a:r>
            <a:endParaRPr sz="1600">
              <a:latin typeface="宋体"/>
              <a:cs typeface="宋体"/>
            </a:endParaRPr>
          </a:p>
        </p:txBody>
      </p:sp>
      <p:grpSp>
        <p:nvGrpSpPr>
          <p:cNvPr id="5" name="object 5"/>
          <p:cNvGrpSpPr/>
          <p:nvPr/>
        </p:nvGrpSpPr>
        <p:grpSpPr>
          <a:xfrm>
            <a:off x="6242684" y="2462783"/>
            <a:ext cx="5499735" cy="4029075"/>
            <a:chOff x="6242684" y="2462783"/>
            <a:chExt cx="5499735" cy="4029075"/>
          </a:xfrm>
        </p:grpSpPr>
        <p:sp>
          <p:nvSpPr>
            <p:cNvPr id="6" name="object 6"/>
            <p:cNvSpPr/>
            <p:nvPr/>
          </p:nvSpPr>
          <p:spPr>
            <a:xfrm>
              <a:off x="6246875" y="2462783"/>
              <a:ext cx="2106295" cy="349250"/>
            </a:xfrm>
            <a:custGeom>
              <a:avLst/>
              <a:gdLst/>
              <a:ahLst/>
              <a:cxnLst/>
              <a:rect l="l" t="t" r="r" b="b"/>
              <a:pathLst>
                <a:path w="2106295" h="349250">
                  <a:moveTo>
                    <a:pt x="2048255" y="348996"/>
                  </a:moveTo>
                  <a:lnTo>
                    <a:pt x="57912" y="348996"/>
                  </a:lnTo>
                  <a:lnTo>
                    <a:pt x="35211" y="344426"/>
                  </a:lnTo>
                  <a:lnTo>
                    <a:pt x="16725" y="331984"/>
                  </a:lnTo>
                  <a:lnTo>
                    <a:pt x="4355" y="313570"/>
                  </a:lnTo>
                  <a:lnTo>
                    <a:pt x="0" y="291084"/>
                  </a:lnTo>
                  <a:lnTo>
                    <a:pt x="0" y="57912"/>
                  </a:lnTo>
                  <a:lnTo>
                    <a:pt x="4355" y="35282"/>
                  </a:lnTo>
                  <a:lnTo>
                    <a:pt x="16725" y="16821"/>
                  </a:lnTo>
                  <a:lnTo>
                    <a:pt x="35211" y="4426"/>
                  </a:lnTo>
                  <a:lnTo>
                    <a:pt x="57912" y="0"/>
                  </a:lnTo>
                  <a:lnTo>
                    <a:pt x="2048255" y="0"/>
                  </a:lnTo>
                  <a:lnTo>
                    <a:pt x="2070599" y="4426"/>
                  </a:lnTo>
                  <a:lnTo>
                    <a:pt x="2088965" y="16821"/>
                  </a:lnTo>
                  <a:lnTo>
                    <a:pt x="2101455" y="35282"/>
                  </a:lnTo>
                  <a:lnTo>
                    <a:pt x="2106168" y="57912"/>
                  </a:lnTo>
                  <a:lnTo>
                    <a:pt x="2106168" y="291084"/>
                  </a:lnTo>
                  <a:lnTo>
                    <a:pt x="2101455" y="313570"/>
                  </a:lnTo>
                  <a:lnTo>
                    <a:pt x="2088965" y="331984"/>
                  </a:lnTo>
                  <a:lnTo>
                    <a:pt x="2070599" y="344426"/>
                  </a:lnTo>
                  <a:lnTo>
                    <a:pt x="2048255" y="348996"/>
                  </a:lnTo>
                  <a:close/>
                </a:path>
              </a:pathLst>
            </a:custGeom>
            <a:solidFill>
              <a:srgbClr val="0A80DF"/>
            </a:solidFill>
          </p:spPr>
          <p:txBody>
            <a:bodyPr wrap="square" lIns="0" tIns="0" rIns="0" bIns="0" rtlCol="0"/>
            <a:lstStyle/>
            <a:p>
              <a:endParaRPr/>
            </a:p>
          </p:txBody>
        </p:sp>
        <p:sp>
          <p:nvSpPr>
            <p:cNvPr id="7" name="object 7"/>
            <p:cNvSpPr/>
            <p:nvPr/>
          </p:nvSpPr>
          <p:spPr>
            <a:xfrm>
              <a:off x="6242684" y="2821939"/>
              <a:ext cx="5499735" cy="3669665"/>
            </a:xfrm>
            <a:custGeom>
              <a:avLst/>
              <a:gdLst/>
              <a:ahLst/>
              <a:cxnLst/>
              <a:rect l="l" t="t" r="r" b="b"/>
              <a:pathLst>
                <a:path w="5499734" h="3669665">
                  <a:moveTo>
                    <a:pt x="5495924" y="3669665"/>
                  </a:moveTo>
                  <a:lnTo>
                    <a:pt x="3810" y="3669665"/>
                  </a:lnTo>
                  <a:lnTo>
                    <a:pt x="2349" y="3669372"/>
                  </a:lnTo>
                  <a:lnTo>
                    <a:pt x="1117" y="3668547"/>
                  </a:lnTo>
                  <a:lnTo>
                    <a:pt x="292" y="3667315"/>
                  </a:lnTo>
                  <a:lnTo>
                    <a:pt x="0" y="3665855"/>
                  </a:lnTo>
                  <a:lnTo>
                    <a:pt x="0" y="3810"/>
                  </a:lnTo>
                  <a:lnTo>
                    <a:pt x="292" y="2349"/>
                  </a:lnTo>
                  <a:lnTo>
                    <a:pt x="1117" y="1117"/>
                  </a:lnTo>
                  <a:lnTo>
                    <a:pt x="2349" y="292"/>
                  </a:lnTo>
                  <a:lnTo>
                    <a:pt x="3810" y="0"/>
                  </a:lnTo>
                  <a:lnTo>
                    <a:pt x="5495924" y="0"/>
                  </a:lnTo>
                  <a:lnTo>
                    <a:pt x="5497385" y="292"/>
                  </a:lnTo>
                  <a:lnTo>
                    <a:pt x="5498617" y="1117"/>
                  </a:lnTo>
                  <a:lnTo>
                    <a:pt x="5499442" y="2349"/>
                  </a:lnTo>
                  <a:lnTo>
                    <a:pt x="5499735" y="3810"/>
                  </a:lnTo>
                  <a:lnTo>
                    <a:pt x="7619" y="3810"/>
                  </a:lnTo>
                  <a:lnTo>
                    <a:pt x="3810" y="7620"/>
                  </a:lnTo>
                  <a:lnTo>
                    <a:pt x="7619" y="7620"/>
                  </a:lnTo>
                  <a:lnTo>
                    <a:pt x="7619" y="3662045"/>
                  </a:lnTo>
                  <a:lnTo>
                    <a:pt x="3810" y="3662045"/>
                  </a:lnTo>
                  <a:lnTo>
                    <a:pt x="7619" y="3665855"/>
                  </a:lnTo>
                  <a:lnTo>
                    <a:pt x="5499735" y="3665855"/>
                  </a:lnTo>
                  <a:lnTo>
                    <a:pt x="5499442" y="3667315"/>
                  </a:lnTo>
                  <a:lnTo>
                    <a:pt x="5498617" y="3668547"/>
                  </a:lnTo>
                  <a:lnTo>
                    <a:pt x="5497385" y="3669372"/>
                  </a:lnTo>
                  <a:lnTo>
                    <a:pt x="5495924" y="3669665"/>
                  </a:lnTo>
                  <a:close/>
                </a:path>
                <a:path w="5499734" h="3669665">
                  <a:moveTo>
                    <a:pt x="7619" y="7620"/>
                  </a:moveTo>
                  <a:lnTo>
                    <a:pt x="3810" y="7620"/>
                  </a:lnTo>
                  <a:lnTo>
                    <a:pt x="7619" y="3810"/>
                  </a:lnTo>
                  <a:lnTo>
                    <a:pt x="7619" y="7620"/>
                  </a:lnTo>
                  <a:close/>
                </a:path>
                <a:path w="5499734" h="3669665">
                  <a:moveTo>
                    <a:pt x="5492115" y="7620"/>
                  </a:moveTo>
                  <a:lnTo>
                    <a:pt x="7619" y="7620"/>
                  </a:lnTo>
                  <a:lnTo>
                    <a:pt x="7619" y="3810"/>
                  </a:lnTo>
                  <a:lnTo>
                    <a:pt x="5492115" y="3810"/>
                  </a:lnTo>
                  <a:lnTo>
                    <a:pt x="5492115" y="7620"/>
                  </a:lnTo>
                  <a:close/>
                </a:path>
                <a:path w="5499734" h="3669665">
                  <a:moveTo>
                    <a:pt x="5492115" y="3665855"/>
                  </a:moveTo>
                  <a:lnTo>
                    <a:pt x="5492115" y="3810"/>
                  </a:lnTo>
                  <a:lnTo>
                    <a:pt x="5495924" y="7620"/>
                  </a:lnTo>
                  <a:lnTo>
                    <a:pt x="5499735" y="7620"/>
                  </a:lnTo>
                  <a:lnTo>
                    <a:pt x="5499735" y="3662045"/>
                  </a:lnTo>
                  <a:lnTo>
                    <a:pt x="5495924" y="3662045"/>
                  </a:lnTo>
                  <a:lnTo>
                    <a:pt x="5492115" y="3665855"/>
                  </a:lnTo>
                  <a:close/>
                </a:path>
                <a:path w="5499734" h="3669665">
                  <a:moveTo>
                    <a:pt x="5499735" y="7620"/>
                  </a:moveTo>
                  <a:lnTo>
                    <a:pt x="5495924" y="7620"/>
                  </a:lnTo>
                  <a:lnTo>
                    <a:pt x="5492115" y="3810"/>
                  </a:lnTo>
                  <a:lnTo>
                    <a:pt x="5499735" y="3810"/>
                  </a:lnTo>
                  <a:lnTo>
                    <a:pt x="5499735" y="7620"/>
                  </a:lnTo>
                  <a:close/>
                </a:path>
                <a:path w="5499734" h="3669665">
                  <a:moveTo>
                    <a:pt x="7619" y="3665855"/>
                  </a:moveTo>
                  <a:lnTo>
                    <a:pt x="3810" y="3662045"/>
                  </a:lnTo>
                  <a:lnTo>
                    <a:pt x="7619" y="3662045"/>
                  </a:lnTo>
                  <a:lnTo>
                    <a:pt x="7619" y="3665855"/>
                  </a:lnTo>
                  <a:close/>
                </a:path>
                <a:path w="5499734" h="3669665">
                  <a:moveTo>
                    <a:pt x="5492115" y="3665855"/>
                  </a:moveTo>
                  <a:lnTo>
                    <a:pt x="7619" y="3665855"/>
                  </a:lnTo>
                  <a:lnTo>
                    <a:pt x="7619" y="3662045"/>
                  </a:lnTo>
                  <a:lnTo>
                    <a:pt x="5492115" y="3662045"/>
                  </a:lnTo>
                  <a:lnTo>
                    <a:pt x="5492115" y="3665855"/>
                  </a:lnTo>
                  <a:close/>
                </a:path>
                <a:path w="5499734" h="3669665">
                  <a:moveTo>
                    <a:pt x="5499735" y="3665855"/>
                  </a:moveTo>
                  <a:lnTo>
                    <a:pt x="5492115" y="3665855"/>
                  </a:lnTo>
                  <a:lnTo>
                    <a:pt x="5495924" y="3662045"/>
                  </a:lnTo>
                  <a:lnTo>
                    <a:pt x="5499735" y="3662045"/>
                  </a:lnTo>
                  <a:lnTo>
                    <a:pt x="5499735" y="3665855"/>
                  </a:lnTo>
                  <a:close/>
                </a:path>
              </a:pathLst>
            </a:custGeom>
            <a:solidFill>
              <a:srgbClr val="E6E6E6"/>
            </a:solidFill>
          </p:spPr>
          <p:txBody>
            <a:bodyPr wrap="square" lIns="0" tIns="0" rIns="0" bIns="0" rtlCol="0"/>
            <a:lstStyle/>
            <a:p>
              <a:endParaRPr/>
            </a:p>
          </p:txBody>
        </p:sp>
      </p:grpSp>
      <p:sp>
        <p:nvSpPr>
          <p:cNvPr id="8" name="object 8"/>
          <p:cNvSpPr txBox="1"/>
          <p:nvPr/>
        </p:nvSpPr>
        <p:spPr>
          <a:xfrm>
            <a:off x="6281420" y="1268094"/>
            <a:ext cx="5307965" cy="5147945"/>
          </a:xfrm>
          <a:prstGeom prst="rect">
            <a:avLst/>
          </a:prstGeom>
        </p:spPr>
        <p:txBody>
          <a:bodyPr vert="horz" wrap="square" lIns="0" tIns="13335" rIns="0" bIns="0" rtlCol="0">
            <a:spAutoFit/>
          </a:bodyPr>
          <a:lstStyle/>
          <a:p>
            <a:pPr marL="207645">
              <a:lnSpc>
                <a:spcPct val="100000"/>
              </a:lnSpc>
              <a:spcBef>
                <a:spcPts val="105"/>
              </a:spcBef>
            </a:pPr>
            <a:r>
              <a:rPr sz="2000" b="1" spc="-10" dirty="0">
                <a:latin typeface="Microsoft JhengHei"/>
                <a:cs typeface="Microsoft JhengHei"/>
              </a:rPr>
              <a:t>选题规划提示语</a:t>
            </a:r>
            <a:endParaRPr sz="2000">
              <a:latin typeface="Microsoft JhengHei"/>
              <a:cs typeface="Microsoft JhengHei"/>
            </a:endParaRPr>
          </a:p>
          <a:p>
            <a:pPr marL="12700" marR="5080">
              <a:lnSpc>
                <a:spcPct val="119800"/>
              </a:lnSpc>
              <a:spcBef>
                <a:spcPts val="980"/>
              </a:spcBef>
            </a:pPr>
            <a:r>
              <a:rPr sz="1600" spc="-20" dirty="0">
                <a:latin typeface="宋体"/>
                <a:cs typeface="宋体"/>
              </a:rPr>
              <a:t>选题规划提示的核心在于明确内容定位与读者价值。典型</a:t>
            </a:r>
            <a:r>
              <a:rPr sz="1600" spc="-50" dirty="0">
                <a:latin typeface="宋体"/>
                <a:cs typeface="宋体"/>
              </a:rPr>
              <a:t>的</a:t>
            </a:r>
            <a:r>
              <a:rPr sz="1600" spc="-20" dirty="0">
                <a:latin typeface="宋体"/>
                <a:cs typeface="宋体"/>
              </a:rPr>
              <a:t>提示语模板</a:t>
            </a:r>
            <a:r>
              <a:rPr sz="1600" spc="-50" dirty="0">
                <a:latin typeface="宋体"/>
                <a:cs typeface="宋体"/>
              </a:rPr>
              <a:t>：</a:t>
            </a:r>
            <a:endParaRPr sz="1600">
              <a:latin typeface="宋体"/>
              <a:cs typeface="宋体"/>
            </a:endParaRPr>
          </a:p>
          <a:p>
            <a:pPr marL="558800">
              <a:lnSpc>
                <a:spcPct val="100000"/>
              </a:lnSpc>
              <a:spcBef>
                <a:spcPts val="163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360680" marR="2399030">
              <a:lnSpc>
                <a:spcPct val="138900"/>
              </a:lnSpc>
              <a:spcBef>
                <a:spcPts val="560"/>
              </a:spcBef>
            </a:pPr>
            <a:r>
              <a:rPr sz="1200" spc="-30" dirty="0">
                <a:latin typeface="宋体"/>
                <a:cs typeface="宋体"/>
              </a:rPr>
              <a:t>任务目标：生成[</a:t>
            </a:r>
            <a:r>
              <a:rPr sz="1200" spc="-45" dirty="0">
                <a:latin typeface="宋体"/>
                <a:cs typeface="宋体"/>
              </a:rPr>
              <a:t>具体领域]</a:t>
            </a:r>
            <a:r>
              <a:rPr sz="1200" spc="-10" dirty="0">
                <a:latin typeface="宋体"/>
                <a:cs typeface="宋体"/>
              </a:rPr>
              <a:t>的选题规划背景信息：</a:t>
            </a:r>
            <a:endParaRPr sz="1200">
              <a:latin typeface="宋体"/>
              <a:cs typeface="宋体"/>
            </a:endParaRPr>
          </a:p>
          <a:p>
            <a:pPr marL="449580" indent="-88900">
              <a:lnSpc>
                <a:spcPct val="100000"/>
              </a:lnSpc>
              <a:spcBef>
                <a:spcPts val="560"/>
              </a:spcBef>
              <a:buChar char="-"/>
              <a:tabLst>
                <a:tab pos="449580" algn="l"/>
              </a:tabLst>
            </a:pPr>
            <a:r>
              <a:rPr sz="1200" spc="-40" dirty="0">
                <a:latin typeface="宋体"/>
                <a:cs typeface="宋体"/>
              </a:rPr>
              <a:t>账号定位：[</a:t>
            </a:r>
            <a:r>
              <a:rPr sz="1200" spc="-10" dirty="0">
                <a:latin typeface="宋体"/>
                <a:cs typeface="宋体"/>
              </a:rPr>
              <a:t>填写定位]</a:t>
            </a:r>
            <a:endParaRPr sz="1200">
              <a:latin typeface="宋体"/>
              <a:cs typeface="宋体"/>
            </a:endParaRPr>
          </a:p>
          <a:p>
            <a:pPr marL="449580" indent="-88900">
              <a:lnSpc>
                <a:spcPct val="100000"/>
              </a:lnSpc>
              <a:spcBef>
                <a:spcPts val="560"/>
              </a:spcBef>
              <a:buChar char="-"/>
              <a:tabLst>
                <a:tab pos="449580" algn="l"/>
              </a:tabLst>
            </a:pPr>
            <a:r>
              <a:rPr sz="1200" spc="-40" dirty="0">
                <a:latin typeface="宋体"/>
                <a:cs typeface="宋体"/>
              </a:rPr>
              <a:t>目标读者：[</a:t>
            </a:r>
            <a:r>
              <a:rPr sz="1200" spc="-10" dirty="0">
                <a:latin typeface="宋体"/>
                <a:cs typeface="宋体"/>
              </a:rPr>
              <a:t>读者画像]</a:t>
            </a:r>
            <a:endParaRPr sz="1200">
              <a:latin typeface="宋体"/>
              <a:cs typeface="宋体"/>
            </a:endParaRPr>
          </a:p>
          <a:p>
            <a:pPr marL="360680" marR="3377565">
              <a:lnSpc>
                <a:spcPct val="138900"/>
              </a:lnSpc>
              <a:buChar char="-"/>
              <a:tabLst>
                <a:tab pos="449580" algn="l"/>
              </a:tabLst>
            </a:pPr>
            <a:r>
              <a:rPr sz="1200" spc="-40" dirty="0">
                <a:latin typeface="宋体"/>
                <a:cs typeface="宋体"/>
              </a:rPr>
              <a:t>核心诉求：[</a:t>
            </a:r>
            <a:r>
              <a:rPr sz="1200" spc="-50" dirty="0">
                <a:latin typeface="宋体"/>
                <a:cs typeface="宋体"/>
              </a:rPr>
              <a:t>读者需求]</a:t>
            </a:r>
            <a:r>
              <a:rPr sz="1200" spc="-20" dirty="0">
                <a:latin typeface="宋体"/>
                <a:cs typeface="宋体"/>
              </a:rPr>
              <a:t>要求：</a:t>
            </a:r>
            <a:endParaRPr sz="1200">
              <a:latin typeface="宋体"/>
              <a:cs typeface="宋体"/>
            </a:endParaRPr>
          </a:p>
          <a:p>
            <a:pPr marL="742950" indent="-382270">
              <a:lnSpc>
                <a:spcPct val="100000"/>
              </a:lnSpc>
              <a:spcBef>
                <a:spcPts val="560"/>
              </a:spcBef>
              <a:buSzPct val="91666"/>
              <a:buAutoNum type="arabicPlain"/>
              <a:tabLst>
                <a:tab pos="742950" algn="l"/>
              </a:tabLst>
            </a:pPr>
            <a:r>
              <a:rPr sz="1200" dirty="0">
                <a:latin typeface="宋体"/>
                <a:cs typeface="宋体"/>
              </a:rPr>
              <a:t>生成10</a:t>
            </a:r>
            <a:r>
              <a:rPr sz="1200" spc="-10" dirty="0">
                <a:latin typeface="宋体"/>
                <a:cs typeface="宋体"/>
              </a:rPr>
              <a:t>个选题方向</a:t>
            </a:r>
            <a:endParaRPr sz="1200">
              <a:latin typeface="宋体"/>
              <a:cs typeface="宋体"/>
            </a:endParaRPr>
          </a:p>
          <a:p>
            <a:pPr marL="742950" indent="-382270">
              <a:lnSpc>
                <a:spcPct val="100000"/>
              </a:lnSpc>
              <a:spcBef>
                <a:spcPts val="560"/>
              </a:spcBef>
              <a:buSzPct val="91666"/>
              <a:buAutoNum type="arabicPlain"/>
              <a:tabLst>
                <a:tab pos="742950" algn="l"/>
              </a:tabLst>
            </a:pPr>
            <a:r>
              <a:rPr sz="1200" spc="-10" dirty="0">
                <a:latin typeface="宋体"/>
                <a:cs typeface="宋体"/>
              </a:rPr>
              <a:t>每个选题包含：</a:t>
            </a:r>
            <a:endParaRPr sz="1200">
              <a:latin typeface="宋体"/>
              <a:cs typeface="宋体"/>
            </a:endParaRPr>
          </a:p>
          <a:p>
            <a:pPr marL="561975" lvl="1" indent="-88265">
              <a:lnSpc>
                <a:spcPct val="100000"/>
              </a:lnSpc>
              <a:spcBef>
                <a:spcPts val="560"/>
              </a:spcBef>
              <a:buChar char="-"/>
              <a:tabLst>
                <a:tab pos="561975" algn="l"/>
              </a:tabLst>
            </a:pPr>
            <a:r>
              <a:rPr sz="1200" spc="-20" dirty="0">
                <a:latin typeface="宋体"/>
                <a:cs typeface="宋体"/>
              </a:rPr>
              <a:t>主标题</a:t>
            </a:r>
            <a:endParaRPr sz="1200">
              <a:latin typeface="宋体"/>
              <a:cs typeface="宋体"/>
            </a:endParaRPr>
          </a:p>
          <a:p>
            <a:pPr marL="561975" lvl="1" indent="-88265">
              <a:lnSpc>
                <a:spcPct val="100000"/>
              </a:lnSpc>
              <a:spcBef>
                <a:spcPts val="560"/>
              </a:spcBef>
              <a:buChar char="-"/>
              <a:tabLst>
                <a:tab pos="561975" algn="l"/>
              </a:tabLst>
            </a:pPr>
            <a:r>
              <a:rPr sz="1200" spc="-20" dirty="0">
                <a:latin typeface="宋体"/>
                <a:cs typeface="宋体"/>
              </a:rPr>
              <a:t>副标题</a:t>
            </a:r>
            <a:endParaRPr sz="1200">
              <a:latin typeface="宋体"/>
              <a:cs typeface="宋体"/>
            </a:endParaRPr>
          </a:p>
          <a:p>
            <a:pPr marL="561975" lvl="1" indent="-88265">
              <a:lnSpc>
                <a:spcPct val="100000"/>
              </a:lnSpc>
              <a:spcBef>
                <a:spcPts val="560"/>
              </a:spcBef>
              <a:buChar char="-"/>
              <a:tabLst>
                <a:tab pos="561975" algn="l"/>
              </a:tabLst>
            </a:pPr>
            <a:r>
              <a:rPr sz="1200" spc="-15" dirty="0">
                <a:latin typeface="宋体"/>
                <a:cs typeface="宋体"/>
              </a:rPr>
              <a:t>核心观点</a:t>
            </a:r>
            <a:endParaRPr sz="1200">
              <a:latin typeface="宋体"/>
              <a:cs typeface="宋体"/>
            </a:endParaRPr>
          </a:p>
          <a:p>
            <a:pPr marL="561975" lvl="1" indent="-88265">
              <a:lnSpc>
                <a:spcPct val="100000"/>
              </a:lnSpc>
              <a:spcBef>
                <a:spcPts val="560"/>
              </a:spcBef>
              <a:buChar char="-"/>
              <a:tabLst>
                <a:tab pos="561975" algn="l"/>
              </a:tabLst>
            </a:pPr>
            <a:r>
              <a:rPr sz="1200" spc="-15" dirty="0">
                <a:latin typeface="宋体"/>
                <a:cs typeface="宋体"/>
              </a:rPr>
              <a:t>价值主张</a:t>
            </a:r>
            <a:endParaRPr sz="1200">
              <a:latin typeface="宋体"/>
              <a:cs typeface="宋体"/>
            </a:endParaRPr>
          </a:p>
          <a:p>
            <a:pPr marL="360680" marR="2729230">
              <a:lnSpc>
                <a:spcPct val="138900"/>
              </a:lnSpc>
              <a:buSzPct val="91666"/>
              <a:buAutoNum type="arabicPlain"/>
              <a:tabLst>
                <a:tab pos="742950" algn="l"/>
              </a:tabLst>
            </a:pPr>
            <a:r>
              <a:rPr sz="1200" spc="-5" dirty="0">
                <a:latin typeface="宋体"/>
                <a:cs typeface="宋体"/>
              </a:rPr>
              <a:t>考虑时效性与持久性的平衡</a:t>
            </a:r>
            <a:r>
              <a:rPr sz="1200" spc="-10" dirty="0">
                <a:latin typeface="宋体"/>
                <a:cs typeface="宋体"/>
              </a:rPr>
              <a:t>输出格式：表格呈现</a:t>
            </a:r>
            <a:endParaRPr sz="1200">
              <a:latin typeface="宋体"/>
              <a:cs typeface="宋体"/>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53380" cy="634365"/>
          </a:xfrm>
          <a:prstGeom prst="rect">
            <a:avLst/>
          </a:prstGeom>
        </p:spPr>
        <p:txBody>
          <a:bodyPr vert="horz" wrap="square" lIns="0" tIns="12065" rIns="0" bIns="0" rtlCol="0">
            <a:spAutoFit/>
          </a:bodyPr>
          <a:lstStyle/>
          <a:p>
            <a:pPr marL="12700">
              <a:lnSpc>
                <a:spcPct val="100000"/>
              </a:lnSpc>
              <a:spcBef>
                <a:spcPts val="95"/>
              </a:spcBef>
            </a:pPr>
            <a:r>
              <a:rPr sz="4000" spc="270" dirty="0"/>
              <a:t>创作引导提示语（一</a:t>
            </a:r>
            <a:r>
              <a:rPr sz="4000" spc="-50" dirty="0"/>
              <a:t>）</a:t>
            </a:r>
            <a:endParaRPr sz="4000"/>
          </a:p>
        </p:txBody>
      </p:sp>
      <p:sp>
        <p:nvSpPr>
          <p:cNvPr id="3" name="object 3"/>
          <p:cNvSpPr txBox="1"/>
          <p:nvPr/>
        </p:nvSpPr>
        <p:spPr>
          <a:xfrm>
            <a:off x="367029" y="1106678"/>
            <a:ext cx="5307965" cy="901700"/>
          </a:xfrm>
          <a:prstGeom prst="rect">
            <a:avLst/>
          </a:prstGeom>
        </p:spPr>
        <p:txBody>
          <a:bodyPr vert="horz" wrap="square" lIns="0" tIns="12700" rIns="0" bIns="0" rtlCol="0">
            <a:spAutoFit/>
          </a:bodyPr>
          <a:lstStyle/>
          <a:p>
            <a:pPr marL="12700" marR="5080" algn="just">
              <a:lnSpc>
                <a:spcPct val="119800"/>
              </a:lnSpc>
              <a:spcBef>
                <a:spcPts val="100"/>
              </a:spcBef>
            </a:pPr>
            <a:r>
              <a:rPr sz="1600" spc="-20" dirty="0">
                <a:latin typeface="宋体"/>
                <a:cs typeface="宋体"/>
              </a:rPr>
              <a:t>微信公众号作为深度阅读平台，其内容创作需要在吸引力</a:t>
            </a:r>
            <a:r>
              <a:rPr sz="1600" spc="-50" dirty="0">
                <a:latin typeface="宋体"/>
                <a:cs typeface="宋体"/>
              </a:rPr>
              <a:t>、</a:t>
            </a:r>
            <a:r>
              <a:rPr sz="1600" spc="-20" dirty="0">
                <a:latin typeface="宋体"/>
                <a:cs typeface="宋体"/>
              </a:rPr>
              <a:t>专业性和传播性之间找到平衡。设计高效的创作提示语</a:t>
            </a:r>
            <a:r>
              <a:rPr sz="1600" spc="-35" dirty="0">
                <a:latin typeface="宋体"/>
                <a:cs typeface="宋体"/>
              </a:rPr>
              <a:t>，需</a:t>
            </a:r>
            <a:r>
              <a:rPr sz="1600" spc="-20" dirty="0">
                <a:latin typeface="宋体"/>
                <a:cs typeface="宋体"/>
              </a:rPr>
              <a:t>要关注文章的结构设计与表达特色</a:t>
            </a:r>
            <a:r>
              <a:rPr sz="1600" spc="-50" dirty="0">
                <a:latin typeface="宋体"/>
                <a:cs typeface="宋体"/>
              </a:rPr>
              <a:t>。</a:t>
            </a:r>
            <a:endParaRPr sz="1600">
              <a:latin typeface="宋体"/>
              <a:cs typeface="宋体"/>
            </a:endParaRPr>
          </a:p>
        </p:txBody>
      </p:sp>
      <p:grpSp>
        <p:nvGrpSpPr>
          <p:cNvPr id="4" name="object 4"/>
          <p:cNvGrpSpPr/>
          <p:nvPr/>
        </p:nvGrpSpPr>
        <p:grpSpPr>
          <a:xfrm>
            <a:off x="5897245" y="3959352"/>
            <a:ext cx="5781675" cy="2682240"/>
            <a:chOff x="5897245" y="3959352"/>
            <a:chExt cx="5781675" cy="2682240"/>
          </a:xfrm>
        </p:grpSpPr>
        <p:sp>
          <p:nvSpPr>
            <p:cNvPr id="5" name="object 5"/>
            <p:cNvSpPr/>
            <p:nvPr/>
          </p:nvSpPr>
          <p:spPr>
            <a:xfrm>
              <a:off x="5905500" y="3959352"/>
              <a:ext cx="2106295" cy="349250"/>
            </a:xfrm>
            <a:custGeom>
              <a:avLst/>
              <a:gdLst/>
              <a:ahLst/>
              <a:cxnLst/>
              <a:rect l="l" t="t" r="r" b="b"/>
              <a:pathLst>
                <a:path w="2106295" h="349250">
                  <a:moveTo>
                    <a:pt x="2048255" y="348996"/>
                  </a:moveTo>
                  <a:lnTo>
                    <a:pt x="57912" y="348996"/>
                  </a:lnTo>
                  <a:lnTo>
                    <a:pt x="35425" y="344497"/>
                  </a:lnTo>
                  <a:lnTo>
                    <a:pt x="17011" y="332079"/>
                  </a:lnTo>
                  <a:lnTo>
                    <a:pt x="4569" y="313641"/>
                  </a:lnTo>
                  <a:lnTo>
                    <a:pt x="0" y="291084"/>
                  </a:lnTo>
                  <a:lnTo>
                    <a:pt x="0" y="57912"/>
                  </a:lnTo>
                  <a:lnTo>
                    <a:pt x="4569" y="35354"/>
                  </a:lnTo>
                  <a:lnTo>
                    <a:pt x="17011" y="16916"/>
                  </a:lnTo>
                  <a:lnTo>
                    <a:pt x="35425" y="4498"/>
                  </a:lnTo>
                  <a:lnTo>
                    <a:pt x="57912" y="0"/>
                  </a:lnTo>
                  <a:lnTo>
                    <a:pt x="2048255" y="0"/>
                  </a:lnTo>
                  <a:lnTo>
                    <a:pt x="2070813" y="4498"/>
                  </a:lnTo>
                  <a:lnTo>
                    <a:pt x="2089251" y="16916"/>
                  </a:lnTo>
                  <a:lnTo>
                    <a:pt x="2101669" y="35354"/>
                  </a:lnTo>
                  <a:lnTo>
                    <a:pt x="2106168" y="57912"/>
                  </a:lnTo>
                  <a:lnTo>
                    <a:pt x="2106168" y="291084"/>
                  </a:lnTo>
                  <a:lnTo>
                    <a:pt x="2101669" y="313641"/>
                  </a:lnTo>
                  <a:lnTo>
                    <a:pt x="2089251" y="332079"/>
                  </a:lnTo>
                  <a:lnTo>
                    <a:pt x="2070813" y="344497"/>
                  </a:lnTo>
                  <a:lnTo>
                    <a:pt x="2048255" y="348996"/>
                  </a:lnTo>
                  <a:close/>
                </a:path>
              </a:pathLst>
            </a:custGeom>
            <a:solidFill>
              <a:srgbClr val="0A80DF"/>
            </a:solidFill>
          </p:spPr>
          <p:txBody>
            <a:bodyPr wrap="square" lIns="0" tIns="0" rIns="0" bIns="0" rtlCol="0"/>
            <a:lstStyle/>
            <a:p>
              <a:endParaRPr/>
            </a:p>
          </p:txBody>
        </p:sp>
        <p:sp>
          <p:nvSpPr>
            <p:cNvPr id="6" name="object 6"/>
            <p:cNvSpPr/>
            <p:nvPr/>
          </p:nvSpPr>
          <p:spPr>
            <a:xfrm>
              <a:off x="5897245" y="4304665"/>
              <a:ext cx="5781675" cy="2336800"/>
            </a:xfrm>
            <a:custGeom>
              <a:avLst/>
              <a:gdLst/>
              <a:ahLst/>
              <a:cxnLst/>
              <a:rect l="l" t="t" r="r" b="b"/>
              <a:pathLst>
                <a:path w="5781675" h="2336800">
                  <a:moveTo>
                    <a:pt x="5777864" y="2336800"/>
                  </a:moveTo>
                  <a:lnTo>
                    <a:pt x="3809" y="2336800"/>
                  </a:lnTo>
                  <a:lnTo>
                    <a:pt x="2349" y="2336507"/>
                  </a:lnTo>
                  <a:lnTo>
                    <a:pt x="1117" y="2335682"/>
                  </a:lnTo>
                  <a:lnTo>
                    <a:pt x="292" y="2334450"/>
                  </a:lnTo>
                  <a:lnTo>
                    <a:pt x="0" y="2332990"/>
                  </a:lnTo>
                  <a:lnTo>
                    <a:pt x="0" y="3810"/>
                  </a:lnTo>
                  <a:lnTo>
                    <a:pt x="292" y="2349"/>
                  </a:lnTo>
                  <a:lnTo>
                    <a:pt x="1117" y="1117"/>
                  </a:lnTo>
                  <a:lnTo>
                    <a:pt x="2349" y="292"/>
                  </a:lnTo>
                  <a:lnTo>
                    <a:pt x="3809" y="0"/>
                  </a:lnTo>
                  <a:lnTo>
                    <a:pt x="5777864" y="0"/>
                  </a:lnTo>
                  <a:lnTo>
                    <a:pt x="5779325" y="292"/>
                  </a:lnTo>
                  <a:lnTo>
                    <a:pt x="5780557" y="1117"/>
                  </a:lnTo>
                  <a:lnTo>
                    <a:pt x="5781382" y="2349"/>
                  </a:lnTo>
                  <a:lnTo>
                    <a:pt x="5781675" y="3810"/>
                  </a:lnTo>
                  <a:lnTo>
                    <a:pt x="7619" y="3810"/>
                  </a:lnTo>
                  <a:lnTo>
                    <a:pt x="3809" y="7620"/>
                  </a:lnTo>
                  <a:lnTo>
                    <a:pt x="7619" y="7620"/>
                  </a:lnTo>
                  <a:lnTo>
                    <a:pt x="7619" y="2329180"/>
                  </a:lnTo>
                  <a:lnTo>
                    <a:pt x="3809" y="2329180"/>
                  </a:lnTo>
                  <a:lnTo>
                    <a:pt x="7619" y="2332990"/>
                  </a:lnTo>
                  <a:lnTo>
                    <a:pt x="5781675" y="2332990"/>
                  </a:lnTo>
                  <a:lnTo>
                    <a:pt x="5781382" y="2334450"/>
                  </a:lnTo>
                  <a:lnTo>
                    <a:pt x="5780557" y="2335682"/>
                  </a:lnTo>
                  <a:lnTo>
                    <a:pt x="5779325" y="2336507"/>
                  </a:lnTo>
                  <a:lnTo>
                    <a:pt x="5777864" y="2336800"/>
                  </a:lnTo>
                  <a:close/>
                </a:path>
                <a:path w="5781675" h="2336800">
                  <a:moveTo>
                    <a:pt x="7619" y="7620"/>
                  </a:moveTo>
                  <a:lnTo>
                    <a:pt x="3809" y="7620"/>
                  </a:lnTo>
                  <a:lnTo>
                    <a:pt x="7619" y="3810"/>
                  </a:lnTo>
                  <a:lnTo>
                    <a:pt x="7619" y="7620"/>
                  </a:lnTo>
                  <a:close/>
                </a:path>
                <a:path w="5781675" h="2336800">
                  <a:moveTo>
                    <a:pt x="5774055" y="7620"/>
                  </a:moveTo>
                  <a:lnTo>
                    <a:pt x="7619" y="7620"/>
                  </a:lnTo>
                  <a:lnTo>
                    <a:pt x="7619" y="3810"/>
                  </a:lnTo>
                  <a:lnTo>
                    <a:pt x="5774055" y="3810"/>
                  </a:lnTo>
                  <a:lnTo>
                    <a:pt x="5774055" y="7620"/>
                  </a:lnTo>
                  <a:close/>
                </a:path>
                <a:path w="5781675" h="2336800">
                  <a:moveTo>
                    <a:pt x="5774055" y="2332990"/>
                  </a:moveTo>
                  <a:lnTo>
                    <a:pt x="5774055" y="3810"/>
                  </a:lnTo>
                  <a:lnTo>
                    <a:pt x="5777864" y="7620"/>
                  </a:lnTo>
                  <a:lnTo>
                    <a:pt x="5781675" y="7620"/>
                  </a:lnTo>
                  <a:lnTo>
                    <a:pt x="5781675" y="2329180"/>
                  </a:lnTo>
                  <a:lnTo>
                    <a:pt x="5777864" y="2329180"/>
                  </a:lnTo>
                  <a:lnTo>
                    <a:pt x="5774055" y="2332990"/>
                  </a:lnTo>
                  <a:close/>
                </a:path>
                <a:path w="5781675" h="2336800">
                  <a:moveTo>
                    <a:pt x="5781675" y="7620"/>
                  </a:moveTo>
                  <a:lnTo>
                    <a:pt x="5777864" y="7620"/>
                  </a:lnTo>
                  <a:lnTo>
                    <a:pt x="5774055" y="3810"/>
                  </a:lnTo>
                  <a:lnTo>
                    <a:pt x="5781675" y="3810"/>
                  </a:lnTo>
                  <a:lnTo>
                    <a:pt x="5781675" y="7620"/>
                  </a:lnTo>
                  <a:close/>
                </a:path>
                <a:path w="5781675" h="2336800">
                  <a:moveTo>
                    <a:pt x="7619" y="2332990"/>
                  </a:moveTo>
                  <a:lnTo>
                    <a:pt x="3809" y="2329180"/>
                  </a:lnTo>
                  <a:lnTo>
                    <a:pt x="7619" y="2329180"/>
                  </a:lnTo>
                  <a:lnTo>
                    <a:pt x="7619" y="2332990"/>
                  </a:lnTo>
                  <a:close/>
                </a:path>
                <a:path w="5781675" h="2336800">
                  <a:moveTo>
                    <a:pt x="5774055" y="2332990"/>
                  </a:moveTo>
                  <a:lnTo>
                    <a:pt x="7619" y="2332990"/>
                  </a:lnTo>
                  <a:lnTo>
                    <a:pt x="7619" y="2329180"/>
                  </a:lnTo>
                  <a:lnTo>
                    <a:pt x="5774055" y="2329180"/>
                  </a:lnTo>
                  <a:lnTo>
                    <a:pt x="5774055" y="2332990"/>
                  </a:lnTo>
                  <a:close/>
                </a:path>
                <a:path w="5781675" h="2336800">
                  <a:moveTo>
                    <a:pt x="5781675" y="2332990"/>
                  </a:moveTo>
                  <a:lnTo>
                    <a:pt x="5774055" y="2332990"/>
                  </a:lnTo>
                  <a:lnTo>
                    <a:pt x="5777864" y="2329180"/>
                  </a:lnTo>
                  <a:lnTo>
                    <a:pt x="5781675" y="2329180"/>
                  </a:lnTo>
                  <a:lnTo>
                    <a:pt x="5781675" y="2332990"/>
                  </a:lnTo>
                  <a:close/>
                </a:path>
              </a:pathLst>
            </a:custGeom>
            <a:solidFill>
              <a:srgbClr val="E6E6E6"/>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1197743" y="2129285"/>
            <a:ext cx="3453564" cy="2920453"/>
          </a:xfrm>
          <a:prstGeom prst="rect">
            <a:avLst/>
          </a:prstGeom>
        </p:spPr>
      </p:pic>
      <p:sp>
        <p:nvSpPr>
          <p:cNvPr id="8" name="object 8"/>
          <p:cNvSpPr/>
          <p:nvPr/>
        </p:nvSpPr>
        <p:spPr>
          <a:xfrm>
            <a:off x="280758" y="6092190"/>
            <a:ext cx="1275080" cy="401320"/>
          </a:xfrm>
          <a:custGeom>
            <a:avLst/>
            <a:gdLst/>
            <a:ahLst/>
            <a:cxnLst/>
            <a:rect l="l" t="t" r="r" b="b"/>
            <a:pathLst>
              <a:path w="1275080" h="401320">
                <a:moveTo>
                  <a:pt x="1218107" y="1270"/>
                </a:moveTo>
                <a:lnTo>
                  <a:pt x="56794" y="1270"/>
                </a:lnTo>
                <a:lnTo>
                  <a:pt x="60299" y="0"/>
                </a:lnTo>
                <a:lnTo>
                  <a:pt x="1214602" y="0"/>
                </a:lnTo>
                <a:lnTo>
                  <a:pt x="1218107" y="1270"/>
                </a:lnTo>
                <a:close/>
              </a:path>
              <a:path w="1275080" h="401320">
                <a:moveTo>
                  <a:pt x="1228255" y="397510"/>
                </a:moveTo>
                <a:lnTo>
                  <a:pt x="46647" y="397510"/>
                </a:lnTo>
                <a:lnTo>
                  <a:pt x="43332" y="396239"/>
                </a:lnTo>
                <a:lnTo>
                  <a:pt x="12077" y="369570"/>
                </a:lnTo>
                <a:lnTo>
                  <a:pt x="8509" y="364489"/>
                </a:lnTo>
                <a:lnTo>
                  <a:pt x="5537" y="358139"/>
                </a:lnTo>
                <a:lnTo>
                  <a:pt x="4229" y="354329"/>
                </a:lnTo>
                <a:lnTo>
                  <a:pt x="3111" y="351789"/>
                </a:lnTo>
                <a:lnTo>
                  <a:pt x="2146" y="347979"/>
                </a:lnTo>
                <a:lnTo>
                  <a:pt x="1358" y="344170"/>
                </a:lnTo>
                <a:lnTo>
                  <a:pt x="279" y="337820"/>
                </a:lnTo>
                <a:lnTo>
                  <a:pt x="0" y="334010"/>
                </a:lnTo>
                <a:lnTo>
                  <a:pt x="0" y="67310"/>
                </a:lnTo>
                <a:lnTo>
                  <a:pt x="279" y="63500"/>
                </a:lnTo>
                <a:lnTo>
                  <a:pt x="723" y="59689"/>
                </a:lnTo>
                <a:lnTo>
                  <a:pt x="1358" y="55879"/>
                </a:lnTo>
                <a:lnTo>
                  <a:pt x="2146" y="53339"/>
                </a:lnTo>
                <a:lnTo>
                  <a:pt x="3111" y="49529"/>
                </a:lnTo>
                <a:lnTo>
                  <a:pt x="4229" y="45720"/>
                </a:lnTo>
                <a:lnTo>
                  <a:pt x="5537" y="43179"/>
                </a:lnTo>
                <a:lnTo>
                  <a:pt x="8509" y="36829"/>
                </a:lnTo>
                <a:lnTo>
                  <a:pt x="37185" y="7620"/>
                </a:lnTo>
                <a:lnTo>
                  <a:pt x="53339" y="1270"/>
                </a:lnTo>
                <a:lnTo>
                  <a:pt x="1221562" y="1270"/>
                </a:lnTo>
                <a:lnTo>
                  <a:pt x="1231569" y="5079"/>
                </a:lnTo>
                <a:lnTo>
                  <a:pt x="1237716" y="7620"/>
                </a:lnTo>
                <a:lnTo>
                  <a:pt x="1243596" y="11429"/>
                </a:lnTo>
                <a:lnTo>
                  <a:pt x="1245425" y="12700"/>
                </a:lnTo>
                <a:lnTo>
                  <a:pt x="59486" y="12700"/>
                </a:lnTo>
                <a:lnTo>
                  <a:pt x="56349" y="13970"/>
                </a:lnTo>
                <a:lnTo>
                  <a:pt x="56654" y="13970"/>
                </a:lnTo>
                <a:lnTo>
                  <a:pt x="53581" y="15239"/>
                </a:lnTo>
                <a:lnTo>
                  <a:pt x="51155" y="15239"/>
                </a:lnTo>
                <a:lnTo>
                  <a:pt x="48209" y="16510"/>
                </a:lnTo>
                <a:lnTo>
                  <a:pt x="48641" y="16510"/>
                </a:lnTo>
                <a:lnTo>
                  <a:pt x="42964" y="19050"/>
                </a:lnTo>
                <a:lnTo>
                  <a:pt x="43510" y="19050"/>
                </a:lnTo>
                <a:lnTo>
                  <a:pt x="39945" y="21589"/>
                </a:lnTo>
                <a:lnTo>
                  <a:pt x="38671" y="21589"/>
                </a:lnTo>
                <a:lnTo>
                  <a:pt x="33667" y="25400"/>
                </a:lnTo>
                <a:lnTo>
                  <a:pt x="34137" y="25400"/>
                </a:lnTo>
                <a:lnTo>
                  <a:pt x="29527" y="29210"/>
                </a:lnTo>
                <a:lnTo>
                  <a:pt x="29959" y="29210"/>
                </a:lnTo>
                <a:lnTo>
                  <a:pt x="25781" y="33020"/>
                </a:lnTo>
                <a:lnTo>
                  <a:pt x="26162" y="33020"/>
                </a:lnTo>
                <a:lnTo>
                  <a:pt x="22428" y="38100"/>
                </a:lnTo>
                <a:lnTo>
                  <a:pt x="22771" y="38100"/>
                </a:lnTo>
                <a:lnTo>
                  <a:pt x="20332" y="41910"/>
                </a:lnTo>
                <a:lnTo>
                  <a:pt x="19812" y="41910"/>
                </a:lnTo>
                <a:lnTo>
                  <a:pt x="17081" y="48260"/>
                </a:lnTo>
                <a:lnTo>
                  <a:pt x="17271" y="48260"/>
                </a:lnTo>
                <a:lnTo>
                  <a:pt x="16103" y="50800"/>
                </a:lnTo>
                <a:lnTo>
                  <a:pt x="15189" y="53339"/>
                </a:lnTo>
                <a:lnTo>
                  <a:pt x="14414" y="55879"/>
                </a:lnTo>
                <a:lnTo>
                  <a:pt x="13766" y="58420"/>
                </a:lnTo>
                <a:lnTo>
                  <a:pt x="13449" y="60960"/>
                </a:lnTo>
                <a:lnTo>
                  <a:pt x="13309" y="60960"/>
                </a:lnTo>
                <a:lnTo>
                  <a:pt x="12890" y="64770"/>
                </a:lnTo>
                <a:lnTo>
                  <a:pt x="12674" y="67310"/>
                </a:lnTo>
                <a:lnTo>
                  <a:pt x="12674" y="332739"/>
                </a:lnTo>
                <a:lnTo>
                  <a:pt x="12928" y="336550"/>
                </a:lnTo>
                <a:lnTo>
                  <a:pt x="13309" y="339089"/>
                </a:lnTo>
                <a:lnTo>
                  <a:pt x="13830" y="341629"/>
                </a:lnTo>
                <a:lnTo>
                  <a:pt x="14490" y="345439"/>
                </a:lnTo>
                <a:lnTo>
                  <a:pt x="14706" y="345439"/>
                </a:lnTo>
                <a:lnTo>
                  <a:pt x="15290" y="347979"/>
                </a:lnTo>
                <a:lnTo>
                  <a:pt x="16217" y="350520"/>
                </a:lnTo>
                <a:lnTo>
                  <a:pt x="17271" y="353060"/>
                </a:lnTo>
                <a:lnTo>
                  <a:pt x="17081" y="353060"/>
                </a:lnTo>
                <a:lnTo>
                  <a:pt x="19812" y="358139"/>
                </a:lnTo>
                <a:lnTo>
                  <a:pt x="19519" y="358139"/>
                </a:lnTo>
                <a:lnTo>
                  <a:pt x="22771" y="363220"/>
                </a:lnTo>
                <a:lnTo>
                  <a:pt x="23361" y="363220"/>
                </a:lnTo>
                <a:lnTo>
                  <a:pt x="26162" y="367029"/>
                </a:lnTo>
                <a:lnTo>
                  <a:pt x="25781" y="367029"/>
                </a:lnTo>
                <a:lnTo>
                  <a:pt x="29959" y="372110"/>
                </a:lnTo>
                <a:lnTo>
                  <a:pt x="30680" y="372110"/>
                </a:lnTo>
                <a:lnTo>
                  <a:pt x="34137" y="375920"/>
                </a:lnTo>
                <a:lnTo>
                  <a:pt x="35335" y="375920"/>
                </a:lnTo>
                <a:lnTo>
                  <a:pt x="38671" y="378460"/>
                </a:lnTo>
                <a:lnTo>
                  <a:pt x="38163" y="378460"/>
                </a:lnTo>
                <a:lnTo>
                  <a:pt x="43510" y="382270"/>
                </a:lnTo>
                <a:lnTo>
                  <a:pt x="45802" y="382270"/>
                </a:lnTo>
                <a:lnTo>
                  <a:pt x="48641" y="383539"/>
                </a:lnTo>
                <a:lnTo>
                  <a:pt x="48209" y="383539"/>
                </a:lnTo>
                <a:lnTo>
                  <a:pt x="51155" y="384810"/>
                </a:lnTo>
                <a:lnTo>
                  <a:pt x="50863" y="384810"/>
                </a:lnTo>
                <a:lnTo>
                  <a:pt x="53886" y="386079"/>
                </a:lnTo>
                <a:lnTo>
                  <a:pt x="53581" y="386079"/>
                </a:lnTo>
                <a:lnTo>
                  <a:pt x="56654" y="387350"/>
                </a:lnTo>
                <a:lnTo>
                  <a:pt x="62052" y="387350"/>
                </a:lnTo>
                <a:lnTo>
                  <a:pt x="65303" y="388620"/>
                </a:lnTo>
                <a:lnTo>
                  <a:pt x="1243596" y="388620"/>
                </a:lnTo>
                <a:lnTo>
                  <a:pt x="1237716" y="392429"/>
                </a:lnTo>
                <a:lnTo>
                  <a:pt x="1231569" y="396239"/>
                </a:lnTo>
                <a:lnTo>
                  <a:pt x="1228255" y="397510"/>
                </a:lnTo>
                <a:close/>
              </a:path>
              <a:path w="1275080" h="401320">
                <a:moveTo>
                  <a:pt x="1236738" y="22860"/>
                </a:moveTo>
                <a:lnTo>
                  <a:pt x="1231392" y="19050"/>
                </a:lnTo>
                <a:lnTo>
                  <a:pt x="1231938" y="19050"/>
                </a:lnTo>
                <a:lnTo>
                  <a:pt x="1226261" y="16510"/>
                </a:lnTo>
                <a:lnTo>
                  <a:pt x="1226693" y="16510"/>
                </a:lnTo>
                <a:lnTo>
                  <a:pt x="1223746" y="15239"/>
                </a:lnTo>
                <a:lnTo>
                  <a:pt x="1221320" y="15239"/>
                </a:lnTo>
                <a:lnTo>
                  <a:pt x="1218247" y="13970"/>
                </a:lnTo>
                <a:lnTo>
                  <a:pt x="1218552" y="13970"/>
                </a:lnTo>
                <a:lnTo>
                  <a:pt x="1215415" y="12700"/>
                </a:lnTo>
                <a:lnTo>
                  <a:pt x="1245425" y="12700"/>
                </a:lnTo>
                <a:lnTo>
                  <a:pt x="1249083" y="15239"/>
                </a:lnTo>
                <a:lnTo>
                  <a:pt x="1254137" y="20320"/>
                </a:lnTo>
                <a:lnTo>
                  <a:pt x="1255287" y="21589"/>
                </a:lnTo>
                <a:lnTo>
                  <a:pt x="1236230" y="21589"/>
                </a:lnTo>
                <a:lnTo>
                  <a:pt x="1236738" y="22860"/>
                </a:lnTo>
                <a:close/>
              </a:path>
              <a:path w="1275080" h="401320">
                <a:moveTo>
                  <a:pt x="38163" y="22860"/>
                </a:moveTo>
                <a:lnTo>
                  <a:pt x="38671" y="21589"/>
                </a:lnTo>
                <a:lnTo>
                  <a:pt x="39945" y="21589"/>
                </a:lnTo>
                <a:lnTo>
                  <a:pt x="38163" y="22860"/>
                </a:lnTo>
                <a:close/>
              </a:path>
              <a:path w="1275080" h="401320">
                <a:moveTo>
                  <a:pt x="1255382" y="43179"/>
                </a:moveTo>
                <a:lnTo>
                  <a:pt x="1252131" y="38100"/>
                </a:lnTo>
                <a:lnTo>
                  <a:pt x="1252474" y="38100"/>
                </a:lnTo>
                <a:lnTo>
                  <a:pt x="1248740" y="33020"/>
                </a:lnTo>
                <a:lnTo>
                  <a:pt x="1249121" y="33020"/>
                </a:lnTo>
                <a:lnTo>
                  <a:pt x="1244942" y="29210"/>
                </a:lnTo>
                <a:lnTo>
                  <a:pt x="1245374" y="29210"/>
                </a:lnTo>
                <a:lnTo>
                  <a:pt x="1240764" y="25400"/>
                </a:lnTo>
                <a:lnTo>
                  <a:pt x="1241234" y="25400"/>
                </a:lnTo>
                <a:lnTo>
                  <a:pt x="1236230" y="21589"/>
                </a:lnTo>
                <a:lnTo>
                  <a:pt x="1255287" y="21589"/>
                </a:lnTo>
                <a:lnTo>
                  <a:pt x="1258735" y="25400"/>
                </a:lnTo>
                <a:lnTo>
                  <a:pt x="1262824" y="30479"/>
                </a:lnTo>
                <a:lnTo>
                  <a:pt x="1266393" y="36829"/>
                </a:lnTo>
                <a:lnTo>
                  <a:pt x="1268770" y="41910"/>
                </a:lnTo>
                <a:lnTo>
                  <a:pt x="1255090" y="41910"/>
                </a:lnTo>
                <a:lnTo>
                  <a:pt x="1255382" y="43179"/>
                </a:lnTo>
                <a:close/>
              </a:path>
              <a:path w="1275080" h="401320">
                <a:moveTo>
                  <a:pt x="19519" y="43179"/>
                </a:moveTo>
                <a:lnTo>
                  <a:pt x="19812" y="41910"/>
                </a:lnTo>
                <a:lnTo>
                  <a:pt x="20332" y="41910"/>
                </a:lnTo>
                <a:lnTo>
                  <a:pt x="19519" y="43179"/>
                </a:lnTo>
                <a:close/>
              </a:path>
              <a:path w="1275080" h="401320">
                <a:moveTo>
                  <a:pt x="1261643" y="62229"/>
                </a:moveTo>
                <a:lnTo>
                  <a:pt x="1261071" y="58420"/>
                </a:lnTo>
                <a:lnTo>
                  <a:pt x="1260411" y="55879"/>
                </a:lnTo>
                <a:lnTo>
                  <a:pt x="1259611" y="53339"/>
                </a:lnTo>
                <a:lnTo>
                  <a:pt x="1258684" y="50800"/>
                </a:lnTo>
                <a:lnTo>
                  <a:pt x="1257630" y="48260"/>
                </a:lnTo>
                <a:lnTo>
                  <a:pt x="1257820" y="48260"/>
                </a:lnTo>
                <a:lnTo>
                  <a:pt x="1255090" y="41910"/>
                </a:lnTo>
                <a:lnTo>
                  <a:pt x="1268770" y="41910"/>
                </a:lnTo>
                <a:lnTo>
                  <a:pt x="1269365" y="43179"/>
                </a:lnTo>
                <a:lnTo>
                  <a:pt x="1270673" y="45720"/>
                </a:lnTo>
                <a:lnTo>
                  <a:pt x="1271790" y="49529"/>
                </a:lnTo>
                <a:lnTo>
                  <a:pt x="1272755" y="53339"/>
                </a:lnTo>
                <a:lnTo>
                  <a:pt x="1273543" y="55879"/>
                </a:lnTo>
                <a:lnTo>
                  <a:pt x="1274178" y="59689"/>
                </a:lnTo>
                <a:lnTo>
                  <a:pt x="1274326" y="60960"/>
                </a:lnTo>
                <a:lnTo>
                  <a:pt x="1261592" y="60960"/>
                </a:lnTo>
                <a:lnTo>
                  <a:pt x="1261643" y="62229"/>
                </a:lnTo>
                <a:close/>
              </a:path>
              <a:path w="1275080" h="401320">
                <a:moveTo>
                  <a:pt x="13258" y="62229"/>
                </a:moveTo>
                <a:lnTo>
                  <a:pt x="13309" y="60960"/>
                </a:lnTo>
                <a:lnTo>
                  <a:pt x="13449" y="60960"/>
                </a:lnTo>
                <a:lnTo>
                  <a:pt x="13258" y="62229"/>
                </a:lnTo>
                <a:close/>
              </a:path>
              <a:path w="1275080" h="401320">
                <a:moveTo>
                  <a:pt x="1273280" y="345439"/>
                </a:moveTo>
                <a:lnTo>
                  <a:pt x="1260411" y="345439"/>
                </a:lnTo>
                <a:lnTo>
                  <a:pt x="1261135" y="341629"/>
                </a:lnTo>
                <a:lnTo>
                  <a:pt x="1261643" y="339089"/>
                </a:lnTo>
                <a:lnTo>
                  <a:pt x="1262011" y="336550"/>
                </a:lnTo>
                <a:lnTo>
                  <a:pt x="1262227" y="332739"/>
                </a:lnTo>
                <a:lnTo>
                  <a:pt x="1262214" y="67310"/>
                </a:lnTo>
                <a:lnTo>
                  <a:pt x="1261973" y="64770"/>
                </a:lnTo>
                <a:lnTo>
                  <a:pt x="1261592" y="60960"/>
                </a:lnTo>
                <a:lnTo>
                  <a:pt x="1274326" y="60960"/>
                </a:lnTo>
                <a:lnTo>
                  <a:pt x="1274622" y="63500"/>
                </a:lnTo>
                <a:lnTo>
                  <a:pt x="1274902" y="67310"/>
                </a:lnTo>
                <a:lnTo>
                  <a:pt x="1274902" y="334010"/>
                </a:lnTo>
                <a:lnTo>
                  <a:pt x="1274622" y="337820"/>
                </a:lnTo>
                <a:lnTo>
                  <a:pt x="1273543" y="344170"/>
                </a:lnTo>
                <a:lnTo>
                  <a:pt x="1273280" y="345439"/>
                </a:lnTo>
                <a:close/>
              </a:path>
              <a:path w="1275080" h="401320">
                <a:moveTo>
                  <a:pt x="14706" y="345439"/>
                </a:moveTo>
                <a:lnTo>
                  <a:pt x="14490" y="345439"/>
                </a:lnTo>
                <a:lnTo>
                  <a:pt x="14414" y="344170"/>
                </a:lnTo>
                <a:lnTo>
                  <a:pt x="14706" y="345439"/>
                </a:lnTo>
                <a:close/>
              </a:path>
              <a:path w="1275080" h="401320">
                <a:moveTo>
                  <a:pt x="1266987" y="363220"/>
                </a:moveTo>
                <a:lnTo>
                  <a:pt x="1252131" y="363220"/>
                </a:lnTo>
                <a:lnTo>
                  <a:pt x="1255382" y="358139"/>
                </a:lnTo>
                <a:lnTo>
                  <a:pt x="1255090" y="358139"/>
                </a:lnTo>
                <a:lnTo>
                  <a:pt x="1257820" y="353060"/>
                </a:lnTo>
                <a:lnTo>
                  <a:pt x="1257630" y="353060"/>
                </a:lnTo>
                <a:lnTo>
                  <a:pt x="1258798" y="350520"/>
                </a:lnTo>
                <a:lnTo>
                  <a:pt x="1259713" y="347979"/>
                </a:lnTo>
                <a:lnTo>
                  <a:pt x="1260487" y="344170"/>
                </a:lnTo>
                <a:lnTo>
                  <a:pt x="1260411" y="345439"/>
                </a:lnTo>
                <a:lnTo>
                  <a:pt x="1273280" y="345439"/>
                </a:lnTo>
                <a:lnTo>
                  <a:pt x="1272755" y="347979"/>
                </a:lnTo>
                <a:lnTo>
                  <a:pt x="1271790" y="351789"/>
                </a:lnTo>
                <a:lnTo>
                  <a:pt x="1270673" y="354329"/>
                </a:lnTo>
                <a:lnTo>
                  <a:pt x="1269365" y="358139"/>
                </a:lnTo>
                <a:lnTo>
                  <a:pt x="1266987" y="363220"/>
                </a:lnTo>
                <a:close/>
              </a:path>
              <a:path w="1275080" h="401320">
                <a:moveTo>
                  <a:pt x="23361" y="363220"/>
                </a:moveTo>
                <a:lnTo>
                  <a:pt x="22771" y="363220"/>
                </a:lnTo>
                <a:lnTo>
                  <a:pt x="22428" y="361950"/>
                </a:lnTo>
                <a:lnTo>
                  <a:pt x="23361" y="363220"/>
                </a:lnTo>
                <a:close/>
              </a:path>
              <a:path w="1275080" h="401320">
                <a:moveTo>
                  <a:pt x="1261188" y="372110"/>
                </a:moveTo>
                <a:lnTo>
                  <a:pt x="1244942" y="372110"/>
                </a:lnTo>
                <a:lnTo>
                  <a:pt x="1249121" y="367029"/>
                </a:lnTo>
                <a:lnTo>
                  <a:pt x="1248740" y="367029"/>
                </a:lnTo>
                <a:lnTo>
                  <a:pt x="1252474" y="361950"/>
                </a:lnTo>
                <a:lnTo>
                  <a:pt x="1252131" y="363220"/>
                </a:lnTo>
                <a:lnTo>
                  <a:pt x="1266987" y="363220"/>
                </a:lnTo>
                <a:lnTo>
                  <a:pt x="1266393" y="364489"/>
                </a:lnTo>
                <a:lnTo>
                  <a:pt x="1262824" y="369570"/>
                </a:lnTo>
                <a:lnTo>
                  <a:pt x="1261188" y="372110"/>
                </a:lnTo>
                <a:close/>
              </a:path>
              <a:path w="1275080" h="401320">
                <a:moveTo>
                  <a:pt x="30680" y="372110"/>
                </a:moveTo>
                <a:lnTo>
                  <a:pt x="29959" y="372110"/>
                </a:lnTo>
                <a:lnTo>
                  <a:pt x="29527" y="370839"/>
                </a:lnTo>
                <a:lnTo>
                  <a:pt x="30680" y="372110"/>
                </a:lnTo>
                <a:close/>
              </a:path>
              <a:path w="1275080" h="401320">
                <a:moveTo>
                  <a:pt x="1258735" y="375920"/>
                </a:moveTo>
                <a:lnTo>
                  <a:pt x="1240764" y="375920"/>
                </a:lnTo>
                <a:lnTo>
                  <a:pt x="1245374" y="370839"/>
                </a:lnTo>
                <a:lnTo>
                  <a:pt x="1244942" y="372110"/>
                </a:lnTo>
                <a:lnTo>
                  <a:pt x="1261188" y="372110"/>
                </a:lnTo>
                <a:lnTo>
                  <a:pt x="1258735" y="375920"/>
                </a:lnTo>
                <a:close/>
              </a:path>
              <a:path w="1275080" h="401320">
                <a:moveTo>
                  <a:pt x="35335" y="375920"/>
                </a:moveTo>
                <a:lnTo>
                  <a:pt x="34137" y="375920"/>
                </a:lnTo>
                <a:lnTo>
                  <a:pt x="33667" y="374650"/>
                </a:lnTo>
                <a:lnTo>
                  <a:pt x="35335" y="375920"/>
                </a:lnTo>
                <a:close/>
              </a:path>
              <a:path w="1275080" h="401320">
                <a:moveTo>
                  <a:pt x="1252452" y="382270"/>
                </a:moveTo>
                <a:lnTo>
                  <a:pt x="1231392" y="382270"/>
                </a:lnTo>
                <a:lnTo>
                  <a:pt x="1236738" y="378460"/>
                </a:lnTo>
                <a:lnTo>
                  <a:pt x="1236230" y="378460"/>
                </a:lnTo>
                <a:lnTo>
                  <a:pt x="1241234" y="374650"/>
                </a:lnTo>
                <a:lnTo>
                  <a:pt x="1240764" y="375920"/>
                </a:lnTo>
                <a:lnTo>
                  <a:pt x="1258735" y="375920"/>
                </a:lnTo>
                <a:lnTo>
                  <a:pt x="1254137" y="381000"/>
                </a:lnTo>
                <a:lnTo>
                  <a:pt x="1252452" y="382270"/>
                </a:lnTo>
                <a:close/>
              </a:path>
              <a:path w="1275080" h="401320">
                <a:moveTo>
                  <a:pt x="45802" y="382270"/>
                </a:moveTo>
                <a:lnTo>
                  <a:pt x="43510" y="382270"/>
                </a:lnTo>
                <a:lnTo>
                  <a:pt x="42964" y="381000"/>
                </a:lnTo>
                <a:lnTo>
                  <a:pt x="45802" y="382270"/>
                </a:lnTo>
                <a:close/>
              </a:path>
              <a:path w="1275080" h="401320">
                <a:moveTo>
                  <a:pt x="1243596" y="388620"/>
                </a:moveTo>
                <a:lnTo>
                  <a:pt x="1209598" y="388620"/>
                </a:lnTo>
                <a:lnTo>
                  <a:pt x="1212850" y="387350"/>
                </a:lnTo>
                <a:lnTo>
                  <a:pt x="1218247" y="387350"/>
                </a:lnTo>
                <a:lnTo>
                  <a:pt x="1221320" y="386079"/>
                </a:lnTo>
                <a:lnTo>
                  <a:pt x="1221016" y="386079"/>
                </a:lnTo>
                <a:lnTo>
                  <a:pt x="1224038" y="384810"/>
                </a:lnTo>
                <a:lnTo>
                  <a:pt x="1223746" y="384810"/>
                </a:lnTo>
                <a:lnTo>
                  <a:pt x="1226693" y="383539"/>
                </a:lnTo>
                <a:lnTo>
                  <a:pt x="1226261" y="383539"/>
                </a:lnTo>
                <a:lnTo>
                  <a:pt x="1231938" y="381000"/>
                </a:lnTo>
                <a:lnTo>
                  <a:pt x="1231392" y="382270"/>
                </a:lnTo>
                <a:lnTo>
                  <a:pt x="1252452" y="382270"/>
                </a:lnTo>
                <a:lnTo>
                  <a:pt x="1249083" y="384810"/>
                </a:lnTo>
                <a:lnTo>
                  <a:pt x="1243596" y="388620"/>
                </a:lnTo>
                <a:close/>
              </a:path>
              <a:path w="1275080" h="401320">
                <a:moveTo>
                  <a:pt x="1218107" y="400050"/>
                </a:moveTo>
                <a:lnTo>
                  <a:pt x="56794" y="400050"/>
                </a:lnTo>
                <a:lnTo>
                  <a:pt x="49961" y="397510"/>
                </a:lnTo>
                <a:lnTo>
                  <a:pt x="1224940" y="397510"/>
                </a:lnTo>
                <a:lnTo>
                  <a:pt x="1218107" y="400050"/>
                </a:lnTo>
                <a:close/>
              </a:path>
              <a:path w="1275080" h="401320">
                <a:moveTo>
                  <a:pt x="1211033" y="401320"/>
                </a:moveTo>
                <a:lnTo>
                  <a:pt x="63868" y="401320"/>
                </a:lnTo>
                <a:lnTo>
                  <a:pt x="60299" y="400050"/>
                </a:lnTo>
                <a:lnTo>
                  <a:pt x="1214602" y="400050"/>
                </a:lnTo>
                <a:lnTo>
                  <a:pt x="1211033" y="401320"/>
                </a:lnTo>
                <a:close/>
              </a:path>
            </a:pathLst>
          </a:custGeom>
          <a:solidFill>
            <a:srgbClr val="5F95E6"/>
          </a:solidFill>
        </p:spPr>
        <p:txBody>
          <a:bodyPr wrap="square" lIns="0" tIns="0" rIns="0" bIns="0" rtlCol="0"/>
          <a:lstStyle/>
          <a:p>
            <a:endParaRPr/>
          </a:p>
        </p:txBody>
      </p:sp>
      <p:sp>
        <p:nvSpPr>
          <p:cNvPr id="9" name="object 9"/>
          <p:cNvSpPr/>
          <p:nvPr/>
        </p:nvSpPr>
        <p:spPr>
          <a:xfrm>
            <a:off x="1670138" y="6092190"/>
            <a:ext cx="1275080" cy="401320"/>
          </a:xfrm>
          <a:custGeom>
            <a:avLst/>
            <a:gdLst/>
            <a:ahLst/>
            <a:cxnLst/>
            <a:rect l="l" t="t" r="r" b="b"/>
            <a:pathLst>
              <a:path w="1275080" h="401320">
                <a:moveTo>
                  <a:pt x="1218107" y="1270"/>
                </a:moveTo>
                <a:lnTo>
                  <a:pt x="56794" y="1270"/>
                </a:lnTo>
                <a:lnTo>
                  <a:pt x="60299" y="0"/>
                </a:lnTo>
                <a:lnTo>
                  <a:pt x="1214602" y="0"/>
                </a:lnTo>
                <a:lnTo>
                  <a:pt x="1218107" y="1270"/>
                </a:lnTo>
                <a:close/>
              </a:path>
              <a:path w="1275080" h="401320">
                <a:moveTo>
                  <a:pt x="1228255" y="397510"/>
                </a:moveTo>
                <a:lnTo>
                  <a:pt x="46647" y="397510"/>
                </a:lnTo>
                <a:lnTo>
                  <a:pt x="43332" y="396239"/>
                </a:lnTo>
                <a:lnTo>
                  <a:pt x="12077" y="369570"/>
                </a:lnTo>
                <a:lnTo>
                  <a:pt x="8508" y="364489"/>
                </a:lnTo>
                <a:lnTo>
                  <a:pt x="5537" y="358139"/>
                </a:lnTo>
                <a:lnTo>
                  <a:pt x="4229" y="354329"/>
                </a:lnTo>
                <a:lnTo>
                  <a:pt x="3111" y="351789"/>
                </a:lnTo>
                <a:lnTo>
                  <a:pt x="2146" y="347979"/>
                </a:lnTo>
                <a:lnTo>
                  <a:pt x="1358" y="344170"/>
                </a:lnTo>
                <a:lnTo>
                  <a:pt x="279" y="337820"/>
                </a:lnTo>
                <a:lnTo>
                  <a:pt x="0" y="334010"/>
                </a:lnTo>
                <a:lnTo>
                  <a:pt x="0" y="67310"/>
                </a:lnTo>
                <a:lnTo>
                  <a:pt x="279" y="63500"/>
                </a:lnTo>
                <a:lnTo>
                  <a:pt x="723" y="59689"/>
                </a:lnTo>
                <a:lnTo>
                  <a:pt x="1358" y="55879"/>
                </a:lnTo>
                <a:lnTo>
                  <a:pt x="2146" y="53339"/>
                </a:lnTo>
                <a:lnTo>
                  <a:pt x="3111" y="49529"/>
                </a:lnTo>
                <a:lnTo>
                  <a:pt x="4229" y="45720"/>
                </a:lnTo>
                <a:lnTo>
                  <a:pt x="5537" y="43179"/>
                </a:lnTo>
                <a:lnTo>
                  <a:pt x="8508" y="36829"/>
                </a:lnTo>
                <a:lnTo>
                  <a:pt x="37185" y="7620"/>
                </a:lnTo>
                <a:lnTo>
                  <a:pt x="53339" y="1270"/>
                </a:lnTo>
                <a:lnTo>
                  <a:pt x="1221562" y="1270"/>
                </a:lnTo>
                <a:lnTo>
                  <a:pt x="1231569" y="5079"/>
                </a:lnTo>
                <a:lnTo>
                  <a:pt x="1237716" y="7620"/>
                </a:lnTo>
                <a:lnTo>
                  <a:pt x="1243596" y="11429"/>
                </a:lnTo>
                <a:lnTo>
                  <a:pt x="1245425" y="12700"/>
                </a:lnTo>
                <a:lnTo>
                  <a:pt x="59486" y="12700"/>
                </a:lnTo>
                <a:lnTo>
                  <a:pt x="56349" y="13970"/>
                </a:lnTo>
                <a:lnTo>
                  <a:pt x="56654" y="13970"/>
                </a:lnTo>
                <a:lnTo>
                  <a:pt x="53581" y="15239"/>
                </a:lnTo>
                <a:lnTo>
                  <a:pt x="51155" y="15239"/>
                </a:lnTo>
                <a:lnTo>
                  <a:pt x="48209" y="16510"/>
                </a:lnTo>
                <a:lnTo>
                  <a:pt x="48640" y="16510"/>
                </a:lnTo>
                <a:lnTo>
                  <a:pt x="42964" y="19050"/>
                </a:lnTo>
                <a:lnTo>
                  <a:pt x="43510" y="19050"/>
                </a:lnTo>
                <a:lnTo>
                  <a:pt x="39945" y="21589"/>
                </a:lnTo>
                <a:lnTo>
                  <a:pt x="38671" y="21589"/>
                </a:lnTo>
                <a:lnTo>
                  <a:pt x="33667" y="25400"/>
                </a:lnTo>
                <a:lnTo>
                  <a:pt x="34137" y="25400"/>
                </a:lnTo>
                <a:lnTo>
                  <a:pt x="29527" y="29210"/>
                </a:lnTo>
                <a:lnTo>
                  <a:pt x="29959" y="29210"/>
                </a:lnTo>
                <a:lnTo>
                  <a:pt x="25781" y="33020"/>
                </a:lnTo>
                <a:lnTo>
                  <a:pt x="26162" y="33020"/>
                </a:lnTo>
                <a:lnTo>
                  <a:pt x="22428" y="38100"/>
                </a:lnTo>
                <a:lnTo>
                  <a:pt x="22771" y="38100"/>
                </a:lnTo>
                <a:lnTo>
                  <a:pt x="20332" y="41910"/>
                </a:lnTo>
                <a:lnTo>
                  <a:pt x="19812" y="41910"/>
                </a:lnTo>
                <a:lnTo>
                  <a:pt x="17081" y="48260"/>
                </a:lnTo>
                <a:lnTo>
                  <a:pt x="17271" y="48260"/>
                </a:lnTo>
                <a:lnTo>
                  <a:pt x="16103" y="50800"/>
                </a:lnTo>
                <a:lnTo>
                  <a:pt x="15189" y="53339"/>
                </a:lnTo>
                <a:lnTo>
                  <a:pt x="14414" y="55879"/>
                </a:lnTo>
                <a:lnTo>
                  <a:pt x="13766" y="58420"/>
                </a:lnTo>
                <a:lnTo>
                  <a:pt x="13449" y="60960"/>
                </a:lnTo>
                <a:lnTo>
                  <a:pt x="13309" y="60960"/>
                </a:lnTo>
                <a:lnTo>
                  <a:pt x="12890" y="64770"/>
                </a:lnTo>
                <a:lnTo>
                  <a:pt x="12674" y="67310"/>
                </a:lnTo>
                <a:lnTo>
                  <a:pt x="12674" y="332739"/>
                </a:lnTo>
                <a:lnTo>
                  <a:pt x="12928" y="336550"/>
                </a:lnTo>
                <a:lnTo>
                  <a:pt x="13309" y="339089"/>
                </a:lnTo>
                <a:lnTo>
                  <a:pt x="13830" y="341629"/>
                </a:lnTo>
                <a:lnTo>
                  <a:pt x="14490" y="345439"/>
                </a:lnTo>
                <a:lnTo>
                  <a:pt x="14706" y="345439"/>
                </a:lnTo>
                <a:lnTo>
                  <a:pt x="15290" y="347979"/>
                </a:lnTo>
                <a:lnTo>
                  <a:pt x="16217" y="350520"/>
                </a:lnTo>
                <a:lnTo>
                  <a:pt x="17271" y="353060"/>
                </a:lnTo>
                <a:lnTo>
                  <a:pt x="17081" y="353060"/>
                </a:lnTo>
                <a:lnTo>
                  <a:pt x="19812" y="358139"/>
                </a:lnTo>
                <a:lnTo>
                  <a:pt x="19519" y="358139"/>
                </a:lnTo>
                <a:lnTo>
                  <a:pt x="22771" y="363220"/>
                </a:lnTo>
                <a:lnTo>
                  <a:pt x="23361" y="363220"/>
                </a:lnTo>
                <a:lnTo>
                  <a:pt x="26162" y="367029"/>
                </a:lnTo>
                <a:lnTo>
                  <a:pt x="25781" y="367029"/>
                </a:lnTo>
                <a:lnTo>
                  <a:pt x="29959" y="372110"/>
                </a:lnTo>
                <a:lnTo>
                  <a:pt x="30680" y="372110"/>
                </a:lnTo>
                <a:lnTo>
                  <a:pt x="34137" y="375920"/>
                </a:lnTo>
                <a:lnTo>
                  <a:pt x="35335" y="375920"/>
                </a:lnTo>
                <a:lnTo>
                  <a:pt x="38671" y="378460"/>
                </a:lnTo>
                <a:lnTo>
                  <a:pt x="38163" y="378460"/>
                </a:lnTo>
                <a:lnTo>
                  <a:pt x="43510" y="382270"/>
                </a:lnTo>
                <a:lnTo>
                  <a:pt x="45802" y="382270"/>
                </a:lnTo>
                <a:lnTo>
                  <a:pt x="48640" y="383539"/>
                </a:lnTo>
                <a:lnTo>
                  <a:pt x="48209" y="383539"/>
                </a:lnTo>
                <a:lnTo>
                  <a:pt x="51155" y="384810"/>
                </a:lnTo>
                <a:lnTo>
                  <a:pt x="50863" y="384810"/>
                </a:lnTo>
                <a:lnTo>
                  <a:pt x="53886" y="386079"/>
                </a:lnTo>
                <a:lnTo>
                  <a:pt x="53581" y="386079"/>
                </a:lnTo>
                <a:lnTo>
                  <a:pt x="56654" y="387350"/>
                </a:lnTo>
                <a:lnTo>
                  <a:pt x="62052" y="387350"/>
                </a:lnTo>
                <a:lnTo>
                  <a:pt x="65303" y="388620"/>
                </a:lnTo>
                <a:lnTo>
                  <a:pt x="1243596" y="388620"/>
                </a:lnTo>
                <a:lnTo>
                  <a:pt x="1237716" y="392429"/>
                </a:lnTo>
                <a:lnTo>
                  <a:pt x="1231569" y="396239"/>
                </a:lnTo>
                <a:lnTo>
                  <a:pt x="1228255" y="397510"/>
                </a:lnTo>
                <a:close/>
              </a:path>
              <a:path w="1275080" h="401320">
                <a:moveTo>
                  <a:pt x="1236738" y="22860"/>
                </a:moveTo>
                <a:lnTo>
                  <a:pt x="1231392" y="19050"/>
                </a:lnTo>
                <a:lnTo>
                  <a:pt x="1231938" y="19050"/>
                </a:lnTo>
                <a:lnTo>
                  <a:pt x="1226261" y="16510"/>
                </a:lnTo>
                <a:lnTo>
                  <a:pt x="1226693" y="16510"/>
                </a:lnTo>
                <a:lnTo>
                  <a:pt x="1223746" y="15239"/>
                </a:lnTo>
                <a:lnTo>
                  <a:pt x="1221320" y="15239"/>
                </a:lnTo>
                <a:lnTo>
                  <a:pt x="1218247" y="13970"/>
                </a:lnTo>
                <a:lnTo>
                  <a:pt x="1218552" y="13970"/>
                </a:lnTo>
                <a:lnTo>
                  <a:pt x="1215415" y="12700"/>
                </a:lnTo>
                <a:lnTo>
                  <a:pt x="1245425" y="12700"/>
                </a:lnTo>
                <a:lnTo>
                  <a:pt x="1249083" y="15239"/>
                </a:lnTo>
                <a:lnTo>
                  <a:pt x="1254137" y="20320"/>
                </a:lnTo>
                <a:lnTo>
                  <a:pt x="1255287" y="21589"/>
                </a:lnTo>
                <a:lnTo>
                  <a:pt x="1236230" y="21589"/>
                </a:lnTo>
                <a:lnTo>
                  <a:pt x="1236738" y="22860"/>
                </a:lnTo>
                <a:close/>
              </a:path>
              <a:path w="1275080" h="401320">
                <a:moveTo>
                  <a:pt x="38163" y="22860"/>
                </a:moveTo>
                <a:lnTo>
                  <a:pt x="38671" y="21589"/>
                </a:lnTo>
                <a:lnTo>
                  <a:pt x="39945" y="21589"/>
                </a:lnTo>
                <a:lnTo>
                  <a:pt x="38163" y="22860"/>
                </a:lnTo>
                <a:close/>
              </a:path>
              <a:path w="1275080" h="401320">
                <a:moveTo>
                  <a:pt x="1255382" y="43179"/>
                </a:moveTo>
                <a:lnTo>
                  <a:pt x="1252131" y="38100"/>
                </a:lnTo>
                <a:lnTo>
                  <a:pt x="1252474" y="38100"/>
                </a:lnTo>
                <a:lnTo>
                  <a:pt x="1248740" y="33020"/>
                </a:lnTo>
                <a:lnTo>
                  <a:pt x="1249121" y="33020"/>
                </a:lnTo>
                <a:lnTo>
                  <a:pt x="1244942" y="29210"/>
                </a:lnTo>
                <a:lnTo>
                  <a:pt x="1245374" y="29210"/>
                </a:lnTo>
                <a:lnTo>
                  <a:pt x="1240764" y="25400"/>
                </a:lnTo>
                <a:lnTo>
                  <a:pt x="1241234" y="25400"/>
                </a:lnTo>
                <a:lnTo>
                  <a:pt x="1236230" y="21589"/>
                </a:lnTo>
                <a:lnTo>
                  <a:pt x="1255287" y="21589"/>
                </a:lnTo>
                <a:lnTo>
                  <a:pt x="1258735" y="25400"/>
                </a:lnTo>
                <a:lnTo>
                  <a:pt x="1262824" y="30479"/>
                </a:lnTo>
                <a:lnTo>
                  <a:pt x="1266393" y="36829"/>
                </a:lnTo>
                <a:lnTo>
                  <a:pt x="1268770" y="41910"/>
                </a:lnTo>
                <a:lnTo>
                  <a:pt x="1255090" y="41910"/>
                </a:lnTo>
                <a:lnTo>
                  <a:pt x="1255382" y="43179"/>
                </a:lnTo>
                <a:close/>
              </a:path>
              <a:path w="1275080" h="401320">
                <a:moveTo>
                  <a:pt x="19519" y="43179"/>
                </a:moveTo>
                <a:lnTo>
                  <a:pt x="19812" y="41910"/>
                </a:lnTo>
                <a:lnTo>
                  <a:pt x="20332" y="41910"/>
                </a:lnTo>
                <a:lnTo>
                  <a:pt x="19519" y="43179"/>
                </a:lnTo>
                <a:close/>
              </a:path>
              <a:path w="1275080" h="401320">
                <a:moveTo>
                  <a:pt x="1261643" y="62229"/>
                </a:moveTo>
                <a:lnTo>
                  <a:pt x="1261071" y="58420"/>
                </a:lnTo>
                <a:lnTo>
                  <a:pt x="1260411" y="55879"/>
                </a:lnTo>
                <a:lnTo>
                  <a:pt x="1259611" y="53339"/>
                </a:lnTo>
                <a:lnTo>
                  <a:pt x="1258684" y="50800"/>
                </a:lnTo>
                <a:lnTo>
                  <a:pt x="1257630" y="48260"/>
                </a:lnTo>
                <a:lnTo>
                  <a:pt x="1257820" y="48260"/>
                </a:lnTo>
                <a:lnTo>
                  <a:pt x="1255090" y="41910"/>
                </a:lnTo>
                <a:lnTo>
                  <a:pt x="1268770" y="41910"/>
                </a:lnTo>
                <a:lnTo>
                  <a:pt x="1269364" y="43179"/>
                </a:lnTo>
                <a:lnTo>
                  <a:pt x="1270673" y="45720"/>
                </a:lnTo>
                <a:lnTo>
                  <a:pt x="1271790" y="49529"/>
                </a:lnTo>
                <a:lnTo>
                  <a:pt x="1272755" y="53339"/>
                </a:lnTo>
                <a:lnTo>
                  <a:pt x="1273543" y="55879"/>
                </a:lnTo>
                <a:lnTo>
                  <a:pt x="1274178" y="59689"/>
                </a:lnTo>
                <a:lnTo>
                  <a:pt x="1274326" y="60960"/>
                </a:lnTo>
                <a:lnTo>
                  <a:pt x="1261592" y="60960"/>
                </a:lnTo>
                <a:lnTo>
                  <a:pt x="1261643" y="62229"/>
                </a:lnTo>
                <a:close/>
              </a:path>
              <a:path w="1275080" h="401320">
                <a:moveTo>
                  <a:pt x="13258" y="62229"/>
                </a:moveTo>
                <a:lnTo>
                  <a:pt x="13309" y="60960"/>
                </a:lnTo>
                <a:lnTo>
                  <a:pt x="13449" y="60960"/>
                </a:lnTo>
                <a:lnTo>
                  <a:pt x="13258" y="62229"/>
                </a:lnTo>
                <a:close/>
              </a:path>
              <a:path w="1275080" h="401320">
                <a:moveTo>
                  <a:pt x="1273280" y="345439"/>
                </a:moveTo>
                <a:lnTo>
                  <a:pt x="1260411" y="345439"/>
                </a:lnTo>
                <a:lnTo>
                  <a:pt x="1261135" y="341629"/>
                </a:lnTo>
                <a:lnTo>
                  <a:pt x="1261643" y="339089"/>
                </a:lnTo>
                <a:lnTo>
                  <a:pt x="1262011" y="336550"/>
                </a:lnTo>
                <a:lnTo>
                  <a:pt x="1262227" y="332739"/>
                </a:lnTo>
                <a:lnTo>
                  <a:pt x="1262214" y="67310"/>
                </a:lnTo>
                <a:lnTo>
                  <a:pt x="1261973" y="64770"/>
                </a:lnTo>
                <a:lnTo>
                  <a:pt x="1261592" y="60960"/>
                </a:lnTo>
                <a:lnTo>
                  <a:pt x="1274326" y="60960"/>
                </a:lnTo>
                <a:lnTo>
                  <a:pt x="1274622" y="63500"/>
                </a:lnTo>
                <a:lnTo>
                  <a:pt x="1274902" y="67310"/>
                </a:lnTo>
                <a:lnTo>
                  <a:pt x="1274902" y="334010"/>
                </a:lnTo>
                <a:lnTo>
                  <a:pt x="1274622" y="337820"/>
                </a:lnTo>
                <a:lnTo>
                  <a:pt x="1273543" y="344170"/>
                </a:lnTo>
                <a:lnTo>
                  <a:pt x="1273280" y="345439"/>
                </a:lnTo>
                <a:close/>
              </a:path>
              <a:path w="1275080" h="401320">
                <a:moveTo>
                  <a:pt x="14706" y="345439"/>
                </a:moveTo>
                <a:lnTo>
                  <a:pt x="14490" y="345439"/>
                </a:lnTo>
                <a:lnTo>
                  <a:pt x="14414" y="344170"/>
                </a:lnTo>
                <a:lnTo>
                  <a:pt x="14706" y="345439"/>
                </a:lnTo>
                <a:close/>
              </a:path>
              <a:path w="1275080" h="401320">
                <a:moveTo>
                  <a:pt x="1266987" y="363220"/>
                </a:moveTo>
                <a:lnTo>
                  <a:pt x="1252131" y="363220"/>
                </a:lnTo>
                <a:lnTo>
                  <a:pt x="1255382" y="358139"/>
                </a:lnTo>
                <a:lnTo>
                  <a:pt x="1255090" y="358139"/>
                </a:lnTo>
                <a:lnTo>
                  <a:pt x="1257820" y="353060"/>
                </a:lnTo>
                <a:lnTo>
                  <a:pt x="1257630" y="353060"/>
                </a:lnTo>
                <a:lnTo>
                  <a:pt x="1258798" y="350520"/>
                </a:lnTo>
                <a:lnTo>
                  <a:pt x="1259713" y="347979"/>
                </a:lnTo>
                <a:lnTo>
                  <a:pt x="1260487" y="344170"/>
                </a:lnTo>
                <a:lnTo>
                  <a:pt x="1260411" y="345439"/>
                </a:lnTo>
                <a:lnTo>
                  <a:pt x="1273280" y="345439"/>
                </a:lnTo>
                <a:lnTo>
                  <a:pt x="1272755" y="347979"/>
                </a:lnTo>
                <a:lnTo>
                  <a:pt x="1271790" y="351789"/>
                </a:lnTo>
                <a:lnTo>
                  <a:pt x="1270673" y="354329"/>
                </a:lnTo>
                <a:lnTo>
                  <a:pt x="1269364" y="358139"/>
                </a:lnTo>
                <a:lnTo>
                  <a:pt x="1266987" y="363220"/>
                </a:lnTo>
                <a:close/>
              </a:path>
              <a:path w="1275080" h="401320">
                <a:moveTo>
                  <a:pt x="23361" y="363220"/>
                </a:moveTo>
                <a:lnTo>
                  <a:pt x="22771" y="363220"/>
                </a:lnTo>
                <a:lnTo>
                  <a:pt x="22428" y="361950"/>
                </a:lnTo>
                <a:lnTo>
                  <a:pt x="23361" y="363220"/>
                </a:lnTo>
                <a:close/>
              </a:path>
              <a:path w="1275080" h="401320">
                <a:moveTo>
                  <a:pt x="1261188" y="372110"/>
                </a:moveTo>
                <a:lnTo>
                  <a:pt x="1244942" y="372110"/>
                </a:lnTo>
                <a:lnTo>
                  <a:pt x="1249121" y="367029"/>
                </a:lnTo>
                <a:lnTo>
                  <a:pt x="1248740" y="367029"/>
                </a:lnTo>
                <a:lnTo>
                  <a:pt x="1252474" y="361950"/>
                </a:lnTo>
                <a:lnTo>
                  <a:pt x="1252131" y="363220"/>
                </a:lnTo>
                <a:lnTo>
                  <a:pt x="1266987" y="363220"/>
                </a:lnTo>
                <a:lnTo>
                  <a:pt x="1266393" y="364489"/>
                </a:lnTo>
                <a:lnTo>
                  <a:pt x="1262824" y="369570"/>
                </a:lnTo>
                <a:lnTo>
                  <a:pt x="1261188" y="372110"/>
                </a:lnTo>
                <a:close/>
              </a:path>
              <a:path w="1275080" h="401320">
                <a:moveTo>
                  <a:pt x="30680" y="372110"/>
                </a:moveTo>
                <a:lnTo>
                  <a:pt x="29959" y="372110"/>
                </a:lnTo>
                <a:lnTo>
                  <a:pt x="29527" y="370839"/>
                </a:lnTo>
                <a:lnTo>
                  <a:pt x="30680" y="372110"/>
                </a:lnTo>
                <a:close/>
              </a:path>
              <a:path w="1275080" h="401320">
                <a:moveTo>
                  <a:pt x="1258735" y="375920"/>
                </a:moveTo>
                <a:lnTo>
                  <a:pt x="1240764" y="375920"/>
                </a:lnTo>
                <a:lnTo>
                  <a:pt x="1245374" y="370839"/>
                </a:lnTo>
                <a:lnTo>
                  <a:pt x="1244942" y="372110"/>
                </a:lnTo>
                <a:lnTo>
                  <a:pt x="1261188" y="372110"/>
                </a:lnTo>
                <a:lnTo>
                  <a:pt x="1258735" y="375920"/>
                </a:lnTo>
                <a:close/>
              </a:path>
              <a:path w="1275080" h="401320">
                <a:moveTo>
                  <a:pt x="35335" y="375920"/>
                </a:moveTo>
                <a:lnTo>
                  <a:pt x="34137" y="375920"/>
                </a:lnTo>
                <a:lnTo>
                  <a:pt x="33667" y="374650"/>
                </a:lnTo>
                <a:lnTo>
                  <a:pt x="35335" y="375920"/>
                </a:lnTo>
                <a:close/>
              </a:path>
              <a:path w="1275080" h="401320">
                <a:moveTo>
                  <a:pt x="1252452" y="382270"/>
                </a:moveTo>
                <a:lnTo>
                  <a:pt x="1231392" y="382270"/>
                </a:lnTo>
                <a:lnTo>
                  <a:pt x="1236738" y="378460"/>
                </a:lnTo>
                <a:lnTo>
                  <a:pt x="1236230" y="378460"/>
                </a:lnTo>
                <a:lnTo>
                  <a:pt x="1241234" y="374650"/>
                </a:lnTo>
                <a:lnTo>
                  <a:pt x="1240764" y="375920"/>
                </a:lnTo>
                <a:lnTo>
                  <a:pt x="1258735" y="375920"/>
                </a:lnTo>
                <a:lnTo>
                  <a:pt x="1254137" y="381000"/>
                </a:lnTo>
                <a:lnTo>
                  <a:pt x="1252452" y="382270"/>
                </a:lnTo>
                <a:close/>
              </a:path>
              <a:path w="1275080" h="401320">
                <a:moveTo>
                  <a:pt x="45802" y="382270"/>
                </a:moveTo>
                <a:lnTo>
                  <a:pt x="43510" y="382270"/>
                </a:lnTo>
                <a:lnTo>
                  <a:pt x="42964" y="381000"/>
                </a:lnTo>
                <a:lnTo>
                  <a:pt x="45802" y="382270"/>
                </a:lnTo>
                <a:close/>
              </a:path>
              <a:path w="1275080" h="401320">
                <a:moveTo>
                  <a:pt x="1243596" y="388620"/>
                </a:moveTo>
                <a:lnTo>
                  <a:pt x="1209598" y="388620"/>
                </a:lnTo>
                <a:lnTo>
                  <a:pt x="1212850" y="387350"/>
                </a:lnTo>
                <a:lnTo>
                  <a:pt x="1218247" y="387350"/>
                </a:lnTo>
                <a:lnTo>
                  <a:pt x="1221320" y="386079"/>
                </a:lnTo>
                <a:lnTo>
                  <a:pt x="1221016" y="386079"/>
                </a:lnTo>
                <a:lnTo>
                  <a:pt x="1224038" y="384810"/>
                </a:lnTo>
                <a:lnTo>
                  <a:pt x="1223746" y="384810"/>
                </a:lnTo>
                <a:lnTo>
                  <a:pt x="1226693" y="383539"/>
                </a:lnTo>
                <a:lnTo>
                  <a:pt x="1226261" y="383539"/>
                </a:lnTo>
                <a:lnTo>
                  <a:pt x="1231938" y="381000"/>
                </a:lnTo>
                <a:lnTo>
                  <a:pt x="1231392" y="382270"/>
                </a:lnTo>
                <a:lnTo>
                  <a:pt x="1252452" y="382270"/>
                </a:lnTo>
                <a:lnTo>
                  <a:pt x="1249083" y="384810"/>
                </a:lnTo>
                <a:lnTo>
                  <a:pt x="1243596" y="388620"/>
                </a:lnTo>
                <a:close/>
              </a:path>
              <a:path w="1275080" h="401320">
                <a:moveTo>
                  <a:pt x="1218107" y="400050"/>
                </a:moveTo>
                <a:lnTo>
                  <a:pt x="56794" y="400050"/>
                </a:lnTo>
                <a:lnTo>
                  <a:pt x="49961" y="397510"/>
                </a:lnTo>
                <a:lnTo>
                  <a:pt x="1224940" y="397510"/>
                </a:lnTo>
                <a:lnTo>
                  <a:pt x="1218107" y="400050"/>
                </a:lnTo>
                <a:close/>
              </a:path>
              <a:path w="1275080" h="401320">
                <a:moveTo>
                  <a:pt x="1211033" y="401320"/>
                </a:moveTo>
                <a:lnTo>
                  <a:pt x="63868" y="401320"/>
                </a:lnTo>
                <a:lnTo>
                  <a:pt x="60299" y="400050"/>
                </a:lnTo>
                <a:lnTo>
                  <a:pt x="1214602" y="400050"/>
                </a:lnTo>
                <a:lnTo>
                  <a:pt x="1211033" y="401320"/>
                </a:lnTo>
                <a:close/>
              </a:path>
            </a:pathLst>
          </a:custGeom>
          <a:solidFill>
            <a:srgbClr val="5F95E6"/>
          </a:solidFill>
        </p:spPr>
        <p:txBody>
          <a:bodyPr wrap="square" lIns="0" tIns="0" rIns="0" bIns="0" rtlCol="0"/>
          <a:lstStyle/>
          <a:p>
            <a:endParaRPr/>
          </a:p>
        </p:txBody>
      </p:sp>
      <p:sp>
        <p:nvSpPr>
          <p:cNvPr id="10" name="object 10"/>
          <p:cNvSpPr/>
          <p:nvPr/>
        </p:nvSpPr>
        <p:spPr>
          <a:xfrm>
            <a:off x="3059518" y="6092190"/>
            <a:ext cx="1275080" cy="401320"/>
          </a:xfrm>
          <a:custGeom>
            <a:avLst/>
            <a:gdLst/>
            <a:ahLst/>
            <a:cxnLst/>
            <a:rect l="l" t="t" r="r" b="b"/>
            <a:pathLst>
              <a:path w="1275079" h="401320">
                <a:moveTo>
                  <a:pt x="1218107" y="1270"/>
                </a:moveTo>
                <a:lnTo>
                  <a:pt x="56794" y="1270"/>
                </a:lnTo>
                <a:lnTo>
                  <a:pt x="60299" y="0"/>
                </a:lnTo>
                <a:lnTo>
                  <a:pt x="1214602" y="0"/>
                </a:lnTo>
                <a:lnTo>
                  <a:pt x="1218107" y="1270"/>
                </a:lnTo>
                <a:close/>
              </a:path>
              <a:path w="1275079" h="401320">
                <a:moveTo>
                  <a:pt x="1228255" y="397510"/>
                </a:moveTo>
                <a:lnTo>
                  <a:pt x="46647" y="397510"/>
                </a:lnTo>
                <a:lnTo>
                  <a:pt x="43332" y="396239"/>
                </a:lnTo>
                <a:lnTo>
                  <a:pt x="12077" y="369570"/>
                </a:lnTo>
                <a:lnTo>
                  <a:pt x="8508" y="364489"/>
                </a:lnTo>
                <a:lnTo>
                  <a:pt x="5537" y="358139"/>
                </a:lnTo>
                <a:lnTo>
                  <a:pt x="4229" y="354329"/>
                </a:lnTo>
                <a:lnTo>
                  <a:pt x="3111" y="351789"/>
                </a:lnTo>
                <a:lnTo>
                  <a:pt x="2146" y="347979"/>
                </a:lnTo>
                <a:lnTo>
                  <a:pt x="1358" y="344170"/>
                </a:lnTo>
                <a:lnTo>
                  <a:pt x="279" y="337820"/>
                </a:lnTo>
                <a:lnTo>
                  <a:pt x="0" y="334010"/>
                </a:lnTo>
                <a:lnTo>
                  <a:pt x="0" y="67310"/>
                </a:lnTo>
                <a:lnTo>
                  <a:pt x="279" y="63500"/>
                </a:lnTo>
                <a:lnTo>
                  <a:pt x="723" y="59689"/>
                </a:lnTo>
                <a:lnTo>
                  <a:pt x="1358" y="55879"/>
                </a:lnTo>
                <a:lnTo>
                  <a:pt x="2146" y="53339"/>
                </a:lnTo>
                <a:lnTo>
                  <a:pt x="3111" y="49529"/>
                </a:lnTo>
                <a:lnTo>
                  <a:pt x="4229" y="45720"/>
                </a:lnTo>
                <a:lnTo>
                  <a:pt x="5537" y="43179"/>
                </a:lnTo>
                <a:lnTo>
                  <a:pt x="8508" y="36829"/>
                </a:lnTo>
                <a:lnTo>
                  <a:pt x="37185" y="7620"/>
                </a:lnTo>
                <a:lnTo>
                  <a:pt x="53339" y="1270"/>
                </a:lnTo>
                <a:lnTo>
                  <a:pt x="1221562" y="1270"/>
                </a:lnTo>
                <a:lnTo>
                  <a:pt x="1231569" y="5079"/>
                </a:lnTo>
                <a:lnTo>
                  <a:pt x="1237716" y="7620"/>
                </a:lnTo>
                <a:lnTo>
                  <a:pt x="1243596" y="11429"/>
                </a:lnTo>
                <a:lnTo>
                  <a:pt x="1245425" y="12700"/>
                </a:lnTo>
                <a:lnTo>
                  <a:pt x="59486" y="12700"/>
                </a:lnTo>
                <a:lnTo>
                  <a:pt x="56349" y="13970"/>
                </a:lnTo>
                <a:lnTo>
                  <a:pt x="56654" y="13970"/>
                </a:lnTo>
                <a:lnTo>
                  <a:pt x="53581" y="15239"/>
                </a:lnTo>
                <a:lnTo>
                  <a:pt x="51155" y="15239"/>
                </a:lnTo>
                <a:lnTo>
                  <a:pt x="48209" y="16510"/>
                </a:lnTo>
                <a:lnTo>
                  <a:pt x="48640" y="16510"/>
                </a:lnTo>
                <a:lnTo>
                  <a:pt x="42964" y="19050"/>
                </a:lnTo>
                <a:lnTo>
                  <a:pt x="43510" y="19050"/>
                </a:lnTo>
                <a:lnTo>
                  <a:pt x="39945" y="21589"/>
                </a:lnTo>
                <a:lnTo>
                  <a:pt x="38671" y="21589"/>
                </a:lnTo>
                <a:lnTo>
                  <a:pt x="33667" y="25400"/>
                </a:lnTo>
                <a:lnTo>
                  <a:pt x="34137" y="25400"/>
                </a:lnTo>
                <a:lnTo>
                  <a:pt x="29527" y="29210"/>
                </a:lnTo>
                <a:lnTo>
                  <a:pt x="29959" y="29210"/>
                </a:lnTo>
                <a:lnTo>
                  <a:pt x="25781" y="33020"/>
                </a:lnTo>
                <a:lnTo>
                  <a:pt x="26162" y="33020"/>
                </a:lnTo>
                <a:lnTo>
                  <a:pt x="22428" y="38100"/>
                </a:lnTo>
                <a:lnTo>
                  <a:pt x="22771" y="38100"/>
                </a:lnTo>
                <a:lnTo>
                  <a:pt x="20332" y="41910"/>
                </a:lnTo>
                <a:lnTo>
                  <a:pt x="19812" y="41910"/>
                </a:lnTo>
                <a:lnTo>
                  <a:pt x="17081" y="48260"/>
                </a:lnTo>
                <a:lnTo>
                  <a:pt x="17271" y="48260"/>
                </a:lnTo>
                <a:lnTo>
                  <a:pt x="16103" y="50800"/>
                </a:lnTo>
                <a:lnTo>
                  <a:pt x="15189" y="53339"/>
                </a:lnTo>
                <a:lnTo>
                  <a:pt x="14414" y="55879"/>
                </a:lnTo>
                <a:lnTo>
                  <a:pt x="13766" y="58420"/>
                </a:lnTo>
                <a:lnTo>
                  <a:pt x="13449" y="60960"/>
                </a:lnTo>
                <a:lnTo>
                  <a:pt x="13309" y="60960"/>
                </a:lnTo>
                <a:lnTo>
                  <a:pt x="12890" y="64770"/>
                </a:lnTo>
                <a:lnTo>
                  <a:pt x="12674" y="67310"/>
                </a:lnTo>
                <a:lnTo>
                  <a:pt x="12674" y="332739"/>
                </a:lnTo>
                <a:lnTo>
                  <a:pt x="12928" y="336550"/>
                </a:lnTo>
                <a:lnTo>
                  <a:pt x="13309" y="339089"/>
                </a:lnTo>
                <a:lnTo>
                  <a:pt x="13830" y="341629"/>
                </a:lnTo>
                <a:lnTo>
                  <a:pt x="14490" y="345439"/>
                </a:lnTo>
                <a:lnTo>
                  <a:pt x="14706" y="345439"/>
                </a:lnTo>
                <a:lnTo>
                  <a:pt x="15290" y="347979"/>
                </a:lnTo>
                <a:lnTo>
                  <a:pt x="16217" y="350520"/>
                </a:lnTo>
                <a:lnTo>
                  <a:pt x="17271" y="353060"/>
                </a:lnTo>
                <a:lnTo>
                  <a:pt x="17081" y="353060"/>
                </a:lnTo>
                <a:lnTo>
                  <a:pt x="19812" y="358139"/>
                </a:lnTo>
                <a:lnTo>
                  <a:pt x="19519" y="358139"/>
                </a:lnTo>
                <a:lnTo>
                  <a:pt x="22771" y="363220"/>
                </a:lnTo>
                <a:lnTo>
                  <a:pt x="23361" y="363220"/>
                </a:lnTo>
                <a:lnTo>
                  <a:pt x="26162" y="367029"/>
                </a:lnTo>
                <a:lnTo>
                  <a:pt x="25781" y="367029"/>
                </a:lnTo>
                <a:lnTo>
                  <a:pt x="29959" y="372110"/>
                </a:lnTo>
                <a:lnTo>
                  <a:pt x="30680" y="372110"/>
                </a:lnTo>
                <a:lnTo>
                  <a:pt x="34137" y="375920"/>
                </a:lnTo>
                <a:lnTo>
                  <a:pt x="35335" y="375920"/>
                </a:lnTo>
                <a:lnTo>
                  <a:pt x="38671" y="378460"/>
                </a:lnTo>
                <a:lnTo>
                  <a:pt x="38163" y="378460"/>
                </a:lnTo>
                <a:lnTo>
                  <a:pt x="43510" y="382270"/>
                </a:lnTo>
                <a:lnTo>
                  <a:pt x="45802" y="382270"/>
                </a:lnTo>
                <a:lnTo>
                  <a:pt x="48640" y="383539"/>
                </a:lnTo>
                <a:lnTo>
                  <a:pt x="48209" y="383539"/>
                </a:lnTo>
                <a:lnTo>
                  <a:pt x="51155" y="384810"/>
                </a:lnTo>
                <a:lnTo>
                  <a:pt x="50863" y="384810"/>
                </a:lnTo>
                <a:lnTo>
                  <a:pt x="53886" y="386079"/>
                </a:lnTo>
                <a:lnTo>
                  <a:pt x="53581" y="386079"/>
                </a:lnTo>
                <a:lnTo>
                  <a:pt x="56654" y="387350"/>
                </a:lnTo>
                <a:lnTo>
                  <a:pt x="62052" y="387350"/>
                </a:lnTo>
                <a:lnTo>
                  <a:pt x="65303" y="388620"/>
                </a:lnTo>
                <a:lnTo>
                  <a:pt x="1243596" y="388620"/>
                </a:lnTo>
                <a:lnTo>
                  <a:pt x="1237716" y="392429"/>
                </a:lnTo>
                <a:lnTo>
                  <a:pt x="1231569" y="396239"/>
                </a:lnTo>
                <a:lnTo>
                  <a:pt x="1228255" y="397510"/>
                </a:lnTo>
                <a:close/>
              </a:path>
              <a:path w="1275079" h="401320">
                <a:moveTo>
                  <a:pt x="1236738" y="22860"/>
                </a:moveTo>
                <a:lnTo>
                  <a:pt x="1231392" y="19050"/>
                </a:lnTo>
                <a:lnTo>
                  <a:pt x="1231938" y="19050"/>
                </a:lnTo>
                <a:lnTo>
                  <a:pt x="1226261" y="16510"/>
                </a:lnTo>
                <a:lnTo>
                  <a:pt x="1226693" y="16510"/>
                </a:lnTo>
                <a:lnTo>
                  <a:pt x="1223746" y="15239"/>
                </a:lnTo>
                <a:lnTo>
                  <a:pt x="1221320" y="15239"/>
                </a:lnTo>
                <a:lnTo>
                  <a:pt x="1218247" y="13970"/>
                </a:lnTo>
                <a:lnTo>
                  <a:pt x="1218552" y="13970"/>
                </a:lnTo>
                <a:lnTo>
                  <a:pt x="1215415" y="12700"/>
                </a:lnTo>
                <a:lnTo>
                  <a:pt x="1245425" y="12700"/>
                </a:lnTo>
                <a:lnTo>
                  <a:pt x="1249083" y="15239"/>
                </a:lnTo>
                <a:lnTo>
                  <a:pt x="1254137" y="20320"/>
                </a:lnTo>
                <a:lnTo>
                  <a:pt x="1255287" y="21589"/>
                </a:lnTo>
                <a:lnTo>
                  <a:pt x="1236230" y="21589"/>
                </a:lnTo>
                <a:lnTo>
                  <a:pt x="1236738" y="22860"/>
                </a:lnTo>
                <a:close/>
              </a:path>
              <a:path w="1275079" h="401320">
                <a:moveTo>
                  <a:pt x="38163" y="22860"/>
                </a:moveTo>
                <a:lnTo>
                  <a:pt x="38671" y="21589"/>
                </a:lnTo>
                <a:lnTo>
                  <a:pt x="39945" y="21589"/>
                </a:lnTo>
                <a:lnTo>
                  <a:pt x="38163" y="22860"/>
                </a:lnTo>
                <a:close/>
              </a:path>
              <a:path w="1275079" h="401320">
                <a:moveTo>
                  <a:pt x="1255382" y="43179"/>
                </a:moveTo>
                <a:lnTo>
                  <a:pt x="1252131" y="38100"/>
                </a:lnTo>
                <a:lnTo>
                  <a:pt x="1252473" y="38100"/>
                </a:lnTo>
                <a:lnTo>
                  <a:pt x="1248740" y="33020"/>
                </a:lnTo>
                <a:lnTo>
                  <a:pt x="1249121" y="33020"/>
                </a:lnTo>
                <a:lnTo>
                  <a:pt x="1244942" y="29210"/>
                </a:lnTo>
                <a:lnTo>
                  <a:pt x="1245361" y="29210"/>
                </a:lnTo>
                <a:lnTo>
                  <a:pt x="1240764" y="25400"/>
                </a:lnTo>
                <a:lnTo>
                  <a:pt x="1241234" y="25400"/>
                </a:lnTo>
                <a:lnTo>
                  <a:pt x="1236230" y="21589"/>
                </a:lnTo>
                <a:lnTo>
                  <a:pt x="1255287" y="21589"/>
                </a:lnTo>
                <a:lnTo>
                  <a:pt x="1258735" y="25400"/>
                </a:lnTo>
                <a:lnTo>
                  <a:pt x="1262824" y="30479"/>
                </a:lnTo>
                <a:lnTo>
                  <a:pt x="1266393" y="36829"/>
                </a:lnTo>
                <a:lnTo>
                  <a:pt x="1268770" y="41910"/>
                </a:lnTo>
                <a:lnTo>
                  <a:pt x="1255090" y="41910"/>
                </a:lnTo>
                <a:lnTo>
                  <a:pt x="1255382" y="43179"/>
                </a:lnTo>
                <a:close/>
              </a:path>
              <a:path w="1275079" h="401320">
                <a:moveTo>
                  <a:pt x="19519" y="43179"/>
                </a:moveTo>
                <a:lnTo>
                  <a:pt x="19812" y="41910"/>
                </a:lnTo>
                <a:lnTo>
                  <a:pt x="20332" y="41910"/>
                </a:lnTo>
                <a:lnTo>
                  <a:pt x="19519" y="43179"/>
                </a:lnTo>
                <a:close/>
              </a:path>
              <a:path w="1275079" h="401320">
                <a:moveTo>
                  <a:pt x="1261643" y="62229"/>
                </a:moveTo>
                <a:lnTo>
                  <a:pt x="1261071" y="58420"/>
                </a:lnTo>
                <a:lnTo>
                  <a:pt x="1260411" y="55879"/>
                </a:lnTo>
                <a:lnTo>
                  <a:pt x="1259611" y="53339"/>
                </a:lnTo>
                <a:lnTo>
                  <a:pt x="1258684" y="50800"/>
                </a:lnTo>
                <a:lnTo>
                  <a:pt x="1257630" y="48260"/>
                </a:lnTo>
                <a:lnTo>
                  <a:pt x="1257820" y="48260"/>
                </a:lnTo>
                <a:lnTo>
                  <a:pt x="1255090" y="41910"/>
                </a:lnTo>
                <a:lnTo>
                  <a:pt x="1268770" y="41910"/>
                </a:lnTo>
                <a:lnTo>
                  <a:pt x="1269365" y="43179"/>
                </a:lnTo>
                <a:lnTo>
                  <a:pt x="1270673" y="45720"/>
                </a:lnTo>
                <a:lnTo>
                  <a:pt x="1271790" y="49529"/>
                </a:lnTo>
                <a:lnTo>
                  <a:pt x="1272755" y="53339"/>
                </a:lnTo>
                <a:lnTo>
                  <a:pt x="1273543" y="55879"/>
                </a:lnTo>
                <a:lnTo>
                  <a:pt x="1274178" y="59689"/>
                </a:lnTo>
                <a:lnTo>
                  <a:pt x="1274326" y="60960"/>
                </a:lnTo>
                <a:lnTo>
                  <a:pt x="1261592" y="60960"/>
                </a:lnTo>
                <a:lnTo>
                  <a:pt x="1261643" y="62229"/>
                </a:lnTo>
                <a:close/>
              </a:path>
              <a:path w="1275079" h="401320">
                <a:moveTo>
                  <a:pt x="13258" y="62229"/>
                </a:moveTo>
                <a:lnTo>
                  <a:pt x="13309" y="60960"/>
                </a:lnTo>
                <a:lnTo>
                  <a:pt x="13449" y="60960"/>
                </a:lnTo>
                <a:lnTo>
                  <a:pt x="13258" y="62229"/>
                </a:lnTo>
                <a:close/>
              </a:path>
              <a:path w="1275079" h="401320">
                <a:moveTo>
                  <a:pt x="1273280" y="345439"/>
                </a:moveTo>
                <a:lnTo>
                  <a:pt x="1260411" y="345439"/>
                </a:lnTo>
                <a:lnTo>
                  <a:pt x="1261135" y="341629"/>
                </a:lnTo>
                <a:lnTo>
                  <a:pt x="1261643" y="339089"/>
                </a:lnTo>
                <a:lnTo>
                  <a:pt x="1262011" y="336550"/>
                </a:lnTo>
                <a:lnTo>
                  <a:pt x="1262227" y="332739"/>
                </a:lnTo>
                <a:lnTo>
                  <a:pt x="1262214" y="67310"/>
                </a:lnTo>
                <a:lnTo>
                  <a:pt x="1261973" y="64770"/>
                </a:lnTo>
                <a:lnTo>
                  <a:pt x="1261592" y="60960"/>
                </a:lnTo>
                <a:lnTo>
                  <a:pt x="1274326" y="60960"/>
                </a:lnTo>
                <a:lnTo>
                  <a:pt x="1274622" y="63500"/>
                </a:lnTo>
                <a:lnTo>
                  <a:pt x="1274902" y="67310"/>
                </a:lnTo>
                <a:lnTo>
                  <a:pt x="1274902" y="334010"/>
                </a:lnTo>
                <a:lnTo>
                  <a:pt x="1274622" y="337820"/>
                </a:lnTo>
                <a:lnTo>
                  <a:pt x="1273543" y="344170"/>
                </a:lnTo>
                <a:lnTo>
                  <a:pt x="1273280" y="345439"/>
                </a:lnTo>
                <a:close/>
              </a:path>
              <a:path w="1275079" h="401320">
                <a:moveTo>
                  <a:pt x="14706" y="345439"/>
                </a:moveTo>
                <a:lnTo>
                  <a:pt x="14490" y="345439"/>
                </a:lnTo>
                <a:lnTo>
                  <a:pt x="14414" y="344170"/>
                </a:lnTo>
                <a:lnTo>
                  <a:pt x="14706" y="345439"/>
                </a:lnTo>
                <a:close/>
              </a:path>
              <a:path w="1275079" h="401320">
                <a:moveTo>
                  <a:pt x="1266987" y="363220"/>
                </a:moveTo>
                <a:lnTo>
                  <a:pt x="1252131" y="363220"/>
                </a:lnTo>
                <a:lnTo>
                  <a:pt x="1255382" y="358139"/>
                </a:lnTo>
                <a:lnTo>
                  <a:pt x="1255090" y="358139"/>
                </a:lnTo>
                <a:lnTo>
                  <a:pt x="1257820" y="353060"/>
                </a:lnTo>
                <a:lnTo>
                  <a:pt x="1257630" y="353060"/>
                </a:lnTo>
                <a:lnTo>
                  <a:pt x="1258798" y="350520"/>
                </a:lnTo>
                <a:lnTo>
                  <a:pt x="1259712" y="347979"/>
                </a:lnTo>
                <a:lnTo>
                  <a:pt x="1260487" y="344170"/>
                </a:lnTo>
                <a:lnTo>
                  <a:pt x="1260411" y="345439"/>
                </a:lnTo>
                <a:lnTo>
                  <a:pt x="1273280" y="345439"/>
                </a:lnTo>
                <a:lnTo>
                  <a:pt x="1272755" y="347979"/>
                </a:lnTo>
                <a:lnTo>
                  <a:pt x="1271790" y="351789"/>
                </a:lnTo>
                <a:lnTo>
                  <a:pt x="1270673" y="354329"/>
                </a:lnTo>
                <a:lnTo>
                  <a:pt x="1269365" y="358139"/>
                </a:lnTo>
                <a:lnTo>
                  <a:pt x="1266987" y="363220"/>
                </a:lnTo>
                <a:close/>
              </a:path>
              <a:path w="1275079" h="401320">
                <a:moveTo>
                  <a:pt x="23361" y="363220"/>
                </a:moveTo>
                <a:lnTo>
                  <a:pt x="22771" y="363220"/>
                </a:lnTo>
                <a:lnTo>
                  <a:pt x="22428" y="361950"/>
                </a:lnTo>
                <a:lnTo>
                  <a:pt x="23361" y="363220"/>
                </a:lnTo>
                <a:close/>
              </a:path>
              <a:path w="1275079" h="401320">
                <a:moveTo>
                  <a:pt x="1261188" y="372110"/>
                </a:moveTo>
                <a:lnTo>
                  <a:pt x="1244942" y="372110"/>
                </a:lnTo>
                <a:lnTo>
                  <a:pt x="1249121" y="367029"/>
                </a:lnTo>
                <a:lnTo>
                  <a:pt x="1248740" y="367029"/>
                </a:lnTo>
                <a:lnTo>
                  <a:pt x="1252473" y="361950"/>
                </a:lnTo>
                <a:lnTo>
                  <a:pt x="1252131" y="363220"/>
                </a:lnTo>
                <a:lnTo>
                  <a:pt x="1266987" y="363220"/>
                </a:lnTo>
                <a:lnTo>
                  <a:pt x="1266393" y="364489"/>
                </a:lnTo>
                <a:lnTo>
                  <a:pt x="1262824" y="369570"/>
                </a:lnTo>
                <a:lnTo>
                  <a:pt x="1261188" y="372110"/>
                </a:lnTo>
                <a:close/>
              </a:path>
              <a:path w="1275079" h="401320">
                <a:moveTo>
                  <a:pt x="30680" y="372110"/>
                </a:moveTo>
                <a:lnTo>
                  <a:pt x="29959" y="372110"/>
                </a:lnTo>
                <a:lnTo>
                  <a:pt x="29527" y="370839"/>
                </a:lnTo>
                <a:lnTo>
                  <a:pt x="30680" y="372110"/>
                </a:lnTo>
                <a:close/>
              </a:path>
              <a:path w="1275079" h="401320">
                <a:moveTo>
                  <a:pt x="1258735" y="375920"/>
                </a:moveTo>
                <a:lnTo>
                  <a:pt x="1240764" y="375920"/>
                </a:lnTo>
                <a:lnTo>
                  <a:pt x="1245361" y="370839"/>
                </a:lnTo>
                <a:lnTo>
                  <a:pt x="1244942" y="372110"/>
                </a:lnTo>
                <a:lnTo>
                  <a:pt x="1261188" y="372110"/>
                </a:lnTo>
                <a:lnTo>
                  <a:pt x="1258735" y="375920"/>
                </a:lnTo>
                <a:close/>
              </a:path>
              <a:path w="1275079" h="401320">
                <a:moveTo>
                  <a:pt x="35335" y="375920"/>
                </a:moveTo>
                <a:lnTo>
                  <a:pt x="34137" y="375920"/>
                </a:lnTo>
                <a:lnTo>
                  <a:pt x="33667" y="374650"/>
                </a:lnTo>
                <a:lnTo>
                  <a:pt x="35335" y="375920"/>
                </a:lnTo>
                <a:close/>
              </a:path>
              <a:path w="1275079" h="401320">
                <a:moveTo>
                  <a:pt x="1252452" y="382270"/>
                </a:moveTo>
                <a:lnTo>
                  <a:pt x="1231392" y="382270"/>
                </a:lnTo>
                <a:lnTo>
                  <a:pt x="1236738" y="378460"/>
                </a:lnTo>
                <a:lnTo>
                  <a:pt x="1236230" y="378460"/>
                </a:lnTo>
                <a:lnTo>
                  <a:pt x="1241234" y="374650"/>
                </a:lnTo>
                <a:lnTo>
                  <a:pt x="1240764" y="375920"/>
                </a:lnTo>
                <a:lnTo>
                  <a:pt x="1258735" y="375920"/>
                </a:lnTo>
                <a:lnTo>
                  <a:pt x="1254137" y="381000"/>
                </a:lnTo>
                <a:lnTo>
                  <a:pt x="1252452" y="382270"/>
                </a:lnTo>
                <a:close/>
              </a:path>
              <a:path w="1275079" h="401320">
                <a:moveTo>
                  <a:pt x="45802" y="382270"/>
                </a:moveTo>
                <a:lnTo>
                  <a:pt x="43510" y="382270"/>
                </a:lnTo>
                <a:lnTo>
                  <a:pt x="42964" y="381000"/>
                </a:lnTo>
                <a:lnTo>
                  <a:pt x="45802" y="382270"/>
                </a:lnTo>
                <a:close/>
              </a:path>
              <a:path w="1275079" h="401320">
                <a:moveTo>
                  <a:pt x="1243596" y="388620"/>
                </a:moveTo>
                <a:lnTo>
                  <a:pt x="1209598" y="388620"/>
                </a:lnTo>
                <a:lnTo>
                  <a:pt x="1212849" y="387350"/>
                </a:lnTo>
                <a:lnTo>
                  <a:pt x="1218247" y="387350"/>
                </a:lnTo>
                <a:lnTo>
                  <a:pt x="1221320" y="386079"/>
                </a:lnTo>
                <a:lnTo>
                  <a:pt x="1221016" y="386079"/>
                </a:lnTo>
                <a:lnTo>
                  <a:pt x="1224038" y="384810"/>
                </a:lnTo>
                <a:lnTo>
                  <a:pt x="1223746" y="384810"/>
                </a:lnTo>
                <a:lnTo>
                  <a:pt x="1226693" y="383539"/>
                </a:lnTo>
                <a:lnTo>
                  <a:pt x="1226261" y="383539"/>
                </a:lnTo>
                <a:lnTo>
                  <a:pt x="1231938" y="381000"/>
                </a:lnTo>
                <a:lnTo>
                  <a:pt x="1231392" y="382270"/>
                </a:lnTo>
                <a:lnTo>
                  <a:pt x="1252452" y="382270"/>
                </a:lnTo>
                <a:lnTo>
                  <a:pt x="1249083" y="384810"/>
                </a:lnTo>
                <a:lnTo>
                  <a:pt x="1243596" y="388620"/>
                </a:lnTo>
                <a:close/>
              </a:path>
              <a:path w="1275079" h="401320">
                <a:moveTo>
                  <a:pt x="1218107" y="400050"/>
                </a:moveTo>
                <a:lnTo>
                  <a:pt x="56794" y="400050"/>
                </a:lnTo>
                <a:lnTo>
                  <a:pt x="49961" y="397510"/>
                </a:lnTo>
                <a:lnTo>
                  <a:pt x="1224940" y="397510"/>
                </a:lnTo>
                <a:lnTo>
                  <a:pt x="1218107" y="400050"/>
                </a:lnTo>
                <a:close/>
              </a:path>
              <a:path w="1275079" h="401320">
                <a:moveTo>
                  <a:pt x="1211033" y="401320"/>
                </a:moveTo>
                <a:lnTo>
                  <a:pt x="63868" y="401320"/>
                </a:lnTo>
                <a:lnTo>
                  <a:pt x="60299" y="400050"/>
                </a:lnTo>
                <a:lnTo>
                  <a:pt x="1214602" y="400050"/>
                </a:lnTo>
                <a:lnTo>
                  <a:pt x="1211033" y="401320"/>
                </a:lnTo>
                <a:close/>
              </a:path>
            </a:pathLst>
          </a:custGeom>
          <a:solidFill>
            <a:srgbClr val="5F95E6"/>
          </a:solidFill>
        </p:spPr>
        <p:txBody>
          <a:bodyPr wrap="square" lIns="0" tIns="0" rIns="0" bIns="0" rtlCol="0"/>
          <a:lstStyle/>
          <a:p>
            <a:endParaRPr/>
          </a:p>
        </p:txBody>
      </p:sp>
      <p:sp>
        <p:nvSpPr>
          <p:cNvPr id="11" name="object 11"/>
          <p:cNvSpPr txBox="1"/>
          <p:nvPr/>
        </p:nvSpPr>
        <p:spPr>
          <a:xfrm>
            <a:off x="349884" y="5143500"/>
            <a:ext cx="3702685" cy="1271270"/>
          </a:xfrm>
          <a:prstGeom prst="rect">
            <a:avLst/>
          </a:prstGeom>
        </p:spPr>
        <p:txBody>
          <a:bodyPr vert="horz" wrap="square" lIns="0" tIns="13335" rIns="0" bIns="0" rtlCol="0">
            <a:spAutoFit/>
          </a:bodyPr>
          <a:lstStyle/>
          <a:p>
            <a:pPr marL="283210">
              <a:lnSpc>
                <a:spcPct val="100000"/>
              </a:lnSpc>
              <a:spcBef>
                <a:spcPts val="105"/>
              </a:spcBef>
            </a:pPr>
            <a:r>
              <a:rPr sz="2000" b="1" spc="-10" dirty="0">
                <a:latin typeface="Microsoft JhengHei"/>
                <a:cs typeface="Microsoft JhengHei"/>
              </a:rPr>
              <a:t>标题创作的提示设计</a:t>
            </a:r>
            <a:endParaRPr sz="2000">
              <a:latin typeface="Microsoft JhengHei"/>
              <a:cs typeface="Microsoft JhengHei"/>
            </a:endParaRPr>
          </a:p>
          <a:p>
            <a:pPr marL="12700">
              <a:lnSpc>
                <a:spcPct val="100000"/>
              </a:lnSpc>
              <a:spcBef>
                <a:spcPts val="1225"/>
              </a:spcBef>
            </a:pPr>
            <a:r>
              <a:rPr sz="1600" spc="-20" dirty="0">
                <a:latin typeface="宋体"/>
                <a:cs typeface="宋体"/>
              </a:rPr>
              <a:t>优质的公众号标题通常具备以下特质</a:t>
            </a:r>
            <a:r>
              <a:rPr sz="1600" spc="-50" dirty="0">
                <a:latin typeface="宋体"/>
                <a:cs typeface="宋体"/>
              </a:rPr>
              <a:t>：</a:t>
            </a:r>
            <a:endParaRPr sz="1600">
              <a:latin typeface="宋体"/>
              <a:cs typeface="宋体"/>
            </a:endParaRPr>
          </a:p>
          <a:p>
            <a:pPr>
              <a:lnSpc>
                <a:spcPct val="100000"/>
              </a:lnSpc>
              <a:spcBef>
                <a:spcPts val="45"/>
              </a:spcBef>
            </a:pPr>
            <a:endParaRPr sz="1600">
              <a:latin typeface="宋体"/>
              <a:cs typeface="宋体"/>
            </a:endParaRPr>
          </a:p>
          <a:p>
            <a:pPr marL="109220">
              <a:lnSpc>
                <a:spcPct val="100000"/>
              </a:lnSpc>
              <a:spcBef>
                <a:spcPts val="5"/>
              </a:spcBef>
              <a:tabLst>
                <a:tab pos="1498600" algn="l"/>
                <a:tab pos="3002280" algn="l"/>
              </a:tabLst>
            </a:pPr>
            <a:r>
              <a:rPr sz="1800" b="1" dirty="0">
                <a:solidFill>
                  <a:srgbClr val="006FC0"/>
                </a:solidFill>
                <a:latin typeface="Microsoft JhengHei"/>
                <a:cs typeface="Microsoft JhengHei"/>
              </a:rPr>
              <a:t>信息密</a:t>
            </a:r>
            <a:r>
              <a:rPr sz="1800" b="1" spc="-50" dirty="0">
                <a:solidFill>
                  <a:srgbClr val="006FC0"/>
                </a:solidFill>
                <a:latin typeface="Microsoft JhengHei"/>
                <a:cs typeface="Microsoft JhengHei"/>
              </a:rPr>
              <a:t>度</a:t>
            </a:r>
            <a:r>
              <a:rPr sz="1800" b="1" dirty="0">
                <a:solidFill>
                  <a:srgbClr val="006FC0"/>
                </a:solidFill>
                <a:latin typeface="Microsoft JhengHei"/>
                <a:cs typeface="Microsoft JhengHei"/>
              </a:rPr>
              <a:t>	差异价</a:t>
            </a:r>
            <a:r>
              <a:rPr sz="1800" b="1" spc="-50" dirty="0">
                <a:solidFill>
                  <a:srgbClr val="006FC0"/>
                </a:solidFill>
                <a:latin typeface="Microsoft JhengHei"/>
                <a:cs typeface="Microsoft JhengHei"/>
              </a:rPr>
              <a:t>值</a:t>
            </a:r>
            <a:r>
              <a:rPr sz="1800" b="1" dirty="0">
                <a:solidFill>
                  <a:srgbClr val="006FC0"/>
                </a:solidFill>
                <a:latin typeface="Microsoft JhengHei"/>
                <a:cs typeface="Microsoft JhengHei"/>
              </a:rPr>
              <a:t>	时效</a:t>
            </a:r>
            <a:r>
              <a:rPr sz="1800" b="1" spc="-50" dirty="0">
                <a:solidFill>
                  <a:srgbClr val="006FC0"/>
                </a:solidFill>
                <a:latin typeface="Microsoft JhengHei"/>
                <a:cs typeface="Microsoft JhengHei"/>
              </a:rPr>
              <a:t>性</a:t>
            </a:r>
            <a:endParaRPr sz="1800">
              <a:latin typeface="Microsoft JhengHei"/>
              <a:cs typeface="Microsoft JhengHei"/>
            </a:endParaRPr>
          </a:p>
        </p:txBody>
      </p:sp>
      <p:sp>
        <p:nvSpPr>
          <p:cNvPr id="12" name="object 12"/>
          <p:cNvSpPr/>
          <p:nvPr/>
        </p:nvSpPr>
        <p:spPr>
          <a:xfrm>
            <a:off x="4448898" y="6092190"/>
            <a:ext cx="1275080" cy="401320"/>
          </a:xfrm>
          <a:custGeom>
            <a:avLst/>
            <a:gdLst/>
            <a:ahLst/>
            <a:cxnLst/>
            <a:rect l="l" t="t" r="r" b="b"/>
            <a:pathLst>
              <a:path w="1275079" h="401320">
                <a:moveTo>
                  <a:pt x="1218107" y="1270"/>
                </a:moveTo>
                <a:lnTo>
                  <a:pt x="56794" y="1270"/>
                </a:lnTo>
                <a:lnTo>
                  <a:pt x="60299" y="0"/>
                </a:lnTo>
                <a:lnTo>
                  <a:pt x="1214602" y="0"/>
                </a:lnTo>
                <a:lnTo>
                  <a:pt x="1218107" y="1270"/>
                </a:lnTo>
                <a:close/>
              </a:path>
              <a:path w="1275079" h="401320">
                <a:moveTo>
                  <a:pt x="1228255" y="397510"/>
                </a:moveTo>
                <a:lnTo>
                  <a:pt x="46647" y="397510"/>
                </a:lnTo>
                <a:lnTo>
                  <a:pt x="43332" y="396239"/>
                </a:lnTo>
                <a:lnTo>
                  <a:pt x="12077" y="369570"/>
                </a:lnTo>
                <a:lnTo>
                  <a:pt x="8508" y="364489"/>
                </a:lnTo>
                <a:lnTo>
                  <a:pt x="5537" y="358139"/>
                </a:lnTo>
                <a:lnTo>
                  <a:pt x="4229" y="354329"/>
                </a:lnTo>
                <a:lnTo>
                  <a:pt x="3111" y="351789"/>
                </a:lnTo>
                <a:lnTo>
                  <a:pt x="2146" y="347979"/>
                </a:lnTo>
                <a:lnTo>
                  <a:pt x="1358" y="344170"/>
                </a:lnTo>
                <a:lnTo>
                  <a:pt x="279" y="337820"/>
                </a:lnTo>
                <a:lnTo>
                  <a:pt x="0" y="334010"/>
                </a:lnTo>
                <a:lnTo>
                  <a:pt x="0" y="67310"/>
                </a:lnTo>
                <a:lnTo>
                  <a:pt x="279" y="63500"/>
                </a:lnTo>
                <a:lnTo>
                  <a:pt x="723" y="59689"/>
                </a:lnTo>
                <a:lnTo>
                  <a:pt x="1358" y="55879"/>
                </a:lnTo>
                <a:lnTo>
                  <a:pt x="2146" y="53339"/>
                </a:lnTo>
                <a:lnTo>
                  <a:pt x="3111" y="49529"/>
                </a:lnTo>
                <a:lnTo>
                  <a:pt x="4229" y="45720"/>
                </a:lnTo>
                <a:lnTo>
                  <a:pt x="5537" y="43179"/>
                </a:lnTo>
                <a:lnTo>
                  <a:pt x="8508" y="36829"/>
                </a:lnTo>
                <a:lnTo>
                  <a:pt x="37185" y="7620"/>
                </a:lnTo>
                <a:lnTo>
                  <a:pt x="53339" y="1270"/>
                </a:lnTo>
                <a:lnTo>
                  <a:pt x="1221562" y="1270"/>
                </a:lnTo>
                <a:lnTo>
                  <a:pt x="1231569" y="5079"/>
                </a:lnTo>
                <a:lnTo>
                  <a:pt x="1237716" y="7620"/>
                </a:lnTo>
                <a:lnTo>
                  <a:pt x="1243596" y="11429"/>
                </a:lnTo>
                <a:lnTo>
                  <a:pt x="1245425" y="12700"/>
                </a:lnTo>
                <a:lnTo>
                  <a:pt x="59486" y="12700"/>
                </a:lnTo>
                <a:lnTo>
                  <a:pt x="56349" y="13970"/>
                </a:lnTo>
                <a:lnTo>
                  <a:pt x="56654" y="13970"/>
                </a:lnTo>
                <a:lnTo>
                  <a:pt x="53581" y="15239"/>
                </a:lnTo>
                <a:lnTo>
                  <a:pt x="51155" y="15239"/>
                </a:lnTo>
                <a:lnTo>
                  <a:pt x="48209" y="16510"/>
                </a:lnTo>
                <a:lnTo>
                  <a:pt x="48640" y="16510"/>
                </a:lnTo>
                <a:lnTo>
                  <a:pt x="42964" y="19050"/>
                </a:lnTo>
                <a:lnTo>
                  <a:pt x="43510" y="19050"/>
                </a:lnTo>
                <a:lnTo>
                  <a:pt x="39945" y="21589"/>
                </a:lnTo>
                <a:lnTo>
                  <a:pt x="38671" y="21589"/>
                </a:lnTo>
                <a:lnTo>
                  <a:pt x="33667" y="25400"/>
                </a:lnTo>
                <a:lnTo>
                  <a:pt x="34137" y="25400"/>
                </a:lnTo>
                <a:lnTo>
                  <a:pt x="29527" y="29210"/>
                </a:lnTo>
                <a:lnTo>
                  <a:pt x="29959" y="29210"/>
                </a:lnTo>
                <a:lnTo>
                  <a:pt x="25768" y="33020"/>
                </a:lnTo>
                <a:lnTo>
                  <a:pt x="26162" y="33020"/>
                </a:lnTo>
                <a:lnTo>
                  <a:pt x="22428" y="38100"/>
                </a:lnTo>
                <a:lnTo>
                  <a:pt x="22771" y="38100"/>
                </a:lnTo>
                <a:lnTo>
                  <a:pt x="20332" y="41910"/>
                </a:lnTo>
                <a:lnTo>
                  <a:pt x="19812" y="41910"/>
                </a:lnTo>
                <a:lnTo>
                  <a:pt x="17081" y="48260"/>
                </a:lnTo>
                <a:lnTo>
                  <a:pt x="17271" y="48260"/>
                </a:lnTo>
                <a:lnTo>
                  <a:pt x="16103" y="50800"/>
                </a:lnTo>
                <a:lnTo>
                  <a:pt x="15189" y="53339"/>
                </a:lnTo>
                <a:lnTo>
                  <a:pt x="14414" y="55879"/>
                </a:lnTo>
                <a:lnTo>
                  <a:pt x="13766" y="58420"/>
                </a:lnTo>
                <a:lnTo>
                  <a:pt x="13449" y="60960"/>
                </a:lnTo>
                <a:lnTo>
                  <a:pt x="13309" y="60960"/>
                </a:lnTo>
                <a:lnTo>
                  <a:pt x="12890" y="64770"/>
                </a:lnTo>
                <a:lnTo>
                  <a:pt x="12674" y="67310"/>
                </a:lnTo>
                <a:lnTo>
                  <a:pt x="12674" y="332739"/>
                </a:lnTo>
                <a:lnTo>
                  <a:pt x="12928" y="336550"/>
                </a:lnTo>
                <a:lnTo>
                  <a:pt x="13309" y="339089"/>
                </a:lnTo>
                <a:lnTo>
                  <a:pt x="13830" y="341629"/>
                </a:lnTo>
                <a:lnTo>
                  <a:pt x="14490" y="345439"/>
                </a:lnTo>
                <a:lnTo>
                  <a:pt x="14706" y="345439"/>
                </a:lnTo>
                <a:lnTo>
                  <a:pt x="15290" y="347979"/>
                </a:lnTo>
                <a:lnTo>
                  <a:pt x="16217" y="350520"/>
                </a:lnTo>
                <a:lnTo>
                  <a:pt x="17271" y="353060"/>
                </a:lnTo>
                <a:lnTo>
                  <a:pt x="17081" y="353060"/>
                </a:lnTo>
                <a:lnTo>
                  <a:pt x="19812" y="358139"/>
                </a:lnTo>
                <a:lnTo>
                  <a:pt x="19519" y="358139"/>
                </a:lnTo>
                <a:lnTo>
                  <a:pt x="22771" y="363220"/>
                </a:lnTo>
                <a:lnTo>
                  <a:pt x="23361" y="363220"/>
                </a:lnTo>
                <a:lnTo>
                  <a:pt x="26162" y="367029"/>
                </a:lnTo>
                <a:lnTo>
                  <a:pt x="25768" y="367029"/>
                </a:lnTo>
                <a:lnTo>
                  <a:pt x="29959" y="372110"/>
                </a:lnTo>
                <a:lnTo>
                  <a:pt x="30680" y="372110"/>
                </a:lnTo>
                <a:lnTo>
                  <a:pt x="34137" y="375920"/>
                </a:lnTo>
                <a:lnTo>
                  <a:pt x="35335" y="375920"/>
                </a:lnTo>
                <a:lnTo>
                  <a:pt x="38671" y="378460"/>
                </a:lnTo>
                <a:lnTo>
                  <a:pt x="38163" y="378460"/>
                </a:lnTo>
                <a:lnTo>
                  <a:pt x="43510" y="382270"/>
                </a:lnTo>
                <a:lnTo>
                  <a:pt x="45802" y="382270"/>
                </a:lnTo>
                <a:lnTo>
                  <a:pt x="48640" y="383539"/>
                </a:lnTo>
                <a:lnTo>
                  <a:pt x="48209" y="383539"/>
                </a:lnTo>
                <a:lnTo>
                  <a:pt x="51155" y="384810"/>
                </a:lnTo>
                <a:lnTo>
                  <a:pt x="50863" y="384810"/>
                </a:lnTo>
                <a:lnTo>
                  <a:pt x="53886" y="386079"/>
                </a:lnTo>
                <a:lnTo>
                  <a:pt x="53581" y="386079"/>
                </a:lnTo>
                <a:lnTo>
                  <a:pt x="56654" y="387350"/>
                </a:lnTo>
                <a:lnTo>
                  <a:pt x="62052" y="387350"/>
                </a:lnTo>
                <a:lnTo>
                  <a:pt x="65303" y="388620"/>
                </a:lnTo>
                <a:lnTo>
                  <a:pt x="1243596" y="388620"/>
                </a:lnTo>
                <a:lnTo>
                  <a:pt x="1237716" y="392429"/>
                </a:lnTo>
                <a:lnTo>
                  <a:pt x="1231569" y="396239"/>
                </a:lnTo>
                <a:lnTo>
                  <a:pt x="1228255" y="397510"/>
                </a:lnTo>
                <a:close/>
              </a:path>
              <a:path w="1275079" h="401320">
                <a:moveTo>
                  <a:pt x="1236738" y="22860"/>
                </a:moveTo>
                <a:lnTo>
                  <a:pt x="1231391" y="19050"/>
                </a:lnTo>
                <a:lnTo>
                  <a:pt x="1231938" y="19050"/>
                </a:lnTo>
                <a:lnTo>
                  <a:pt x="1226261" y="16510"/>
                </a:lnTo>
                <a:lnTo>
                  <a:pt x="1226692" y="16510"/>
                </a:lnTo>
                <a:lnTo>
                  <a:pt x="1223746" y="15239"/>
                </a:lnTo>
                <a:lnTo>
                  <a:pt x="1221320" y="15239"/>
                </a:lnTo>
                <a:lnTo>
                  <a:pt x="1218247" y="13970"/>
                </a:lnTo>
                <a:lnTo>
                  <a:pt x="1218552" y="13970"/>
                </a:lnTo>
                <a:lnTo>
                  <a:pt x="1215415" y="12700"/>
                </a:lnTo>
                <a:lnTo>
                  <a:pt x="1245425" y="12700"/>
                </a:lnTo>
                <a:lnTo>
                  <a:pt x="1249083" y="15239"/>
                </a:lnTo>
                <a:lnTo>
                  <a:pt x="1254137" y="20320"/>
                </a:lnTo>
                <a:lnTo>
                  <a:pt x="1255287" y="21589"/>
                </a:lnTo>
                <a:lnTo>
                  <a:pt x="1236230" y="21589"/>
                </a:lnTo>
                <a:lnTo>
                  <a:pt x="1236738" y="22860"/>
                </a:lnTo>
                <a:close/>
              </a:path>
              <a:path w="1275079" h="401320">
                <a:moveTo>
                  <a:pt x="38163" y="22860"/>
                </a:moveTo>
                <a:lnTo>
                  <a:pt x="38671" y="21589"/>
                </a:lnTo>
                <a:lnTo>
                  <a:pt x="39945" y="21589"/>
                </a:lnTo>
                <a:lnTo>
                  <a:pt x="38163" y="22860"/>
                </a:lnTo>
                <a:close/>
              </a:path>
              <a:path w="1275079" h="401320">
                <a:moveTo>
                  <a:pt x="1255382" y="43179"/>
                </a:moveTo>
                <a:lnTo>
                  <a:pt x="1252131" y="38100"/>
                </a:lnTo>
                <a:lnTo>
                  <a:pt x="1252474" y="38100"/>
                </a:lnTo>
                <a:lnTo>
                  <a:pt x="1248740" y="33020"/>
                </a:lnTo>
                <a:lnTo>
                  <a:pt x="1249121" y="33020"/>
                </a:lnTo>
                <a:lnTo>
                  <a:pt x="1244942" y="29210"/>
                </a:lnTo>
                <a:lnTo>
                  <a:pt x="1245362" y="29210"/>
                </a:lnTo>
                <a:lnTo>
                  <a:pt x="1240764" y="25400"/>
                </a:lnTo>
                <a:lnTo>
                  <a:pt x="1241234" y="25400"/>
                </a:lnTo>
                <a:lnTo>
                  <a:pt x="1236230" y="21589"/>
                </a:lnTo>
                <a:lnTo>
                  <a:pt x="1255287" y="21589"/>
                </a:lnTo>
                <a:lnTo>
                  <a:pt x="1258735" y="25400"/>
                </a:lnTo>
                <a:lnTo>
                  <a:pt x="1262824" y="30479"/>
                </a:lnTo>
                <a:lnTo>
                  <a:pt x="1266393" y="36829"/>
                </a:lnTo>
                <a:lnTo>
                  <a:pt x="1268770" y="41910"/>
                </a:lnTo>
                <a:lnTo>
                  <a:pt x="1255090" y="41910"/>
                </a:lnTo>
                <a:lnTo>
                  <a:pt x="1255382" y="43179"/>
                </a:lnTo>
                <a:close/>
              </a:path>
              <a:path w="1275079" h="401320">
                <a:moveTo>
                  <a:pt x="19519" y="43179"/>
                </a:moveTo>
                <a:lnTo>
                  <a:pt x="19812" y="41910"/>
                </a:lnTo>
                <a:lnTo>
                  <a:pt x="20332" y="41910"/>
                </a:lnTo>
                <a:lnTo>
                  <a:pt x="19519" y="43179"/>
                </a:lnTo>
                <a:close/>
              </a:path>
              <a:path w="1275079" h="401320">
                <a:moveTo>
                  <a:pt x="1261643" y="62229"/>
                </a:moveTo>
                <a:lnTo>
                  <a:pt x="1261071" y="58420"/>
                </a:lnTo>
                <a:lnTo>
                  <a:pt x="1260411" y="55879"/>
                </a:lnTo>
                <a:lnTo>
                  <a:pt x="1259611" y="53339"/>
                </a:lnTo>
                <a:lnTo>
                  <a:pt x="1258684" y="50800"/>
                </a:lnTo>
                <a:lnTo>
                  <a:pt x="1257630" y="48260"/>
                </a:lnTo>
                <a:lnTo>
                  <a:pt x="1257820" y="48260"/>
                </a:lnTo>
                <a:lnTo>
                  <a:pt x="1255090" y="41910"/>
                </a:lnTo>
                <a:lnTo>
                  <a:pt x="1268770" y="41910"/>
                </a:lnTo>
                <a:lnTo>
                  <a:pt x="1269364" y="43179"/>
                </a:lnTo>
                <a:lnTo>
                  <a:pt x="1270673" y="45720"/>
                </a:lnTo>
                <a:lnTo>
                  <a:pt x="1271790" y="49529"/>
                </a:lnTo>
                <a:lnTo>
                  <a:pt x="1272755" y="53339"/>
                </a:lnTo>
                <a:lnTo>
                  <a:pt x="1273543" y="55879"/>
                </a:lnTo>
                <a:lnTo>
                  <a:pt x="1274178" y="59689"/>
                </a:lnTo>
                <a:lnTo>
                  <a:pt x="1274326" y="60960"/>
                </a:lnTo>
                <a:lnTo>
                  <a:pt x="1261592" y="60960"/>
                </a:lnTo>
                <a:lnTo>
                  <a:pt x="1261643" y="62229"/>
                </a:lnTo>
                <a:close/>
              </a:path>
              <a:path w="1275079" h="401320">
                <a:moveTo>
                  <a:pt x="13258" y="62229"/>
                </a:moveTo>
                <a:lnTo>
                  <a:pt x="13309" y="60960"/>
                </a:lnTo>
                <a:lnTo>
                  <a:pt x="13449" y="60960"/>
                </a:lnTo>
                <a:lnTo>
                  <a:pt x="13258" y="62229"/>
                </a:lnTo>
                <a:close/>
              </a:path>
              <a:path w="1275079" h="401320">
                <a:moveTo>
                  <a:pt x="1273280" y="345439"/>
                </a:moveTo>
                <a:lnTo>
                  <a:pt x="1260411" y="345439"/>
                </a:lnTo>
                <a:lnTo>
                  <a:pt x="1261135" y="341629"/>
                </a:lnTo>
                <a:lnTo>
                  <a:pt x="1261643" y="339089"/>
                </a:lnTo>
                <a:lnTo>
                  <a:pt x="1262011" y="336550"/>
                </a:lnTo>
                <a:lnTo>
                  <a:pt x="1262227" y="332739"/>
                </a:lnTo>
                <a:lnTo>
                  <a:pt x="1262202" y="67310"/>
                </a:lnTo>
                <a:lnTo>
                  <a:pt x="1261973" y="64770"/>
                </a:lnTo>
                <a:lnTo>
                  <a:pt x="1261592" y="60960"/>
                </a:lnTo>
                <a:lnTo>
                  <a:pt x="1274326" y="60960"/>
                </a:lnTo>
                <a:lnTo>
                  <a:pt x="1274622" y="63500"/>
                </a:lnTo>
                <a:lnTo>
                  <a:pt x="1274902" y="67310"/>
                </a:lnTo>
                <a:lnTo>
                  <a:pt x="1274902" y="334010"/>
                </a:lnTo>
                <a:lnTo>
                  <a:pt x="1274622" y="337820"/>
                </a:lnTo>
                <a:lnTo>
                  <a:pt x="1273543" y="344170"/>
                </a:lnTo>
                <a:lnTo>
                  <a:pt x="1273280" y="345439"/>
                </a:lnTo>
                <a:close/>
              </a:path>
              <a:path w="1275079" h="401320">
                <a:moveTo>
                  <a:pt x="14706" y="345439"/>
                </a:moveTo>
                <a:lnTo>
                  <a:pt x="14490" y="345439"/>
                </a:lnTo>
                <a:lnTo>
                  <a:pt x="14414" y="344170"/>
                </a:lnTo>
                <a:lnTo>
                  <a:pt x="14706" y="345439"/>
                </a:lnTo>
                <a:close/>
              </a:path>
              <a:path w="1275079" h="401320">
                <a:moveTo>
                  <a:pt x="1266987" y="363220"/>
                </a:moveTo>
                <a:lnTo>
                  <a:pt x="1252131" y="363220"/>
                </a:lnTo>
                <a:lnTo>
                  <a:pt x="1255382" y="358139"/>
                </a:lnTo>
                <a:lnTo>
                  <a:pt x="1255090" y="358139"/>
                </a:lnTo>
                <a:lnTo>
                  <a:pt x="1257820" y="353060"/>
                </a:lnTo>
                <a:lnTo>
                  <a:pt x="1257630" y="353060"/>
                </a:lnTo>
                <a:lnTo>
                  <a:pt x="1258798" y="350520"/>
                </a:lnTo>
                <a:lnTo>
                  <a:pt x="1259713" y="347979"/>
                </a:lnTo>
                <a:lnTo>
                  <a:pt x="1260487" y="344170"/>
                </a:lnTo>
                <a:lnTo>
                  <a:pt x="1260411" y="345439"/>
                </a:lnTo>
                <a:lnTo>
                  <a:pt x="1273280" y="345439"/>
                </a:lnTo>
                <a:lnTo>
                  <a:pt x="1272755" y="347979"/>
                </a:lnTo>
                <a:lnTo>
                  <a:pt x="1271790" y="351789"/>
                </a:lnTo>
                <a:lnTo>
                  <a:pt x="1270673" y="354329"/>
                </a:lnTo>
                <a:lnTo>
                  <a:pt x="1269364" y="358139"/>
                </a:lnTo>
                <a:lnTo>
                  <a:pt x="1266987" y="363220"/>
                </a:lnTo>
                <a:close/>
              </a:path>
              <a:path w="1275079" h="401320">
                <a:moveTo>
                  <a:pt x="23361" y="363220"/>
                </a:moveTo>
                <a:lnTo>
                  <a:pt x="22771" y="363220"/>
                </a:lnTo>
                <a:lnTo>
                  <a:pt x="22428" y="361950"/>
                </a:lnTo>
                <a:lnTo>
                  <a:pt x="23361" y="363220"/>
                </a:lnTo>
                <a:close/>
              </a:path>
              <a:path w="1275079" h="401320">
                <a:moveTo>
                  <a:pt x="1261188" y="372110"/>
                </a:moveTo>
                <a:lnTo>
                  <a:pt x="1244942" y="372110"/>
                </a:lnTo>
                <a:lnTo>
                  <a:pt x="1249121" y="367029"/>
                </a:lnTo>
                <a:lnTo>
                  <a:pt x="1248740" y="367029"/>
                </a:lnTo>
                <a:lnTo>
                  <a:pt x="1252474" y="361950"/>
                </a:lnTo>
                <a:lnTo>
                  <a:pt x="1252131" y="363220"/>
                </a:lnTo>
                <a:lnTo>
                  <a:pt x="1266987" y="363220"/>
                </a:lnTo>
                <a:lnTo>
                  <a:pt x="1266393" y="364489"/>
                </a:lnTo>
                <a:lnTo>
                  <a:pt x="1262824" y="369570"/>
                </a:lnTo>
                <a:lnTo>
                  <a:pt x="1261188" y="372110"/>
                </a:lnTo>
                <a:close/>
              </a:path>
              <a:path w="1275079" h="401320">
                <a:moveTo>
                  <a:pt x="30680" y="372110"/>
                </a:moveTo>
                <a:lnTo>
                  <a:pt x="29959" y="372110"/>
                </a:lnTo>
                <a:lnTo>
                  <a:pt x="29527" y="370839"/>
                </a:lnTo>
                <a:lnTo>
                  <a:pt x="30680" y="372110"/>
                </a:lnTo>
                <a:close/>
              </a:path>
              <a:path w="1275079" h="401320">
                <a:moveTo>
                  <a:pt x="1258735" y="375920"/>
                </a:moveTo>
                <a:lnTo>
                  <a:pt x="1240764" y="375920"/>
                </a:lnTo>
                <a:lnTo>
                  <a:pt x="1245362" y="370839"/>
                </a:lnTo>
                <a:lnTo>
                  <a:pt x="1244942" y="372110"/>
                </a:lnTo>
                <a:lnTo>
                  <a:pt x="1261188" y="372110"/>
                </a:lnTo>
                <a:lnTo>
                  <a:pt x="1258735" y="375920"/>
                </a:lnTo>
                <a:close/>
              </a:path>
              <a:path w="1275079" h="401320">
                <a:moveTo>
                  <a:pt x="35335" y="375920"/>
                </a:moveTo>
                <a:lnTo>
                  <a:pt x="34137" y="375920"/>
                </a:lnTo>
                <a:lnTo>
                  <a:pt x="33667" y="374650"/>
                </a:lnTo>
                <a:lnTo>
                  <a:pt x="35335" y="375920"/>
                </a:lnTo>
                <a:close/>
              </a:path>
              <a:path w="1275079" h="401320">
                <a:moveTo>
                  <a:pt x="1252452" y="382270"/>
                </a:moveTo>
                <a:lnTo>
                  <a:pt x="1231391" y="382270"/>
                </a:lnTo>
                <a:lnTo>
                  <a:pt x="1236738" y="378460"/>
                </a:lnTo>
                <a:lnTo>
                  <a:pt x="1236230" y="378460"/>
                </a:lnTo>
                <a:lnTo>
                  <a:pt x="1241234" y="374650"/>
                </a:lnTo>
                <a:lnTo>
                  <a:pt x="1240764" y="375920"/>
                </a:lnTo>
                <a:lnTo>
                  <a:pt x="1258735" y="375920"/>
                </a:lnTo>
                <a:lnTo>
                  <a:pt x="1254137" y="381000"/>
                </a:lnTo>
                <a:lnTo>
                  <a:pt x="1252452" y="382270"/>
                </a:lnTo>
                <a:close/>
              </a:path>
              <a:path w="1275079" h="401320">
                <a:moveTo>
                  <a:pt x="45802" y="382270"/>
                </a:moveTo>
                <a:lnTo>
                  <a:pt x="43510" y="382270"/>
                </a:lnTo>
                <a:lnTo>
                  <a:pt x="42964" y="381000"/>
                </a:lnTo>
                <a:lnTo>
                  <a:pt x="45802" y="382270"/>
                </a:lnTo>
                <a:close/>
              </a:path>
              <a:path w="1275079" h="401320">
                <a:moveTo>
                  <a:pt x="1243596" y="388620"/>
                </a:moveTo>
                <a:lnTo>
                  <a:pt x="1209598" y="388620"/>
                </a:lnTo>
                <a:lnTo>
                  <a:pt x="1212850" y="387350"/>
                </a:lnTo>
                <a:lnTo>
                  <a:pt x="1218247" y="387350"/>
                </a:lnTo>
                <a:lnTo>
                  <a:pt x="1221320" y="386079"/>
                </a:lnTo>
                <a:lnTo>
                  <a:pt x="1221016" y="386079"/>
                </a:lnTo>
                <a:lnTo>
                  <a:pt x="1224038" y="384810"/>
                </a:lnTo>
                <a:lnTo>
                  <a:pt x="1223746" y="384810"/>
                </a:lnTo>
                <a:lnTo>
                  <a:pt x="1226692" y="383539"/>
                </a:lnTo>
                <a:lnTo>
                  <a:pt x="1226261" y="383539"/>
                </a:lnTo>
                <a:lnTo>
                  <a:pt x="1231938" y="381000"/>
                </a:lnTo>
                <a:lnTo>
                  <a:pt x="1231391" y="382270"/>
                </a:lnTo>
                <a:lnTo>
                  <a:pt x="1252452" y="382270"/>
                </a:lnTo>
                <a:lnTo>
                  <a:pt x="1249083" y="384810"/>
                </a:lnTo>
                <a:lnTo>
                  <a:pt x="1243596" y="388620"/>
                </a:lnTo>
                <a:close/>
              </a:path>
              <a:path w="1275079" h="401320">
                <a:moveTo>
                  <a:pt x="1218107" y="400050"/>
                </a:moveTo>
                <a:lnTo>
                  <a:pt x="56794" y="400050"/>
                </a:lnTo>
                <a:lnTo>
                  <a:pt x="49961" y="397510"/>
                </a:lnTo>
                <a:lnTo>
                  <a:pt x="1224940" y="397510"/>
                </a:lnTo>
                <a:lnTo>
                  <a:pt x="1218107" y="400050"/>
                </a:lnTo>
                <a:close/>
              </a:path>
              <a:path w="1275079" h="401320">
                <a:moveTo>
                  <a:pt x="1211033" y="401320"/>
                </a:moveTo>
                <a:lnTo>
                  <a:pt x="63868" y="401320"/>
                </a:lnTo>
                <a:lnTo>
                  <a:pt x="60299" y="400050"/>
                </a:lnTo>
                <a:lnTo>
                  <a:pt x="1214602" y="400050"/>
                </a:lnTo>
                <a:lnTo>
                  <a:pt x="1211033" y="401320"/>
                </a:lnTo>
                <a:close/>
              </a:path>
            </a:pathLst>
          </a:custGeom>
          <a:solidFill>
            <a:srgbClr val="5F95E6"/>
          </a:solidFill>
        </p:spPr>
        <p:txBody>
          <a:bodyPr wrap="square" lIns="0" tIns="0" rIns="0" bIns="0" rtlCol="0"/>
          <a:lstStyle/>
          <a:p>
            <a:endParaRPr/>
          </a:p>
        </p:txBody>
      </p:sp>
      <p:sp>
        <p:nvSpPr>
          <p:cNvPr id="13" name="object 13"/>
          <p:cNvSpPr txBox="1"/>
          <p:nvPr/>
        </p:nvSpPr>
        <p:spPr>
          <a:xfrm>
            <a:off x="4615129" y="6114999"/>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006FC0"/>
                </a:solidFill>
                <a:latin typeface="Microsoft JhengHei"/>
                <a:cs typeface="Microsoft JhengHei"/>
              </a:rPr>
              <a:t>平台调性</a:t>
            </a:r>
            <a:endParaRPr sz="1800">
              <a:latin typeface="Microsoft JhengHei"/>
              <a:cs typeface="Microsoft JhengHei"/>
            </a:endParaRPr>
          </a:p>
        </p:txBody>
      </p:sp>
      <p:pic>
        <p:nvPicPr>
          <p:cNvPr id="14" name="object 14"/>
          <p:cNvPicPr/>
          <p:nvPr/>
        </p:nvPicPr>
        <p:blipFill>
          <a:blip r:embed="rId3" cstate="print"/>
          <a:stretch>
            <a:fillRect/>
          </a:stretch>
        </p:blipFill>
        <p:spPr>
          <a:xfrm>
            <a:off x="5891212" y="724852"/>
            <a:ext cx="5869305" cy="3096260"/>
          </a:xfrm>
          <a:prstGeom prst="rect">
            <a:avLst/>
          </a:prstGeom>
        </p:spPr>
      </p:pic>
      <p:sp>
        <p:nvSpPr>
          <p:cNvPr id="15" name="object 15"/>
          <p:cNvSpPr txBox="1"/>
          <p:nvPr/>
        </p:nvSpPr>
        <p:spPr>
          <a:xfrm>
            <a:off x="6272529" y="768858"/>
            <a:ext cx="5499735" cy="5862955"/>
          </a:xfrm>
          <a:prstGeom prst="rect">
            <a:avLst/>
          </a:prstGeom>
        </p:spPr>
        <p:txBody>
          <a:bodyPr vert="horz" wrap="square" lIns="0" tIns="60960" rIns="0" bIns="0" rtlCol="0">
            <a:spAutoFit/>
          </a:bodyPr>
          <a:lstStyle/>
          <a:p>
            <a:pPr marL="12700">
              <a:lnSpc>
                <a:spcPct val="100000"/>
              </a:lnSpc>
              <a:spcBef>
                <a:spcPts val="480"/>
              </a:spcBef>
            </a:pPr>
            <a:r>
              <a:rPr sz="1600" spc="-20" dirty="0">
                <a:latin typeface="宋体"/>
                <a:cs typeface="宋体"/>
              </a:rPr>
              <a:t>基于以上特质，设计标题生成的提示语需把握以下原则</a:t>
            </a:r>
            <a:r>
              <a:rPr sz="1600" spc="-50" dirty="0">
                <a:latin typeface="宋体"/>
                <a:cs typeface="宋体"/>
              </a:rPr>
              <a:t>：</a:t>
            </a:r>
            <a:endParaRPr sz="1600">
              <a:latin typeface="宋体"/>
              <a:cs typeface="宋体"/>
            </a:endParaRPr>
          </a:p>
          <a:p>
            <a:pPr marL="532130" indent="-519430">
              <a:lnSpc>
                <a:spcPct val="100000"/>
              </a:lnSpc>
              <a:spcBef>
                <a:spcPts val="380"/>
              </a:spcBef>
              <a:buSzPct val="93750"/>
              <a:buAutoNum type="arabicPlain"/>
              <a:tabLst>
                <a:tab pos="532130" algn="l"/>
              </a:tabLst>
            </a:pPr>
            <a:r>
              <a:rPr sz="1600" spc="-25" dirty="0">
                <a:latin typeface="宋体"/>
                <a:cs typeface="宋体"/>
              </a:rPr>
              <a:t>明确价值维度：指明文章提供的具体价值类型，如解</a:t>
            </a:r>
            <a:endParaRPr sz="1600">
              <a:latin typeface="宋体"/>
              <a:cs typeface="宋体"/>
            </a:endParaRPr>
          </a:p>
          <a:p>
            <a:pPr marL="12700">
              <a:lnSpc>
                <a:spcPct val="100000"/>
              </a:lnSpc>
              <a:spcBef>
                <a:spcPts val="380"/>
              </a:spcBef>
            </a:pPr>
            <a:r>
              <a:rPr sz="1600" spc="-20" dirty="0">
                <a:latin typeface="宋体"/>
                <a:cs typeface="宋体"/>
              </a:rPr>
              <a:t>决方案、深度分析、经验分享等。这有助于</a:t>
            </a:r>
            <a:r>
              <a:rPr sz="1600" spc="-10" dirty="0">
                <a:latin typeface="Arial"/>
                <a:cs typeface="Arial"/>
              </a:rPr>
              <a:t>AI</a:t>
            </a:r>
            <a:r>
              <a:rPr sz="1600" spc="-20" dirty="0">
                <a:latin typeface="宋体"/>
                <a:cs typeface="宋体"/>
              </a:rPr>
              <a:t>聚焦输出方向</a:t>
            </a:r>
            <a:r>
              <a:rPr sz="1600" spc="-50" dirty="0">
                <a:latin typeface="宋体"/>
                <a:cs typeface="宋体"/>
              </a:rPr>
              <a:t>。</a:t>
            </a:r>
            <a:endParaRPr sz="1600">
              <a:latin typeface="宋体"/>
              <a:cs typeface="宋体"/>
            </a:endParaRPr>
          </a:p>
          <a:p>
            <a:pPr marL="12700" marR="197485">
              <a:lnSpc>
                <a:spcPct val="119800"/>
              </a:lnSpc>
              <a:buSzPct val="93750"/>
              <a:buAutoNum type="arabicPlain" startAt="2"/>
              <a:tabLst>
                <a:tab pos="532130" algn="l"/>
              </a:tabLst>
            </a:pPr>
            <a:r>
              <a:rPr sz="1600" spc="-25" dirty="0">
                <a:latin typeface="宋体"/>
                <a:cs typeface="宋体"/>
              </a:rPr>
              <a:t>设定语气基调：根据账号调性确定表达基调，可以是严谨专业型、观点鲜明型或温和建议型。不同基调会影响标题的表达方式。</a:t>
            </a:r>
            <a:endParaRPr sz="1600">
              <a:latin typeface="宋体"/>
              <a:cs typeface="宋体"/>
            </a:endParaRPr>
          </a:p>
          <a:p>
            <a:pPr marL="12700" marR="287020">
              <a:lnSpc>
                <a:spcPct val="119800"/>
              </a:lnSpc>
              <a:buSzPct val="93750"/>
              <a:buAutoNum type="arabicPlain" startAt="2"/>
              <a:tabLst>
                <a:tab pos="532130" algn="l"/>
              </a:tabLst>
            </a:pPr>
            <a:r>
              <a:rPr sz="1600" spc="-25" dirty="0">
                <a:latin typeface="宋体"/>
                <a:cs typeface="宋体"/>
              </a:rPr>
              <a:t>限定结构要素：规定标题需包含的核心要素，如热点词、数据点、专家观点等，确保生成的标题信息完整。</a:t>
            </a:r>
            <a:endParaRPr sz="1600">
              <a:latin typeface="宋体"/>
              <a:cs typeface="宋体"/>
            </a:endParaRPr>
          </a:p>
          <a:p>
            <a:pPr marL="12700" marR="287020">
              <a:lnSpc>
                <a:spcPct val="119800"/>
              </a:lnSpc>
              <a:buSzPct val="93750"/>
              <a:buAutoNum type="arabicPlain" startAt="2"/>
              <a:tabLst>
                <a:tab pos="532130" algn="l"/>
              </a:tabLst>
            </a:pPr>
            <a:r>
              <a:rPr sz="1600" spc="-25" dirty="0">
                <a:latin typeface="宋体"/>
                <a:cs typeface="宋体"/>
              </a:rPr>
              <a:t>平衡吸引力与专业性：在提示语中设置约束条件，避免标题过于营销化或者过于学术化。</a:t>
            </a:r>
            <a:endParaRPr sz="1600">
              <a:latin typeface="宋体"/>
              <a:cs typeface="宋体"/>
            </a:endParaRPr>
          </a:p>
          <a:p>
            <a:pPr>
              <a:lnSpc>
                <a:spcPct val="100000"/>
              </a:lnSpc>
              <a:spcBef>
                <a:spcPts val="20"/>
              </a:spcBef>
              <a:buFont typeface=""/>
              <a:buAutoNum type="arabicPlain" startAt="2"/>
            </a:pPr>
            <a:endParaRPr sz="1800">
              <a:latin typeface="宋体"/>
              <a:cs typeface="宋体"/>
            </a:endParaRPr>
          </a:p>
          <a:p>
            <a:pPr marL="226695">
              <a:lnSpc>
                <a:spcPct val="100000"/>
              </a:lnSpc>
            </a:pPr>
            <a:r>
              <a:rPr sz="1800" b="1" spc="-15" dirty="0">
                <a:solidFill>
                  <a:srgbClr val="FFFFFF"/>
                </a:solidFill>
                <a:latin typeface="Microsoft JhengHei"/>
                <a:cs typeface="Microsoft JhengHei"/>
              </a:rPr>
              <a:t>应用示例</a:t>
            </a:r>
            <a:endParaRPr sz="1800">
              <a:latin typeface="Microsoft JhengHei"/>
              <a:cs typeface="Microsoft JhengHei"/>
            </a:endParaRPr>
          </a:p>
          <a:p>
            <a:pPr marL="24765" marR="3440429">
              <a:lnSpc>
                <a:spcPts val="1400"/>
              </a:lnSpc>
              <a:spcBef>
                <a:spcPts val="315"/>
              </a:spcBef>
            </a:pPr>
            <a:r>
              <a:rPr sz="1200" spc="-20" dirty="0">
                <a:latin typeface="宋体"/>
                <a:cs typeface="宋体"/>
              </a:rPr>
              <a:t>请基于以下要素生成文章标题:</a:t>
            </a:r>
            <a:r>
              <a:rPr sz="1200" spc="-60" dirty="0">
                <a:latin typeface="宋体"/>
                <a:cs typeface="宋体"/>
              </a:rPr>
              <a:t>主题：[</a:t>
            </a:r>
            <a:r>
              <a:rPr sz="1200" spc="-20" dirty="0">
                <a:latin typeface="宋体"/>
                <a:cs typeface="宋体"/>
              </a:rPr>
              <a:t>主题]</a:t>
            </a:r>
            <a:endParaRPr sz="1200">
              <a:latin typeface="宋体"/>
              <a:cs typeface="宋体"/>
            </a:endParaRPr>
          </a:p>
          <a:p>
            <a:pPr marL="24765">
              <a:lnSpc>
                <a:spcPts val="1340"/>
              </a:lnSpc>
            </a:pPr>
            <a:r>
              <a:rPr sz="1200" spc="-40" dirty="0">
                <a:latin typeface="宋体"/>
                <a:cs typeface="宋体"/>
              </a:rPr>
              <a:t>核心观点：[</a:t>
            </a:r>
            <a:r>
              <a:rPr sz="1200" spc="-20" dirty="0">
                <a:latin typeface="宋体"/>
                <a:cs typeface="宋体"/>
              </a:rPr>
              <a:t>观点]</a:t>
            </a:r>
            <a:endParaRPr sz="1200">
              <a:latin typeface="宋体"/>
              <a:cs typeface="宋体"/>
            </a:endParaRPr>
          </a:p>
          <a:p>
            <a:pPr marL="24765">
              <a:lnSpc>
                <a:spcPts val="1400"/>
              </a:lnSpc>
            </a:pPr>
            <a:r>
              <a:rPr sz="1200" spc="-40" dirty="0">
                <a:latin typeface="宋体"/>
                <a:cs typeface="宋体"/>
              </a:rPr>
              <a:t>目标读者：[</a:t>
            </a:r>
            <a:r>
              <a:rPr sz="1200" spc="-10" dirty="0">
                <a:latin typeface="宋体"/>
                <a:cs typeface="宋体"/>
              </a:rPr>
              <a:t>读者群体]</a:t>
            </a:r>
            <a:endParaRPr sz="1200">
              <a:latin typeface="宋体"/>
              <a:cs typeface="宋体"/>
            </a:endParaRPr>
          </a:p>
          <a:p>
            <a:pPr marL="24765" marR="3229610">
              <a:lnSpc>
                <a:spcPts val="1400"/>
              </a:lnSpc>
              <a:spcBef>
                <a:spcPts val="60"/>
              </a:spcBef>
            </a:pPr>
            <a:r>
              <a:rPr sz="1200" spc="-25" dirty="0">
                <a:latin typeface="宋体"/>
                <a:cs typeface="宋体"/>
              </a:rPr>
              <a:t>价值类型：分析型/</a:t>
            </a:r>
            <a:r>
              <a:rPr sz="1200" spc="-50" dirty="0">
                <a:latin typeface="宋体"/>
                <a:cs typeface="宋体"/>
              </a:rPr>
              <a:t>方法型/</a:t>
            </a:r>
            <a:r>
              <a:rPr sz="1200" spc="-20" dirty="0">
                <a:latin typeface="宋体"/>
                <a:cs typeface="宋体"/>
              </a:rPr>
              <a:t>经验型</a:t>
            </a:r>
            <a:r>
              <a:rPr sz="1200" spc="-25" dirty="0">
                <a:latin typeface="宋体"/>
                <a:cs typeface="宋体"/>
              </a:rPr>
              <a:t>表达基调：专业/</a:t>
            </a:r>
            <a:r>
              <a:rPr sz="1200" spc="-70" dirty="0">
                <a:latin typeface="宋体"/>
                <a:cs typeface="宋体"/>
              </a:rPr>
              <a:t>犀利/</a:t>
            </a:r>
            <a:r>
              <a:rPr sz="1200" spc="-25" dirty="0">
                <a:latin typeface="宋体"/>
                <a:cs typeface="宋体"/>
              </a:rPr>
              <a:t>温和</a:t>
            </a:r>
            <a:endParaRPr sz="1200">
              <a:latin typeface="宋体"/>
              <a:cs typeface="宋体"/>
            </a:endParaRPr>
          </a:p>
          <a:p>
            <a:pPr marL="62230" marR="2924810" indent="-37465">
              <a:lnSpc>
                <a:spcPts val="1400"/>
              </a:lnSpc>
            </a:pPr>
            <a:r>
              <a:rPr sz="1200" spc="-25" dirty="0">
                <a:latin typeface="宋体"/>
                <a:cs typeface="宋体"/>
              </a:rPr>
              <a:t>必要元素：数据点/</a:t>
            </a:r>
            <a:r>
              <a:rPr sz="1200" spc="-40" dirty="0">
                <a:latin typeface="宋体"/>
                <a:cs typeface="宋体"/>
              </a:rPr>
              <a:t>行业洞察/</a:t>
            </a:r>
            <a:r>
              <a:rPr sz="1200" spc="-15" dirty="0">
                <a:latin typeface="宋体"/>
                <a:cs typeface="宋体"/>
              </a:rPr>
              <a:t>专家引用</a:t>
            </a:r>
            <a:r>
              <a:rPr sz="1200" spc="-10" dirty="0">
                <a:latin typeface="宋体"/>
                <a:cs typeface="宋体"/>
              </a:rPr>
              <a:t>差异化要求：</a:t>
            </a:r>
            <a:endParaRPr sz="1200">
              <a:latin typeface="宋体"/>
              <a:cs typeface="宋体"/>
            </a:endParaRPr>
          </a:p>
          <a:p>
            <a:pPr marL="225425" lvl="1" indent="-88265">
              <a:lnSpc>
                <a:spcPts val="1340"/>
              </a:lnSpc>
              <a:buChar char="-"/>
              <a:tabLst>
                <a:tab pos="225425" algn="l"/>
              </a:tabLst>
            </a:pPr>
            <a:r>
              <a:rPr sz="1200" spc="-25" dirty="0">
                <a:latin typeface="宋体"/>
                <a:cs typeface="宋体"/>
              </a:rPr>
              <a:t>竞品分析：[</a:t>
            </a:r>
            <a:r>
              <a:rPr sz="1200" spc="-60" dirty="0">
                <a:latin typeface="宋体"/>
                <a:cs typeface="宋体"/>
              </a:rPr>
              <a:t>3—</a:t>
            </a:r>
            <a:r>
              <a:rPr sz="1200" dirty="0">
                <a:latin typeface="宋体"/>
                <a:cs typeface="宋体"/>
              </a:rPr>
              <a:t>5</a:t>
            </a:r>
            <a:r>
              <a:rPr sz="1200" spc="-10" dirty="0">
                <a:latin typeface="宋体"/>
                <a:cs typeface="宋体"/>
              </a:rPr>
              <a:t>个同主题标题]</a:t>
            </a:r>
            <a:endParaRPr sz="1200">
              <a:latin typeface="宋体"/>
              <a:cs typeface="宋体"/>
            </a:endParaRPr>
          </a:p>
          <a:p>
            <a:pPr marL="24765" marR="3793490" lvl="1" indent="112395">
              <a:lnSpc>
                <a:spcPts val="1400"/>
              </a:lnSpc>
              <a:spcBef>
                <a:spcPts val="60"/>
              </a:spcBef>
              <a:buChar char="-"/>
              <a:tabLst>
                <a:tab pos="225425" algn="l"/>
              </a:tabLst>
            </a:pPr>
            <a:r>
              <a:rPr sz="1200" spc="-40" dirty="0">
                <a:latin typeface="宋体"/>
                <a:cs typeface="宋体"/>
              </a:rPr>
              <a:t>创新角度：[</a:t>
            </a:r>
            <a:r>
              <a:rPr sz="1200" spc="-50" dirty="0">
                <a:latin typeface="宋体"/>
                <a:cs typeface="宋体"/>
              </a:rPr>
              <a:t>具体说明]</a:t>
            </a:r>
            <a:r>
              <a:rPr sz="1200" spc="-10" dirty="0">
                <a:latin typeface="宋体"/>
                <a:cs typeface="宋体"/>
              </a:rPr>
              <a:t>生成要求：</a:t>
            </a:r>
            <a:endParaRPr sz="1200">
              <a:latin typeface="宋体"/>
              <a:cs typeface="宋体"/>
            </a:endParaRPr>
          </a:p>
          <a:p>
            <a:pPr marL="225425" lvl="1" indent="-88265">
              <a:lnSpc>
                <a:spcPts val="1340"/>
              </a:lnSpc>
              <a:buChar char="-"/>
              <a:tabLst>
                <a:tab pos="225425" algn="l"/>
              </a:tabLst>
            </a:pPr>
            <a:r>
              <a:rPr sz="1200" dirty="0">
                <a:latin typeface="宋体"/>
                <a:cs typeface="宋体"/>
              </a:rPr>
              <a:t>提供3</a:t>
            </a:r>
            <a:r>
              <a:rPr sz="1200" spc="-20" dirty="0">
                <a:latin typeface="宋体"/>
                <a:cs typeface="宋体"/>
              </a:rPr>
              <a:t>个方案</a:t>
            </a:r>
            <a:endParaRPr sz="1200">
              <a:latin typeface="宋体"/>
              <a:cs typeface="宋体"/>
            </a:endParaRPr>
          </a:p>
          <a:p>
            <a:pPr marL="225425" lvl="1" indent="-88265">
              <a:lnSpc>
                <a:spcPts val="1420"/>
              </a:lnSpc>
              <a:buChar char="-"/>
              <a:tabLst>
                <a:tab pos="225425" algn="l"/>
              </a:tabLst>
            </a:pPr>
            <a:r>
              <a:rPr sz="1200" spc="-10" dirty="0">
                <a:latin typeface="宋体"/>
                <a:cs typeface="宋体"/>
              </a:rPr>
              <a:t>每个方案说明亮点</a:t>
            </a:r>
            <a:endParaRPr sz="1200">
              <a:latin typeface="宋体"/>
              <a:cs typeface="宋体"/>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53380" cy="634365"/>
          </a:xfrm>
          <a:prstGeom prst="rect">
            <a:avLst/>
          </a:prstGeom>
        </p:spPr>
        <p:txBody>
          <a:bodyPr vert="horz" wrap="square" lIns="0" tIns="12065" rIns="0" bIns="0" rtlCol="0">
            <a:spAutoFit/>
          </a:bodyPr>
          <a:lstStyle/>
          <a:p>
            <a:pPr marL="12700">
              <a:lnSpc>
                <a:spcPct val="100000"/>
              </a:lnSpc>
              <a:spcBef>
                <a:spcPts val="95"/>
              </a:spcBef>
            </a:pPr>
            <a:r>
              <a:rPr sz="4000" spc="270" dirty="0"/>
              <a:t>创作引导提示语（二</a:t>
            </a:r>
            <a:r>
              <a:rPr sz="4000" spc="-50" dirty="0"/>
              <a:t>）</a:t>
            </a:r>
            <a:endParaRPr sz="4000"/>
          </a:p>
        </p:txBody>
      </p:sp>
      <p:sp>
        <p:nvSpPr>
          <p:cNvPr id="3" name="object 3"/>
          <p:cNvSpPr/>
          <p:nvPr/>
        </p:nvSpPr>
        <p:spPr>
          <a:xfrm>
            <a:off x="4523232" y="975360"/>
            <a:ext cx="2106295" cy="349250"/>
          </a:xfrm>
          <a:custGeom>
            <a:avLst/>
            <a:gdLst/>
            <a:ahLst/>
            <a:cxnLst/>
            <a:rect l="l" t="t" r="r" b="b"/>
            <a:pathLst>
              <a:path w="2106295" h="349250">
                <a:moveTo>
                  <a:pt x="2046732" y="348995"/>
                </a:moveTo>
                <a:lnTo>
                  <a:pt x="57912" y="348995"/>
                </a:lnTo>
                <a:lnTo>
                  <a:pt x="34997" y="344569"/>
                </a:lnTo>
                <a:lnTo>
                  <a:pt x="16440" y="332174"/>
                </a:lnTo>
                <a:lnTo>
                  <a:pt x="4140" y="313713"/>
                </a:lnTo>
                <a:lnTo>
                  <a:pt x="0" y="291083"/>
                </a:lnTo>
                <a:lnTo>
                  <a:pt x="0" y="57911"/>
                </a:lnTo>
                <a:lnTo>
                  <a:pt x="4140" y="35425"/>
                </a:lnTo>
                <a:lnTo>
                  <a:pt x="16440" y="17011"/>
                </a:lnTo>
                <a:lnTo>
                  <a:pt x="34997" y="4569"/>
                </a:lnTo>
                <a:lnTo>
                  <a:pt x="57912" y="0"/>
                </a:lnTo>
                <a:lnTo>
                  <a:pt x="2046732" y="0"/>
                </a:lnTo>
                <a:lnTo>
                  <a:pt x="2069742" y="4569"/>
                </a:lnTo>
                <a:lnTo>
                  <a:pt x="2088489" y="17011"/>
                </a:lnTo>
                <a:lnTo>
                  <a:pt x="2101217" y="35425"/>
                </a:lnTo>
                <a:lnTo>
                  <a:pt x="2106167" y="57911"/>
                </a:lnTo>
                <a:lnTo>
                  <a:pt x="2106167" y="291083"/>
                </a:lnTo>
                <a:lnTo>
                  <a:pt x="2101217" y="313713"/>
                </a:lnTo>
                <a:lnTo>
                  <a:pt x="2088489" y="332174"/>
                </a:lnTo>
                <a:lnTo>
                  <a:pt x="2069742" y="344569"/>
                </a:lnTo>
                <a:lnTo>
                  <a:pt x="2046732" y="348995"/>
                </a:lnTo>
                <a:close/>
              </a:path>
            </a:pathLst>
          </a:custGeom>
          <a:solidFill>
            <a:srgbClr val="0A80DF"/>
          </a:solidFill>
        </p:spPr>
        <p:txBody>
          <a:bodyPr wrap="square" lIns="0" tIns="0" rIns="0" bIns="0" rtlCol="0"/>
          <a:lstStyle/>
          <a:p>
            <a:endParaRPr/>
          </a:p>
        </p:txBody>
      </p:sp>
      <p:sp>
        <p:nvSpPr>
          <p:cNvPr id="4" name="object 4"/>
          <p:cNvSpPr txBox="1"/>
          <p:nvPr/>
        </p:nvSpPr>
        <p:spPr>
          <a:xfrm>
            <a:off x="5104028" y="1001928"/>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5" name="object 5"/>
          <p:cNvSpPr txBox="1"/>
          <p:nvPr/>
        </p:nvSpPr>
        <p:spPr>
          <a:xfrm>
            <a:off x="367029" y="1053959"/>
            <a:ext cx="3479165" cy="772160"/>
          </a:xfrm>
          <a:prstGeom prst="rect">
            <a:avLst/>
          </a:prstGeom>
        </p:spPr>
        <p:txBody>
          <a:bodyPr vert="horz" wrap="square" lIns="0" tIns="123189" rIns="0" bIns="0" rtlCol="0">
            <a:spAutoFit/>
          </a:bodyPr>
          <a:lstStyle/>
          <a:p>
            <a:pPr marL="283210">
              <a:lnSpc>
                <a:spcPct val="100000"/>
              </a:lnSpc>
              <a:spcBef>
                <a:spcPts val="969"/>
              </a:spcBef>
            </a:pPr>
            <a:r>
              <a:rPr sz="2000" b="1" spc="-10" dirty="0">
                <a:latin typeface="Microsoft JhengHei"/>
                <a:cs typeface="Microsoft JhengHei"/>
              </a:rPr>
              <a:t>内容结构的提示设计</a:t>
            </a:r>
            <a:endParaRPr sz="2000">
              <a:latin typeface="Microsoft JhengHei"/>
              <a:cs typeface="Microsoft JhengHei"/>
            </a:endParaRPr>
          </a:p>
          <a:p>
            <a:pPr marL="12700">
              <a:lnSpc>
                <a:spcPct val="100000"/>
              </a:lnSpc>
              <a:spcBef>
                <a:spcPts val="685"/>
              </a:spcBef>
            </a:pPr>
            <a:r>
              <a:rPr sz="1600" spc="-20" dirty="0">
                <a:latin typeface="宋体"/>
                <a:cs typeface="宋体"/>
              </a:rPr>
              <a:t>高质量的内容结构通常体现以下特点</a:t>
            </a:r>
            <a:r>
              <a:rPr sz="1600" spc="-50" dirty="0">
                <a:latin typeface="宋体"/>
                <a:cs typeface="宋体"/>
              </a:rPr>
              <a:t>：</a:t>
            </a:r>
            <a:endParaRPr sz="1600">
              <a:latin typeface="宋体"/>
              <a:cs typeface="宋体"/>
            </a:endParaRPr>
          </a:p>
        </p:txBody>
      </p:sp>
      <p:sp>
        <p:nvSpPr>
          <p:cNvPr id="6" name="object 6"/>
          <p:cNvSpPr/>
          <p:nvPr/>
        </p:nvSpPr>
        <p:spPr>
          <a:xfrm>
            <a:off x="297903" y="1906904"/>
            <a:ext cx="1275080" cy="401320"/>
          </a:xfrm>
          <a:custGeom>
            <a:avLst/>
            <a:gdLst/>
            <a:ahLst/>
            <a:cxnLst/>
            <a:rect l="l" t="t" r="r" b="b"/>
            <a:pathLst>
              <a:path w="1275080" h="401319">
                <a:moveTo>
                  <a:pt x="1218107" y="1270"/>
                </a:moveTo>
                <a:lnTo>
                  <a:pt x="56794" y="1270"/>
                </a:lnTo>
                <a:lnTo>
                  <a:pt x="60299" y="0"/>
                </a:lnTo>
                <a:lnTo>
                  <a:pt x="1214602" y="0"/>
                </a:lnTo>
                <a:lnTo>
                  <a:pt x="1218107" y="1270"/>
                </a:lnTo>
                <a:close/>
              </a:path>
              <a:path w="1275080" h="401319">
                <a:moveTo>
                  <a:pt x="1228255" y="397510"/>
                </a:moveTo>
                <a:lnTo>
                  <a:pt x="46647" y="397510"/>
                </a:lnTo>
                <a:lnTo>
                  <a:pt x="43332" y="396240"/>
                </a:lnTo>
                <a:lnTo>
                  <a:pt x="12077" y="369570"/>
                </a:lnTo>
                <a:lnTo>
                  <a:pt x="8508" y="364490"/>
                </a:lnTo>
                <a:lnTo>
                  <a:pt x="5537" y="358140"/>
                </a:lnTo>
                <a:lnTo>
                  <a:pt x="4229" y="354330"/>
                </a:lnTo>
                <a:lnTo>
                  <a:pt x="3111" y="351790"/>
                </a:lnTo>
                <a:lnTo>
                  <a:pt x="2146" y="347980"/>
                </a:lnTo>
                <a:lnTo>
                  <a:pt x="1358" y="344170"/>
                </a:lnTo>
                <a:lnTo>
                  <a:pt x="279" y="337820"/>
                </a:lnTo>
                <a:lnTo>
                  <a:pt x="0" y="334010"/>
                </a:lnTo>
                <a:lnTo>
                  <a:pt x="0" y="67310"/>
                </a:lnTo>
                <a:lnTo>
                  <a:pt x="279" y="63500"/>
                </a:lnTo>
                <a:lnTo>
                  <a:pt x="723" y="59690"/>
                </a:lnTo>
                <a:lnTo>
                  <a:pt x="1358" y="55880"/>
                </a:lnTo>
                <a:lnTo>
                  <a:pt x="2146" y="53340"/>
                </a:lnTo>
                <a:lnTo>
                  <a:pt x="3111" y="49530"/>
                </a:lnTo>
                <a:lnTo>
                  <a:pt x="4229" y="45720"/>
                </a:lnTo>
                <a:lnTo>
                  <a:pt x="5537" y="43180"/>
                </a:lnTo>
                <a:lnTo>
                  <a:pt x="8508" y="36830"/>
                </a:lnTo>
                <a:lnTo>
                  <a:pt x="37185" y="7620"/>
                </a:lnTo>
                <a:lnTo>
                  <a:pt x="53339" y="1270"/>
                </a:lnTo>
                <a:lnTo>
                  <a:pt x="1221562" y="1270"/>
                </a:lnTo>
                <a:lnTo>
                  <a:pt x="1231569" y="5080"/>
                </a:lnTo>
                <a:lnTo>
                  <a:pt x="1237716" y="7620"/>
                </a:lnTo>
                <a:lnTo>
                  <a:pt x="1243596" y="11430"/>
                </a:lnTo>
                <a:lnTo>
                  <a:pt x="1245425" y="12700"/>
                </a:lnTo>
                <a:lnTo>
                  <a:pt x="59486" y="12700"/>
                </a:lnTo>
                <a:lnTo>
                  <a:pt x="56349" y="13970"/>
                </a:lnTo>
                <a:lnTo>
                  <a:pt x="56654" y="13970"/>
                </a:lnTo>
                <a:lnTo>
                  <a:pt x="53581" y="15240"/>
                </a:lnTo>
                <a:lnTo>
                  <a:pt x="51155" y="15240"/>
                </a:lnTo>
                <a:lnTo>
                  <a:pt x="48209" y="16510"/>
                </a:lnTo>
                <a:lnTo>
                  <a:pt x="48640" y="16510"/>
                </a:lnTo>
                <a:lnTo>
                  <a:pt x="42964" y="19050"/>
                </a:lnTo>
                <a:lnTo>
                  <a:pt x="43510" y="19050"/>
                </a:lnTo>
                <a:lnTo>
                  <a:pt x="38163" y="21590"/>
                </a:lnTo>
                <a:lnTo>
                  <a:pt x="38671" y="21590"/>
                </a:lnTo>
                <a:lnTo>
                  <a:pt x="33667" y="25400"/>
                </a:lnTo>
                <a:lnTo>
                  <a:pt x="34137" y="25400"/>
                </a:lnTo>
                <a:lnTo>
                  <a:pt x="29527" y="29210"/>
                </a:lnTo>
                <a:lnTo>
                  <a:pt x="29959" y="29210"/>
                </a:lnTo>
                <a:lnTo>
                  <a:pt x="25780" y="33020"/>
                </a:lnTo>
                <a:lnTo>
                  <a:pt x="26161" y="33020"/>
                </a:lnTo>
                <a:lnTo>
                  <a:pt x="22428" y="38100"/>
                </a:lnTo>
                <a:lnTo>
                  <a:pt x="22771" y="38100"/>
                </a:lnTo>
                <a:lnTo>
                  <a:pt x="20332" y="41910"/>
                </a:lnTo>
                <a:lnTo>
                  <a:pt x="19811" y="41910"/>
                </a:lnTo>
                <a:lnTo>
                  <a:pt x="17081" y="48260"/>
                </a:lnTo>
                <a:lnTo>
                  <a:pt x="17271" y="48260"/>
                </a:lnTo>
                <a:lnTo>
                  <a:pt x="16103" y="50800"/>
                </a:lnTo>
                <a:lnTo>
                  <a:pt x="15189" y="53340"/>
                </a:lnTo>
                <a:lnTo>
                  <a:pt x="14414" y="55880"/>
                </a:lnTo>
                <a:lnTo>
                  <a:pt x="13766" y="58420"/>
                </a:lnTo>
                <a:lnTo>
                  <a:pt x="13449" y="60960"/>
                </a:lnTo>
                <a:lnTo>
                  <a:pt x="13309" y="60960"/>
                </a:lnTo>
                <a:lnTo>
                  <a:pt x="12890" y="64770"/>
                </a:lnTo>
                <a:lnTo>
                  <a:pt x="12674" y="67310"/>
                </a:lnTo>
                <a:lnTo>
                  <a:pt x="12674" y="332740"/>
                </a:lnTo>
                <a:lnTo>
                  <a:pt x="12928" y="336550"/>
                </a:lnTo>
                <a:lnTo>
                  <a:pt x="13309" y="339090"/>
                </a:lnTo>
                <a:lnTo>
                  <a:pt x="13830" y="341630"/>
                </a:lnTo>
                <a:lnTo>
                  <a:pt x="14490" y="345440"/>
                </a:lnTo>
                <a:lnTo>
                  <a:pt x="14706" y="345440"/>
                </a:lnTo>
                <a:lnTo>
                  <a:pt x="15290" y="347980"/>
                </a:lnTo>
                <a:lnTo>
                  <a:pt x="16217" y="350520"/>
                </a:lnTo>
                <a:lnTo>
                  <a:pt x="17271" y="353060"/>
                </a:lnTo>
                <a:lnTo>
                  <a:pt x="17081" y="353060"/>
                </a:lnTo>
                <a:lnTo>
                  <a:pt x="19811" y="358140"/>
                </a:lnTo>
                <a:lnTo>
                  <a:pt x="19519" y="358140"/>
                </a:lnTo>
                <a:lnTo>
                  <a:pt x="22771" y="363220"/>
                </a:lnTo>
                <a:lnTo>
                  <a:pt x="23361" y="363220"/>
                </a:lnTo>
                <a:lnTo>
                  <a:pt x="26161" y="367030"/>
                </a:lnTo>
                <a:lnTo>
                  <a:pt x="25780" y="367030"/>
                </a:lnTo>
                <a:lnTo>
                  <a:pt x="29959" y="372110"/>
                </a:lnTo>
                <a:lnTo>
                  <a:pt x="30680" y="372110"/>
                </a:lnTo>
                <a:lnTo>
                  <a:pt x="34137" y="375920"/>
                </a:lnTo>
                <a:lnTo>
                  <a:pt x="35335" y="375920"/>
                </a:lnTo>
                <a:lnTo>
                  <a:pt x="38671" y="378460"/>
                </a:lnTo>
                <a:lnTo>
                  <a:pt x="38163" y="378460"/>
                </a:lnTo>
                <a:lnTo>
                  <a:pt x="43510" y="382270"/>
                </a:lnTo>
                <a:lnTo>
                  <a:pt x="45802" y="382270"/>
                </a:lnTo>
                <a:lnTo>
                  <a:pt x="48640" y="383540"/>
                </a:lnTo>
                <a:lnTo>
                  <a:pt x="48209" y="383540"/>
                </a:lnTo>
                <a:lnTo>
                  <a:pt x="51155" y="384810"/>
                </a:lnTo>
                <a:lnTo>
                  <a:pt x="50863" y="384810"/>
                </a:lnTo>
                <a:lnTo>
                  <a:pt x="53886" y="386080"/>
                </a:lnTo>
                <a:lnTo>
                  <a:pt x="53581" y="386080"/>
                </a:lnTo>
                <a:lnTo>
                  <a:pt x="56654" y="387350"/>
                </a:lnTo>
                <a:lnTo>
                  <a:pt x="62052" y="387350"/>
                </a:lnTo>
                <a:lnTo>
                  <a:pt x="65303" y="388620"/>
                </a:lnTo>
                <a:lnTo>
                  <a:pt x="1243596" y="388620"/>
                </a:lnTo>
                <a:lnTo>
                  <a:pt x="1237716" y="392430"/>
                </a:lnTo>
                <a:lnTo>
                  <a:pt x="1231569" y="396240"/>
                </a:lnTo>
                <a:lnTo>
                  <a:pt x="1228255" y="397510"/>
                </a:lnTo>
                <a:close/>
              </a:path>
              <a:path w="1275080" h="401319">
                <a:moveTo>
                  <a:pt x="1255382" y="43180"/>
                </a:moveTo>
                <a:lnTo>
                  <a:pt x="1252131" y="38100"/>
                </a:lnTo>
                <a:lnTo>
                  <a:pt x="1252474" y="38100"/>
                </a:lnTo>
                <a:lnTo>
                  <a:pt x="1248740" y="33020"/>
                </a:lnTo>
                <a:lnTo>
                  <a:pt x="1249121" y="33020"/>
                </a:lnTo>
                <a:lnTo>
                  <a:pt x="1244942" y="29210"/>
                </a:lnTo>
                <a:lnTo>
                  <a:pt x="1245374" y="29210"/>
                </a:lnTo>
                <a:lnTo>
                  <a:pt x="1240764" y="25400"/>
                </a:lnTo>
                <a:lnTo>
                  <a:pt x="1241234" y="25400"/>
                </a:lnTo>
                <a:lnTo>
                  <a:pt x="1236230" y="21590"/>
                </a:lnTo>
                <a:lnTo>
                  <a:pt x="1236738" y="21590"/>
                </a:lnTo>
                <a:lnTo>
                  <a:pt x="1231392" y="19050"/>
                </a:lnTo>
                <a:lnTo>
                  <a:pt x="1231938" y="19050"/>
                </a:lnTo>
                <a:lnTo>
                  <a:pt x="1226261" y="16510"/>
                </a:lnTo>
                <a:lnTo>
                  <a:pt x="1226693" y="16510"/>
                </a:lnTo>
                <a:lnTo>
                  <a:pt x="1223746" y="15240"/>
                </a:lnTo>
                <a:lnTo>
                  <a:pt x="1221320" y="15240"/>
                </a:lnTo>
                <a:lnTo>
                  <a:pt x="1218247" y="13970"/>
                </a:lnTo>
                <a:lnTo>
                  <a:pt x="1218552" y="13970"/>
                </a:lnTo>
                <a:lnTo>
                  <a:pt x="1215415" y="12700"/>
                </a:lnTo>
                <a:lnTo>
                  <a:pt x="1245425" y="12700"/>
                </a:lnTo>
                <a:lnTo>
                  <a:pt x="1249083" y="15240"/>
                </a:lnTo>
                <a:lnTo>
                  <a:pt x="1268770" y="41910"/>
                </a:lnTo>
                <a:lnTo>
                  <a:pt x="1255090" y="41910"/>
                </a:lnTo>
                <a:lnTo>
                  <a:pt x="1255382" y="43180"/>
                </a:lnTo>
                <a:close/>
              </a:path>
              <a:path w="1275080" h="401319">
                <a:moveTo>
                  <a:pt x="19519" y="43180"/>
                </a:moveTo>
                <a:lnTo>
                  <a:pt x="19811" y="41910"/>
                </a:lnTo>
                <a:lnTo>
                  <a:pt x="20332" y="41910"/>
                </a:lnTo>
                <a:lnTo>
                  <a:pt x="19519" y="43180"/>
                </a:lnTo>
                <a:close/>
              </a:path>
              <a:path w="1275080" h="401319">
                <a:moveTo>
                  <a:pt x="1261643" y="62230"/>
                </a:moveTo>
                <a:lnTo>
                  <a:pt x="1261071" y="58420"/>
                </a:lnTo>
                <a:lnTo>
                  <a:pt x="1260411" y="55880"/>
                </a:lnTo>
                <a:lnTo>
                  <a:pt x="1259611" y="53340"/>
                </a:lnTo>
                <a:lnTo>
                  <a:pt x="1258684" y="50800"/>
                </a:lnTo>
                <a:lnTo>
                  <a:pt x="1257630" y="48260"/>
                </a:lnTo>
                <a:lnTo>
                  <a:pt x="1257820" y="48260"/>
                </a:lnTo>
                <a:lnTo>
                  <a:pt x="1255090" y="41910"/>
                </a:lnTo>
                <a:lnTo>
                  <a:pt x="1268770" y="41910"/>
                </a:lnTo>
                <a:lnTo>
                  <a:pt x="1269364" y="43180"/>
                </a:lnTo>
                <a:lnTo>
                  <a:pt x="1270673" y="45720"/>
                </a:lnTo>
                <a:lnTo>
                  <a:pt x="1271790" y="49530"/>
                </a:lnTo>
                <a:lnTo>
                  <a:pt x="1272755" y="53340"/>
                </a:lnTo>
                <a:lnTo>
                  <a:pt x="1273543" y="55880"/>
                </a:lnTo>
                <a:lnTo>
                  <a:pt x="1274178" y="59690"/>
                </a:lnTo>
                <a:lnTo>
                  <a:pt x="1274326" y="60960"/>
                </a:lnTo>
                <a:lnTo>
                  <a:pt x="1261592" y="60960"/>
                </a:lnTo>
                <a:lnTo>
                  <a:pt x="1261643" y="62230"/>
                </a:lnTo>
                <a:close/>
              </a:path>
              <a:path w="1275080" h="401319">
                <a:moveTo>
                  <a:pt x="13258" y="62230"/>
                </a:moveTo>
                <a:lnTo>
                  <a:pt x="13309" y="60960"/>
                </a:lnTo>
                <a:lnTo>
                  <a:pt x="13449" y="60960"/>
                </a:lnTo>
                <a:lnTo>
                  <a:pt x="13258" y="62230"/>
                </a:lnTo>
                <a:close/>
              </a:path>
              <a:path w="1275080" h="401319">
                <a:moveTo>
                  <a:pt x="1273280" y="345440"/>
                </a:moveTo>
                <a:lnTo>
                  <a:pt x="1260411" y="345440"/>
                </a:lnTo>
                <a:lnTo>
                  <a:pt x="1261135" y="341630"/>
                </a:lnTo>
                <a:lnTo>
                  <a:pt x="1261643" y="339090"/>
                </a:lnTo>
                <a:lnTo>
                  <a:pt x="1262011" y="336550"/>
                </a:lnTo>
                <a:lnTo>
                  <a:pt x="1262227" y="332740"/>
                </a:lnTo>
                <a:lnTo>
                  <a:pt x="1262214" y="67310"/>
                </a:lnTo>
                <a:lnTo>
                  <a:pt x="1261973" y="64770"/>
                </a:lnTo>
                <a:lnTo>
                  <a:pt x="1261592" y="60960"/>
                </a:lnTo>
                <a:lnTo>
                  <a:pt x="1274326" y="60960"/>
                </a:lnTo>
                <a:lnTo>
                  <a:pt x="1274622" y="63500"/>
                </a:lnTo>
                <a:lnTo>
                  <a:pt x="1274902" y="67310"/>
                </a:lnTo>
                <a:lnTo>
                  <a:pt x="1274902" y="334010"/>
                </a:lnTo>
                <a:lnTo>
                  <a:pt x="1274622" y="337820"/>
                </a:lnTo>
                <a:lnTo>
                  <a:pt x="1273543" y="344170"/>
                </a:lnTo>
                <a:lnTo>
                  <a:pt x="1273280" y="345440"/>
                </a:lnTo>
                <a:close/>
              </a:path>
              <a:path w="1275080" h="401319">
                <a:moveTo>
                  <a:pt x="14706" y="345440"/>
                </a:moveTo>
                <a:lnTo>
                  <a:pt x="14490" y="345440"/>
                </a:lnTo>
                <a:lnTo>
                  <a:pt x="14414" y="344170"/>
                </a:lnTo>
                <a:lnTo>
                  <a:pt x="14706" y="345440"/>
                </a:lnTo>
                <a:close/>
              </a:path>
              <a:path w="1275080" h="401319">
                <a:moveTo>
                  <a:pt x="1266987" y="363220"/>
                </a:moveTo>
                <a:lnTo>
                  <a:pt x="1252131" y="363220"/>
                </a:lnTo>
                <a:lnTo>
                  <a:pt x="1255382" y="358140"/>
                </a:lnTo>
                <a:lnTo>
                  <a:pt x="1255090" y="358140"/>
                </a:lnTo>
                <a:lnTo>
                  <a:pt x="1257820" y="353060"/>
                </a:lnTo>
                <a:lnTo>
                  <a:pt x="1257630" y="353060"/>
                </a:lnTo>
                <a:lnTo>
                  <a:pt x="1258798" y="350520"/>
                </a:lnTo>
                <a:lnTo>
                  <a:pt x="1259713" y="347980"/>
                </a:lnTo>
                <a:lnTo>
                  <a:pt x="1260487" y="344170"/>
                </a:lnTo>
                <a:lnTo>
                  <a:pt x="1260411" y="345440"/>
                </a:lnTo>
                <a:lnTo>
                  <a:pt x="1273280" y="345440"/>
                </a:lnTo>
                <a:lnTo>
                  <a:pt x="1272755" y="347980"/>
                </a:lnTo>
                <a:lnTo>
                  <a:pt x="1271790" y="351790"/>
                </a:lnTo>
                <a:lnTo>
                  <a:pt x="1270673" y="354330"/>
                </a:lnTo>
                <a:lnTo>
                  <a:pt x="1269364" y="358140"/>
                </a:lnTo>
                <a:lnTo>
                  <a:pt x="1266987" y="363220"/>
                </a:lnTo>
                <a:close/>
              </a:path>
              <a:path w="1275080" h="401319">
                <a:moveTo>
                  <a:pt x="23361" y="363220"/>
                </a:moveTo>
                <a:lnTo>
                  <a:pt x="22771" y="363220"/>
                </a:lnTo>
                <a:lnTo>
                  <a:pt x="22428" y="361950"/>
                </a:lnTo>
                <a:lnTo>
                  <a:pt x="23361" y="363220"/>
                </a:lnTo>
                <a:close/>
              </a:path>
              <a:path w="1275080" h="401319">
                <a:moveTo>
                  <a:pt x="1261188" y="372110"/>
                </a:moveTo>
                <a:lnTo>
                  <a:pt x="1244942" y="372110"/>
                </a:lnTo>
                <a:lnTo>
                  <a:pt x="1249121" y="367030"/>
                </a:lnTo>
                <a:lnTo>
                  <a:pt x="1248740" y="367030"/>
                </a:lnTo>
                <a:lnTo>
                  <a:pt x="1252474" y="361950"/>
                </a:lnTo>
                <a:lnTo>
                  <a:pt x="1252131" y="363220"/>
                </a:lnTo>
                <a:lnTo>
                  <a:pt x="1266987" y="363220"/>
                </a:lnTo>
                <a:lnTo>
                  <a:pt x="1266393" y="364490"/>
                </a:lnTo>
                <a:lnTo>
                  <a:pt x="1262824" y="369570"/>
                </a:lnTo>
                <a:lnTo>
                  <a:pt x="1261188" y="372110"/>
                </a:lnTo>
                <a:close/>
              </a:path>
              <a:path w="1275080" h="401319">
                <a:moveTo>
                  <a:pt x="30680" y="372110"/>
                </a:moveTo>
                <a:lnTo>
                  <a:pt x="29959" y="372110"/>
                </a:lnTo>
                <a:lnTo>
                  <a:pt x="29527" y="370840"/>
                </a:lnTo>
                <a:lnTo>
                  <a:pt x="30680" y="372110"/>
                </a:lnTo>
                <a:close/>
              </a:path>
              <a:path w="1275080" h="401319">
                <a:moveTo>
                  <a:pt x="1258735" y="375920"/>
                </a:moveTo>
                <a:lnTo>
                  <a:pt x="1240764" y="375920"/>
                </a:lnTo>
                <a:lnTo>
                  <a:pt x="1245374" y="370840"/>
                </a:lnTo>
                <a:lnTo>
                  <a:pt x="1244942" y="372110"/>
                </a:lnTo>
                <a:lnTo>
                  <a:pt x="1261188" y="372110"/>
                </a:lnTo>
                <a:lnTo>
                  <a:pt x="1258735" y="375920"/>
                </a:lnTo>
                <a:close/>
              </a:path>
              <a:path w="1275080" h="401319">
                <a:moveTo>
                  <a:pt x="35335" y="375920"/>
                </a:moveTo>
                <a:lnTo>
                  <a:pt x="34137" y="375920"/>
                </a:lnTo>
                <a:lnTo>
                  <a:pt x="33667" y="374650"/>
                </a:lnTo>
                <a:lnTo>
                  <a:pt x="35335" y="375920"/>
                </a:lnTo>
                <a:close/>
              </a:path>
              <a:path w="1275080" h="401319">
                <a:moveTo>
                  <a:pt x="1252452" y="382270"/>
                </a:moveTo>
                <a:lnTo>
                  <a:pt x="1231392" y="382270"/>
                </a:lnTo>
                <a:lnTo>
                  <a:pt x="1236738" y="378460"/>
                </a:lnTo>
                <a:lnTo>
                  <a:pt x="1236230" y="378460"/>
                </a:lnTo>
                <a:lnTo>
                  <a:pt x="1241234" y="374650"/>
                </a:lnTo>
                <a:lnTo>
                  <a:pt x="1240764" y="375920"/>
                </a:lnTo>
                <a:lnTo>
                  <a:pt x="1258735" y="375920"/>
                </a:lnTo>
                <a:lnTo>
                  <a:pt x="1254137" y="381000"/>
                </a:lnTo>
                <a:lnTo>
                  <a:pt x="1252452" y="382270"/>
                </a:lnTo>
                <a:close/>
              </a:path>
              <a:path w="1275080" h="401319">
                <a:moveTo>
                  <a:pt x="45802" y="382270"/>
                </a:moveTo>
                <a:lnTo>
                  <a:pt x="43510" y="382270"/>
                </a:lnTo>
                <a:lnTo>
                  <a:pt x="42964" y="381000"/>
                </a:lnTo>
                <a:lnTo>
                  <a:pt x="45802" y="382270"/>
                </a:lnTo>
                <a:close/>
              </a:path>
              <a:path w="1275080" h="401319">
                <a:moveTo>
                  <a:pt x="1243596" y="388620"/>
                </a:moveTo>
                <a:lnTo>
                  <a:pt x="1209598" y="388620"/>
                </a:lnTo>
                <a:lnTo>
                  <a:pt x="1212850" y="387350"/>
                </a:lnTo>
                <a:lnTo>
                  <a:pt x="1218247" y="387350"/>
                </a:lnTo>
                <a:lnTo>
                  <a:pt x="1221320" y="386080"/>
                </a:lnTo>
                <a:lnTo>
                  <a:pt x="1221016" y="386080"/>
                </a:lnTo>
                <a:lnTo>
                  <a:pt x="1224038" y="384810"/>
                </a:lnTo>
                <a:lnTo>
                  <a:pt x="1223746" y="384810"/>
                </a:lnTo>
                <a:lnTo>
                  <a:pt x="1226693" y="383540"/>
                </a:lnTo>
                <a:lnTo>
                  <a:pt x="1226261" y="383540"/>
                </a:lnTo>
                <a:lnTo>
                  <a:pt x="1231938" y="381000"/>
                </a:lnTo>
                <a:lnTo>
                  <a:pt x="1231392" y="382270"/>
                </a:lnTo>
                <a:lnTo>
                  <a:pt x="1252452" y="382270"/>
                </a:lnTo>
                <a:lnTo>
                  <a:pt x="1249083" y="384810"/>
                </a:lnTo>
                <a:lnTo>
                  <a:pt x="1243596" y="388620"/>
                </a:lnTo>
                <a:close/>
              </a:path>
              <a:path w="1275080" h="401319">
                <a:moveTo>
                  <a:pt x="1218107" y="400050"/>
                </a:moveTo>
                <a:lnTo>
                  <a:pt x="56794" y="400050"/>
                </a:lnTo>
                <a:lnTo>
                  <a:pt x="49961" y="397510"/>
                </a:lnTo>
                <a:lnTo>
                  <a:pt x="1224940" y="397510"/>
                </a:lnTo>
                <a:lnTo>
                  <a:pt x="1218107" y="400050"/>
                </a:lnTo>
                <a:close/>
              </a:path>
              <a:path w="1275080" h="401319">
                <a:moveTo>
                  <a:pt x="1211033" y="401320"/>
                </a:moveTo>
                <a:lnTo>
                  <a:pt x="63868" y="401320"/>
                </a:lnTo>
                <a:lnTo>
                  <a:pt x="60299" y="400050"/>
                </a:lnTo>
                <a:lnTo>
                  <a:pt x="1214602" y="400050"/>
                </a:lnTo>
                <a:lnTo>
                  <a:pt x="1211033" y="401320"/>
                </a:lnTo>
                <a:close/>
              </a:path>
            </a:pathLst>
          </a:custGeom>
          <a:solidFill>
            <a:srgbClr val="5F95E6"/>
          </a:solidFill>
        </p:spPr>
        <p:txBody>
          <a:bodyPr wrap="square" lIns="0" tIns="0" rIns="0" bIns="0" rtlCol="0"/>
          <a:lstStyle/>
          <a:p>
            <a:endParaRPr/>
          </a:p>
        </p:txBody>
      </p:sp>
      <p:sp>
        <p:nvSpPr>
          <p:cNvPr id="7" name="object 7"/>
          <p:cNvSpPr/>
          <p:nvPr/>
        </p:nvSpPr>
        <p:spPr>
          <a:xfrm>
            <a:off x="1687283" y="1906904"/>
            <a:ext cx="1275080" cy="401320"/>
          </a:xfrm>
          <a:custGeom>
            <a:avLst/>
            <a:gdLst/>
            <a:ahLst/>
            <a:cxnLst/>
            <a:rect l="l" t="t" r="r" b="b"/>
            <a:pathLst>
              <a:path w="1275080" h="401319">
                <a:moveTo>
                  <a:pt x="1218107" y="1270"/>
                </a:moveTo>
                <a:lnTo>
                  <a:pt x="56794" y="1270"/>
                </a:lnTo>
                <a:lnTo>
                  <a:pt x="60299" y="0"/>
                </a:lnTo>
                <a:lnTo>
                  <a:pt x="1214602" y="0"/>
                </a:lnTo>
                <a:lnTo>
                  <a:pt x="1218107" y="1270"/>
                </a:lnTo>
                <a:close/>
              </a:path>
              <a:path w="1275080" h="401319">
                <a:moveTo>
                  <a:pt x="1228255" y="397510"/>
                </a:moveTo>
                <a:lnTo>
                  <a:pt x="46647" y="397510"/>
                </a:lnTo>
                <a:lnTo>
                  <a:pt x="43332" y="396240"/>
                </a:lnTo>
                <a:lnTo>
                  <a:pt x="12077" y="369570"/>
                </a:lnTo>
                <a:lnTo>
                  <a:pt x="8508" y="364490"/>
                </a:lnTo>
                <a:lnTo>
                  <a:pt x="5537" y="358140"/>
                </a:lnTo>
                <a:lnTo>
                  <a:pt x="4229" y="354330"/>
                </a:lnTo>
                <a:lnTo>
                  <a:pt x="3111" y="351790"/>
                </a:lnTo>
                <a:lnTo>
                  <a:pt x="2146" y="347980"/>
                </a:lnTo>
                <a:lnTo>
                  <a:pt x="1358" y="344170"/>
                </a:lnTo>
                <a:lnTo>
                  <a:pt x="279" y="337820"/>
                </a:lnTo>
                <a:lnTo>
                  <a:pt x="0" y="334010"/>
                </a:lnTo>
                <a:lnTo>
                  <a:pt x="0" y="67310"/>
                </a:lnTo>
                <a:lnTo>
                  <a:pt x="279" y="63500"/>
                </a:lnTo>
                <a:lnTo>
                  <a:pt x="723" y="59690"/>
                </a:lnTo>
                <a:lnTo>
                  <a:pt x="1358" y="55880"/>
                </a:lnTo>
                <a:lnTo>
                  <a:pt x="2146" y="53340"/>
                </a:lnTo>
                <a:lnTo>
                  <a:pt x="3111" y="49530"/>
                </a:lnTo>
                <a:lnTo>
                  <a:pt x="4229" y="45720"/>
                </a:lnTo>
                <a:lnTo>
                  <a:pt x="5537" y="43180"/>
                </a:lnTo>
                <a:lnTo>
                  <a:pt x="8508" y="36830"/>
                </a:lnTo>
                <a:lnTo>
                  <a:pt x="37185" y="7620"/>
                </a:lnTo>
                <a:lnTo>
                  <a:pt x="53339" y="1270"/>
                </a:lnTo>
                <a:lnTo>
                  <a:pt x="1221562" y="1270"/>
                </a:lnTo>
                <a:lnTo>
                  <a:pt x="1231569" y="5080"/>
                </a:lnTo>
                <a:lnTo>
                  <a:pt x="1237716" y="7620"/>
                </a:lnTo>
                <a:lnTo>
                  <a:pt x="1243596" y="11430"/>
                </a:lnTo>
                <a:lnTo>
                  <a:pt x="1245425" y="12700"/>
                </a:lnTo>
                <a:lnTo>
                  <a:pt x="59486" y="12700"/>
                </a:lnTo>
                <a:lnTo>
                  <a:pt x="56349" y="13970"/>
                </a:lnTo>
                <a:lnTo>
                  <a:pt x="56654" y="13970"/>
                </a:lnTo>
                <a:lnTo>
                  <a:pt x="53581" y="15240"/>
                </a:lnTo>
                <a:lnTo>
                  <a:pt x="51155" y="15240"/>
                </a:lnTo>
                <a:lnTo>
                  <a:pt x="48209" y="16510"/>
                </a:lnTo>
                <a:lnTo>
                  <a:pt x="48641" y="16510"/>
                </a:lnTo>
                <a:lnTo>
                  <a:pt x="42964" y="19050"/>
                </a:lnTo>
                <a:lnTo>
                  <a:pt x="43510" y="19050"/>
                </a:lnTo>
                <a:lnTo>
                  <a:pt x="38163" y="21590"/>
                </a:lnTo>
                <a:lnTo>
                  <a:pt x="38671" y="21590"/>
                </a:lnTo>
                <a:lnTo>
                  <a:pt x="33667" y="25400"/>
                </a:lnTo>
                <a:lnTo>
                  <a:pt x="34137" y="25400"/>
                </a:lnTo>
                <a:lnTo>
                  <a:pt x="29527" y="29210"/>
                </a:lnTo>
                <a:lnTo>
                  <a:pt x="29959" y="29210"/>
                </a:lnTo>
                <a:lnTo>
                  <a:pt x="25781" y="33020"/>
                </a:lnTo>
                <a:lnTo>
                  <a:pt x="26162" y="33020"/>
                </a:lnTo>
                <a:lnTo>
                  <a:pt x="22428" y="38100"/>
                </a:lnTo>
                <a:lnTo>
                  <a:pt x="22771" y="38100"/>
                </a:lnTo>
                <a:lnTo>
                  <a:pt x="20332" y="41910"/>
                </a:lnTo>
                <a:lnTo>
                  <a:pt x="19812" y="41910"/>
                </a:lnTo>
                <a:lnTo>
                  <a:pt x="17081" y="48260"/>
                </a:lnTo>
                <a:lnTo>
                  <a:pt x="17272" y="48260"/>
                </a:lnTo>
                <a:lnTo>
                  <a:pt x="16103" y="50800"/>
                </a:lnTo>
                <a:lnTo>
                  <a:pt x="15189" y="53340"/>
                </a:lnTo>
                <a:lnTo>
                  <a:pt x="14414" y="55880"/>
                </a:lnTo>
                <a:lnTo>
                  <a:pt x="13766" y="58420"/>
                </a:lnTo>
                <a:lnTo>
                  <a:pt x="13449" y="60960"/>
                </a:lnTo>
                <a:lnTo>
                  <a:pt x="13309" y="60960"/>
                </a:lnTo>
                <a:lnTo>
                  <a:pt x="12890" y="64770"/>
                </a:lnTo>
                <a:lnTo>
                  <a:pt x="12674" y="67310"/>
                </a:lnTo>
                <a:lnTo>
                  <a:pt x="12674" y="332740"/>
                </a:lnTo>
                <a:lnTo>
                  <a:pt x="12928" y="336550"/>
                </a:lnTo>
                <a:lnTo>
                  <a:pt x="13309" y="339090"/>
                </a:lnTo>
                <a:lnTo>
                  <a:pt x="13830" y="341630"/>
                </a:lnTo>
                <a:lnTo>
                  <a:pt x="14490" y="345440"/>
                </a:lnTo>
                <a:lnTo>
                  <a:pt x="14706" y="345440"/>
                </a:lnTo>
                <a:lnTo>
                  <a:pt x="15290" y="347980"/>
                </a:lnTo>
                <a:lnTo>
                  <a:pt x="16217" y="350520"/>
                </a:lnTo>
                <a:lnTo>
                  <a:pt x="17272" y="353060"/>
                </a:lnTo>
                <a:lnTo>
                  <a:pt x="17081" y="353060"/>
                </a:lnTo>
                <a:lnTo>
                  <a:pt x="19812" y="358140"/>
                </a:lnTo>
                <a:lnTo>
                  <a:pt x="19519" y="358140"/>
                </a:lnTo>
                <a:lnTo>
                  <a:pt x="22771" y="363220"/>
                </a:lnTo>
                <a:lnTo>
                  <a:pt x="23361" y="363220"/>
                </a:lnTo>
                <a:lnTo>
                  <a:pt x="26162" y="367030"/>
                </a:lnTo>
                <a:lnTo>
                  <a:pt x="25781" y="367030"/>
                </a:lnTo>
                <a:lnTo>
                  <a:pt x="29959" y="372110"/>
                </a:lnTo>
                <a:lnTo>
                  <a:pt x="30680" y="372110"/>
                </a:lnTo>
                <a:lnTo>
                  <a:pt x="34137" y="375920"/>
                </a:lnTo>
                <a:lnTo>
                  <a:pt x="35335" y="375920"/>
                </a:lnTo>
                <a:lnTo>
                  <a:pt x="38671" y="378460"/>
                </a:lnTo>
                <a:lnTo>
                  <a:pt x="38163" y="378460"/>
                </a:lnTo>
                <a:lnTo>
                  <a:pt x="43510" y="382270"/>
                </a:lnTo>
                <a:lnTo>
                  <a:pt x="45802" y="382270"/>
                </a:lnTo>
                <a:lnTo>
                  <a:pt x="48641" y="383540"/>
                </a:lnTo>
                <a:lnTo>
                  <a:pt x="48209" y="383540"/>
                </a:lnTo>
                <a:lnTo>
                  <a:pt x="51155" y="384810"/>
                </a:lnTo>
                <a:lnTo>
                  <a:pt x="50863" y="384810"/>
                </a:lnTo>
                <a:lnTo>
                  <a:pt x="53886" y="386080"/>
                </a:lnTo>
                <a:lnTo>
                  <a:pt x="53581" y="386080"/>
                </a:lnTo>
                <a:lnTo>
                  <a:pt x="56654" y="387350"/>
                </a:lnTo>
                <a:lnTo>
                  <a:pt x="62052" y="387350"/>
                </a:lnTo>
                <a:lnTo>
                  <a:pt x="65303" y="388620"/>
                </a:lnTo>
                <a:lnTo>
                  <a:pt x="1243596" y="388620"/>
                </a:lnTo>
                <a:lnTo>
                  <a:pt x="1237716" y="392430"/>
                </a:lnTo>
                <a:lnTo>
                  <a:pt x="1231569" y="396240"/>
                </a:lnTo>
                <a:lnTo>
                  <a:pt x="1228255" y="397510"/>
                </a:lnTo>
                <a:close/>
              </a:path>
              <a:path w="1275080" h="401319">
                <a:moveTo>
                  <a:pt x="1255382" y="43180"/>
                </a:moveTo>
                <a:lnTo>
                  <a:pt x="1252131" y="38100"/>
                </a:lnTo>
                <a:lnTo>
                  <a:pt x="1252474" y="38100"/>
                </a:lnTo>
                <a:lnTo>
                  <a:pt x="1248740" y="33020"/>
                </a:lnTo>
                <a:lnTo>
                  <a:pt x="1249121" y="33020"/>
                </a:lnTo>
                <a:lnTo>
                  <a:pt x="1244942" y="29210"/>
                </a:lnTo>
                <a:lnTo>
                  <a:pt x="1245362" y="29210"/>
                </a:lnTo>
                <a:lnTo>
                  <a:pt x="1240764" y="25400"/>
                </a:lnTo>
                <a:lnTo>
                  <a:pt x="1241234" y="25400"/>
                </a:lnTo>
                <a:lnTo>
                  <a:pt x="1236230" y="21590"/>
                </a:lnTo>
                <a:lnTo>
                  <a:pt x="1236738" y="21590"/>
                </a:lnTo>
                <a:lnTo>
                  <a:pt x="1231392" y="19050"/>
                </a:lnTo>
                <a:lnTo>
                  <a:pt x="1231938" y="19050"/>
                </a:lnTo>
                <a:lnTo>
                  <a:pt x="1226261" y="16510"/>
                </a:lnTo>
                <a:lnTo>
                  <a:pt x="1226693" y="16510"/>
                </a:lnTo>
                <a:lnTo>
                  <a:pt x="1223746" y="15240"/>
                </a:lnTo>
                <a:lnTo>
                  <a:pt x="1221320" y="15240"/>
                </a:lnTo>
                <a:lnTo>
                  <a:pt x="1218247" y="13970"/>
                </a:lnTo>
                <a:lnTo>
                  <a:pt x="1218552" y="13970"/>
                </a:lnTo>
                <a:lnTo>
                  <a:pt x="1215415" y="12700"/>
                </a:lnTo>
                <a:lnTo>
                  <a:pt x="1245425" y="12700"/>
                </a:lnTo>
                <a:lnTo>
                  <a:pt x="1249083" y="15240"/>
                </a:lnTo>
                <a:lnTo>
                  <a:pt x="1268770" y="41910"/>
                </a:lnTo>
                <a:lnTo>
                  <a:pt x="1255090" y="41910"/>
                </a:lnTo>
                <a:lnTo>
                  <a:pt x="1255382" y="43180"/>
                </a:lnTo>
                <a:close/>
              </a:path>
              <a:path w="1275080" h="401319">
                <a:moveTo>
                  <a:pt x="19519" y="43180"/>
                </a:moveTo>
                <a:lnTo>
                  <a:pt x="19812" y="41910"/>
                </a:lnTo>
                <a:lnTo>
                  <a:pt x="20332" y="41910"/>
                </a:lnTo>
                <a:lnTo>
                  <a:pt x="19519" y="43180"/>
                </a:lnTo>
                <a:close/>
              </a:path>
              <a:path w="1275080" h="401319">
                <a:moveTo>
                  <a:pt x="1261643" y="62230"/>
                </a:moveTo>
                <a:lnTo>
                  <a:pt x="1261071" y="58420"/>
                </a:lnTo>
                <a:lnTo>
                  <a:pt x="1260411" y="55880"/>
                </a:lnTo>
                <a:lnTo>
                  <a:pt x="1259611" y="53340"/>
                </a:lnTo>
                <a:lnTo>
                  <a:pt x="1258684" y="50800"/>
                </a:lnTo>
                <a:lnTo>
                  <a:pt x="1257630" y="48260"/>
                </a:lnTo>
                <a:lnTo>
                  <a:pt x="1257820" y="48260"/>
                </a:lnTo>
                <a:lnTo>
                  <a:pt x="1255090" y="41910"/>
                </a:lnTo>
                <a:lnTo>
                  <a:pt x="1268770" y="41910"/>
                </a:lnTo>
                <a:lnTo>
                  <a:pt x="1269364" y="43180"/>
                </a:lnTo>
                <a:lnTo>
                  <a:pt x="1270673" y="45720"/>
                </a:lnTo>
                <a:lnTo>
                  <a:pt x="1271790" y="49530"/>
                </a:lnTo>
                <a:lnTo>
                  <a:pt x="1272755" y="53340"/>
                </a:lnTo>
                <a:lnTo>
                  <a:pt x="1273543" y="55880"/>
                </a:lnTo>
                <a:lnTo>
                  <a:pt x="1274178" y="59690"/>
                </a:lnTo>
                <a:lnTo>
                  <a:pt x="1274326" y="60960"/>
                </a:lnTo>
                <a:lnTo>
                  <a:pt x="1261592" y="60960"/>
                </a:lnTo>
                <a:lnTo>
                  <a:pt x="1261643" y="62230"/>
                </a:lnTo>
                <a:close/>
              </a:path>
              <a:path w="1275080" h="401319">
                <a:moveTo>
                  <a:pt x="13258" y="62230"/>
                </a:moveTo>
                <a:lnTo>
                  <a:pt x="13309" y="60960"/>
                </a:lnTo>
                <a:lnTo>
                  <a:pt x="13449" y="60960"/>
                </a:lnTo>
                <a:lnTo>
                  <a:pt x="13258" y="62230"/>
                </a:lnTo>
                <a:close/>
              </a:path>
              <a:path w="1275080" h="401319">
                <a:moveTo>
                  <a:pt x="1273280" y="345440"/>
                </a:moveTo>
                <a:lnTo>
                  <a:pt x="1260411" y="345440"/>
                </a:lnTo>
                <a:lnTo>
                  <a:pt x="1261135" y="341630"/>
                </a:lnTo>
                <a:lnTo>
                  <a:pt x="1261643" y="339090"/>
                </a:lnTo>
                <a:lnTo>
                  <a:pt x="1262011" y="336550"/>
                </a:lnTo>
                <a:lnTo>
                  <a:pt x="1262227" y="332740"/>
                </a:lnTo>
                <a:lnTo>
                  <a:pt x="1262202" y="67310"/>
                </a:lnTo>
                <a:lnTo>
                  <a:pt x="1261973" y="64770"/>
                </a:lnTo>
                <a:lnTo>
                  <a:pt x="1261592" y="60960"/>
                </a:lnTo>
                <a:lnTo>
                  <a:pt x="1274326" y="60960"/>
                </a:lnTo>
                <a:lnTo>
                  <a:pt x="1274622" y="63500"/>
                </a:lnTo>
                <a:lnTo>
                  <a:pt x="1274902" y="67310"/>
                </a:lnTo>
                <a:lnTo>
                  <a:pt x="1274902" y="334010"/>
                </a:lnTo>
                <a:lnTo>
                  <a:pt x="1274622" y="337820"/>
                </a:lnTo>
                <a:lnTo>
                  <a:pt x="1273543" y="344170"/>
                </a:lnTo>
                <a:lnTo>
                  <a:pt x="1273280" y="345440"/>
                </a:lnTo>
                <a:close/>
              </a:path>
              <a:path w="1275080" h="401319">
                <a:moveTo>
                  <a:pt x="14706" y="345440"/>
                </a:moveTo>
                <a:lnTo>
                  <a:pt x="14490" y="345440"/>
                </a:lnTo>
                <a:lnTo>
                  <a:pt x="14414" y="344170"/>
                </a:lnTo>
                <a:lnTo>
                  <a:pt x="14706" y="345440"/>
                </a:lnTo>
                <a:close/>
              </a:path>
              <a:path w="1275080" h="401319">
                <a:moveTo>
                  <a:pt x="1266987" y="363220"/>
                </a:moveTo>
                <a:lnTo>
                  <a:pt x="1252131" y="363220"/>
                </a:lnTo>
                <a:lnTo>
                  <a:pt x="1255382" y="358140"/>
                </a:lnTo>
                <a:lnTo>
                  <a:pt x="1255090" y="358140"/>
                </a:lnTo>
                <a:lnTo>
                  <a:pt x="1257820" y="353060"/>
                </a:lnTo>
                <a:lnTo>
                  <a:pt x="1257630" y="353060"/>
                </a:lnTo>
                <a:lnTo>
                  <a:pt x="1258798" y="350520"/>
                </a:lnTo>
                <a:lnTo>
                  <a:pt x="1259713" y="347980"/>
                </a:lnTo>
                <a:lnTo>
                  <a:pt x="1260487" y="344170"/>
                </a:lnTo>
                <a:lnTo>
                  <a:pt x="1260411" y="345440"/>
                </a:lnTo>
                <a:lnTo>
                  <a:pt x="1273280" y="345440"/>
                </a:lnTo>
                <a:lnTo>
                  <a:pt x="1272755" y="347980"/>
                </a:lnTo>
                <a:lnTo>
                  <a:pt x="1271790" y="351790"/>
                </a:lnTo>
                <a:lnTo>
                  <a:pt x="1270673" y="354330"/>
                </a:lnTo>
                <a:lnTo>
                  <a:pt x="1269364" y="358140"/>
                </a:lnTo>
                <a:lnTo>
                  <a:pt x="1266987" y="363220"/>
                </a:lnTo>
                <a:close/>
              </a:path>
              <a:path w="1275080" h="401319">
                <a:moveTo>
                  <a:pt x="23361" y="363220"/>
                </a:moveTo>
                <a:lnTo>
                  <a:pt x="22771" y="363220"/>
                </a:lnTo>
                <a:lnTo>
                  <a:pt x="22428" y="361950"/>
                </a:lnTo>
                <a:lnTo>
                  <a:pt x="23361" y="363220"/>
                </a:lnTo>
                <a:close/>
              </a:path>
              <a:path w="1275080" h="401319">
                <a:moveTo>
                  <a:pt x="1261188" y="372110"/>
                </a:moveTo>
                <a:lnTo>
                  <a:pt x="1244942" y="372110"/>
                </a:lnTo>
                <a:lnTo>
                  <a:pt x="1249121" y="367030"/>
                </a:lnTo>
                <a:lnTo>
                  <a:pt x="1248740" y="367030"/>
                </a:lnTo>
                <a:lnTo>
                  <a:pt x="1252474" y="361950"/>
                </a:lnTo>
                <a:lnTo>
                  <a:pt x="1252131" y="363220"/>
                </a:lnTo>
                <a:lnTo>
                  <a:pt x="1266987" y="363220"/>
                </a:lnTo>
                <a:lnTo>
                  <a:pt x="1266393" y="364490"/>
                </a:lnTo>
                <a:lnTo>
                  <a:pt x="1262824" y="369570"/>
                </a:lnTo>
                <a:lnTo>
                  <a:pt x="1261188" y="372110"/>
                </a:lnTo>
                <a:close/>
              </a:path>
              <a:path w="1275080" h="401319">
                <a:moveTo>
                  <a:pt x="30680" y="372110"/>
                </a:moveTo>
                <a:lnTo>
                  <a:pt x="29959" y="372110"/>
                </a:lnTo>
                <a:lnTo>
                  <a:pt x="29527" y="370840"/>
                </a:lnTo>
                <a:lnTo>
                  <a:pt x="30680" y="372110"/>
                </a:lnTo>
                <a:close/>
              </a:path>
              <a:path w="1275080" h="401319">
                <a:moveTo>
                  <a:pt x="1258735" y="375920"/>
                </a:moveTo>
                <a:lnTo>
                  <a:pt x="1240764" y="375920"/>
                </a:lnTo>
                <a:lnTo>
                  <a:pt x="1245362" y="370840"/>
                </a:lnTo>
                <a:lnTo>
                  <a:pt x="1244942" y="372110"/>
                </a:lnTo>
                <a:lnTo>
                  <a:pt x="1261188" y="372110"/>
                </a:lnTo>
                <a:lnTo>
                  <a:pt x="1258735" y="375920"/>
                </a:lnTo>
                <a:close/>
              </a:path>
              <a:path w="1275080" h="401319">
                <a:moveTo>
                  <a:pt x="35335" y="375920"/>
                </a:moveTo>
                <a:lnTo>
                  <a:pt x="34137" y="375920"/>
                </a:lnTo>
                <a:lnTo>
                  <a:pt x="33667" y="374650"/>
                </a:lnTo>
                <a:lnTo>
                  <a:pt x="35335" y="375920"/>
                </a:lnTo>
                <a:close/>
              </a:path>
              <a:path w="1275080" h="401319">
                <a:moveTo>
                  <a:pt x="1252452" y="382270"/>
                </a:moveTo>
                <a:lnTo>
                  <a:pt x="1231392" y="382270"/>
                </a:lnTo>
                <a:lnTo>
                  <a:pt x="1236738" y="378460"/>
                </a:lnTo>
                <a:lnTo>
                  <a:pt x="1236230" y="378460"/>
                </a:lnTo>
                <a:lnTo>
                  <a:pt x="1241234" y="374650"/>
                </a:lnTo>
                <a:lnTo>
                  <a:pt x="1240764" y="375920"/>
                </a:lnTo>
                <a:lnTo>
                  <a:pt x="1258735" y="375920"/>
                </a:lnTo>
                <a:lnTo>
                  <a:pt x="1254137" y="381000"/>
                </a:lnTo>
                <a:lnTo>
                  <a:pt x="1252452" y="382270"/>
                </a:lnTo>
                <a:close/>
              </a:path>
              <a:path w="1275080" h="401319">
                <a:moveTo>
                  <a:pt x="45802" y="382270"/>
                </a:moveTo>
                <a:lnTo>
                  <a:pt x="43510" y="382270"/>
                </a:lnTo>
                <a:lnTo>
                  <a:pt x="42964" y="381000"/>
                </a:lnTo>
                <a:lnTo>
                  <a:pt x="45802" y="382270"/>
                </a:lnTo>
                <a:close/>
              </a:path>
              <a:path w="1275080" h="401319">
                <a:moveTo>
                  <a:pt x="1243596" y="388620"/>
                </a:moveTo>
                <a:lnTo>
                  <a:pt x="1209598" y="388620"/>
                </a:lnTo>
                <a:lnTo>
                  <a:pt x="1212850" y="387350"/>
                </a:lnTo>
                <a:lnTo>
                  <a:pt x="1218247" y="387350"/>
                </a:lnTo>
                <a:lnTo>
                  <a:pt x="1221320" y="386080"/>
                </a:lnTo>
                <a:lnTo>
                  <a:pt x="1221016" y="386080"/>
                </a:lnTo>
                <a:lnTo>
                  <a:pt x="1224038" y="384810"/>
                </a:lnTo>
                <a:lnTo>
                  <a:pt x="1223746" y="384810"/>
                </a:lnTo>
                <a:lnTo>
                  <a:pt x="1226693" y="383540"/>
                </a:lnTo>
                <a:lnTo>
                  <a:pt x="1226261" y="383540"/>
                </a:lnTo>
                <a:lnTo>
                  <a:pt x="1231938" y="381000"/>
                </a:lnTo>
                <a:lnTo>
                  <a:pt x="1231392" y="382270"/>
                </a:lnTo>
                <a:lnTo>
                  <a:pt x="1252452" y="382270"/>
                </a:lnTo>
                <a:lnTo>
                  <a:pt x="1249083" y="384810"/>
                </a:lnTo>
                <a:lnTo>
                  <a:pt x="1243596" y="388620"/>
                </a:lnTo>
                <a:close/>
              </a:path>
              <a:path w="1275080" h="401319">
                <a:moveTo>
                  <a:pt x="1218107" y="400050"/>
                </a:moveTo>
                <a:lnTo>
                  <a:pt x="56794" y="400050"/>
                </a:lnTo>
                <a:lnTo>
                  <a:pt x="49961" y="397510"/>
                </a:lnTo>
                <a:lnTo>
                  <a:pt x="1224940" y="397510"/>
                </a:lnTo>
                <a:lnTo>
                  <a:pt x="1218107" y="400050"/>
                </a:lnTo>
                <a:close/>
              </a:path>
              <a:path w="1275080" h="401319">
                <a:moveTo>
                  <a:pt x="1211033" y="401320"/>
                </a:moveTo>
                <a:lnTo>
                  <a:pt x="63868" y="401320"/>
                </a:lnTo>
                <a:lnTo>
                  <a:pt x="60299" y="400050"/>
                </a:lnTo>
                <a:lnTo>
                  <a:pt x="1214602" y="400050"/>
                </a:lnTo>
                <a:lnTo>
                  <a:pt x="1211033" y="401320"/>
                </a:lnTo>
                <a:close/>
              </a:path>
            </a:pathLst>
          </a:custGeom>
          <a:solidFill>
            <a:srgbClr val="5F95E6"/>
          </a:solidFill>
        </p:spPr>
        <p:txBody>
          <a:bodyPr wrap="square" lIns="0" tIns="0" rIns="0" bIns="0" rtlCol="0"/>
          <a:lstStyle/>
          <a:p>
            <a:endParaRPr/>
          </a:p>
        </p:txBody>
      </p:sp>
      <p:sp>
        <p:nvSpPr>
          <p:cNvPr id="8" name="object 8"/>
          <p:cNvSpPr/>
          <p:nvPr/>
        </p:nvSpPr>
        <p:spPr>
          <a:xfrm>
            <a:off x="3076663" y="1906904"/>
            <a:ext cx="1275080" cy="401320"/>
          </a:xfrm>
          <a:custGeom>
            <a:avLst/>
            <a:gdLst/>
            <a:ahLst/>
            <a:cxnLst/>
            <a:rect l="l" t="t" r="r" b="b"/>
            <a:pathLst>
              <a:path w="1275079" h="401319">
                <a:moveTo>
                  <a:pt x="1218107" y="1270"/>
                </a:moveTo>
                <a:lnTo>
                  <a:pt x="56794" y="1270"/>
                </a:lnTo>
                <a:lnTo>
                  <a:pt x="60299" y="0"/>
                </a:lnTo>
                <a:lnTo>
                  <a:pt x="1214602" y="0"/>
                </a:lnTo>
                <a:lnTo>
                  <a:pt x="1218107" y="1270"/>
                </a:lnTo>
                <a:close/>
              </a:path>
              <a:path w="1275079" h="401319">
                <a:moveTo>
                  <a:pt x="1228255" y="397510"/>
                </a:moveTo>
                <a:lnTo>
                  <a:pt x="46647" y="397510"/>
                </a:lnTo>
                <a:lnTo>
                  <a:pt x="43332" y="396240"/>
                </a:lnTo>
                <a:lnTo>
                  <a:pt x="12077" y="369570"/>
                </a:lnTo>
                <a:lnTo>
                  <a:pt x="8508" y="364490"/>
                </a:lnTo>
                <a:lnTo>
                  <a:pt x="5537" y="358140"/>
                </a:lnTo>
                <a:lnTo>
                  <a:pt x="4229" y="354330"/>
                </a:lnTo>
                <a:lnTo>
                  <a:pt x="3111" y="351790"/>
                </a:lnTo>
                <a:lnTo>
                  <a:pt x="2146" y="347980"/>
                </a:lnTo>
                <a:lnTo>
                  <a:pt x="1358" y="344170"/>
                </a:lnTo>
                <a:lnTo>
                  <a:pt x="279" y="337820"/>
                </a:lnTo>
                <a:lnTo>
                  <a:pt x="0" y="334010"/>
                </a:lnTo>
                <a:lnTo>
                  <a:pt x="0" y="67310"/>
                </a:lnTo>
                <a:lnTo>
                  <a:pt x="279" y="63500"/>
                </a:lnTo>
                <a:lnTo>
                  <a:pt x="723" y="59690"/>
                </a:lnTo>
                <a:lnTo>
                  <a:pt x="1358" y="55880"/>
                </a:lnTo>
                <a:lnTo>
                  <a:pt x="2146" y="53340"/>
                </a:lnTo>
                <a:lnTo>
                  <a:pt x="3111" y="49530"/>
                </a:lnTo>
                <a:lnTo>
                  <a:pt x="4229" y="45720"/>
                </a:lnTo>
                <a:lnTo>
                  <a:pt x="5537" y="43180"/>
                </a:lnTo>
                <a:lnTo>
                  <a:pt x="8508" y="36830"/>
                </a:lnTo>
                <a:lnTo>
                  <a:pt x="37185" y="7620"/>
                </a:lnTo>
                <a:lnTo>
                  <a:pt x="53339" y="1270"/>
                </a:lnTo>
                <a:lnTo>
                  <a:pt x="1221562" y="1270"/>
                </a:lnTo>
                <a:lnTo>
                  <a:pt x="1231557" y="5080"/>
                </a:lnTo>
                <a:lnTo>
                  <a:pt x="1237716" y="7620"/>
                </a:lnTo>
                <a:lnTo>
                  <a:pt x="1243596" y="11430"/>
                </a:lnTo>
                <a:lnTo>
                  <a:pt x="1245425" y="12700"/>
                </a:lnTo>
                <a:lnTo>
                  <a:pt x="59486" y="12700"/>
                </a:lnTo>
                <a:lnTo>
                  <a:pt x="56349" y="13970"/>
                </a:lnTo>
                <a:lnTo>
                  <a:pt x="56654" y="13970"/>
                </a:lnTo>
                <a:lnTo>
                  <a:pt x="53581" y="15240"/>
                </a:lnTo>
                <a:lnTo>
                  <a:pt x="51155" y="15240"/>
                </a:lnTo>
                <a:lnTo>
                  <a:pt x="48209" y="16510"/>
                </a:lnTo>
                <a:lnTo>
                  <a:pt x="48640" y="16510"/>
                </a:lnTo>
                <a:lnTo>
                  <a:pt x="42964" y="19050"/>
                </a:lnTo>
                <a:lnTo>
                  <a:pt x="43510" y="19050"/>
                </a:lnTo>
                <a:lnTo>
                  <a:pt x="38163" y="21590"/>
                </a:lnTo>
                <a:lnTo>
                  <a:pt x="38671" y="21590"/>
                </a:lnTo>
                <a:lnTo>
                  <a:pt x="33667" y="25400"/>
                </a:lnTo>
                <a:lnTo>
                  <a:pt x="34137" y="25400"/>
                </a:lnTo>
                <a:lnTo>
                  <a:pt x="29527" y="29210"/>
                </a:lnTo>
                <a:lnTo>
                  <a:pt x="29959" y="29210"/>
                </a:lnTo>
                <a:lnTo>
                  <a:pt x="25768" y="33020"/>
                </a:lnTo>
                <a:lnTo>
                  <a:pt x="26162" y="33020"/>
                </a:lnTo>
                <a:lnTo>
                  <a:pt x="22428" y="38100"/>
                </a:lnTo>
                <a:lnTo>
                  <a:pt x="22771" y="38100"/>
                </a:lnTo>
                <a:lnTo>
                  <a:pt x="20332" y="41910"/>
                </a:lnTo>
                <a:lnTo>
                  <a:pt x="19812" y="41910"/>
                </a:lnTo>
                <a:lnTo>
                  <a:pt x="17081" y="48260"/>
                </a:lnTo>
                <a:lnTo>
                  <a:pt x="17271" y="48260"/>
                </a:lnTo>
                <a:lnTo>
                  <a:pt x="16103" y="50800"/>
                </a:lnTo>
                <a:lnTo>
                  <a:pt x="15189" y="53340"/>
                </a:lnTo>
                <a:lnTo>
                  <a:pt x="14414" y="55880"/>
                </a:lnTo>
                <a:lnTo>
                  <a:pt x="13766" y="58420"/>
                </a:lnTo>
                <a:lnTo>
                  <a:pt x="13449" y="60960"/>
                </a:lnTo>
                <a:lnTo>
                  <a:pt x="13309" y="60960"/>
                </a:lnTo>
                <a:lnTo>
                  <a:pt x="12890" y="64770"/>
                </a:lnTo>
                <a:lnTo>
                  <a:pt x="12674" y="67310"/>
                </a:lnTo>
                <a:lnTo>
                  <a:pt x="12674" y="332740"/>
                </a:lnTo>
                <a:lnTo>
                  <a:pt x="12928" y="336550"/>
                </a:lnTo>
                <a:lnTo>
                  <a:pt x="13309" y="339090"/>
                </a:lnTo>
                <a:lnTo>
                  <a:pt x="13830" y="341630"/>
                </a:lnTo>
                <a:lnTo>
                  <a:pt x="14490" y="345440"/>
                </a:lnTo>
                <a:lnTo>
                  <a:pt x="14706" y="345440"/>
                </a:lnTo>
                <a:lnTo>
                  <a:pt x="15290" y="347980"/>
                </a:lnTo>
                <a:lnTo>
                  <a:pt x="16217" y="350520"/>
                </a:lnTo>
                <a:lnTo>
                  <a:pt x="17271" y="353060"/>
                </a:lnTo>
                <a:lnTo>
                  <a:pt x="17081" y="353060"/>
                </a:lnTo>
                <a:lnTo>
                  <a:pt x="19812" y="358140"/>
                </a:lnTo>
                <a:lnTo>
                  <a:pt x="19519" y="358140"/>
                </a:lnTo>
                <a:lnTo>
                  <a:pt x="22771" y="363220"/>
                </a:lnTo>
                <a:lnTo>
                  <a:pt x="23361" y="363220"/>
                </a:lnTo>
                <a:lnTo>
                  <a:pt x="26162" y="367030"/>
                </a:lnTo>
                <a:lnTo>
                  <a:pt x="25768" y="367030"/>
                </a:lnTo>
                <a:lnTo>
                  <a:pt x="29959" y="372110"/>
                </a:lnTo>
                <a:lnTo>
                  <a:pt x="30680" y="372110"/>
                </a:lnTo>
                <a:lnTo>
                  <a:pt x="34137" y="375920"/>
                </a:lnTo>
                <a:lnTo>
                  <a:pt x="35335" y="375920"/>
                </a:lnTo>
                <a:lnTo>
                  <a:pt x="38671" y="378460"/>
                </a:lnTo>
                <a:lnTo>
                  <a:pt x="38163" y="378460"/>
                </a:lnTo>
                <a:lnTo>
                  <a:pt x="43510" y="382270"/>
                </a:lnTo>
                <a:lnTo>
                  <a:pt x="45802" y="382270"/>
                </a:lnTo>
                <a:lnTo>
                  <a:pt x="48640" y="383540"/>
                </a:lnTo>
                <a:lnTo>
                  <a:pt x="48209" y="383540"/>
                </a:lnTo>
                <a:lnTo>
                  <a:pt x="51155" y="384810"/>
                </a:lnTo>
                <a:lnTo>
                  <a:pt x="50863" y="384810"/>
                </a:lnTo>
                <a:lnTo>
                  <a:pt x="53886" y="386080"/>
                </a:lnTo>
                <a:lnTo>
                  <a:pt x="53581" y="386080"/>
                </a:lnTo>
                <a:lnTo>
                  <a:pt x="56654" y="387350"/>
                </a:lnTo>
                <a:lnTo>
                  <a:pt x="62052" y="387350"/>
                </a:lnTo>
                <a:lnTo>
                  <a:pt x="65303" y="388620"/>
                </a:lnTo>
                <a:lnTo>
                  <a:pt x="1243596" y="388620"/>
                </a:lnTo>
                <a:lnTo>
                  <a:pt x="1237716" y="392430"/>
                </a:lnTo>
                <a:lnTo>
                  <a:pt x="1231557" y="396240"/>
                </a:lnTo>
                <a:lnTo>
                  <a:pt x="1228255" y="397510"/>
                </a:lnTo>
                <a:close/>
              </a:path>
              <a:path w="1275079" h="401319">
                <a:moveTo>
                  <a:pt x="1255382" y="43180"/>
                </a:moveTo>
                <a:lnTo>
                  <a:pt x="1252131" y="38100"/>
                </a:lnTo>
                <a:lnTo>
                  <a:pt x="1252474" y="38100"/>
                </a:lnTo>
                <a:lnTo>
                  <a:pt x="1248740" y="33020"/>
                </a:lnTo>
                <a:lnTo>
                  <a:pt x="1249121" y="33020"/>
                </a:lnTo>
                <a:lnTo>
                  <a:pt x="1244942" y="29210"/>
                </a:lnTo>
                <a:lnTo>
                  <a:pt x="1245374" y="29210"/>
                </a:lnTo>
                <a:lnTo>
                  <a:pt x="1240764" y="25400"/>
                </a:lnTo>
                <a:lnTo>
                  <a:pt x="1241234" y="25400"/>
                </a:lnTo>
                <a:lnTo>
                  <a:pt x="1236230" y="21590"/>
                </a:lnTo>
                <a:lnTo>
                  <a:pt x="1236738" y="21590"/>
                </a:lnTo>
                <a:lnTo>
                  <a:pt x="1231391" y="19050"/>
                </a:lnTo>
                <a:lnTo>
                  <a:pt x="1231938" y="19050"/>
                </a:lnTo>
                <a:lnTo>
                  <a:pt x="1226261" y="16510"/>
                </a:lnTo>
                <a:lnTo>
                  <a:pt x="1226692" y="16510"/>
                </a:lnTo>
                <a:lnTo>
                  <a:pt x="1223746" y="15240"/>
                </a:lnTo>
                <a:lnTo>
                  <a:pt x="1221320" y="15240"/>
                </a:lnTo>
                <a:lnTo>
                  <a:pt x="1218247" y="13970"/>
                </a:lnTo>
                <a:lnTo>
                  <a:pt x="1218552" y="13970"/>
                </a:lnTo>
                <a:lnTo>
                  <a:pt x="1215415" y="12700"/>
                </a:lnTo>
                <a:lnTo>
                  <a:pt x="1245425" y="12700"/>
                </a:lnTo>
                <a:lnTo>
                  <a:pt x="1249083" y="15240"/>
                </a:lnTo>
                <a:lnTo>
                  <a:pt x="1268770" y="41910"/>
                </a:lnTo>
                <a:lnTo>
                  <a:pt x="1255090" y="41910"/>
                </a:lnTo>
                <a:lnTo>
                  <a:pt x="1255382" y="43180"/>
                </a:lnTo>
                <a:close/>
              </a:path>
              <a:path w="1275079" h="401319">
                <a:moveTo>
                  <a:pt x="19519" y="43180"/>
                </a:moveTo>
                <a:lnTo>
                  <a:pt x="19812" y="41910"/>
                </a:lnTo>
                <a:lnTo>
                  <a:pt x="20332" y="41910"/>
                </a:lnTo>
                <a:lnTo>
                  <a:pt x="19519" y="43180"/>
                </a:lnTo>
                <a:close/>
              </a:path>
              <a:path w="1275079" h="401319">
                <a:moveTo>
                  <a:pt x="1261643" y="62230"/>
                </a:moveTo>
                <a:lnTo>
                  <a:pt x="1261071" y="58420"/>
                </a:lnTo>
                <a:lnTo>
                  <a:pt x="1260411" y="55880"/>
                </a:lnTo>
                <a:lnTo>
                  <a:pt x="1259611" y="53340"/>
                </a:lnTo>
                <a:lnTo>
                  <a:pt x="1258684" y="50800"/>
                </a:lnTo>
                <a:lnTo>
                  <a:pt x="1257630" y="48260"/>
                </a:lnTo>
                <a:lnTo>
                  <a:pt x="1257820" y="48260"/>
                </a:lnTo>
                <a:lnTo>
                  <a:pt x="1255090" y="41910"/>
                </a:lnTo>
                <a:lnTo>
                  <a:pt x="1268770" y="41910"/>
                </a:lnTo>
                <a:lnTo>
                  <a:pt x="1269364" y="43180"/>
                </a:lnTo>
                <a:lnTo>
                  <a:pt x="1270673" y="45720"/>
                </a:lnTo>
                <a:lnTo>
                  <a:pt x="1271790" y="49530"/>
                </a:lnTo>
                <a:lnTo>
                  <a:pt x="1272755" y="53340"/>
                </a:lnTo>
                <a:lnTo>
                  <a:pt x="1273543" y="55880"/>
                </a:lnTo>
                <a:lnTo>
                  <a:pt x="1274178" y="59690"/>
                </a:lnTo>
                <a:lnTo>
                  <a:pt x="1274326" y="60960"/>
                </a:lnTo>
                <a:lnTo>
                  <a:pt x="1261592" y="60960"/>
                </a:lnTo>
                <a:lnTo>
                  <a:pt x="1261643" y="62230"/>
                </a:lnTo>
                <a:close/>
              </a:path>
              <a:path w="1275079" h="401319">
                <a:moveTo>
                  <a:pt x="13258" y="62230"/>
                </a:moveTo>
                <a:lnTo>
                  <a:pt x="13309" y="60960"/>
                </a:lnTo>
                <a:lnTo>
                  <a:pt x="13449" y="60960"/>
                </a:lnTo>
                <a:lnTo>
                  <a:pt x="13258" y="62230"/>
                </a:lnTo>
                <a:close/>
              </a:path>
              <a:path w="1275079" h="401319">
                <a:moveTo>
                  <a:pt x="1273280" y="345440"/>
                </a:moveTo>
                <a:lnTo>
                  <a:pt x="1260411" y="345440"/>
                </a:lnTo>
                <a:lnTo>
                  <a:pt x="1261135" y="341630"/>
                </a:lnTo>
                <a:lnTo>
                  <a:pt x="1261643" y="339090"/>
                </a:lnTo>
                <a:lnTo>
                  <a:pt x="1262011" y="336550"/>
                </a:lnTo>
                <a:lnTo>
                  <a:pt x="1262227" y="332740"/>
                </a:lnTo>
                <a:lnTo>
                  <a:pt x="1262202" y="67310"/>
                </a:lnTo>
                <a:lnTo>
                  <a:pt x="1261973" y="64770"/>
                </a:lnTo>
                <a:lnTo>
                  <a:pt x="1261592" y="60960"/>
                </a:lnTo>
                <a:lnTo>
                  <a:pt x="1274326" y="60960"/>
                </a:lnTo>
                <a:lnTo>
                  <a:pt x="1274622" y="63500"/>
                </a:lnTo>
                <a:lnTo>
                  <a:pt x="1274902" y="67310"/>
                </a:lnTo>
                <a:lnTo>
                  <a:pt x="1274902" y="334010"/>
                </a:lnTo>
                <a:lnTo>
                  <a:pt x="1274622" y="337820"/>
                </a:lnTo>
                <a:lnTo>
                  <a:pt x="1273543" y="344170"/>
                </a:lnTo>
                <a:lnTo>
                  <a:pt x="1273280" y="345440"/>
                </a:lnTo>
                <a:close/>
              </a:path>
              <a:path w="1275079" h="401319">
                <a:moveTo>
                  <a:pt x="14706" y="345440"/>
                </a:moveTo>
                <a:lnTo>
                  <a:pt x="14490" y="345440"/>
                </a:lnTo>
                <a:lnTo>
                  <a:pt x="14414" y="344170"/>
                </a:lnTo>
                <a:lnTo>
                  <a:pt x="14706" y="345440"/>
                </a:lnTo>
                <a:close/>
              </a:path>
              <a:path w="1275079" h="401319">
                <a:moveTo>
                  <a:pt x="1266987" y="363220"/>
                </a:moveTo>
                <a:lnTo>
                  <a:pt x="1252131" y="363220"/>
                </a:lnTo>
                <a:lnTo>
                  <a:pt x="1255382" y="358140"/>
                </a:lnTo>
                <a:lnTo>
                  <a:pt x="1255090" y="358140"/>
                </a:lnTo>
                <a:lnTo>
                  <a:pt x="1257820" y="353060"/>
                </a:lnTo>
                <a:lnTo>
                  <a:pt x="1257630" y="353060"/>
                </a:lnTo>
                <a:lnTo>
                  <a:pt x="1258798" y="350520"/>
                </a:lnTo>
                <a:lnTo>
                  <a:pt x="1259713" y="347980"/>
                </a:lnTo>
                <a:lnTo>
                  <a:pt x="1260487" y="344170"/>
                </a:lnTo>
                <a:lnTo>
                  <a:pt x="1260411" y="345440"/>
                </a:lnTo>
                <a:lnTo>
                  <a:pt x="1273280" y="345440"/>
                </a:lnTo>
                <a:lnTo>
                  <a:pt x="1272755" y="347980"/>
                </a:lnTo>
                <a:lnTo>
                  <a:pt x="1271790" y="351790"/>
                </a:lnTo>
                <a:lnTo>
                  <a:pt x="1270673" y="354330"/>
                </a:lnTo>
                <a:lnTo>
                  <a:pt x="1269364" y="358140"/>
                </a:lnTo>
                <a:lnTo>
                  <a:pt x="1266987" y="363220"/>
                </a:lnTo>
                <a:close/>
              </a:path>
              <a:path w="1275079" h="401319">
                <a:moveTo>
                  <a:pt x="23361" y="363220"/>
                </a:moveTo>
                <a:lnTo>
                  <a:pt x="22771" y="363220"/>
                </a:lnTo>
                <a:lnTo>
                  <a:pt x="22428" y="361950"/>
                </a:lnTo>
                <a:lnTo>
                  <a:pt x="23361" y="363220"/>
                </a:lnTo>
                <a:close/>
              </a:path>
              <a:path w="1275079" h="401319">
                <a:moveTo>
                  <a:pt x="1261188" y="372110"/>
                </a:moveTo>
                <a:lnTo>
                  <a:pt x="1244942" y="372110"/>
                </a:lnTo>
                <a:lnTo>
                  <a:pt x="1249121" y="367030"/>
                </a:lnTo>
                <a:lnTo>
                  <a:pt x="1248740" y="367030"/>
                </a:lnTo>
                <a:lnTo>
                  <a:pt x="1252474" y="361950"/>
                </a:lnTo>
                <a:lnTo>
                  <a:pt x="1252131" y="363220"/>
                </a:lnTo>
                <a:lnTo>
                  <a:pt x="1266987" y="363220"/>
                </a:lnTo>
                <a:lnTo>
                  <a:pt x="1266393" y="364490"/>
                </a:lnTo>
                <a:lnTo>
                  <a:pt x="1262824" y="369570"/>
                </a:lnTo>
                <a:lnTo>
                  <a:pt x="1261188" y="372110"/>
                </a:lnTo>
                <a:close/>
              </a:path>
              <a:path w="1275079" h="401319">
                <a:moveTo>
                  <a:pt x="30680" y="372110"/>
                </a:moveTo>
                <a:lnTo>
                  <a:pt x="29959" y="372110"/>
                </a:lnTo>
                <a:lnTo>
                  <a:pt x="29527" y="370840"/>
                </a:lnTo>
                <a:lnTo>
                  <a:pt x="30680" y="372110"/>
                </a:lnTo>
                <a:close/>
              </a:path>
              <a:path w="1275079" h="401319">
                <a:moveTo>
                  <a:pt x="1258735" y="375920"/>
                </a:moveTo>
                <a:lnTo>
                  <a:pt x="1240764" y="375920"/>
                </a:lnTo>
                <a:lnTo>
                  <a:pt x="1245374" y="370840"/>
                </a:lnTo>
                <a:lnTo>
                  <a:pt x="1244942" y="372110"/>
                </a:lnTo>
                <a:lnTo>
                  <a:pt x="1261188" y="372110"/>
                </a:lnTo>
                <a:lnTo>
                  <a:pt x="1258735" y="375920"/>
                </a:lnTo>
                <a:close/>
              </a:path>
              <a:path w="1275079" h="401319">
                <a:moveTo>
                  <a:pt x="35335" y="375920"/>
                </a:moveTo>
                <a:lnTo>
                  <a:pt x="34137" y="375920"/>
                </a:lnTo>
                <a:lnTo>
                  <a:pt x="33667" y="374650"/>
                </a:lnTo>
                <a:lnTo>
                  <a:pt x="35335" y="375920"/>
                </a:lnTo>
                <a:close/>
              </a:path>
              <a:path w="1275079" h="401319">
                <a:moveTo>
                  <a:pt x="1252452" y="382270"/>
                </a:moveTo>
                <a:lnTo>
                  <a:pt x="1231391" y="382270"/>
                </a:lnTo>
                <a:lnTo>
                  <a:pt x="1236738" y="378460"/>
                </a:lnTo>
                <a:lnTo>
                  <a:pt x="1236230" y="378460"/>
                </a:lnTo>
                <a:lnTo>
                  <a:pt x="1241234" y="374650"/>
                </a:lnTo>
                <a:lnTo>
                  <a:pt x="1240764" y="375920"/>
                </a:lnTo>
                <a:lnTo>
                  <a:pt x="1258735" y="375920"/>
                </a:lnTo>
                <a:lnTo>
                  <a:pt x="1254137" y="381000"/>
                </a:lnTo>
                <a:lnTo>
                  <a:pt x="1252452" y="382270"/>
                </a:lnTo>
                <a:close/>
              </a:path>
              <a:path w="1275079" h="401319">
                <a:moveTo>
                  <a:pt x="45802" y="382270"/>
                </a:moveTo>
                <a:lnTo>
                  <a:pt x="43510" y="382270"/>
                </a:lnTo>
                <a:lnTo>
                  <a:pt x="42964" y="381000"/>
                </a:lnTo>
                <a:lnTo>
                  <a:pt x="45802" y="382270"/>
                </a:lnTo>
                <a:close/>
              </a:path>
              <a:path w="1275079" h="401319">
                <a:moveTo>
                  <a:pt x="1243596" y="388620"/>
                </a:moveTo>
                <a:lnTo>
                  <a:pt x="1209598" y="388620"/>
                </a:lnTo>
                <a:lnTo>
                  <a:pt x="1212850" y="387350"/>
                </a:lnTo>
                <a:lnTo>
                  <a:pt x="1218247" y="387350"/>
                </a:lnTo>
                <a:lnTo>
                  <a:pt x="1221320" y="386080"/>
                </a:lnTo>
                <a:lnTo>
                  <a:pt x="1221016" y="386080"/>
                </a:lnTo>
                <a:lnTo>
                  <a:pt x="1224038" y="384810"/>
                </a:lnTo>
                <a:lnTo>
                  <a:pt x="1223746" y="384810"/>
                </a:lnTo>
                <a:lnTo>
                  <a:pt x="1226692" y="383540"/>
                </a:lnTo>
                <a:lnTo>
                  <a:pt x="1226261" y="383540"/>
                </a:lnTo>
                <a:lnTo>
                  <a:pt x="1231938" y="381000"/>
                </a:lnTo>
                <a:lnTo>
                  <a:pt x="1231391" y="382270"/>
                </a:lnTo>
                <a:lnTo>
                  <a:pt x="1252452" y="382270"/>
                </a:lnTo>
                <a:lnTo>
                  <a:pt x="1249083" y="384810"/>
                </a:lnTo>
                <a:lnTo>
                  <a:pt x="1243596" y="388620"/>
                </a:lnTo>
                <a:close/>
              </a:path>
              <a:path w="1275079" h="401319">
                <a:moveTo>
                  <a:pt x="1218107" y="400050"/>
                </a:moveTo>
                <a:lnTo>
                  <a:pt x="56794" y="400050"/>
                </a:lnTo>
                <a:lnTo>
                  <a:pt x="49961" y="397510"/>
                </a:lnTo>
                <a:lnTo>
                  <a:pt x="1224940" y="397510"/>
                </a:lnTo>
                <a:lnTo>
                  <a:pt x="1218107" y="400050"/>
                </a:lnTo>
                <a:close/>
              </a:path>
              <a:path w="1275079" h="401319">
                <a:moveTo>
                  <a:pt x="1211033" y="401320"/>
                </a:moveTo>
                <a:lnTo>
                  <a:pt x="63868" y="401320"/>
                </a:lnTo>
                <a:lnTo>
                  <a:pt x="60299" y="400050"/>
                </a:lnTo>
                <a:lnTo>
                  <a:pt x="1214602" y="400050"/>
                </a:lnTo>
                <a:lnTo>
                  <a:pt x="1211033" y="401320"/>
                </a:lnTo>
                <a:close/>
              </a:path>
            </a:pathLst>
          </a:custGeom>
          <a:solidFill>
            <a:srgbClr val="5F95E6"/>
          </a:solidFill>
        </p:spPr>
        <p:txBody>
          <a:bodyPr wrap="square" lIns="0" tIns="0" rIns="0" bIns="0" rtlCol="0"/>
          <a:lstStyle/>
          <a:p>
            <a:endParaRPr/>
          </a:p>
        </p:txBody>
      </p:sp>
      <p:pic>
        <p:nvPicPr>
          <p:cNvPr id="9" name="object 9"/>
          <p:cNvPicPr/>
          <p:nvPr/>
        </p:nvPicPr>
        <p:blipFill>
          <a:blip r:embed="rId2" cstate="print"/>
          <a:stretch>
            <a:fillRect/>
          </a:stretch>
        </p:blipFill>
        <p:spPr>
          <a:xfrm>
            <a:off x="289877" y="2354897"/>
            <a:ext cx="4070350" cy="4272280"/>
          </a:xfrm>
          <a:prstGeom prst="rect">
            <a:avLst/>
          </a:prstGeom>
        </p:spPr>
      </p:pic>
      <p:sp>
        <p:nvSpPr>
          <p:cNvPr id="10" name="object 10"/>
          <p:cNvSpPr txBox="1"/>
          <p:nvPr/>
        </p:nvSpPr>
        <p:spPr>
          <a:xfrm>
            <a:off x="454659" y="1929714"/>
            <a:ext cx="3795395" cy="4587875"/>
          </a:xfrm>
          <a:prstGeom prst="rect">
            <a:avLst/>
          </a:prstGeom>
        </p:spPr>
        <p:txBody>
          <a:bodyPr vert="horz" wrap="square" lIns="0" tIns="12700" rIns="0" bIns="0" rtlCol="0">
            <a:spAutoFit/>
          </a:bodyPr>
          <a:lstStyle/>
          <a:p>
            <a:pPr marL="135890">
              <a:lnSpc>
                <a:spcPct val="100000"/>
              </a:lnSpc>
              <a:spcBef>
                <a:spcPts val="100"/>
              </a:spcBef>
              <a:tabLst>
                <a:tab pos="1525270" algn="l"/>
                <a:tab pos="2914650" algn="l"/>
              </a:tabLst>
            </a:pPr>
            <a:r>
              <a:rPr sz="1800" b="1" dirty="0">
                <a:solidFill>
                  <a:srgbClr val="006FC0"/>
                </a:solidFill>
                <a:latin typeface="Microsoft JhengHei"/>
                <a:cs typeface="Microsoft JhengHei"/>
              </a:rPr>
              <a:t>层次</a:t>
            </a:r>
            <a:r>
              <a:rPr sz="1800" b="1" spc="-50" dirty="0">
                <a:solidFill>
                  <a:srgbClr val="006FC0"/>
                </a:solidFill>
                <a:latin typeface="Microsoft JhengHei"/>
                <a:cs typeface="Microsoft JhengHei"/>
              </a:rPr>
              <a:t>感</a:t>
            </a:r>
            <a:r>
              <a:rPr sz="1800" b="1" dirty="0">
                <a:solidFill>
                  <a:srgbClr val="006FC0"/>
                </a:solidFill>
                <a:latin typeface="Microsoft JhengHei"/>
                <a:cs typeface="Microsoft JhengHei"/>
              </a:rPr>
              <a:t>	节奏</a:t>
            </a:r>
            <a:r>
              <a:rPr sz="1800" b="1" spc="-50" dirty="0">
                <a:solidFill>
                  <a:srgbClr val="006FC0"/>
                </a:solidFill>
                <a:latin typeface="Microsoft JhengHei"/>
                <a:cs typeface="Microsoft JhengHei"/>
              </a:rPr>
              <a:t>感</a:t>
            </a:r>
            <a:r>
              <a:rPr sz="1800" b="1" dirty="0">
                <a:solidFill>
                  <a:srgbClr val="006FC0"/>
                </a:solidFill>
                <a:latin typeface="Microsoft JhengHei"/>
                <a:cs typeface="Microsoft JhengHei"/>
              </a:rPr>
              <a:t>	互动</a:t>
            </a:r>
            <a:r>
              <a:rPr sz="1800" b="1" spc="-50" dirty="0">
                <a:solidFill>
                  <a:srgbClr val="006FC0"/>
                </a:solidFill>
                <a:latin typeface="Microsoft JhengHei"/>
                <a:cs typeface="Microsoft JhengHei"/>
              </a:rPr>
              <a:t>性</a:t>
            </a:r>
            <a:endParaRPr sz="1800">
              <a:latin typeface="Microsoft JhengHei"/>
              <a:cs typeface="Microsoft JhengHei"/>
            </a:endParaRPr>
          </a:p>
          <a:p>
            <a:pPr marL="12700" marR="118745">
              <a:lnSpc>
                <a:spcPct val="119800"/>
              </a:lnSpc>
              <a:spcBef>
                <a:spcPts val="1565"/>
              </a:spcBef>
            </a:pPr>
            <a:r>
              <a:rPr sz="1600" spc="-20" dirty="0">
                <a:latin typeface="宋体"/>
                <a:cs typeface="宋体"/>
              </a:rPr>
              <a:t>基于这些特点，内容结构的提示语设计</a:t>
            </a:r>
            <a:r>
              <a:rPr sz="1600" spc="-50" dirty="0">
                <a:latin typeface="宋体"/>
                <a:cs typeface="宋体"/>
              </a:rPr>
              <a:t>应</a:t>
            </a:r>
            <a:r>
              <a:rPr sz="1600" spc="-35" dirty="0">
                <a:latin typeface="宋体"/>
                <a:cs typeface="宋体"/>
              </a:rPr>
              <a:t>该：</a:t>
            </a:r>
            <a:endParaRPr sz="1600">
              <a:latin typeface="宋体"/>
              <a:cs typeface="宋体"/>
            </a:endParaRPr>
          </a:p>
          <a:p>
            <a:pPr marL="12700" marR="5080">
              <a:lnSpc>
                <a:spcPct val="119800"/>
              </a:lnSpc>
              <a:buSzPct val="93750"/>
              <a:buAutoNum type="arabicPlain"/>
              <a:tabLst>
                <a:tab pos="532130" algn="l"/>
              </a:tabLst>
            </a:pPr>
            <a:r>
              <a:rPr sz="1600" spc="-25" dirty="0">
                <a:latin typeface="宋体"/>
                <a:cs typeface="宋体"/>
              </a:rPr>
              <a:t>明确结构框架：在提示语中预设文章的整体框架，确保内容展开有序。关键在于设定每个部分的功能定位和重点。</a:t>
            </a:r>
            <a:endParaRPr sz="1600">
              <a:latin typeface="宋体"/>
              <a:cs typeface="宋体"/>
            </a:endParaRPr>
          </a:p>
          <a:p>
            <a:pPr marL="12700" marR="5080">
              <a:lnSpc>
                <a:spcPct val="119800"/>
              </a:lnSpc>
              <a:buSzPct val="93750"/>
              <a:buAutoNum type="arabicPlain"/>
              <a:tabLst>
                <a:tab pos="532130" algn="l"/>
              </a:tabLst>
            </a:pPr>
            <a:r>
              <a:rPr sz="1600" spc="-25" dirty="0">
                <a:latin typeface="宋体"/>
                <a:cs typeface="宋体"/>
              </a:rPr>
              <a:t>设置深度要求：针对不同层次的内容模块，规定论述深度、案例数量、数据支撑等具体要求。</a:t>
            </a:r>
            <a:endParaRPr sz="1600">
              <a:latin typeface="宋体"/>
              <a:cs typeface="宋体"/>
            </a:endParaRPr>
          </a:p>
          <a:p>
            <a:pPr marL="12700" marR="5080">
              <a:lnSpc>
                <a:spcPct val="119800"/>
              </a:lnSpc>
              <a:buSzPct val="93750"/>
              <a:buAutoNum type="arabicPlain"/>
              <a:tabLst>
                <a:tab pos="532130" algn="l"/>
              </a:tabLst>
            </a:pPr>
            <a:r>
              <a:rPr sz="1600" spc="-25" dirty="0">
                <a:latin typeface="宋体"/>
                <a:cs typeface="宋体"/>
              </a:rPr>
              <a:t>预设互动节点：在提示语中规划互动设计位置，确保互动引导自然融入内容脉</a:t>
            </a:r>
            <a:r>
              <a:rPr sz="1600" spc="-35" dirty="0">
                <a:latin typeface="宋体"/>
                <a:cs typeface="宋体"/>
              </a:rPr>
              <a:t>络。</a:t>
            </a:r>
            <a:endParaRPr sz="1600">
              <a:latin typeface="宋体"/>
              <a:cs typeface="宋体"/>
            </a:endParaRPr>
          </a:p>
          <a:p>
            <a:pPr marL="12700" marR="5080">
              <a:lnSpc>
                <a:spcPct val="119800"/>
              </a:lnSpc>
              <a:buSzPct val="93750"/>
              <a:buAutoNum type="arabicPlain"/>
              <a:tabLst>
                <a:tab pos="532130" algn="l"/>
              </a:tabLst>
            </a:pPr>
            <a:r>
              <a:rPr sz="1600" spc="-25" dirty="0">
                <a:latin typeface="宋体"/>
                <a:cs typeface="宋体"/>
              </a:rPr>
              <a:t>控制信息密度：通过提示语调节不同段落的信息密度，避免内容过于松散或者</a:t>
            </a:r>
            <a:r>
              <a:rPr sz="1600" spc="-30" dirty="0">
                <a:latin typeface="宋体"/>
                <a:cs typeface="宋体"/>
              </a:rPr>
              <a:t>过于密集。</a:t>
            </a:r>
            <a:endParaRPr sz="1600">
              <a:latin typeface="宋体"/>
              <a:cs typeface="宋体"/>
            </a:endParaRPr>
          </a:p>
        </p:txBody>
      </p:sp>
      <p:sp>
        <p:nvSpPr>
          <p:cNvPr id="11" name="object 11"/>
          <p:cNvSpPr/>
          <p:nvPr/>
        </p:nvSpPr>
        <p:spPr>
          <a:xfrm>
            <a:off x="4509770" y="1320800"/>
            <a:ext cx="3627754" cy="5295900"/>
          </a:xfrm>
          <a:custGeom>
            <a:avLst/>
            <a:gdLst/>
            <a:ahLst/>
            <a:cxnLst/>
            <a:rect l="l" t="t" r="r" b="b"/>
            <a:pathLst>
              <a:path w="3627754" h="5295900">
                <a:moveTo>
                  <a:pt x="3623945" y="5295900"/>
                </a:moveTo>
                <a:lnTo>
                  <a:pt x="3809" y="5295900"/>
                </a:lnTo>
                <a:lnTo>
                  <a:pt x="2349" y="5295607"/>
                </a:lnTo>
                <a:lnTo>
                  <a:pt x="1117" y="5294782"/>
                </a:lnTo>
                <a:lnTo>
                  <a:pt x="292" y="5293550"/>
                </a:lnTo>
                <a:lnTo>
                  <a:pt x="0" y="5292090"/>
                </a:lnTo>
                <a:lnTo>
                  <a:pt x="0" y="3809"/>
                </a:lnTo>
                <a:lnTo>
                  <a:pt x="292" y="2349"/>
                </a:lnTo>
                <a:lnTo>
                  <a:pt x="1117" y="1117"/>
                </a:lnTo>
                <a:lnTo>
                  <a:pt x="2349" y="292"/>
                </a:lnTo>
                <a:lnTo>
                  <a:pt x="3809" y="0"/>
                </a:lnTo>
                <a:lnTo>
                  <a:pt x="3623945" y="0"/>
                </a:lnTo>
                <a:lnTo>
                  <a:pt x="3625405" y="292"/>
                </a:lnTo>
                <a:lnTo>
                  <a:pt x="3626637" y="1117"/>
                </a:lnTo>
                <a:lnTo>
                  <a:pt x="3627462" y="2349"/>
                </a:lnTo>
                <a:lnTo>
                  <a:pt x="3627754" y="3809"/>
                </a:lnTo>
                <a:lnTo>
                  <a:pt x="7619" y="3809"/>
                </a:lnTo>
                <a:lnTo>
                  <a:pt x="3810" y="7619"/>
                </a:lnTo>
                <a:lnTo>
                  <a:pt x="7619" y="7619"/>
                </a:lnTo>
                <a:lnTo>
                  <a:pt x="7619" y="5288280"/>
                </a:lnTo>
                <a:lnTo>
                  <a:pt x="3809" y="5288280"/>
                </a:lnTo>
                <a:lnTo>
                  <a:pt x="7619" y="5292090"/>
                </a:lnTo>
                <a:lnTo>
                  <a:pt x="3627754" y="5292090"/>
                </a:lnTo>
                <a:lnTo>
                  <a:pt x="3627462" y="5293550"/>
                </a:lnTo>
                <a:lnTo>
                  <a:pt x="3626637" y="5294782"/>
                </a:lnTo>
                <a:lnTo>
                  <a:pt x="3625405" y="5295607"/>
                </a:lnTo>
                <a:lnTo>
                  <a:pt x="3623945" y="5295900"/>
                </a:lnTo>
                <a:close/>
              </a:path>
              <a:path w="3627754" h="5295900">
                <a:moveTo>
                  <a:pt x="7619" y="7619"/>
                </a:moveTo>
                <a:lnTo>
                  <a:pt x="3810" y="7619"/>
                </a:lnTo>
                <a:lnTo>
                  <a:pt x="7619" y="3809"/>
                </a:lnTo>
                <a:lnTo>
                  <a:pt x="7619" y="7619"/>
                </a:lnTo>
                <a:close/>
              </a:path>
              <a:path w="3627754" h="5295900">
                <a:moveTo>
                  <a:pt x="3620134" y="7619"/>
                </a:moveTo>
                <a:lnTo>
                  <a:pt x="7619" y="7619"/>
                </a:lnTo>
                <a:lnTo>
                  <a:pt x="7619" y="3809"/>
                </a:lnTo>
                <a:lnTo>
                  <a:pt x="3620134" y="3809"/>
                </a:lnTo>
                <a:lnTo>
                  <a:pt x="3620134" y="7619"/>
                </a:lnTo>
                <a:close/>
              </a:path>
              <a:path w="3627754" h="5295900">
                <a:moveTo>
                  <a:pt x="3620134" y="5292090"/>
                </a:moveTo>
                <a:lnTo>
                  <a:pt x="3620134" y="3809"/>
                </a:lnTo>
                <a:lnTo>
                  <a:pt x="3623945" y="7619"/>
                </a:lnTo>
                <a:lnTo>
                  <a:pt x="3627754" y="7619"/>
                </a:lnTo>
                <a:lnTo>
                  <a:pt x="3627754" y="5288280"/>
                </a:lnTo>
                <a:lnTo>
                  <a:pt x="3623945" y="5288280"/>
                </a:lnTo>
                <a:lnTo>
                  <a:pt x="3620134" y="5292090"/>
                </a:lnTo>
                <a:close/>
              </a:path>
              <a:path w="3627754" h="5295900">
                <a:moveTo>
                  <a:pt x="3627754" y="7619"/>
                </a:moveTo>
                <a:lnTo>
                  <a:pt x="3623945" y="7619"/>
                </a:lnTo>
                <a:lnTo>
                  <a:pt x="3620134" y="3809"/>
                </a:lnTo>
                <a:lnTo>
                  <a:pt x="3627754" y="3809"/>
                </a:lnTo>
                <a:lnTo>
                  <a:pt x="3627754" y="7619"/>
                </a:lnTo>
                <a:close/>
              </a:path>
              <a:path w="3627754" h="5295900">
                <a:moveTo>
                  <a:pt x="7619" y="5292090"/>
                </a:moveTo>
                <a:lnTo>
                  <a:pt x="3809" y="5288280"/>
                </a:lnTo>
                <a:lnTo>
                  <a:pt x="7619" y="5288280"/>
                </a:lnTo>
                <a:lnTo>
                  <a:pt x="7619" y="5292090"/>
                </a:lnTo>
                <a:close/>
              </a:path>
              <a:path w="3627754" h="5295900">
                <a:moveTo>
                  <a:pt x="3620134" y="5292090"/>
                </a:moveTo>
                <a:lnTo>
                  <a:pt x="7619" y="5292090"/>
                </a:lnTo>
                <a:lnTo>
                  <a:pt x="7619" y="5288280"/>
                </a:lnTo>
                <a:lnTo>
                  <a:pt x="3620134" y="5288280"/>
                </a:lnTo>
                <a:lnTo>
                  <a:pt x="3620134" y="5292090"/>
                </a:lnTo>
                <a:close/>
              </a:path>
              <a:path w="3627754" h="5295900">
                <a:moveTo>
                  <a:pt x="3627754" y="5292090"/>
                </a:moveTo>
                <a:lnTo>
                  <a:pt x="3620134" y="5292090"/>
                </a:lnTo>
                <a:lnTo>
                  <a:pt x="3623945" y="5288280"/>
                </a:lnTo>
                <a:lnTo>
                  <a:pt x="3627754" y="5288280"/>
                </a:lnTo>
                <a:lnTo>
                  <a:pt x="3627754" y="5292090"/>
                </a:lnTo>
                <a:close/>
              </a:path>
            </a:pathLst>
          </a:custGeom>
          <a:solidFill>
            <a:srgbClr val="E6E6E6"/>
          </a:solidFill>
        </p:spPr>
        <p:txBody>
          <a:bodyPr wrap="square" lIns="0" tIns="0" rIns="0" bIns="0" rtlCol="0"/>
          <a:lstStyle/>
          <a:p>
            <a:endParaRPr/>
          </a:p>
        </p:txBody>
      </p:sp>
      <p:sp>
        <p:nvSpPr>
          <p:cNvPr id="12" name="object 12"/>
          <p:cNvSpPr txBox="1"/>
          <p:nvPr/>
        </p:nvSpPr>
        <p:spPr>
          <a:xfrm>
            <a:off x="4897120" y="1514475"/>
            <a:ext cx="3149600" cy="4881880"/>
          </a:xfrm>
          <a:prstGeom prst="rect">
            <a:avLst/>
          </a:prstGeom>
        </p:spPr>
        <p:txBody>
          <a:bodyPr vert="horz" wrap="square" lIns="0" tIns="22860" rIns="0" bIns="0" rtlCol="0">
            <a:spAutoFit/>
          </a:bodyPr>
          <a:lstStyle/>
          <a:p>
            <a:pPr marL="12700" marR="690880">
              <a:lnSpc>
                <a:spcPts val="1400"/>
              </a:lnSpc>
              <a:spcBef>
                <a:spcPts val="180"/>
              </a:spcBef>
            </a:pPr>
            <a:r>
              <a:rPr sz="1200" spc="-5" dirty="0">
                <a:latin typeface="宋体"/>
                <a:cs typeface="宋体"/>
              </a:rPr>
              <a:t>任务描述：创作一篇深度分析类文章</a:t>
            </a:r>
            <a:r>
              <a:rPr sz="1200" spc="-60" dirty="0">
                <a:latin typeface="宋体"/>
                <a:cs typeface="宋体"/>
              </a:rPr>
              <a:t>主题：[</a:t>
            </a:r>
            <a:r>
              <a:rPr sz="1200" spc="-20" dirty="0">
                <a:latin typeface="宋体"/>
                <a:cs typeface="宋体"/>
              </a:rPr>
              <a:t>主题]</a:t>
            </a:r>
            <a:endParaRPr sz="1200">
              <a:latin typeface="宋体"/>
              <a:cs typeface="宋体"/>
            </a:endParaRPr>
          </a:p>
          <a:p>
            <a:pPr marL="12700">
              <a:lnSpc>
                <a:spcPts val="1340"/>
              </a:lnSpc>
            </a:pPr>
            <a:r>
              <a:rPr sz="1200" spc="-60" dirty="0">
                <a:latin typeface="宋体"/>
                <a:cs typeface="宋体"/>
              </a:rPr>
              <a:t>目标：[</a:t>
            </a:r>
            <a:r>
              <a:rPr sz="1200" spc="-10" dirty="0">
                <a:latin typeface="宋体"/>
                <a:cs typeface="宋体"/>
              </a:rPr>
              <a:t>写作目的]</a:t>
            </a:r>
            <a:endParaRPr sz="1200">
              <a:latin typeface="宋体"/>
              <a:cs typeface="宋体"/>
            </a:endParaRPr>
          </a:p>
          <a:p>
            <a:pPr marL="12700">
              <a:lnSpc>
                <a:spcPts val="1400"/>
              </a:lnSpc>
            </a:pPr>
            <a:r>
              <a:rPr sz="1200" spc="-10" dirty="0">
                <a:latin typeface="宋体"/>
                <a:cs typeface="宋体"/>
              </a:rPr>
              <a:t>一、结构设计要求：</a:t>
            </a:r>
            <a:endParaRPr sz="1200">
              <a:latin typeface="宋体"/>
              <a:cs typeface="宋体"/>
            </a:endParaRPr>
          </a:p>
          <a:p>
            <a:pPr marL="394335" indent="-381635">
              <a:lnSpc>
                <a:spcPts val="1400"/>
              </a:lnSpc>
              <a:buSzPct val="91666"/>
              <a:buAutoNum type="arabicPlain"/>
              <a:tabLst>
                <a:tab pos="394335" algn="l"/>
              </a:tabLst>
            </a:pPr>
            <a:r>
              <a:rPr sz="1200" dirty="0">
                <a:latin typeface="宋体"/>
                <a:cs typeface="宋体"/>
              </a:rPr>
              <a:t>开篇模块（800字以内</a:t>
            </a:r>
            <a:r>
              <a:rPr sz="1200" spc="-50" dirty="0">
                <a:latin typeface="宋体"/>
                <a:cs typeface="宋体"/>
              </a:rPr>
              <a:t>）</a:t>
            </a:r>
            <a:endParaRPr sz="1200">
              <a:latin typeface="宋体"/>
              <a:cs typeface="宋体"/>
            </a:endParaRPr>
          </a:p>
          <a:p>
            <a:pPr marL="213360" lvl="1" indent="-88900">
              <a:lnSpc>
                <a:spcPts val="1400"/>
              </a:lnSpc>
              <a:buChar char="-"/>
              <a:tabLst>
                <a:tab pos="213360" algn="l"/>
              </a:tabLst>
            </a:pPr>
            <a:r>
              <a:rPr sz="1200" spc="-30" dirty="0">
                <a:latin typeface="宋体"/>
                <a:cs typeface="宋体"/>
              </a:rPr>
              <a:t>问题背景：从[</a:t>
            </a:r>
            <a:r>
              <a:rPr sz="1200" spc="-70" dirty="0">
                <a:latin typeface="宋体"/>
                <a:cs typeface="宋体"/>
              </a:rPr>
              <a:t>数据/现象/热点]</a:t>
            </a:r>
            <a:r>
              <a:rPr sz="1200" spc="-25" dirty="0">
                <a:latin typeface="宋体"/>
                <a:cs typeface="宋体"/>
              </a:rPr>
              <a:t>切入</a:t>
            </a:r>
            <a:endParaRPr sz="1200">
              <a:latin typeface="宋体"/>
              <a:cs typeface="宋体"/>
            </a:endParaRPr>
          </a:p>
          <a:p>
            <a:pPr marL="213360" lvl="1" indent="-88900">
              <a:lnSpc>
                <a:spcPts val="1400"/>
              </a:lnSpc>
              <a:buChar char="-"/>
              <a:tabLst>
                <a:tab pos="213360" algn="l"/>
              </a:tabLst>
            </a:pPr>
            <a:r>
              <a:rPr sz="1200" spc="-5" dirty="0">
                <a:latin typeface="宋体"/>
                <a:cs typeface="宋体"/>
              </a:rPr>
              <a:t>现状分析：点明行业痛点与挑战</a:t>
            </a:r>
            <a:endParaRPr sz="1200">
              <a:latin typeface="宋体"/>
              <a:cs typeface="宋体"/>
            </a:endParaRPr>
          </a:p>
          <a:p>
            <a:pPr marL="213360" lvl="1" indent="-88900">
              <a:lnSpc>
                <a:spcPts val="1400"/>
              </a:lnSpc>
              <a:buChar char="-"/>
              <a:tabLst>
                <a:tab pos="213360" algn="l"/>
              </a:tabLst>
            </a:pPr>
            <a:r>
              <a:rPr sz="1200" spc="-5" dirty="0">
                <a:latin typeface="宋体"/>
                <a:cs typeface="宋体"/>
              </a:rPr>
              <a:t>核心观点：提出独特视角与解决思路</a:t>
            </a:r>
            <a:endParaRPr sz="1200">
              <a:latin typeface="宋体"/>
              <a:cs typeface="宋体"/>
            </a:endParaRPr>
          </a:p>
          <a:p>
            <a:pPr marL="394335" indent="-381635">
              <a:lnSpc>
                <a:spcPts val="1400"/>
              </a:lnSpc>
              <a:buSzPct val="91666"/>
              <a:buAutoNum type="arabicPlain"/>
              <a:tabLst>
                <a:tab pos="394335" algn="l"/>
              </a:tabLst>
            </a:pPr>
            <a:r>
              <a:rPr sz="1200" dirty="0">
                <a:latin typeface="宋体"/>
                <a:cs typeface="宋体"/>
              </a:rPr>
              <a:t>主体部分（2500字左右</a:t>
            </a:r>
            <a:r>
              <a:rPr sz="1200" spc="-50" dirty="0">
                <a:latin typeface="宋体"/>
                <a:cs typeface="宋体"/>
              </a:rPr>
              <a:t>）</a:t>
            </a:r>
            <a:endParaRPr sz="1200">
              <a:latin typeface="宋体"/>
              <a:cs typeface="宋体"/>
            </a:endParaRPr>
          </a:p>
          <a:p>
            <a:pPr marL="213360" lvl="1" indent="-88900">
              <a:lnSpc>
                <a:spcPts val="1400"/>
              </a:lnSpc>
              <a:buChar char="-"/>
              <a:tabLst>
                <a:tab pos="213360" algn="l"/>
              </a:tabLst>
            </a:pPr>
            <a:r>
              <a:rPr sz="1200" dirty="0">
                <a:latin typeface="宋体"/>
                <a:cs typeface="宋体"/>
              </a:rPr>
              <a:t>分论点展开：3—4</a:t>
            </a:r>
            <a:r>
              <a:rPr sz="1200" spc="-10" dirty="0">
                <a:latin typeface="宋体"/>
                <a:cs typeface="宋体"/>
              </a:rPr>
              <a:t>个核心论点</a:t>
            </a:r>
            <a:endParaRPr sz="1200">
              <a:latin typeface="宋体"/>
              <a:cs typeface="宋体"/>
            </a:endParaRPr>
          </a:p>
          <a:p>
            <a:pPr marL="213360" lvl="1" indent="-88900">
              <a:lnSpc>
                <a:spcPts val="1400"/>
              </a:lnSpc>
              <a:buChar char="-"/>
              <a:tabLst>
                <a:tab pos="213360" algn="l"/>
              </a:tabLst>
            </a:pPr>
            <a:r>
              <a:rPr sz="1200" spc="-10" dirty="0">
                <a:latin typeface="宋体"/>
                <a:cs typeface="宋体"/>
              </a:rPr>
              <a:t>每个论点要求：</a:t>
            </a:r>
            <a:endParaRPr sz="1200">
              <a:latin typeface="宋体"/>
              <a:cs typeface="宋体"/>
            </a:endParaRPr>
          </a:p>
          <a:p>
            <a:pPr marL="305435" lvl="2" indent="-105410">
              <a:lnSpc>
                <a:spcPts val="1400"/>
              </a:lnSpc>
              <a:buChar char="*"/>
              <a:tabLst>
                <a:tab pos="305435" algn="l"/>
              </a:tabLst>
            </a:pPr>
            <a:r>
              <a:rPr sz="1200" dirty="0">
                <a:latin typeface="宋体"/>
                <a:cs typeface="宋体"/>
              </a:rPr>
              <a:t>观点陈述（150字左右</a:t>
            </a:r>
            <a:r>
              <a:rPr sz="1200" spc="-50" dirty="0">
                <a:latin typeface="宋体"/>
                <a:cs typeface="宋体"/>
              </a:rPr>
              <a:t>）</a:t>
            </a:r>
            <a:endParaRPr sz="1200">
              <a:latin typeface="宋体"/>
              <a:cs typeface="宋体"/>
            </a:endParaRPr>
          </a:p>
          <a:p>
            <a:pPr marL="305435" lvl="2" indent="-105410">
              <a:lnSpc>
                <a:spcPts val="1400"/>
              </a:lnSpc>
              <a:buChar char="*"/>
              <a:tabLst>
                <a:tab pos="305435" algn="l"/>
              </a:tabLst>
            </a:pPr>
            <a:r>
              <a:rPr sz="1200" dirty="0">
                <a:latin typeface="宋体"/>
                <a:cs typeface="宋体"/>
              </a:rPr>
              <a:t>原理解析（300字左右</a:t>
            </a:r>
            <a:r>
              <a:rPr sz="1200" spc="-50" dirty="0">
                <a:latin typeface="宋体"/>
                <a:cs typeface="宋体"/>
              </a:rPr>
              <a:t>）</a:t>
            </a:r>
            <a:endParaRPr sz="1200">
              <a:latin typeface="宋体"/>
              <a:cs typeface="宋体"/>
            </a:endParaRPr>
          </a:p>
          <a:p>
            <a:pPr marL="305435" lvl="2" indent="-105410">
              <a:lnSpc>
                <a:spcPts val="1400"/>
              </a:lnSpc>
              <a:buChar char="*"/>
              <a:tabLst>
                <a:tab pos="305435" algn="l"/>
              </a:tabLst>
            </a:pPr>
            <a:r>
              <a:rPr sz="1200" dirty="0">
                <a:latin typeface="宋体"/>
                <a:cs typeface="宋体"/>
              </a:rPr>
              <a:t>案例佐证：2</a:t>
            </a:r>
            <a:r>
              <a:rPr sz="1200" spc="-10" dirty="0">
                <a:latin typeface="宋体"/>
                <a:cs typeface="宋体"/>
              </a:rPr>
              <a:t>个典型案例</a:t>
            </a:r>
            <a:endParaRPr sz="1200">
              <a:latin typeface="宋体"/>
              <a:cs typeface="宋体"/>
            </a:endParaRPr>
          </a:p>
          <a:p>
            <a:pPr marL="305435" lvl="2" indent="-105410">
              <a:lnSpc>
                <a:spcPts val="1400"/>
              </a:lnSpc>
              <a:buChar char="*"/>
              <a:tabLst>
                <a:tab pos="305435" algn="l"/>
              </a:tabLst>
            </a:pPr>
            <a:r>
              <a:rPr sz="1200" spc="-5" dirty="0">
                <a:latin typeface="宋体"/>
                <a:cs typeface="宋体"/>
              </a:rPr>
              <a:t>数据支撑：权威来源数据</a:t>
            </a:r>
            <a:endParaRPr sz="1200">
              <a:latin typeface="宋体"/>
              <a:cs typeface="宋体"/>
            </a:endParaRPr>
          </a:p>
          <a:p>
            <a:pPr marL="305435" lvl="2" indent="-105410">
              <a:lnSpc>
                <a:spcPts val="1420"/>
              </a:lnSpc>
              <a:buChar char="*"/>
              <a:tabLst>
                <a:tab pos="305435" algn="l"/>
              </a:tabLst>
            </a:pPr>
            <a:r>
              <a:rPr sz="1200" spc="-5" dirty="0">
                <a:latin typeface="宋体"/>
                <a:cs typeface="宋体"/>
              </a:rPr>
              <a:t>专家观点：引用领域专家验证</a:t>
            </a:r>
            <a:endParaRPr sz="1200">
              <a:latin typeface="宋体"/>
              <a:cs typeface="宋体"/>
            </a:endParaRPr>
          </a:p>
          <a:p>
            <a:pPr marL="394335" indent="-381635">
              <a:lnSpc>
                <a:spcPct val="100000"/>
              </a:lnSpc>
              <a:spcBef>
                <a:spcPts val="120"/>
              </a:spcBef>
              <a:buSzPct val="91666"/>
              <a:buAutoNum type="arabicPlain"/>
              <a:tabLst>
                <a:tab pos="394335" algn="l"/>
              </a:tabLst>
            </a:pPr>
            <a:r>
              <a:rPr sz="1200" dirty="0">
                <a:latin typeface="宋体"/>
                <a:cs typeface="宋体"/>
              </a:rPr>
              <a:t>结尾部分（700字以内</a:t>
            </a:r>
            <a:r>
              <a:rPr sz="1200" spc="-50" dirty="0">
                <a:latin typeface="宋体"/>
                <a:cs typeface="宋体"/>
              </a:rPr>
              <a:t>）</a:t>
            </a:r>
            <a:endParaRPr sz="1200">
              <a:latin typeface="宋体"/>
              <a:cs typeface="宋体"/>
            </a:endParaRPr>
          </a:p>
          <a:p>
            <a:pPr marL="213360" lvl="1" indent="-88900">
              <a:lnSpc>
                <a:spcPts val="1420"/>
              </a:lnSpc>
              <a:buChar char="-"/>
              <a:tabLst>
                <a:tab pos="213360" algn="l"/>
              </a:tabLst>
            </a:pPr>
            <a:r>
              <a:rPr sz="1200" spc="-10" dirty="0">
                <a:latin typeface="宋体"/>
                <a:cs typeface="宋体"/>
              </a:rPr>
              <a:t>观点总结：呼应开篇</a:t>
            </a:r>
            <a:endParaRPr sz="1200">
              <a:latin typeface="宋体"/>
              <a:cs typeface="宋体"/>
            </a:endParaRPr>
          </a:p>
          <a:p>
            <a:pPr marL="213360" lvl="1" indent="-88900">
              <a:lnSpc>
                <a:spcPts val="1400"/>
              </a:lnSpc>
              <a:buChar char="-"/>
              <a:tabLst>
                <a:tab pos="213360" algn="l"/>
              </a:tabLst>
            </a:pPr>
            <a:r>
              <a:rPr sz="1200" spc="-5" dirty="0">
                <a:latin typeface="宋体"/>
                <a:cs typeface="宋体"/>
              </a:rPr>
              <a:t>趋势判断：前瞻性洞察</a:t>
            </a:r>
            <a:endParaRPr sz="1200">
              <a:latin typeface="宋体"/>
              <a:cs typeface="宋体"/>
            </a:endParaRPr>
          </a:p>
          <a:p>
            <a:pPr marL="213360" lvl="1" indent="-88900">
              <a:lnSpc>
                <a:spcPts val="1420"/>
              </a:lnSpc>
              <a:buChar char="-"/>
              <a:tabLst>
                <a:tab pos="213360" algn="l"/>
              </a:tabLst>
            </a:pPr>
            <a:r>
              <a:rPr sz="1200" dirty="0">
                <a:latin typeface="宋体"/>
                <a:cs typeface="宋体"/>
              </a:rPr>
              <a:t>行动建议：3—5</a:t>
            </a:r>
            <a:r>
              <a:rPr sz="1200" spc="-10" dirty="0">
                <a:latin typeface="宋体"/>
                <a:cs typeface="宋体"/>
              </a:rPr>
              <a:t>点可执行建议</a:t>
            </a:r>
            <a:endParaRPr sz="1200">
              <a:latin typeface="宋体"/>
              <a:cs typeface="宋体"/>
            </a:endParaRPr>
          </a:p>
          <a:p>
            <a:pPr marL="12700">
              <a:lnSpc>
                <a:spcPct val="100000"/>
              </a:lnSpc>
              <a:spcBef>
                <a:spcPts val="120"/>
              </a:spcBef>
            </a:pPr>
            <a:r>
              <a:rPr sz="1200" spc="-10" dirty="0">
                <a:latin typeface="宋体"/>
                <a:cs typeface="宋体"/>
              </a:rPr>
              <a:t>二、互动设计节点：</a:t>
            </a:r>
            <a:endParaRPr sz="1200">
              <a:latin typeface="宋体"/>
              <a:cs typeface="宋体"/>
            </a:endParaRPr>
          </a:p>
          <a:p>
            <a:pPr marL="394335" indent="-381635">
              <a:lnSpc>
                <a:spcPts val="1420"/>
              </a:lnSpc>
              <a:buSzPct val="91666"/>
              <a:buAutoNum type="arabicPlain"/>
              <a:tabLst>
                <a:tab pos="394335" algn="l"/>
              </a:tabLst>
            </a:pPr>
            <a:r>
              <a:rPr sz="1200" spc="-5" dirty="0">
                <a:latin typeface="宋体"/>
                <a:cs typeface="宋体"/>
              </a:rPr>
              <a:t>开篇互动：设置情境思考问题</a:t>
            </a:r>
            <a:endParaRPr sz="1200">
              <a:latin typeface="宋体"/>
              <a:cs typeface="宋体"/>
            </a:endParaRPr>
          </a:p>
          <a:p>
            <a:pPr marL="394335" indent="-381635">
              <a:lnSpc>
                <a:spcPts val="1400"/>
              </a:lnSpc>
              <a:buSzPct val="91666"/>
              <a:buAutoNum type="arabicPlain"/>
              <a:tabLst>
                <a:tab pos="394335" algn="l"/>
              </a:tabLst>
            </a:pPr>
            <a:r>
              <a:rPr sz="1200" spc="-5" dirty="0">
                <a:latin typeface="宋体"/>
                <a:cs typeface="宋体"/>
              </a:rPr>
              <a:t>主体互动：每个论点后设置观点讨论区</a:t>
            </a:r>
            <a:endParaRPr sz="1200">
              <a:latin typeface="宋体"/>
              <a:cs typeface="宋体"/>
            </a:endParaRPr>
          </a:p>
          <a:p>
            <a:pPr marL="12700" marR="5080">
              <a:lnSpc>
                <a:spcPts val="1400"/>
              </a:lnSpc>
              <a:spcBef>
                <a:spcPts val="60"/>
              </a:spcBef>
              <a:buSzPct val="91666"/>
              <a:buAutoNum type="arabicPlain"/>
              <a:tabLst>
                <a:tab pos="394335" algn="l"/>
              </a:tabLst>
            </a:pPr>
            <a:r>
              <a:rPr sz="1200" spc="-5" dirty="0">
                <a:latin typeface="宋体"/>
                <a:cs typeface="宋体"/>
              </a:rPr>
              <a:t>结尾互动：邀请读者分享经验与观点三、</a:t>
            </a:r>
            <a:r>
              <a:rPr sz="1200" spc="-10" dirty="0">
                <a:latin typeface="宋体"/>
                <a:cs typeface="宋体"/>
              </a:rPr>
              <a:t>三、内容节奏控制：</a:t>
            </a:r>
            <a:endParaRPr sz="1200">
              <a:latin typeface="宋体"/>
              <a:cs typeface="宋体"/>
            </a:endParaRPr>
          </a:p>
          <a:p>
            <a:pPr marL="12700">
              <a:lnSpc>
                <a:spcPts val="1340"/>
              </a:lnSpc>
            </a:pPr>
            <a:r>
              <a:rPr sz="1200" dirty="0">
                <a:latin typeface="宋体"/>
                <a:cs typeface="宋体"/>
              </a:rPr>
              <a:t>（1）</a:t>
            </a:r>
            <a:r>
              <a:rPr sz="1200" spc="-10" dirty="0">
                <a:latin typeface="宋体"/>
                <a:cs typeface="宋体"/>
              </a:rPr>
              <a:t>信息密度分配：</a:t>
            </a:r>
            <a:endParaRPr sz="1200">
              <a:latin typeface="宋体"/>
              <a:cs typeface="宋体"/>
            </a:endParaRPr>
          </a:p>
          <a:p>
            <a:pPr marL="124460">
              <a:lnSpc>
                <a:spcPts val="1420"/>
              </a:lnSpc>
            </a:pPr>
            <a:r>
              <a:rPr sz="1200" spc="-55" dirty="0">
                <a:latin typeface="宋体"/>
                <a:cs typeface="宋体"/>
              </a:rPr>
              <a:t>- 开篇：以叙事为主，重在引发兴趣</a:t>
            </a:r>
            <a:endParaRPr sz="1200">
              <a:latin typeface="宋体"/>
              <a:cs typeface="宋体"/>
            </a:endParaRPr>
          </a:p>
        </p:txBody>
      </p:sp>
      <p:sp>
        <p:nvSpPr>
          <p:cNvPr id="13" name="object 13"/>
          <p:cNvSpPr/>
          <p:nvPr/>
        </p:nvSpPr>
        <p:spPr>
          <a:xfrm>
            <a:off x="8313419" y="1320164"/>
            <a:ext cx="3627754" cy="5295900"/>
          </a:xfrm>
          <a:custGeom>
            <a:avLst/>
            <a:gdLst/>
            <a:ahLst/>
            <a:cxnLst/>
            <a:rect l="l" t="t" r="r" b="b"/>
            <a:pathLst>
              <a:path w="3627754" h="5295900">
                <a:moveTo>
                  <a:pt x="3623945" y="5295900"/>
                </a:moveTo>
                <a:lnTo>
                  <a:pt x="3809" y="5295900"/>
                </a:lnTo>
                <a:lnTo>
                  <a:pt x="2349" y="5295607"/>
                </a:lnTo>
                <a:lnTo>
                  <a:pt x="1117" y="5294782"/>
                </a:lnTo>
                <a:lnTo>
                  <a:pt x="292" y="5293550"/>
                </a:lnTo>
                <a:lnTo>
                  <a:pt x="0" y="5292090"/>
                </a:lnTo>
                <a:lnTo>
                  <a:pt x="0" y="3810"/>
                </a:lnTo>
                <a:lnTo>
                  <a:pt x="292" y="2349"/>
                </a:lnTo>
                <a:lnTo>
                  <a:pt x="1117" y="1117"/>
                </a:lnTo>
                <a:lnTo>
                  <a:pt x="2349" y="292"/>
                </a:lnTo>
                <a:lnTo>
                  <a:pt x="3809" y="0"/>
                </a:lnTo>
                <a:lnTo>
                  <a:pt x="3623945" y="0"/>
                </a:lnTo>
                <a:lnTo>
                  <a:pt x="3625405" y="292"/>
                </a:lnTo>
                <a:lnTo>
                  <a:pt x="3626637" y="1117"/>
                </a:lnTo>
                <a:lnTo>
                  <a:pt x="3627462" y="2349"/>
                </a:lnTo>
                <a:lnTo>
                  <a:pt x="3627754" y="3810"/>
                </a:lnTo>
                <a:lnTo>
                  <a:pt x="7620" y="3810"/>
                </a:lnTo>
                <a:lnTo>
                  <a:pt x="3809" y="7619"/>
                </a:lnTo>
                <a:lnTo>
                  <a:pt x="7620" y="7619"/>
                </a:lnTo>
                <a:lnTo>
                  <a:pt x="7620" y="5288280"/>
                </a:lnTo>
                <a:lnTo>
                  <a:pt x="3809" y="5288280"/>
                </a:lnTo>
                <a:lnTo>
                  <a:pt x="7620" y="5292090"/>
                </a:lnTo>
                <a:lnTo>
                  <a:pt x="3627754" y="5292090"/>
                </a:lnTo>
                <a:lnTo>
                  <a:pt x="3627462" y="5293550"/>
                </a:lnTo>
                <a:lnTo>
                  <a:pt x="3626637" y="5294782"/>
                </a:lnTo>
                <a:lnTo>
                  <a:pt x="3625405" y="5295607"/>
                </a:lnTo>
                <a:lnTo>
                  <a:pt x="3623945" y="5295900"/>
                </a:lnTo>
                <a:close/>
              </a:path>
              <a:path w="3627754" h="5295900">
                <a:moveTo>
                  <a:pt x="7620" y="7619"/>
                </a:moveTo>
                <a:lnTo>
                  <a:pt x="3809" y="7619"/>
                </a:lnTo>
                <a:lnTo>
                  <a:pt x="7620" y="3810"/>
                </a:lnTo>
                <a:lnTo>
                  <a:pt x="7620" y="7619"/>
                </a:lnTo>
                <a:close/>
              </a:path>
              <a:path w="3627754" h="5295900">
                <a:moveTo>
                  <a:pt x="3620134" y="7619"/>
                </a:moveTo>
                <a:lnTo>
                  <a:pt x="7620" y="7619"/>
                </a:lnTo>
                <a:lnTo>
                  <a:pt x="7620" y="3810"/>
                </a:lnTo>
                <a:lnTo>
                  <a:pt x="3620134" y="3810"/>
                </a:lnTo>
                <a:lnTo>
                  <a:pt x="3620134" y="7619"/>
                </a:lnTo>
                <a:close/>
              </a:path>
              <a:path w="3627754" h="5295900">
                <a:moveTo>
                  <a:pt x="3620134" y="5292090"/>
                </a:moveTo>
                <a:lnTo>
                  <a:pt x="3620134" y="3810"/>
                </a:lnTo>
                <a:lnTo>
                  <a:pt x="3623945" y="7619"/>
                </a:lnTo>
                <a:lnTo>
                  <a:pt x="3627754" y="7619"/>
                </a:lnTo>
                <a:lnTo>
                  <a:pt x="3627754" y="5288280"/>
                </a:lnTo>
                <a:lnTo>
                  <a:pt x="3623945" y="5288280"/>
                </a:lnTo>
                <a:lnTo>
                  <a:pt x="3620134" y="5292090"/>
                </a:lnTo>
                <a:close/>
              </a:path>
              <a:path w="3627754" h="5295900">
                <a:moveTo>
                  <a:pt x="3627754" y="7619"/>
                </a:moveTo>
                <a:lnTo>
                  <a:pt x="3623945" y="7619"/>
                </a:lnTo>
                <a:lnTo>
                  <a:pt x="3620134" y="3810"/>
                </a:lnTo>
                <a:lnTo>
                  <a:pt x="3627754" y="3810"/>
                </a:lnTo>
                <a:lnTo>
                  <a:pt x="3627754" y="7619"/>
                </a:lnTo>
                <a:close/>
              </a:path>
              <a:path w="3627754" h="5295900">
                <a:moveTo>
                  <a:pt x="7620" y="5292090"/>
                </a:moveTo>
                <a:lnTo>
                  <a:pt x="3809" y="5288280"/>
                </a:lnTo>
                <a:lnTo>
                  <a:pt x="7620" y="5288280"/>
                </a:lnTo>
                <a:lnTo>
                  <a:pt x="7620" y="5292090"/>
                </a:lnTo>
                <a:close/>
              </a:path>
              <a:path w="3627754" h="5295900">
                <a:moveTo>
                  <a:pt x="3620134" y="5292090"/>
                </a:moveTo>
                <a:lnTo>
                  <a:pt x="7620" y="5292090"/>
                </a:lnTo>
                <a:lnTo>
                  <a:pt x="7620" y="5288280"/>
                </a:lnTo>
                <a:lnTo>
                  <a:pt x="3620134" y="5288280"/>
                </a:lnTo>
                <a:lnTo>
                  <a:pt x="3620134" y="5292090"/>
                </a:lnTo>
                <a:close/>
              </a:path>
              <a:path w="3627754" h="5295900">
                <a:moveTo>
                  <a:pt x="3627754" y="5292090"/>
                </a:moveTo>
                <a:lnTo>
                  <a:pt x="3620134" y="5292090"/>
                </a:lnTo>
                <a:lnTo>
                  <a:pt x="3623945" y="5288280"/>
                </a:lnTo>
                <a:lnTo>
                  <a:pt x="3627754" y="5288280"/>
                </a:lnTo>
                <a:lnTo>
                  <a:pt x="3627754" y="5292090"/>
                </a:lnTo>
                <a:close/>
              </a:path>
            </a:pathLst>
          </a:custGeom>
          <a:solidFill>
            <a:srgbClr val="E6E6E6"/>
          </a:solidFill>
        </p:spPr>
        <p:txBody>
          <a:bodyPr wrap="square" lIns="0" tIns="0" rIns="0" bIns="0" rtlCol="0"/>
          <a:lstStyle/>
          <a:p>
            <a:endParaRPr/>
          </a:p>
        </p:txBody>
      </p:sp>
      <p:sp>
        <p:nvSpPr>
          <p:cNvPr id="14" name="object 14"/>
          <p:cNvSpPr txBox="1"/>
          <p:nvPr/>
        </p:nvSpPr>
        <p:spPr>
          <a:xfrm>
            <a:off x="8700769" y="1399539"/>
            <a:ext cx="3121660" cy="5105400"/>
          </a:xfrm>
          <a:prstGeom prst="rect">
            <a:avLst/>
          </a:prstGeom>
        </p:spPr>
        <p:txBody>
          <a:bodyPr vert="horz" wrap="square" lIns="0" tIns="12700" rIns="0" bIns="0" rtlCol="0">
            <a:spAutoFit/>
          </a:bodyPr>
          <a:lstStyle/>
          <a:p>
            <a:pPr marL="12700" marR="85725" indent="149860">
              <a:lnSpc>
                <a:spcPct val="111100"/>
              </a:lnSpc>
              <a:spcBef>
                <a:spcPts val="100"/>
              </a:spcBef>
              <a:buChar char="-"/>
              <a:tabLst>
                <a:tab pos="250825" algn="l"/>
              </a:tabLst>
            </a:pPr>
            <a:r>
              <a:rPr sz="1200" spc="-30" dirty="0">
                <a:latin typeface="宋体"/>
                <a:cs typeface="宋体"/>
              </a:rPr>
              <a:t>主体：论证为主，配比为 论述</a:t>
            </a:r>
            <a:r>
              <a:rPr sz="1200" spc="150" dirty="0">
                <a:latin typeface="宋体"/>
                <a:cs typeface="宋体"/>
              </a:rPr>
              <a:t>40</a:t>
            </a:r>
            <a:r>
              <a:rPr sz="1200" spc="-75" dirty="0">
                <a:latin typeface="宋体"/>
                <a:cs typeface="宋体"/>
              </a:rPr>
              <a:t>% + 案例</a:t>
            </a:r>
            <a:r>
              <a:rPr sz="1200" spc="-50" dirty="0">
                <a:latin typeface="宋体"/>
                <a:cs typeface="宋体"/>
              </a:rPr>
              <a:t> </a:t>
            </a:r>
            <a:r>
              <a:rPr sz="1200" spc="150" dirty="0">
                <a:latin typeface="宋体"/>
                <a:cs typeface="宋体"/>
              </a:rPr>
              <a:t>30</a:t>
            </a:r>
            <a:r>
              <a:rPr sz="1200" spc="-65" dirty="0">
                <a:latin typeface="宋体"/>
                <a:cs typeface="宋体"/>
              </a:rPr>
              <a:t>% + 数据</a:t>
            </a:r>
            <a:r>
              <a:rPr sz="1200" spc="150" dirty="0">
                <a:latin typeface="宋体"/>
                <a:cs typeface="宋体"/>
              </a:rPr>
              <a:t>20</a:t>
            </a:r>
            <a:r>
              <a:rPr sz="1200" spc="-55" dirty="0">
                <a:latin typeface="宋体"/>
                <a:cs typeface="宋体"/>
              </a:rPr>
              <a:t>% + 专家观点</a:t>
            </a:r>
            <a:r>
              <a:rPr sz="1200" spc="125" dirty="0">
                <a:latin typeface="宋体"/>
                <a:cs typeface="宋体"/>
              </a:rPr>
              <a:t>10%</a:t>
            </a:r>
            <a:endParaRPr sz="1200">
              <a:latin typeface="宋体"/>
              <a:cs typeface="宋体"/>
            </a:endParaRPr>
          </a:p>
          <a:p>
            <a:pPr marL="250825" indent="-88265">
              <a:lnSpc>
                <a:spcPct val="100000"/>
              </a:lnSpc>
              <a:spcBef>
                <a:spcPts val="160"/>
              </a:spcBef>
              <a:buChar char="-"/>
              <a:tabLst>
                <a:tab pos="250825" algn="l"/>
              </a:tabLst>
            </a:pPr>
            <a:r>
              <a:rPr sz="1200" spc="-5" dirty="0">
                <a:latin typeface="宋体"/>
                <a:cs typeface="宋体"/>
              </a:rPr>
              <a:t>结尾：以洞察和建议为主，突出实操价值</a:t>
            </a:r>
            <a:endParaRPr sz="1200">
              <a:latin typeface="宋体"/>
              <a:cs typeface="宋体"/>
            </a:endParaRPr>
          </a:p>
          <a:p>
            <a:pPr marL="12700">
              <a:lnSpc>
                <a:spcPct val="100000"/>
              </a:lnSpc>
              <a:spcBef>
                <a:spcPts val="160"/>
              </a:spcBef>
            </a:pPr>
            <a:r>
              <a:rPr sz="1200" dirty="0">
                <a:latin typeface="宋体"/>
                <a:cs typeface="宋体"/>
              </a:rPr>
              <a:t>（2）</a:t>
            </a:r>
            <a:r>
              <a:rPr sz="1200" spc="-10" dirty="0">
                <a:latin typeface="宋体"/>
                <a:cs typeface="宋体"/>
              </a:rPr>
              <a:t>段落节奏：</a:t>
            </a:r>
            <a:endParaRPr sz="1200">
              <a:latin typeface="宋体"/>
              <a:cs typeface="宋体"/>
            </a:endParaRPr>
          </a:p>
          <a:p>
            <a:pPr marL="125095">
              <a:lnSpc>
                <a:spcPct val="100000"/>
              </a:lnSpc>
              <a:spcBef>
                <a:spcPts val="160"/>
              </a:spcBef>
            </a:pPr>
            <a:r>
              <a:rPr sz="1200" spc="-80" dirty="0">
                <a:latin typeface="宋体"/>
                <a:cs typeface="宋体"/>
              </a:rPr>
              <a:t>- 重点论述段</a:t>
            </a:r>
            <a:r>
              <a:rPr sz="1200" dirty="0">
                <a:latin typeface="宋体"/>
                <a:cs typeface="宋体"/>
              </a:rPr>
              <a:t>：250—300</a:t>
            </a:r>
            <a:r>
              <a:rPr sz="1200" spc="-50" dirty="0">
                <a:latin typeface="宋体"/>
                <a:cs typeface="宋体"/>
              </a:rPr>
              <a:t>字</a:t>
            </a:r>
            <a:endParaRPr sz="1200">
              <a:latin typeface="宋体"/>
              <a:cs typeface="宋体"/>
            </a:endParaRPr>
          </a:p>
          <a:p>
            <a:pPr marL="125095">
              <a:lnSpc>
                <a:spcPct val="100000"/>
              </a:lnSpc>
              <a:spcBef>
                <a:spcPts val="160"/>
              </a:spcBef>
            </a:pPr>
            <a:r>
              <a:rPr sz="1200" spc="-80" dirty="0">
                <a:latin typeface="宋体"/>
                <a:cs typeface="宋体"/>
              </a:rPr>
              <a:t>- 案例描述段</a:t>
            </a:r>
            <a:r>
              <a:rPr sz="1200" dirty="0">
                <a:latin typeface="宋体"/>
                <a:cs typeface="宋体"/>
              </a:rPr>
              <a:t>：200—250</a:t>
            </a:r>
            <a:r>
              <a:rPr sz="1200" spc="-50" dirty="0">
                <a:latin typeface="宋体"/>
                <a:cs typeface="宋体"/>
              </a:rPr>
              <a:t>字</a:t>
            </a:r>
            <a:endParaRPr sz="1200">
              <a:latin typeface="宋体"/>
              <a:cs typeface="宋体"/>
            </a:endParaRPr>
          </a:p>
          <a:p>
            <a:pPr marL="125095">
              <a:lnSpc>
                <a:spcPct val="100000"/>
              </a:lnSpc>
              <a:spcBef>
                <a:spcPts val="160"/>
              </a:spcBef>
            </a:pPr>
            <a:r>
              <a:rPr sz="1200" spc="-80" dirty="0">
                <a:latin typeface="宋体"/>
                <a:cs typeface="宋体"/>
              </a:rPr>
              <a:t>- 数据分析段</a:t>
            </a:r>
            <a:r>
              <a:rPr sz="1200" dirty="0">
                <a:latin typeface="宋体"/>
                <a:cs typeface="宋体"/>
              </a:rPr>
              <a:t>：150—200</a:t>
            </a:r>
            <a:r>
              <a:rPr sz="1200" spc="-50" dirty="0">
                <a:latin typeface="宋体"/>
                <a:cs typeface="宋体"/>
              </a:rPr>
              <a:t>字</a:t>
            </a:r>
            <a:endParaRPr sz="1200">
              <a:latin typeface="宋体"/>
              <a:cs typeface="宋体"/>
            </a:endParaRPr>
          </a:p>
          <a:p>
            <a:pPr marL="12700" marR="1452880" indent="112395">
              <a:lnSpc>
                <a:spcPct val="111100"/>
              </a:lnSpc>
            </a:pPr>
            <a:r>
              <a:rPr sz="1200" spc="-95" dirty="0">
                <a:latin typeface="宋体"/>
                <a:cs typeface="宋体"/>
              </a:rPr>
              <a:t>- 过渡段落</a:t>
            </a:r>
            <a:r>
              <a:rPr sz="1200" dirty="0">
                <a:latin typeface="宋体"/>
                <a:cs typeface="宋体"/>
              </a:rPr>
              <a:t>：100</a:t>
            </a:r>
            <a:r>
              <a:rPr sz="1200" spc="-20" dirty="0">
                <a:latin typeface="宋体"/>
                <a:cs typeface="宋体"/>
              </a:rPr>
              <a:t>字左右</a:t>
            </a:r>
            <a:r>
              <a:rPr sz="1200" spc="-10" dirty="0">
                <a:latin typeface="宋体"/>
                <a:cs typeface="宋体"/>
              </a:rPr>
              <a:t>四、高级要求：</a:t>
            </a:r>
            <a:endParaRPr sz="1200">
              <a:latin typeface="宋体"/>
              <a:cs typeface="宋体"/>
            </a:endParaRPr>
          </a:p>
          <a:p>
            <a:pPr marL="394335" indent="-381635">
              <a:lnSpc>
                <a:spcPct val="100000"/>
              </a:lnSpc>
              <a:spcBef>
                <a:spcPts val="160"/>
              </a:spcBef>
              <a:buSzPct val="91666"/>
              <a:buAutoNum type="arabicPlain"/>
              <a:tabLst>
                <a:tab pos="394335" algn="l"/>
              </a:tabLst>
            </a:pPr>
            <a:r>
              <a:rPr sz="1200" spc="-10" dirty="0">
                <a:latin typeface="宋体"/>
                <a:cs typeface="宋体"/>
              </a:rPr>
              <a:t>逻辑展开：</a:t>
            </a:r>
            <a:endParaRPr sz="1200">
              <a:latin typeface="宋体"/>
              <a:cs typeface="宋体"/>
            </a:endParaRPr>
          </a:p>
          <a:p>
            <a:pPr marL="213360" lvl="1" indent="-88265">
              <a:lnSpc>
                <a:spcPct val="100000"/>
              </a:lnSpc>
              <a:spcBef>
                <a:spcPts val="160"/>
              </a:spcBef>
              <a:buChar char="-"/>
              <a:tabLst>
                <a:tab pos="213360" algn="l"/>
              </a:tabLst>
            </a:pPr>
            <a:r>
              <a:rPr sz="1200" spc="-25" dirty="0">
                <a:latin typeface="宋体"/>
                <a:cs typeface="宋体"/>
              </a:rPr>
              <a:t>论点之间：递进/</a:t>
            </a:r>
            <a:r>
              <a:rPr sz="1200" spc="-70" dirty="0">
                <a:latin typeface="宋体"/>
                <a:cs typeface="宋体"/>
              </a:rPr>
              <a:t>并列/</a:t>
            </a:r>
            <a:r>
              <a:rPr sz="1200" spc="-10" dirty="0">
                <a:latin typeface="宋体"/>
                <a:cs typeface="宋体"/>
              </a:rPr>
              <a:t>转折关系明确</a:t>
            </a:r>
            <a:endParaRPr sz="1200">
              <a:latin typeface="宋体"/>
              <a:cs typeface="宋体"/>
            </a:endParaRPr>
          </a:p>
          <a:p>
            <a:pPr marL="213360" lvl="1" indent="-88265">
              <a:lnSpc>
                <a:spcPct val="100000"/>
              </a:lnSpc>
              <a:spcBef>
                <a:spcPts val="160"/>
              </a:spcBef>
              <a:buChar char="-"/>
              <a:tabLst>
                <a:tab pos="213360" algn="l"/>
              </a:tabLst>
            </a:pPr>
            <a:r>
              <a:rPr sz="1200" spc="-5" dirty="0">
                <a:latin typeface="宋体"/>
                <a:cs typeface="宋体"/>
              </a:rPr>
              <a:t>论据支撑：多维度佐证，避免单一类型证据</a:t>
            </a:r>
            <a:endParaRPr sz="1200">
              <a:latin typeface="宋体"/>
              <a:cs typeface="宋体"/>
            </a:endParaRPr>
          </a:p>
          <a:p>
            <a:pPr marL="394335" indent="-381635">
              <a:lnSpc>
                <a:spcPct val="100000"/>
              </a:lnSpc>
              <a:spcBef>
                <a:spcPts val="160"/>
              </a:spcBef>
              <a:buSzPct val="91666"/>
              <a:buAutoNum type="arabicPlain"/>
              <a:tabLst>
                <a:tab pos="394335" algn="l"/>
              </a:tabLst>
            </a:pPr>
            <a:r>
              <a:rPr sz="1200" spc="-10" dirty="0">
                <a:latin typeface="宋体"/>
                <a:cs typeface="宋体"/>
              </a:rPr>
              <a:t>思维深度：</a:t>
            </a:r>
            <a:endParaRPr sz="1200">
              <a:latin typeface="宋体"/>
              <a:cs typeface="宋体"/>
            </a:endParaRPr>
          </a:p>
          <a:p>
            <a:pPr marL="213360" lvl="1" indent="-88265">
              <a:lnSpc>
                <a:spcPct val="100000"/>
              </a:lnSpc>
              <a:spcBef>
                <a:spcPts val="160"/>
              </a:spcBef>
              <a:buChar char="-"/>
              <a:tabLst>
                <a:tab pos="213360" algn="l"/>
              </a:tabLst>
            </a:pPr>
            <a:r>
              <a:rPr sz="1200" spc="-5" dirty="0">
                <a:latin typeface="宋体"/>
                <a:cs typeface="宋体"/>
              </a:rPr>
              <a:t>表层：现象描述与问题呈现</a:t>
            </a:r>
            <a:endParaRPr sz="1200">
              <a:latin typeface="宋体"/>
              <a:cs typeface="宋体"/>
            </a:endParaRPr>
          </a:p>
          <a:p>
            <a:pPr marL="213360" lvl="1" indent="-88265">
              <a:lnSpc>
                <a:spcPct val="100000"/>
              </a:lnSpc>
              <a:spcBef>
                <a:spcPts val="160"/>
              </a:spcBef>
              <a:buChar char="-"/>
              <a:tabLst>
                <a:tab pos="213360" algn="l"/>
              </a:tabLst>
            </a:pPr>
            <a:r>
              <a:rPr sz="1200" spc="-5" dirty="0">
                <a:latin typeface="宋体"/>
                <a:cs typeface="宋体"/>
              </a:rPr>
              <a:t>中层：原因分析与逻辑推导</a:t>
            </a:r>
            <a:endParaRPr sz="1200">
              <a:latin typeface="宋体"/>
              <a:cs typeface="宋体"/>
            </a:endParaRPr>
          </a:p>
          <a:p>
            <a:pPr marL="213360" lvl="1" indent="-88265">
              <a:lnSpc>
                <a:spcPct val="100000"/>
              </a:lnSpc>
              <a:spcBef>
                <a:spcPts val="160"/>
              </a:spcBef>
              <a:buChar char="-"/>
              <a:tabLst>
                <a:tab pos="213360" algn="l"/>
              </a:tabLst>
            </a:pPr>
            <a:r>
              <a:rPr sz="1200" spc="-5" dirty="0">
                <a:latin typeface="宋体"/>
                <a:cs typeface="宋体"/>
              </a:rPr>
              <a:t>深层：本质洞察与规律总结</a:t>
            </a:r>
            <a:endParaRPr sz="1200">
              <a:latin typeface="宋体"/>
              <a:cs typeface="宋体"/>
            </a:endParaRPr>
          </a:p>
          <a:p>
            <a:pPr marL="394335" indent="-381635">
              <a:lnSpc>
                <a:spcPct val="100000"/>
              </a:lnSpc>
              <a:spcBef>
                <a:spcPts val="160"/>
              </a:spcBef>
              <a:buSzPct val="91666"/>
              <a:buAutoNum type="arabicPlain"/>
              <a:tabLst>
                <a:tab pos="394335" algn="l"/>
              </a:tabLst>
            </a:pPr>
            <a:r>
              <a:rPr sz="1200" spc="-10" dirty="0">
                <a:latin typeface="宋体"/>
                <a:cs typeface="宋体"/>
              </a:rPr>
              <a:t>风格把控：</a:t>
            </a:r>
            <a:endParaRPr sz="1200">
              <a:latin typeface="宋体"/>
              <a:cs typeface="宋体"/>
            </a:endParaRPr>
          </a:p>
          <a:p>
            <a:pPr marL="213360" lvl="1" indent="-88265">
              <a:lnSpc>
                <a:spcPct val="100000"/>
              </a:lnSpc>
              <a:spcBef>
                <a:spcPts val="160"/>
              </a:spcBef>
              <a:buChar char="-"/>
              <a:tabLst>
                <a:tab pos="213360" algn="l"/>
              </a:tabLst>
            </a:pPr>
            <a:r>
              <a:rPr sz="1200" spc="-10" dirty="0">
                <a:latin typeface="宋体"/>
                <a:cs typeface="宋体"/>
              </a:rPr>
              <a:t>语言基调：专业中立</a:t>
            </a:r>
            <a:endParaRPr sz="1200">
              <a:latin typeface="宋体"/>
              <a:cs typeface="宋体"/>
            </a:endParaRPr>
          </a:p>
          <a:p>
            <a:pPr marL="213360" lvl="1" indent="-88265">
              <a:lnSpc>
                <a:spcPct val="100000"/>
              </a:lnSpc>
              <a:spcBef>
                <a:spcPts val="160"/>
              </a:spcBef>
              <a:buChar char="-"/>
              <a:tabLst>
                <a:tab pos="213360" algn="l"/>
              </a:tabLst>
            </a:pPr>
            <a:r>
              <a:rPr sz="1200" spc="-5" dirty="0">
                <a:latin typeface="宋体"/>
                <a:cs typeface="宋体"/>
              </a:rPr>
              <a:t>专业术语：核心术语解释到位</a:t>
            </a:r>
            <a:endParaRPr sz="1200">
              <a:latin typeface="宋体"/>
              <a:cs typeface="宋体"/>
            </a:endParaRPr>
          </a:p>
          <a:p>
            <a:pPr marL="12700" marR="767080" lvl="1" indent="112395">
              <a:lnSpc>
                <a:spcPct val="111100"/>
              </a:lnSpc>
              <a:buChar char="-"/>
              <a:tabLst>
                <a:tab pos="213360" algn="l"/>
              </a:tabLst>
            </a:pPr>
            <a:r>
              <a:rPr sz="1200" spc="-5" dirty="0">
                <a:latin typeface="宋体"/>
                <a:cs typeface="宋体"/>
              </a:rPr>
              <a:t>表达方式：逻辑严谨，生动易懂</a:t>
            </a:r>
            <a:r>
              <a:rPr sz="1200" spc="-10" dirty="0">
                <a:latin typeface="宋体"/>
                <a:cs typeface="宋体"/>
              </a:rPr>
              <a:t>注意事项：</a:t>
            </a:r>
            <a:endParaRPr sz="1200">
              <a:latin typeface="宋体"/>
              <a:cs typeface="宋体"/>
            </a:endParaRPr>
          </a:p>
          <a:p>
            <a:pPr marL="168910" indent="-156210">
              <a:lnSpc>
                <a:spcPct val="100000"/>
              </a:lnSpc>
              <a:spcBef>
                <a:spcPts val="160"/>
              </a:spcBef>
              <a:buAutoNum type="arabicPeriod"/>
              <a:tabLst>
                <a:tab pos="168910" algn="l"/>
              </a:tabLst>
            </a:pPr>
            <a:r>
              <a:rPr sz="1200" spc="-10" dirty="0">
                <a:latin typeface="宋体"/>
                <a:cs typeface="宋体"/>
              </a:rPr>
              <a:t>避免观点过于绝对</a:t>
            </a:r>
            <a:endParaRPr sz="1200">
              <a:latin typeface="宋体"/>
              <a:cs typeface="宋体"/>
            </a:endParaRPr>
          </a:p>
          <a:p>
            <a:pPr marL="168910" indent="-156210">
              <a:lnSpc>
                <a:spcPct val="100000"/>
              </a:lnSpc>
              <a:spcBef>
                <a:spcPts val="160"/>
              </a:spcBef>
              <a:buAutoNum type="arabicPeriod"/>
              <a:tabLst>
                <a:tab pos="168910" algn="l"/>
              </a:tabLst>
            </a:pPr>
            <a:r>
              <a:rPr sz="1200" spc="-10" dirty="0">
                <a:latin typeface="宋体"/>
                <a:cs typeface="宋体"/>
              </a:rPr>
              <a:t>确保数据来源可靠</a:t>
            </a:r>
            <a:endParaRPr sz="1200">
              <a:latin typeface="宋体"/>
              <a:cs typeface="宋体"/>
            </a:endParaRPr>
          </a:p>
          <a:p>
            <a:pPr marL="168910" indent="-156210">
              <a:lnSpc>
                <a:spcPct val="100000"/>
              </a:lnSpc>
              <a:spcBef>
                <a:spcPts val="160"/>
              </a:spcBef>
              <a:buAutoNum type="arabicPeriod"/>
              <a:tabLst>
                <a:tab pos="168910" algn="l"/>
              </a:tabLst>
            </a:pPr>
            <a:r>
              <a:rPr sz="1200" spc="-5" dirty="0">
                <a:latin typeface="宋体"/>
                <a:cs typeface="宋体"/>
              </a:rPr>
              <a:t>案例选择需要具有代表性</a:t>
            </a:r>
            <a:endParaRPr sz="1200">
              <a:latin typeface="宋体"/>
              <a:cs typeface="宋体"/>
            </a:endParaRPr>
          </a:p>
          <a:p>
            <a:pPr marL="168910" indent="-156210">
              <a:lnSpc>
                <a:spcPct val="100000"/>
              </a:lnSpc>
              <a:spcBef>
                <a:spcPts val="160"/>
              </a:spcBef>
              <a:buAutoNum type="arabicPeriod"/>
              <a:tabLst>
                <a:tab pos="168910" algn="l"/>
              </a:tabLst>
            </a:pPr>
            <a:r>
              <a:rPr sz="1200" spc="-5" dirty="0">
                <a:latin typeface="宋体"/>
                <a:cs typeface="宋体"/>
              </a:rPr>
              <a:t>互动设计要自然融入文脉</a:t>
            </a:r>
            <a:endParaRPr sz="1200">
              <a:latin typeface="宋体"/>
              <a:cs typeface="宋体"/>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53380" cy="634365"/>
          </a:xfrm>
          <a:prstGeom prst="rect">
            <a:avLst/>
          </a:prstGeom>
        </p:spPr>
        <p:txBody>
          <a:bodyPr vert="horz" wrap="square" lIns="0" tIns="12065" rIns="0" bIns="0" rtlCol="0">
            <a:spAutoFit/>
          </a:bodyPr>
          <a:lstStyle/>
          <a:p>
            <a:pPr marL="12700">
              <a:lnSpc>
                <a:spcPct val="100000"/>
              </a:lnSpc>
              <a:spcBef>
                <a:spcPts val="95"/>
              </a:spcBef>
            </a:pPr>
            <a:r>
              <a:rPr sz="4000" spc="270" dirty="0"/>
              <a:t>创作引导提示语（三</a:t>
            </a:r>
            <a:r>
              <a:rPr sz="4000" spc="-50" dirty="0"/>
              <a:t>）</a:t>
            </a:r>
            <a:endParaRPr sz="4000"/>
          </a:p>
        </p:txBody>
      </p:sp>
      <p:sp>
        <p:nvSpPr>
          <p:cNvPr id="3" name="object 3"/>
          <p:cNvSpPr txBox="1"/>
          <p:nvPr/>
        </p:nvSpPr>
        <p:spPr>
          <a:xfrm>
            <a:off x="637540" y="1163955"/>
            <a:ext cx="2317115" cy="331470"/>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Microsoft JhengHei"/>
                <a:cs typeface="Microsoft JhengHei"/>
              </a:rPr>
              <a:t>论述逻辑的提示设计</a:t>
            </a:r>
            <a:endParaRPr sz="2000">
              <a:latin typeface="Microsoft JhengHei"/>
              <a:cs typeface="Microsoft JhengHei"/>
            </a:endParaRPr>
          </a:p>
        </p:txBody>
      </p:sp>
      <p:sp>
        <p:nvSpPr>
          <p:cNvPr id="4" name="object 4"/>
          <p:cNvSpPr/>
          <p:nvPr/>
        </p:nvSpPr>
        <p:spPr>
          <a:xfrm>
            <a:off x="297903" y="1906904"/>
            <a:ext cx="1514475" cy="400050"/>
          </a:xfrm>
          <a:custGeom>
            <a:avLst/>
            <a:gdLst/>
            <a:ahLst/>
            <a:cxnLst/>
            <a:rect l="l" t="t" r="r" b="b"/>
            <a:pathLst>
              <a:path w="1514475" h="400050">
                <a:moveTo>
                  <a:pt x="1457591" y="1270"/>
                </a:moveTo>
                <a:lnTo>
                  <a:pt x="56705" y="1270"/>
                </a:lnTo>
                <a:lnTo>
                  <a:pt x="60210" y="0"/>
                </a:lnTo>
                <a:lnTo>
                  <a:pt x="1454086" y="0"/>
                </a:lnTo>
                <a:lnTo>
                  <a:pt x="1457591" y="1270"/>
                </a:lnTo>
                <a:close/>
              </a:path>
              <a:path w="1514475" h="400050">
                <a:moveTo>
                  <a:pt x="1461033" y="398780"/>
                </a:moveTo>
                <a:lnTo>
                  <a:pt x="53263" y="398780"/>
                </a:lnTo>
                <a:lnTo>
                  <a:pt x="43268" y="394970"/>
                </a:lnTo>
                <a:lnTo>
                  <a:pt x="12052" y="369570"/>
                </a:lnTo>
                <a:lnTo>
                  <a:pt x="5524" y="356870"/>
                </a:lnTo>
                <a:lnTo>
                  <a:pt x="4229" y="354330"/>
                </a:lnTo>
                <a:lnTo>
                  <a:pt x="3111" y="350520"/>
                </a:lnTo>
                <a:lnTo>
                  <a:pt x="2146" y="346710"/>
                </a:lnTo>
                <a:lnTo>
                  <a:pt x="1358" y="344170"/>
                </a:lnTo>
                <a:lnTo>
                  <a:pt x="723" y="340360"/>
                </a:lnTo>
                <a:lnTo>
                  <a:pt x="279" y="336550"/>
                </a:lnTo>
                <a:lnTo>
                  <a:pt x="0" y="332740"/>
                </a:lnTo>
                <a:lnTo>
                  <a:pt x="0" y="67310"/>
                </a:lnTo>
                <a:lnTo>
                  <a:pt x="279" y="63500"/>
                </a:lnTo>
                <a:lnTo>
                  <a:pt x="723" y="59690"/>
                </a:lnTo>
                <a:lnTo>
                  <a:pt x="1358" y="55880"/>
                </a:lnTo>
                <a:lnTo>
                  <a:pt x="2146" y="53340"/>
                </a:lnTo>
                <a:lnTo>
                  <a:pt x="3111" y="49530"/>
                </a:lnTo>
                <a:lnTo>
                  <a:pt x="4229" y="45720"/>
                </a:lnTo>
                <a:lnTo>
                  <a:pt x="5524" y="43180"/>
                </a:lnTo>
                <a:lnTo>
                  <a:pt x="8496" y="36830"/>
                </a:lnTo>
                <a:lnTo>
                  <a:pt x="37122" y="7620"/>
                </a:lnTo>
                <a:lnTo>
                  <a:pt x="53263" y="1270"/>
                </a:lnTo>
                <a:lnTo>
                  <a:pt x="1461033" y="1270"/>
                </a:lnTo>
                <a:lnTo>
                  <a:pt x="1471028" y="5080"/>
                </a:lnTo>
                <a:lnTo>
                  <a:pt x="1477175" y="7620"/>
                </a:lnTo>
                <a:lnTo>
                  <a:pt x="1483042" y="11430"/>
                </a:lnTo>
                <a:lnTo>
                  <a:pt x="1484867" y="12700"/>
                </a:lnTo>
                <a:lnTo>
                  <a:pt x="59410" y="12700"/>
                </a:lnTo>
                <a:lnTo>
                  <a:pt x="56273" y="13970"/>
                </a:lnTo>
                <a:lnTo>
                  <a:pt x="56578" y="13970"/>
                </a:lnTo>
                <a:lnTo>
                  <a:pt x="53505" y="15240"/>
                </a:lnTo>
                <a:lnTo>
                  <a:pt x="51092" y="15240"/>
                </a:lnTo>
                <a:lnTo>
                  <a:pt x="48145" y="16510"/>
                </a:lnTo>
                <a:lnTo>
                  <a:pt x="48577" y="16510"/>
                </a:lnTo>
                <a:lnTo>
                  <a:pt x="42913" y="19050"/>
                </a:lnTo>
                <a:lnTo>
                  <a:pt x="43459" y="19050"/>
                </a:lnTo>
                <a:lnTo>
                  <a:pt x="38112" y="21590"/>
                </a:lnTo>
                <a:lnTo>
                  <a:pt x="38620" y="21590"/>
                </a:lnTo>
                <a:lnTo>
                  <a:pt x="33629" y="25400"/>
                </a:lnTo>
                <a:lnTo>
                  <a:pt x="34099" y="25400"/>
                </a:lnTo>
                <a:lnTo>
                  <a:pt x="29502" y="29210"/>
                </a:lnTo>
                <a:lnTo>
                  <a:pt x="29933" y="29210"/>
                </a:lnTo>
                <a:lnTo>
                  <a:pt x="25755" y="33020"/>
                </a:lnTo>
                <a:lnTo>
                  <a:pt x="26136" y="33020"/>
                </a:lnTo>
                <a:lnTo>
                  <a:pt x="22402" y="38100"/>
                </a:lnTo>
                <a:lnTo>
                  <a:pt x="22745" y="38100"/>
                </a:lnTo>
                <a:lnTo>
                  <a:pt x="20316" y="41910"/>
                </a:lnTo>
                <a:lnTo>
                  <a:pt x="19799" y="41910"/>
                </a:lnTo>
                <a:lnTo>
                  <a:pt x="17614" y="46990"/>
                </a:lnTo>
                <a:lnTo>
                  <a:pt x="17259" y="46990"/>
                </a:lnTo>
                <a:lnTo>
                  <a:pt x="16103" y="50800"/>
                </a:lnTo>
                <a:lnTo>
                  <a:pt x="15189" y="53340"/>
                </a:lnTo>
                <a:lnTo>
                  <a:pt x="14414" y="55880"/>
                </a:lnTo>
                <a:lnTo>
                  <a:pt x="13766" y="58420"/>
                </a:lnTo>
                <a:lnTo>
                  <a:pt x="13449" y="60960"/>
                </a:lnTo>
                <a:lnTo>
                  <a:pt x="13309" y="60960"/>
                </a:lnTo>
                <a:lnTo>
                  <a:pt x="12890" y="64770"/>
                </a:lnTo>
                <a:lnTo>
                  <a:pt x="12674" y="67310"/>
                </a:lnTo>
                <a:lnTo>
                  <a:pt x="12611" y="69850"/>
                </a:lnTo>
                <a:lnTo>
                  <a:pt x="12636" y="330200"/>
                </a:lnTo>
                <a:lnTo>
                  <a:pt x="12674" y="332740"/>
                </a:lnTo>
                <a:lnTo>
                  <a:pt x="12928" y="335280"/>
                </a:lnTo>
                <a:lnTo>
                  <a:pt x="13309" y="339090"/>
                </a:lnTo>
                <a:lnTo>
                  <a:pt x="13449" y="339090"/>
                </a:lnTo>
                <a:lnTo>
                  <a:pt x="13830" y="341630"/>
                </a:lnTo>
                <a:lnTo>
                  <a:pt x="14490" y="344170"/>
                </a:lnTo>
                <a:lnTo>
                  <a:pt x="15278" y="346710"/>
                </a:lnTo>
                <a:lnTo>
                  <a:pt x="16205" y="349250"/>
                </a:lnTo>
                <a:lnTo>
                  <a:pt x="17259" y="353060"/>
                </a:lnTo>
                <a:lnTo>
                  <a:pt x="17614" y="353060"/>
                </a:lnTo>
                <a:lnTo>
                  <a:pt x="19799" y="358140"/>
                </a:lnTo>
                <a:lnTo>
                  <a:pt x="20316" y="358140"/>
                </a:lnTo>
                <a:lnTo>
                  <a:pt x="22745" y="361950"/>
                </a:lnTo>
                <a:lnTo>
                  <a:pt x="22402" y="361950"/>
                </a:lnTo>
                <a:lnTo>
                  <a:pt x="26136" y="367030"/>
                </a:lnTo>
                <a:lnTo>
                  <a:pt x="25755" y="367030"/>
                </a:lnTo>
                <a:lnTo>
                  <a:pt x="29933" y="370840"/>
                </a:lnTo>
                <a:lnTo>
                  <a:pt x="29502" y="370840"/>
                </a:lnTo>
                <a:lnTo>
                  <a:pt x="34099" y="374650"/>
                </a:lnTo>
                <a:lnTo>
                  <a:pt x="33629" y="374650"/>
                </a:lnTo>
                <a:lnTo>
                  <a:pt x="38620" y="378460"/>
                </a:lnTo>
                <a:lnTo>
                  <a:pt x="38112" y="378460"/>
                </a:lnTo>
                <a:lnTo>
                  <a:pt x="43459" y="381000"/>
                </a:lnTo>
                <a:lnTo>
                  <a:pt x="42913" y="381000"/>
                </a:lnTo>
                <a:lnTo>
                  <a:pt x="48577" y="383540"/>
                </a:lnTo>
                <a:lnTo>
                  <a:pt x="48145" y="383540"/>
                </a:lnTo>
                <a:lnTo>
                  <a:pt x="51092" y="384810"/>
                </a:lnTo>
                <a:lnTo>
                  <a:pt x="53505" y="384810"/>
                </a:lnTo>
                <a:lnTo>
                  <a:pt x="56578" y="386080"/>
                </a:lnTo>
                <a:lnTo>
                  <a:pt x="56273" y="386080"/>
                </a:lnTo>
                <a:lnTo>
                  <a:pt x="59410" y="387350"/>
                </a:lnTo>
                <a:lnTo>
                  <a:pt x="1484867" y="387350"/>
                </a:lnTo>
                <a:lnTo>
                  <a:pt x="1483042" y="388620"/>
                </a:lnTo>
                <a:lnTo>
                  <a:pt x="1477175" y="392430"/>
                </a:lnTo>
                <a:lnTo>
                  <a:pt x="1471028" y="394970"/>
                </a:lnTo>
                <a:lnTo>
                  <a:pt x="1461033" y="398780"/>
                </a:lnTo>
                <a:close/>
              </a:path>
              <a:path w="1514475" h="400050">
                <a:moveTo>
                  <a:pt x="1494790" y="43180"/>
                </a:moveTo>
                <a:lnTo>
                  <a:pt x="1491551" y="38100"/>
                </a:lnTo>
                <a:lnTo>
                  <a:pt x="1491894" y="38100"/>
                </a:lnTo>
                <a:lnTo>
                  <a:pt x="1488160" y="33020"/>
                </a:lnTo>
                <a:lnTo>
                  <a:pt x="1488541" y="33020"/>
                </a:lnTo>
                <a:lnTo>
                  <a:pt x="1484363" y="29210"/>
                </a:lnTo>
                <a:lnTo>
                  <a:pt x="1484795" y="29210"/>
                </a:lnTo>
                <a:lnTo>
                  <a:pt x="1480197" y="25400"/>
                </a:lnTo>
                <a:lnTo>
                  <a:pt x="1480667" y="25400"/>
                </a:lnTo>
                <a:lnTo>
                  <a:pt x="1475676" y="21590"/>
                </a:lnTo>
                <a:lnTo>
                  <a:pt x="1476184" y="21590"/>
                </a:lnTo>
                <a:lnTo>
                  <a:pt x="1470837" y="19050"/>
                </a:lnTo>
                <a:lnTo>
                  <a:pt x="1471383" y="19050"/>
                </a:lnTo>
                <a:lnTo>
                  <a:pt x="1465719" y="16510"/>
                </a:lnTo>
                <a:lnTo>
                  <a:pt x="1466151" y="16510"/>
                </a:lnTo>
                <a:lnTo>
                  <a:pt x="1463205" y="15240"/>
                </a:lnTo>
                <a:lnTo>
                  <a:pt x="1460792" y="15240"/>
                </a:lnTo>
                <a:lnTo>
                  <a:pt x="1457718" y="13970"/>
                </a:lnTo>
                <a:lnTo>
                  <a:pt x="1458023" y="13970"/>
                </a:lnTo>
                <a:lnTo>
                  <a:pt x="1454886" y="12700"/>
                </a:lnTo>
                <a:lnTo>
                  <a:pt x="1484867" y="12700"/>
                </a:lnTo>
                <a:lnTo>
                  <a:pt x="1488516" y="15240"/>
                </a:lnTo>
                <a:lnTo>
                  <a:pt x="1508178" y="41910"/>
                </a:lnTo>
                <a:lnTo>
                  <a:pt x="1494497" y="41910"/>
                </a:lnTo>
                <a:lnTo>
                  <a:pt x="1494790" y="43180"/>
                </a:lnTo>
                <a:close/>
              </a:path>
              <a:path w="1514475" h="400050">
                <a:moveTo>
                  <a:pt x="19507" y="43180"/>
                </a:moveTo>
                <a:lnTo>
                  <a:pt x="19799" y="41910"/>
                </a:lnTo>
                <a:lnTo>
                  <a:pt x="20316" y="41910"/>
                </a:lnTo>
                <a:lnTo>
                  <a:pt x="19507" y="43180"/>
                </a:lnTo>
                <a:close/>
              </a:path>
              <a:path w="1514475" h="400050">
                <a:moveTo>
                  <a:pt x="1497228" y="48260"/>
                </a:moveTo>
                <a:lnTo>
                  <a:pt x="1494497" y="41910"/>
                </a:lnTo>
                <a:lnTo>
                  <a:pt x="1508178" y="41910"/>
                </a:lnTo>
                <a:lnTo>
                  <a:pt x="1508772" y="43180"/>
                </a:lnTo>
                <a:lnTo>
                  <a:pt x="1510068" y="45720"/>
                </a:lnTo>
                <a:lnTo>
                  <a:pt x="1510440" y="46990"/>
                </a:lnTo>
                <a:lnTo>
                  <a:pt x="1497037" y="46990"/>
                </a:lnTo>
                <a:lnTo>
                  <a:pt x="1497228" y="48260"/>
                </a:lnTo>
                <a:close/>
              </a:path>
              <a:path w="1514475" h="400050">
                <a:moveTo>
                  <a:pt x="17068" y="48260"/>
                </a:moveTo>
                <a:lnTo>
                  <a:pt x="17259" y="46990"/>
                </a:lnTo>
                <a:lnTo>
                  <a:pt x="17614" y="46990"/>
                </a:lnTo>
                <a:lnTo>
                  <a:pt x="17068" y="48260"/>
                </a:lnTo>
                <a:close/>
              </a:path>
              <a:path w="1514475" h="400050">
                <a:moveTo>
                  <a:pt x="1501038" y="62230"/>
                </a:moveTo>
                <a:lnTo>
                  <a:pt x="1500466" y="58420"/>
                </a:lnTo>
                <a:lnTo>
                  <a:pt x="1499806" y="55880"/>
                </a:lnTo>
                <a:lnTo>
                  <a:pt x="1499019" y="53340"/>
                </a:lnTo>
                <a:lnTo>
                  <a:pt x="1498092" y="50800"/>
                </a:lnTo>
                <a:lnTo>
                  <a:pt x="1497037" y="46990"/>
                </a:lnTo>
                <a:lnTo>
                  <a:pt x="1510440" y="46990"/>
                </a:lnTo>
                <a:lnTo>
                  <a:pt x="1511185" y="49530"/>
                </a:lnTo>
                <a:lnTo>
                  <a:pt x="1512150" y="53340"/>
                </a:lnTo>
                <a:lnTo>
                  <a:pt x="1512938" y="55880"/>
                </a:lnTo>
                <a:lnTo>
                  <a:pt x="1513573" y="59690"/>
                </a:lnTo>
                <a:lnTo>
                  <a:pt x="1513721" y="60960"/>
                </a:lnTo>
                <a:lnTo>
                  <a:pt x="1500987" y="60960"/>
                </a:lnTo>
                <a:lnTo>
                  <a:pt x="1501038" y="62230"/>
                </a:lnTo>
                <a:close/>
              </a:path>
              <a:path w="1514475" h="400050">
                <a:moveTo>
                  <a:pt x="13258" y="62230"/>
                </a:moveTo>
                <a:lnTo>
                  <a:pt x="13309" y="60960"/>
                </a:lnTo>
                <a:lnTo>
                  <a:pt x="13449" y="60960"/>
                </a:lnTo>
                <a:lnTo>
                  <a:pt x="13258" y="62230"/>
                </a:lnTo>
                <a:close/>
              </a:path>
              <a:path w="1514475" h="400050">
                <a:moveTo>
                  <a:pt x="1514386" y="330200"/>
                </a:moveTo>
                <a:lnTo>
                  <a:pt x="1501686" y="330200"/>
                </a:lnTo>
                <a:lnTo>
                  <a:pt x="1501686" y="69850"/>
                </a:lnTo>
                <a:lnTo>
                  <a:pt x="1501609" y="67310"/>
                </a:lnTo>
                <a:lnTo>
                  <a:pt x="1501368" y="64770"/>
                </a:lnTo>
                <a:lnTo>
                  <a:pt x="1500987" y="60960"/>
                </a:lnTo>
                <a:lnTo>
                  <a:pt x="1513721" y="60960"/>
                </a:lnTo>
                <a:lnTo>
                  <a:pt x="1514017" y="63500"/>
                </a:lnTo>
                <a:lnTo>
                  <a:pt x="1514297" y="67310"/>
                </a:lnTo>
                <a:lnTo>
                  <a:pt x="1514386" y="330200"/>
                </a:lnTo>
                <a:close/>
              </a:path>
              <a:path w="1514475" h="400050">
                <a:moveTo>
                  <a:pt x="12611" y="71120"/>
                </a:moveTo>
                <a:lnTo>
                  <a:pt x="12611" y="69850"/>
                </a:lnTo>
                <a:lnTo>
                  <a:pt x="12611" y="71120"/>
                </a:lnTo>
                <a:close/>
              </a:path>
              <a:path w="1514475" h="400050">
                <a:moveTo>
                  <a:pt x="1501686" y="71120"/>
                </a:moveTo>
                <a:lnTo>
                  <a:pt x="1501660" y="69850"/>
                </a:lnTo>
                <a:lnTo>
                  <a:pt x="1501686" y="71120"/>
                </a:lnTo>
                <a:close/>
              </a:path>
              <a:path w="1514475" h="400050">
                <a:moveTo>
                  <a:pt x="12636" y="330200"/>
                </a:moveTo>
                <a:lnTo>
                  <a:pt x="12611" y="328930"/>
                </a:lnTo>
                <a:lnTo>
                  <a:pt x="12636" y="330200"/>
                </a:lnTo>
                <a:close/>
              </a:path>
              <a:path w="1514475" h="400050">
                <a:moveTo>
                  <a:pt x="1513721" y="339090"/>
                </a:moveTo>
                <a:lnTo>
                  <a:pt x="1500987" y="339090"/>
                </a:lnTo>
                <a:lnTo>
                  <a:pt x="1501406" y="335280"/>
                </a:lnTo>
                <a:lnTo>
                  <a:pt x="1501622" y="332740"/>
                </a:lnTo>
                <a:lnTo>
                  <a:pt x="1501686" y="328930"/>
                </a:lnTo>
                <a:lnTo>
                  <a:pt x="1501686" y="330200"/>
                </a:lnTo>
                <a:lnTo>
                  <a:pt x="1514386" y="330200"/>
                </a:lnTo>
                <a:lnTo>
                  <a:pt x="1514297" y="332740"/>
                </a:lnTo>
                <a:lnTo>
                  <a:pt x="1514017" y="336550"/>
                </a:lnTo>
                <a:lnTo>
                  <a:pt x="1513721" y="339090"/>
                </a:lnTo>
                <a:close/>
              </a:path>
              <a:path w="1514475" h="400050">
                <a:moveTo>
                  <a:pt x="13449" y="339090"/>
                </a:moveTo>
                <a:lnTo>
                  <a:pt x="13309" y="339090"/>
                </a:lnTo>
                <a:lnTo>
                  <a:pt x="13258" y="337820"/>
                </a:lnTo>
                <a:lnTo>
                  <a:pt x="13449" y="339090"/>
                </a:lnTo>
                <a:close/>
              </a:path>
              <a:path w="1514475" h="400050">
                <a:moveTo>
                  <a:pt x="1510440" y="353060"/>
                </a:moveTo>
                <a:lnTo>
                  <a:pt x="1497037" y="353060"/>
                </a:lnTo>
                <a:lnTo>
                  <a:pt x="1498193" y="349250"/>
                </a:lnTo>
                <a:lnTo>
                  <a:pt x="1499108" y="346710"/>
                </a:lnTo>
                <a:lnTo>
                  <a:pt x="1499882" y="344170"/>
                </a:lnTo>
                <a:lnTo>
                  <a:pt x="1500530" y="341630"/>
                </a:lnTo>
                <a:lnTo>
                  <a:pt x="1501038" y="337820"/>
                </a:lnTo>
                <a:lnTo>
                  <a:pt x="1500987" y="339090"/>
                </a:lnTo>
                <a:lnTo>
                  <a:pt x="1513721" y="339090"/>
                </a:lnTo>
                <a:lnTo>
                  <a:pt x="1513573" y="340360"/>
                </a:lnTo>
                <a:lnTo>
                  <a:pt x="1512938" y="344170"/>
                </a:lnTo>
                <a:lnTo>
                  <a:pt x="1512150" y="346710"/>
                </a:lnTo>
                <a:lnTo>
                  <a:pt x="1511185" y="350520"/>
                </a:lnTo>
                <a:lnTo>
                  <a:pt x="1510440" y="353060"/>
                </a:lnTo>
                <a:close/>
              </a:path>
              <a:path w="1514475" h="400050">
                <a:moveTo>
                  <a:pt x="17614" y="353060"/>
                </a:moveTo>
                <a:lnTo>
                  <a:pt x="17259" y="353060"/>
                </a:lnTo>
                <a:lnTo>
                  <a:pt x="17068" y="351790"/>
                </a:lnTo>
                <a:lnTo>
                  <a:pt x="17614" y="353060"/>
                </a:lnTo>
                <a:close/>
              </a:path>
              <a:path w="1514475" h="400050">
                <a:moveTo>
                  <a:pt x="1508178" y="358140"/>
                </a:moveTo>
                <a:lnTo>
                  <a:pt x="1494497" y="358140"/>
                </a:lnTo>
                <a:lnTo>
                  <a:pt x="1497228" y="351790"/>
                </a:lnTo>
                <a:lnTo>
                  <a:pt x="1497037" y="353060"/>
                </a:lnTo>
                <a:lnTo>
                  <a:pt x="1510440" y="353060"/>
                </a:lnTo>
                <a:lnTo>
                  <a:pt x="1510068" y="354330"/>
                </a:lnTo>
                <a:lnTo>
                  <a:pt x="1508772" y="356870"/>
                </a:lnTo>
                <a:lnTo>
                  <a:pt x="1508178" y="358140"/>
                </a:lnTo>
                <a:close/>
              </a:path>
              <a:path w="1514475" h="400050">
                <a:moveTo>
                  <a:pt x="20316" y="358140"/>
                </a:moveTo>
                <a:lnTo>
                  <a:pt x="19799" y="358140"/>
                </a:lnTo>
                <a:lnTo>
                  <a:pt x="19507" y="356870"/>
                </a:lnTo>
                <a:lnTo>
                  <a:pt x="20316" y="358140"/>
                </a:lnTo>
                <a:close/>
              </a:path>
              <a:path w="1514475" h="400050">
                <a:moveTo>
                  <a:pt x="1484867" y="387350"/>
                </a:moveTo>
                <a:lnTo>
                  <a:pt x="1454886" y="387350"/>
                </a:lnTo>
                <a:lnTo>
                  <a:pt x="1458023" y="386080"/>
                </a:lnTo>
                <a:lnTo>
                  <a:pt x="1457718" y="386080"/>
                </a:lnTo>
                <a:lnTo>
                  <a:pt x="1460792" y="384810"/>
                </a:lnTo>
                <a:lnTo>
                  <a:pt x="1463205" y="384810"/>
                </a:lnTo>
                <a:lnTo>
                  <a:pt x="1466151" y="383540"/>
                </a:lnTo>
                <a:lnTo>
                  <a:pt x="1465719" y="383540"/>
                </a:lnTo>
                <a:lnTo>
                  <a:pt x="1471383" y="381000"/>
                </a:lnTo>
                <a:lnTo>
                  <a:pt x="1470837" y="381000"/>
                </a:lnTo>
                <a:lnTo>
                  <a:pt x="1476184" y="378460"/>
                </a:lnTo>
                <a:lnTo>
                  <a:pt x="1475676" y="378460"/>
                </a:lnTo>
                <a:lnTo>
                  <a:pt x="1480667" y="374650"/>
                </a:lnTo>
                <a:lnTo>
                  <a:pt x="1480197" y="374650"/>
                </a:lnTo>
                <a:lnTo>
                  <a:pt x="1484795" y="370840"/>
                </a:lnTo>
                <a:lnTo>
                  <a:pt x="1484363" y="370840"/>
                </a:lnTo>
                <a:lnTo>
                  <a:pt x="1488541" y="367030"/>
                </a:lnTo>
                <a:lnTo>
                  <a:pt x="1488160" y="367030"/>
                </a:lnTo>
                <a:lnTo>
                  <a:pt x="1491894" y="361950"/>
                </a:lnTo>
                <a:lnTo>
                  <a:pt x="1491551" y="361950"/>
                </a:lnTo>
                <a:lnTo>
                  <a:pt x="1494790" y="356870"/>
                </a:lnTo>
                <a:lnTo>
                  <a:pt x="1494497" y="358140"/>
                </a:lnTo>
                <a:lnTo>
                  <a:pt x="1508178" y="358140"/>
                </a:lnTo>
                <a:lnTo>
                  <a:pt x="1488516" y="384810"/>
                </a:lnTo>
                <a:lnTo>
                  <a:pt x="1484867" y="387350"/>
                </a:lnTo>
                <a:close/>
              </a:path>
              <a:path w="1514475" h="400050">
                <a:moveTo>
                  <a:pt x="1454086" y="400050"/>
                </a:moveTo>
                <a:lnTo>
                  <a:pt x="60210" y="400050"/>
                </a:lnTo>
                <a:lnTo>
                  <a:pt x="56705" y="398780"/>
                </a:lnTo>
                <a:lnTo>
                  <a:pt x="1457591" y="398780"/>
                </a:lnTo>
                <a:lnTo>
                  <a:pt x="1454086" y="400050"/>
                </a:lnTo>
                <a:close/>
              </a:path>
            </a:pathLst>
          </a:custGeom>
          <a:solidFill>
            <a:srgbClr val="5F95E6"/>
          </a:solidFill>
        </p:spPr>
        <p:txBody>
          <a:bodyPr wrap="square" lIns="0" tIns="0" rIns="0" bIns="0" rtlCol="0"/>
          <a:lstStyle/>
          <a:p>
            <a:endParaRPr/>
          </a:p>
        </p:txBody>
      </p:sp>
      <p:sp>
        <p:nvSpPr>
          <p:cNvPr id="5" name="object 5"/>
          <p:cNvSpPr/>
          <p:nvPr/>
        </p:nvSpPr>
        <p:spPr>
          <a:xfrm>
            <a:off x="280758" y="3594100"/>
            <a:ext cx="1514475" cy="400050"/>
          </a:xfrm>
          <a:custGeom>
            <a:avLst/>
            <a:gdLst/>
            <a:ahLst/>
            <a:cxnLst/>
            <a:rect l="l" t="t" r="r" b="b"/>
            <a:pathLst>
              <a:path w="1514475" h="400050">
                <a:moveTo>
                  <a:pt x="1457680" y="1270"/>
                </a:moveTo>
                <a:lnTo>
                  <a:pt x="56616" y="1270"/>
                </a:lnTo>
                <a:lnTo>
                  <a:pt x="60121" y="0"/>
                </a:lnTo>
                <a:lnTo>
                  <a:pt x="1454175" y="0"/>
                </a:lnTo>
                <a:lnTo>
                  <a:pt x="1457680" y="1270"/>
                </a:lnTo>
                <a:close/>
              </a:path>
              <a:path w="1514475" h="400050">
                <a:moveTo>
                  <a:pt x="1467789" y="396239"/>
                </a:moveTo>
                <a:lnTo>
                  <a:pt x="46507" y="396239"/>
                </a:lnTo>
                <a:lnTo>
                  <a:pt x="43205" y="394970"/>
                </a:lnTo>
                <a:lnTo>
                  <a:pt x="12039" y="368300"/>
                </a:lnTo>
                <a:lnTo>
                  <a:pt x="8483" y="363220"/>
                </a:lnTo>
                <a:lnTo>
                  <a:pt x="5524" y="356870"/>
                </a:lnTo>
                <a:lnTo>
                  <a:pt x="4216" y="353060"/>
                </a:lnTo>
                <a:lnTo>
                  <a:pt x="3098" y="350520"/>
                </a:lnTo>
                <a:lnTo>
                  <a:pt x="2146" y="346710"/>
                </a:lnTo>
                <a:lnTo>
                  <a:pt x="1346" y="342900"/>
                </a:lnTo>
                <a:lnTo>
                  <a:pt x="723" y="340360"/>
                </a:lnTo>
                <a:lnTo>
                  <a:pt x="279" y="336550"/>
                </a:lnTo>
                <a:lnTo>
                  <a:pt x="0" y="332739"/>
                </a:lnTo>
                <a:lnTo>
                  <a:pt x="0" y="67310"/>
                </a:lnTo>
                <a:lnTo>
                  <a:pt x="3098" y="49529"/>
                </a:lnTo>
                <a:lnTo>
                  <a:pt x="4216" y="45720"/>
                </a:lnTo>
                <a:lnTo>
                  <a:pt x="5524" y="43179"/>
                </a:lnTo>
                <a:lnTo>
                  <a:pt x="8483" y="36829"/>
                </a:lnTo>
                <a:lnTo>
                  <a:pt x="12039" y="30479"/>
                </a:lnTo>
                <a:lnTo>
                  <a:pt x="43205" y="5079"/>
                </a:lnTo>
                <a:lnTo>
                  <a:pt x="53187" y="1270"/>
                </a:lnTo>
                <a:lnTo>
                  <a:pt x="1461109" y="1270"/>
                </a:lnTo>
                <a:lnTo>
                  <a:pt x="1471091" y="5079"/>
                </a:lnTo>
                <a:lnTo>
                  <a:pt x="1477225" y="7620"/>
                </a:lnTo>
                <a:lnTo>
                  <a:pt x="1483080" y="11429"/>
                </a:lnTo>
                <a:lnTo>
                  <a:pt x="1484905" y="12700"/>
                </a:lnTo>
                <a:lnTo>
                  <a:pt x="59321" y="12700"/>
                </a:lnTo>
                <a:lnTo>
                  <a:pt x="56197" y="13970"/>
                </a:lnTo>
                <a:lnTo>
                  <a:pt x="56502" y="13970"/>
                </a:lnTo>
                <a:lnTo>
                  <a:pt x="53428" y="15239"/>
                </a:lnTo>
                <a:lnTo>
                  <a:pt x="51015" y="15239"/>
                </a:lnTo>
                <a:lnTo>
                  <a:pt x="48082" y="16510"/>
                </a:lnTo>
                <a:lnTo>
                  <a:pt x="48514" y="16510"/>
                </a:lnTo>
                <a:lnTo>
                  <a:pt x="42862" y="19050"/>
                </a:lnTo>
                <a:lnTo>
                  <a:pt x="43395" y="19050"/>
                </a:lnTo>
                <a:lnTo>
                  <a:pt x="38061" y="21589"/>
                </a:lnTo>
                <a:lnTo>
                  <a:pt x="38569" y="21589"/>
                </a:lnTo>
                <a:lnTo>
                  <a:pt x="33591" y="25400"/>
                </a:lnTo>
                <a:lnTo>
                  <a:pt x="34061" y="25400"/>
                </a:lnTo>
                <a:lnTo>
                  <a:pt x="29476" y="29210"/>
                </a:lnTo>
                <a:lnTo>
                  <a:pt x="29895" y="29210"/>
                </a:lnTo>
                <a:lnTo>
                  <a:pt x="25730" y="33020"/>
                </a:lnTo>
                <a:lnTo>
                  <a:pt x="26111" y="33020"/>
                </a:lnTo>
                <a:lnTo>
                  <a:pt x="22390" y="38100"/>
                </a:lnTo>
                <a:lnTo>
                  <a:pt x="22732" y="38100"/>
                </a:lnTo>
                <a:lnTo>
                  <a:pt x="20304" y="41910"/>
                </a:lnTo>
                <a:lnTo>
                  <a:pt x="19786" y="41910"/>
                </a:lnTo>
                <a:lnTo>
                  <a:pt x="17612" y="46989"/>
                </a:lnTo>
                <a:lnTo>
                  <a:pt x="17246" y="46989"/>
                </a:lnTo>
                <a:lnTo>
                  <a:pt x="16090" y="50800"/>
                </a:lnTo>
                <a:lnTo>
                  <a:pt x="15189" y="53339"/>
                </a:lnTo>
                <a:lnTo>
                  <a:pt x="14401" y="55879"/>
                </a:lnTo>
                <a:lnTo>
                  <a:pt x="13766" y="58420"/>
                </a:lnTo>
                <a:lnTo>
                  <a:pt x="13449" y="60960"/>
                </a:lnTo>
                <a:lnTo>
                  <a:pt x="13309" y="60960"/>
                </a:lnTo>
                <a:lnTo>
                  <a:pt x="12890" y="64770"/>
                </a:lnTo>
                <a:lnTo>
                  <a:pt x="12674" y="67310"/>
                </a:lnTo>
                <a:lnTo>
                  <a:pt x="12611" y="69850"/>
                </a:lnTo>
                <a:lnTo>
                  <a:pt x="12687" y="332739"/>
                </a:lnTo>
                <a:lnTo>
                  <a:pt x="12928" y="335279"/>
                </a:lnTo>
                <a:lnTo>
                  <a:pt x="13309" y="337820"/>
                </a:lnTo>
                <a:lnTo>
                  <a:pt x="13830" y="340360"/>
                </a:lnTo>
                <a:lnTo>
                  <a:pt x="14478" y="344170"/>
                </a:lnTo>
                <a:lnTo>
                  <a:pt x="14693" y="344170"/>
                </a:lnTo>
                <a:lnTo>
                  <a:pt x="15278" y="346710"/>
                </a:lnTo>
                <a:lnTo>
                  <a:pt x="16205" y="349250"/>
                </a:lnTo>
                <a:lnTo>
                  <a:pt x="17246" y="351789"/>
                </a:lnTo>
                <a:lnTo>
                  <a:pt x="17068" y="351789"/>
                </a:lnTo>
                <a:lnTo>
                  <a:pt x="19786" y="356870"/>
                </a:lnTo>
                <a:lnTo>
                  <a:pt x="19494" y="356870"/>
                </a:lnTo>
                <a:lnTo>
                  <a:pt x="22732" y="361950"/>
                </a:lnTo>
                <a:lnTo>
                  <a:pt x="22390" y="361950"/>
                </a:lnTo>
                <a:lnTo>
                  <a:pt x="26111" y="365760"/>
                </a:lnTo>
                <a:lnTo>
                  <a:pt x="25730" y="365760"/>
                </a:lnTo>
                <a:lnTo>
                  <a:pt x="29895" y="370839"/>
                </a:lnTo>
                <a:lnTo>
                  <a:pt x="30622" y="370839"/>
                </a:lnTo>
                <a:lnTo>
                  <a:pt x="34061" y="374650"/>
                </a:lnTo>
                <a:lnTo>
                  <a:pt x="35250" y="374650"/>
                </a:lnTo>
                <a:lnTo>
                  <a:pt x="38569" y="377189"/>
                </a:lnTo>
                <a:lnTo>
                  <a:pt x="38061" y="377189"/>
                </a:lnTo>
                <a:lnTo>
                  <a:pt x="43395" y="381000"/>
                </a:lnTo>
                <a:lnTo>
                  <a:pt x="45688" y="381000"/>
                </a:lnTo>
                <a:lnTo>
                  <a:pt x="48514" y="382270"/>
                </a:lnTo>
                <a:lnTo>
                  <a:pt x="48082" y="382270"/>
                </a:lnTo>
                <a:lnTo>
                  <a:pt x="51015" y="383539"/>
                </a:lnTo>
                <a:lnTo>
                  <a:pt x="50723" y="383539"/>
                </a:lnTo>
                <a:lnTo>
                  <a:pt x="53733" y="384810"/>
                </a:lnTo>
                <a:lnTo>
                  <a:pt x="53428" y="384810"/>
                </a:lnTo>
                <a:lnTo>
                  <a:pt x="56502" y="386079"/>
                </a:lnTo>
                <a:lnTo>
                  <a:pt x="61874" y="386079"/>
                </a:lnTo>
                <a:lnTo>
                  <a:pt x="65112" y="387350"/>
                </a:lnTo>
                <a:lnTo>
                  <a:pt x="1483080" y="387350"/>
                </a:lnTo>
                <a:lnTo>
                  <a:pt x="1477225" y="391160"/>
                </a:lnTo>
                <a:lnTo>
                  <a:pt x="1471091" y="394970"/>
                </a:lnTo>
                <a:lnTo>
                  <a:pt x="1467789" y="396239"/>
                </a:lnTo>
                <a:close/>
              </a:path>
              <a:path w="1514475" h="400050">
                <a:moveTo>
                  <a:pt x="1494802" y="43179"/>
                </a:moveTo>
                <a:lnTo>
                  <a:pt x="1491564" y="38100"/>
                </a:lnTo>
                <a:lnTo>
                  <a:pt x="1491907" y="38100"/>
                </a:lnTo>
                <a:lnTo>
                  <a:pt x="1488186" y="33020"/>
                </a:lnTo>
                <a:lnTo>
                  <a:pt x="1488567" y="33020"/>
                </a:lnTo>
                <a:lnTo>
                  <a:pt x="1484401" y="29210"/>
                </a:lnTo>
                <a:lnTo>
                  <a:pt x="1484820" y="29210"/>
                </a:lnTo>
                <a:lnTo>
                  <a:pt x="1480235" y="25400"/>
                </a:lnTo>
                <a:lnTo>
                  <a:pt x="1480705" y="25400"/>
                </a:lnTo>
                <a:lnTo>
                  <a:pt x="1475727" y="21589"/>
                </a:lnTo>
                <a:lnTo>
                  <a:pt x="1476235" y="21589"/>
                </a:lnTo>
                <a:lnTo>
                  <a:pt x="1470901" y="19050"/>
                </a:lnTo>
                <a:lnTo>
                  <a:pt x="1471434" y="19050"/>
                </a:lnTo>
                <a:lnTo>
                  <a:pt x="1465783" y="16510"/>
                </a:lnTo>
                <a:lnTo>
                  <a:pt x="1466214" y="16510"/>
                </a:lnTo>
                <a:lnTo>
                  <a:pt x="1463281" y="15239"/>
                </a:lnTo>
                <a:lnTo>
                  <a:pt x="1460868" y="15239"/>
                </a:lnTo>
                <a:lnTo>
                  <a:pt x="1457794" y="13970"/>
                </a:lnTo>
                <a:lnTo>
                  <a:pt x="1458099" y="13970"/>
                </a:lnTo>
                <a:lnTo>
                  <a:pt x="1454975" y="12700"/>
                </a:lnTo>
                <a:lnTo>
                  <a:pt x="1484905" y="12700"/>
                </a:lnTo>
                <a:lnTo>
                  <a:pt x="1488554" y="15239"/>
                </a:lnTo>
                <a:lnTo>
                  <a:pt x="1508180" y="41910"/>
                </a:lnTo>
                <a:lnTo>
                  <a:pt x="1494510" y="41910"/>
                </a:lnTo>
                <a:lnTo>
                  <a:pt x="1494802" y="43179"/>
                </a:lnTo>
                <a:close/>
              </a:path>
              <a:path w="1514475" h="400050">
                <a:moveTo>
                  <a:pt x="19494" y="43179"/>
                </a:moveTo>
                <a:lnTo>
                  <a:pt x="19786" y="41910"/>
                </a:lnTo>
                <a:lnTo>
                  <a:pt x="20304" y="41910"/>
                </a:lnTo>
                <a:lnTo>
                  <a:pt x="19494" y="43179"/>
                </a:lnTo>
                <a:close/>
              </a:path>
              <a:path w="1514475" h="400050">
                <a:moveTo>
                  <a:pt x="1497228" y="48260"/>
                </a:moveTo>
                <a:lnTo>
                  <a:pt x="1494510" y="41910"/>
                </a:lnTo>
                <a:lnTo>
                  <a:pt x="1508180" y="41910"/>
                </a:lnTo>
                <a:lnTo>
                  <a:pt x="1508772" y="43179"/>
                </a:lnTo>
                <a:lnTo>
                  <a:pt x="1510080" y="45720"/>
                </a:lnTo>
                <a:lnTo>
                  <a:pt x="1510453" y="46989"/>
                </a:lnTo>
                <a:lnTo>
                  <a:pt x="1497050" y="46989"/>
                </a:lnTo>
                <a:lnTo>
                  <a:pt x="1497228" y="48260"/>
                </a:lnTo>
                <a:close/>
              </a:path>
              <a:path w="1514475" h="400050">
                <a:moveTo>
                  <a:pt x="17068" y="48260"/>
                </a:moveTo>
                <a:lnTo>
                  <a:pt x="17246" y="46989"/>
                </a:lnTo>
                <a:lnTo>
                  <a:pt x="17612" y="46989"/>
                </a:lnTo>
                <a:lnTo>
                  <a:pt x="17068" y="48260"/>
                </a:lnTo>
                <a:close/>
              </a:path>
              <a:path w="1514475" h="400050">
                <a:moveTo>
                  <a:pt x="1501038" y="62229"/>
                </a:moveTo>
                <a:lnTo>
                  <a:pt x="1500466" y="58420"/>
                </a:lnTo>
                <a:lnTo>
                  <a:pt x="1499806" y="55879"/>
                </a:lnTo>
                <a:lnTo>
                  <a:pt x="1499019" y="53339"/>
                </a:lnTo>
                <a:lnTo>
                  <a:pt x="1498092" y="50800"/>
                </a:lnTo>
                <a:lnTo>
                  <a:pt x="1497050" y="46989"/>
                </a:lnTo>
                <a:lnTo>
                  <a:pt x="1510453" y="46989"/>
                </a:lnTo>
                <a:lnTo>
                  <a:pt x="1511198" y="49529"/>
                </a:lnTo>
                <a:lnTo>
                  <a:pt x="1512150" y="52070"/>
                </a:lnTo>
                <a:lnTo>
                  <a:pt x="1512951" y="55879"/>
                </a:lnTo>
                <a:lnTo>
                  <a:pt x="1513573" y="59689"/>
                </a:lnTo>
                <a:lnTo>
                  <a:pt x="1513721" y="60960"/>
                </a:lnTo>
                <a:lnTo>
                  <a:pt x="1500987" y="60960"/>
                </a:lnTo>
                <a:lnTo>
                  <a:pt x="1501038" y="62229"/>
                </a:lnTo>
                <a:close/>
              </a:path>
              <a:path w="1514475" h="400050">
                <a:moveTo>
                  <a:pt x="13258" y="62229"/>
                </a:moveTo>
                <a:lnTo>
                  <a:pt x="13309" y="60960"/>
                </a:lnTo>
                <a:lnTo>
                  <a:pt x="13449" y="60960"/>
                </a:lnTo>
                <a:lnTo>
                  <a:pt x="13258" y="62229"/>
                </a:lnTo>
                <a:close/>
              </a:path>
              <a:path w="1514475" h="400050">
                <a:moveTo>
                  <a:pt x="1514297" y="332739"/>
                </a:moveTo>
                <a:lnTo>
                  <a:pt x="1501609" y="332739"/>
                </a:lnTo>
                <a:lnTo>
                  <a:pt x="1501686" y="69850"/>
                </a:lnTo>
                <a:lnTo>
                  <a:pt x="1501609" y="67310"/>
                </a:lnTo>
                <a:lnTo>
                  <a:pt x="1501368" y="64770"/>
                </a:lnTo>
                <a:lnTo>
                  <a:pt x="1500987" y="60960"/>
                </a:lnTo>
                <a:lnTo>
                  <a:pt x="1513721" y="60960"/>
                </a:lnTo>
                <a:lnTo>
                  <a:pt x="1514017" y="63500"/>
                </a:lnTo>
                <a:lnTo>
                  <a:pt x="1514297" y="67310"/>
                </a:lnTo>
                <a:lnTo>
                  <a:pt x="1514297" y="332739"/>
                </a:lnTo>
                <a:close/>
              </a:path>
              <a:path w="1514475" h="400050">
                <a:moveTo>
                  <a:pt x="12611" y="71120"/>
                </a:moveTo>
                <a:lnTo>
                  <a:pt x="12611" y="69850"/>
                </a:lnTo>
                <a:lnTo>
                  <a:pt x="12611" y="71120"/>
                </a:lnTo>
                <a:close/>
              </a:path>
              <a:path w="1514475" h="400050">
                <a:moveTo>
                  <a:pt x="1501686" y="71120"/>
                </a:moveTo>
                <a:lnTo>
                  <a:pt x="1501660" y="69850"/>
                </a:lnTo>
                <a:lnTo>
                  <a:pt x="1501686" y="71120"/>
                </a:lnTo>
                <a:close/>
              </a:path>
              <a:path w="1514475" h="400050">
                <a:moveTo>
                  <a:pt x="12759" y="332739"/>
                </a:moveTo>
                <a:lnTo>
                  <a:pt x="12674" y="331470"/>
                </a:lnTo>
                <a:lnTo>
                  <a:pt x="12759" y="332739"/>
                </a:lnTo>
                <a:close/>
              </a:path>
              <a:path w="1514475" h="400050">
                <a:moveTo>
                  <a:pt x="1512684" y="344170"/>
                </a:moveTo>
                <a:lnTo>
                  <a:pt x="1499806" y="344170"/>
                </a:lnTo>
                <a:lnTo>
                  <a:pt x="1500530" y="340360"/>
                </a:lnTo>
                <a:lnTo>
                  <a:pt x="1501038" y="337820"/>
                </a:lnTo>
                <a:lnTo>
                  <a:pt x="1501406" y="335279"/>
                </a:lnTo>
                <a:lnTo>
                  <a:pt x="1501622" y="331470"/>
                </a:lnTo>
                <a:lnTo>
                  <a:pt x="1501609" y="332739"/>
                </a:lnTo>
                <a:lnTo>
                  <a:pt x="1514297" y="332739"/>
                </a:lnTo>
                <a:lnTo>
                  <a:pt x="1514017" y="336550"/>
                </a:lnTo>
                <a:lnTo>
                  <a:pt x="1513573" y="340360"/>
                </a:lnTo>
                <a:lnTo>
                  <a:pt x="1512951" y="342900"/>
                </a:lnTo>
                <a:lnTo>
                  <a:pt x="1512684" y="344170"/>
                </a:lnTo>
                <a:close/>
              </a:path>
              <a:path w="1514475" h="400050">
                <a:moveTo>
                  <a:pt x="14693" y="344170"/>
                </a:moveTo>
                <a:lnTo>
                  <a:pt x="14478" y="344170"/>
                </a:lnTo>
                <a:lnTo>
                  <a:pt x="14401" y="342900"/>
                </a:lnTo>
                <a:lnTo>
                  <a:pt x="14693" y="344170"/>
                </a:lnTo>
                <a:close/>
              </a:path>
              <a:path w="1514475" h="400050">
                <a:moveTo>
                  <a:pt x="1500621" y="370839"/>
                </a:moveTo>
                <a:lnTo>
                  <a:pt x="1484401" y="370839"/>
                </a:lnTo>
                <a:lnTo>
                  <a:pt x="1488567" y="365760"/>
                </a:lnTo>
                <a:lnTo>
                  <a:pt x="1488186" y="365760"/>
                </a:lnTo>
                <a:lnTo>
                  <a:pt x="1491907" y="361950"/>
                </a:lnTo>
                <a:lnTo>
                  <a:pt x="1491564" y="361950"/>
                </a:lnTo>
                <a:lnTo>
                  <a:pt x="1494802" y="356870"/>
                </a:lnTo>
                <a:lnTo>
                  <a:pt x="1494510" y="356870"/>
                </a:lnTo>
                <a:lnTo>
                  <a:pt x="1497228" y="351789"/>
                </a:lnTo>
                <a:lnTo>
                  <a:pt x="1497050" y="351789"/>
                </a:lnTo>
                <a:lnTo>
                  <a:pt x="1498206" y="349250"/>
                </a:lnTo>
                <a:lnTo>
                  <a:pt x="1499108" y="346710"/>
                </a:lnTo>
                <a:lnTo>
                  <a:pt x="1499895" y="342900"/>
                </a:lnTo>
                <a:lnTo>
                  <a:pt x="1499806" y="344170"/>
                </a:lnTo>
                <a:lnTo>
                  <a:pt x="1512684" y="344170"/>
                </a:lnTo>
                <a:lnTo>
                  <a:pt x="1512150" y="346710"/>
                </a:lnTo>
                <a:lnTo>
                  <a:pt x="1511198" y="350520"/>
                </a:lnTo>
                <a:lnTo>
                  <a:pt x="1510080" y="353060"/>
                </a:lnTo>
                <a:lnTo>
                  <a:pt x="1508772" y="356870"/>
                </a:lnTo>
                <a:lnTo>
                  <a:pt x="1505813" y="363220"/>
                </a:lnTo>
                <a:lnTo>
                  <a:pt x="1502257" y="368300"/>
                </a:lnTo>
                <a:lnTo>
                  <a:pt x="1500621" y="370839"/>
                </a:lnTo>
                <a:close/>
              </a:path>
              <a:path w="1514475" h="400050">
                <a:moveTo>
                  <a:pt x="30622" y="370839"/>
                </a:moveTo>
                <a:lnTo>
                  <a:pt x="29895" y="370839"/>
                </a:lnTo>
                <a:lnTo>
                  <a:pt x="29476" y="369570"/>
                </a:lnTo>
                <a:lnTo>
                  <a:pt x="30622" y="370839"/>
                </a:lnTo>
                <a:close/>
              </a:path>
              <a:path w="1514475" h="400050">
                <a:moveTo>
                  <a:pt x="1498168" y="374650"/>
                </a:moveTo>
                <a:lnTo>
                  <a:pt x="1480235" y="374650"/>
                </a:lnTo>
                <a:lnTo>
                  <a:pt x="1484820" y="369570"/>
                </a:lnTo>
                <a:lnTo>
                  <a:pt x="1484401" y="370839"/>
                </a:lnTo>
                <a:lnTo>
                  <a:pt x="1500621" y="370839"/>
                </a:lnTo>
                <a:lnTo>
                  <a:pt x="1498168" y="374650"/>
                </a:lnTo>
                <a:close/>
              </a:path>
              <a:path w="1514475" h="400050">
                <a:moveTo>
                  <a:pt x="35250" y="374650"/>
                </a:moveTo>
                <a:lnTo>
                  <a:pt x="34061" y="374650"/>
                </a:lnTo>
                <a:lnTo>
                  <a:pt x="33591" y="373379"/>
                </a:lnTo>
                <a:lnTo>
                  <a:pt x="35250" y="374650"/>
                </a:lnTo>
                <a:close/>
              </a:path>
              <a:path w="1514475" h="400050">
                <a:moveTo>
                  <a:pt x="1491915" y="381000"/>
                </a:moveTo>
                <a:lnTo>
                  <a:pt x="1470901" y="381000"/>
                </a:lnTo>
                <a:lnTo>
                  <a:pt x="1476235" y="377189"/>
                </a:lnTo>
                <a:lnTo>
                  <a:pt x="1475727" y="377189"/>
                </a:lnTo>
                <a:lnTo>
                  <a:pt x="1480705" y="373379"/>
                </a:lnTo>
                <a:lnTo>
                  <a:pt x="1480235" y="374650"/>
                </a:lnTo>
                <a:lnTo>
                  <a:pt x="1498168" y="374650"/>
                </a:lnTo>
                <a:lnTo>
                  <a:pt x="1493596" y="379729"/>
                </a:lnTo>
                <a:lnTo>
                  <a:pt x="1491915" y="381000"/>
                </a:lnTo>
                <a:close/>
              </a:path>
              <a:path w="1514475" h="400050">
                <a:moveTo>
                  <a:pt x="45688" y="381000"/>
                </a:moveTo>
                <a:lnTo>
                  <a:pt x="43395" y="381000"/>
                </a:lnTo>
                <a:lnTo>
                  <a:pt x="42862" y="379729"/>
                </a:lnTo>
                <a:lnTo>
                  <a:pt x="45688" y="381000"/>
                </a:lnTo>
                <a:close/>
              </a:path>
              <a:path w="1514475" h="400050">
                <a:moveTo>
                  <a:pt x="1483080" y="387350"/>
                </a:moveTo>
                <a:lnTo>
                  <a:pt x="1449184" y="387350"/>
                </a:lnTo>
                <a:lnTo>
                  <a:pt x="1452422" y="386079"/>
                </a:lnTo>
                <a:lnTo>
                  <a:pt x="1457794" y="386079"/>
                </a:lnTo>
                <a:lnTo>
                  <a:pt x="1460868" y="384810"/>
                </a:lnTo>
                <a:lnTo>
                  <a:pt x="1460563" y="384810"/>
                </a:lnTo>
                <a:lnTo>
                  <a:pt x="1463573" y="383539"/>
                </a:lnTo>
                <a:lnTo>
                  <a:pt x="1463281" y="383539"/>
                </a:lnTo>
                <a:lnTo>
                  <a:pt x="1466214" y="382270"/>
                </a:lnTo>
                <a:lnTo>
                  <a:pt x="1465783" y="382270"/>
                </a:lnTo>
                <a:lnTo>
                  <a:pt x="1471434" y="379729"/>
                </a:lnTo>
                <a:lnTo>
                  <a:pt x="1470901" y="381000"/>
                </a:lnTo>
                <a:lnTo>
                  <a:pt x="1491915" y="381000"/>
                </a:lnTo>
                <a:lnTo>
                  <a:pt x="1488554" y="383539"/>
                </a:lnTo>
                <a:lnTo>
                  <a:pt x="1483080" y="387350"/>
                </a:lnTo>
                <a:close/>
              </a:path>
              <a:path w="1514475" h="400050">
                <a:moveTo>
                  <a:pt x="1457680" y="398779"/>
                </a:moveTo>
                <a:lnTo>
                  <a:pt x="56616" y="398779"/>
                </a:lnTo>
                <a:lnTo>
                  <a:pt x="49809" y="396239"/>
                </a:lnTo>
                <a:lnTo>
                  <a:pt x="1464487" y="396239"/>
                </a:lnTo>
                <a:lnTo>
                  <a:pt x="1457680" y="398779"/>
                </a:lnTo>
                <a:close/>
              </a:path>
              <a:path w="1514475" h="400050">
                <a:moveTo>
                  <a:pt x="1450619" y="400050"/>
                </a:moveTo>
                <a:lnTo>
                  <a:pt x="63677" y="400050"/>
                </a:lnTo>
                <a:lnTo>
                  <a:pt x="60121" y="398779"/>
                </a:lnTo>
                <a:lnTo>
                  <a:pt x="1454175" y="398779"/>
                </a:lnTo>
                <a:lnTo>
                  <a:pt x="1450619" y="400050"/>
                </a:lnTo>
                <a:close/>
              </a:path>
            </a:pathLst>
          </a:custGeom>
          <a:solidFill>
            <a:srgbClr val="5F95E6"/>
          </a:solidFill>
        </p:spPr>
        <p:txBody>
          <a:bodyPr wrap="square" lIns="0" tIns="0" rIns="0" bIns="0" rtlCol="0"/>
          <a:lstStyle/>
          <a:p>
            <a:endParaRPr/>
          </a:p>
        </p:txBody>
      </p:sp>
      <p:sp>
        <p:nvSpPr>
          <p:cNvPr id="6" name="object 6"/>
          <p:cNvSpPr/>
          <p:nvPr/>
        </p:nvSpPr>
        <p:spPr>
          <a:xfrm>
            <a:off x="280758" y="5040629"/>
            <a:ext cx="1514475" cy="400050"/>
          </a:xfrm>
          <a:custGeom>
            <a:avLst/>
            <a:gdLst/>
            <a:ahLst/>
            <a:cxnLst/>
            <a:rect l="l" t="t" r="r" b="b"/>
            <a:pathLst>
              <a:path w="1514475" h="400050">
                <a:moveTo>
                  <a:pt x="1457756" y="1270"/>
                </a:moveTo>
                <a:lnTo>
                  <a:pt x="56540" y="1270"/>
                </a:lnTo>
                <a:lnTo>
                  <a:pt x="60032" y="0"/>
                </a:lnTo>
                <a:lnTo>
                  <a:pt x="1454264" y="0"/>
                </a:lnTo>
                <a:lnTo>
                  <a:pt x="1457756" y="1270"/>
                </a:lnTo>
                <a:close/>
              </a:path>
              <a:path w="1514475" h="400050">
                <a:moveTo>
                  <a:pt x="1461198" y="397510"/>
                </a:moveTo>
                <a:lnTo>
                  <a:pt x="53098" y="397510"/>
                </a:lnTo>
                <a:lnTo>
                  <a:pt x="43141" y="393700"/>
                </a:lnTo>
                <a:lnTo>
                  <a:pt x="12014" y="368300"/>
                </a:lnTo>
                <a:lnTo>
                  <a:pt x="5511" y="355600"/>
                </a:lnTo>
                <a:lnTo>
                  <a:pt x="4216" y="353060"/>
                </a:lnTo>
                <a:lnTo>
                  <a:pt x="3098" y="349250"/>
                </a:lnTo>
                <a:lnTo>
                  <a:pt x="2146" y="346710"/>
                </a:lnTo>
                <a:lnTo>
                  <a:pt x="1346" y="342900"/>
                </a:lnTo>
                <a:lnTo>
                  <a:pt x="723" y="339089"/>
                </a:lnTo>
                <a:lnTo>
                  <a:pt x="0" y="332739"/>
                </a:lnTo>
                <a:lnTo>
                  <a:pt x="0" y="66039"/>
                </a:lnTo>
                <a:lnTo>
                  <a:pt x="723" y="59689"/>
                </a:lnTo>
                <a:lnTo>
                  <a:pt x="1346" y="55879"/>
                </a:lnTo>
                <a:lnTo>
                  <a:pt x="2146" y="52070"/>
                </a:lnTo>
                <a:lnTo>
                  <a:pt x="3098" y="49529"/>
                </a:lnTo>
                <a:lnTo>
                  <a:pt x="4216" y="45720"/>
                </a:lnTo>
                <a:lnTo>
                  <a:pt x="5511" y="43179"/>
                </a:lnTo>
                <a:lnTo>
                  <a:pt x="8470" y="36829"/>
                </a:lnTo>
                <a:lnTo>
                  <a:pt x="12014" y="30479"/>
                </a:lnTo>
                <a:lnTo>
                  <a:pt x="43141" y="5079"/>
                </a:lnTo>
                <a:lnTo>
                  <a:pt x="53098" y="1270"/>
                </a:lnTo>
                <a:lnTo>
                  <a:pt x="1461198" y="1270"/>
                </a:lnTo>
                <a:lnTo>
                  <a:pt x="1471155" y="5079"/>
                </a:lnTo>
                <a:lnTo>
                  <a:pt x="1477289" y="7620"/>
                </a:lnTo>
                <a:lnTo>
                  <a:pt x="1483131" y="11429"/>
                </a:lnTo>
                <a:lnTo>
                  <a:pt x="1484951" y="12700"/>
                </a:lnTo>
                <a:lnTo>
                  <a:pt x="59232" y="12700"/>
                </a:lnTo>
                <a:lnTo>
                  <a:pt x="56108" y="13970"/>
                </a:lnTo>
                <a:lnTo>
                  <a:pt x="56426" y="13970"/>
                </a:lnTo>
                <a:lnTo>
                  <a:pt x="53352" y="15239"/>
                </a:lnTo>
                <a:lnTo>
                  <a:pt x="50952" y="15239"/>
                </a:lnTo>
                <a:lnTo>
                  <a:pt x="48018" y="16510"/>
                </a:lnTo>
                <a:lnTo>
                  <a:pt x="48450" y="16510"/>
                </a:lnTo>
                <a:lnTo>
                  <a:pt x="42799" y="19050"/>
                </a:lnTo>
                <a:lnTo>
                  <a:pt x="43345" y="19050"/>
                </a:lnTo>
                <a:lnTo>
                  <a:pt x="38023" y="21589"/>
                </a:lnTo>
                <a:lnTo>
                  <a:pt x="38531" y="21589"/>
                </a:lnTo>
                <a:lnTo>
                  <a:pt x="33553" y="25400"/>
                </a:lnTo>
                <a:lnTo>
                  <a:pt x="34023" y="25400"/>
                </a:lnTo>
                <a:lnTo>
                  <a:pt x="29438" y="29210"/>
                </a:lnTo>
                <a:lnTo>
                  <a:pt x="29870" y="29210"/>
                </a:lnTo>
                <a:lnTo>
                  <a:pt x="25704" y="33020"/>
                </a:lnTo>
                <a:lnTo>
                  <a:pt x="26085" y="33020"/>
                </a:lnTo>
                <a:lnTo>
                  <a:pt x="22377" y="38100"/>
                </a:lnTo>
                <a:lnTo>
                  <a:pt x="22707" y="38100"/>
                </a:lnTo>
                <a:lnTo>
                  <a:pt x="20288" y="41910"/>
                </a:lnTo>
                <a:lnTo>
                  <a:pt x="19773" y="41910"/>
                </a:lnTo>
                <a:lnTo>
                  <a:pt x="17599" y="46989"/>
                </a:lnTo>
                <a:lnTo>
                  <a:pt x="17246" y="46989"/>
                </a:lnTo>
                <a:lnTo>
                  <a:pt x="16476" y="49529"/>
                </a:lnTo>
                <a:lnTo>
                  <a:pt x="16192" y="49529"/>
                </a:lnTo>
                <a:lnTo>
                  <a:pt x="15176" y="53339"/>
                </a:lnTo>
                <a:lnTo>
                  <a:pt x="14401" y="55879"/>
                </a:lnTo>
                <a:lnTo>
                  <a:pt x="13754" y="58420"/>
                </a:lnTo>
                <a:lnTo>
                  <a:pt x="13258" y="60960"/>
                </a:lnTo>
                <a:lnTo>
                  <a:pt x="12890" y="64770"/>
                </a:lnTo>
                <a:lnTo>
                  <a:pt x="12687" y="67310"/>
                </a:lnTo>
                <a:lnTo>
                  <a:pt x="12674" y="331470"/>
                </a:lnTo>
                <a:lnTo>
                  <a:pt x="12801" y="332739"/>
                </a:lnTo>
                <a:lnTo>
                  <a:pt x="12890" y="334010"/>
                </a:lnTo>
                <a:lnTo>
                  <a:pt x="13309" y="337820"/>
                </a:lnTo>
                <a:lnTo>
                  <a:pt x="13817" y="340360"/>
                </a:lnTo>
                <a:lnTo>
                  <a:pt x="14478" y="342900"/>
                </a:lnTo>
                <a:lnTo>
                  <a:pt x="15278" y="345439"/>
                </a:lnTo>
                <a:lnTo>
                  <a:pt x="16192" y="349250"/>
                </a:lnTo>
                <a:lnTo>
                  <a:pt x="16476" y="349250"/>
                </a:lnTo>
                <a:lnTo>
                  <a:pt x="17246" y="351789"/>
                </a:lnTo>
                <a:lnTo>
                  <a:pt x="17599" y="351789"/>
                </a:lnTo>
                <a:lnTo>
                  <a:pt x="19773" y="356870"/>
                </a:lnTo>
                <a:lnTo>
                  <a:pt x="20288" y="356870"/>
                </a:lnTo>
                <a:lnTo>
                  <a:pt x="22707" y="360679"/>
                </a:lnTo>
                <a:lnTo>
                  <a:pt x="22377" y="360679"/>
                </a:lnTo>
                <a:lnTo>
                  <a:pt x="26085" y="365760"/>
                </a:lnTo>
                <a:lnTo>
                  <a:pt x="25704" y="365760"/>
                </a:lnTo>
                <a:lnTo>
                  <a:pt x="29870" y="369570"/>
                </a:lnTo>
                <a:lnTo>
                  <a:pt x="29438" y="369570"/>
                </a:lnTo>
                <a:lnTo>
                  <a:pt x="34023" y="373379"/>
                </a:lnTo>
                <a:lnTo>
                  <a:pt x="33553" y="373379"/>
                </a:lnTo>
                <a:lnTo>
                  <a:pt x="38531" y="377189"/>
                </a:lnTo>
                <a:lnTo>
                  <a:pt x="38023" y="377189"/>
                </a:lnTo>
                <a:lnTo>
                  <a:pt x="43345" y="379729"/>
                </a:lnTo>
                <a:lnTo>
                  <a:pt x="42799" y="379729"/>
                </a:lnTo>
                <a:lnTo>
                  <a:pt x="48450" y="382270"/>
                </a:lnTo>
                <a:lnTo>
                  <a:pt x="48018" y="382270"/>
                </a:lnTo>
                <a:lnTo>
                  <a:pt x="50952" y="383539"/>
                </a:lnTo>
                <a:lnTo>
                  <a:pt x="53352" y="383539"/>
                </a:lnTo>
                <a:lnTo>
                  <a:pt x="56426" y="384810"/>
                </a:lnTo>
                <a:lnTo>
                  <a:pt x="56108" y="384810"/>
                </a:lnTo>
                <a:lnTo>
                  <a:pt x="59232" y="386079"/>
                </a:lnTo>
                <a:lnTo>
                  <a:pt x="67652" y="386079"/>
                </a:lnTo>
                <a:lnTo>
                  <a:pt x="70980" y="387350"/>
                </a:lnTo>
                <a:lnTo>
                  <a:pt x="1483131" y="387350"/>
                </a:lnTo>
                <a:lnTo>
                  <a:pt x="1477289" y="391160"/>
                </a:lnTo>
                <a:lnTo>
                  <a:pt x="1471155" y="393700"/>
                </a:lnTo>
                <a:lnTo>
                  <a:pt x="1461198" y="397510"/>
                </a:lnTo>
                <a:close/>
              </a:path>
              <a:path w="1514475" h="400050">
                <a:moveTo>
                  <a:pt x="1494815" y="43179"/>
                </a:moveTo>
                <a:lnTo>
                  <a:pt x="1491589" y="38100"/>
                </a:lnTo>
                <a:lnTo>
                  <a:pt x="1491919" y="38100"/>
                </a:lnTo>
                <a:lnTo>
                  <a:pt x="1488211" y="33020"/>
                </a:lnTo>
                <a:lnTo>
                  <a:pt x="1488592" y="33020"/>
                </a:lnTo>
                <a:lnTo>
                  <a:pt x="1484426" y="29210"/>
                </a:lnTo>
                <a:lnTo>
                  <a:pt x="1484858" y="29210"/>
                </a:lnTo>
                <a:lnTo>
                  <a:pt x="1480273" y="25400"/>
                </a:lnTo>
                <a:lnTo>
                  <a:pt x="1480743" y="25400"/>
                </a:lnTo>
                <a:lnTo>
                  <a:pt x="1475765" y="21589"/>
                </a:lnTo>
                <a:lnTo>
                  <a:pt x="1476273" y="21589"/>
                </a:lnTo>
                <a:lnTo>
                  <a:pt x="1470952" y="19050"/>
                </a:lnTo>
                <a:lnTo>
                  <a:pt x="1471498" y="19050"/>
                </a:lnTo>
                <a:lnTo>
                  <a:pt x="1465846" y="16510"/>
                </a:lnTo>
                <a:lnTo>
                  <a:pt x="1466278" y="16510"/>
                </a:lnTo>
                <a:lnTo>
                  <a:pt x="1463344" y="15239"/>
                </a:lnTo>
                <a:lnTo>
                  <a:pt x="1460944" y="15239"/>
                </a:lnTo>
                <a:lnTo>
                  <a:pt x="1457871" y="13970"/>
                </a:lnTo>
                <a:lnTo>
                  <a:pt x="1458188" y="13970"/>
                </a:lnTo>
                <a:lnTo>
                  <a:pt x="1455064" y="12700"/>
                </a:lnTo>
                <a:lnTo>
                  <a:pt x="1484951" y="12700"/>
                </a:lnTo>
                <a:lnTo>
                  <a:pt x="1488592" y="15239"/>
                </a:lnTo>
                <a:lnTo>
                  <a:pt x="1508193" y="41910"/>
                </a:lnTo>
                <a:lnTo>
                  <a:pt x="1494523" y="41910"/>
                </a:lnTo>
                <a:lnTo>
                  <a:pt x="1494815" y="43179"/>
                </a:lnTo>
                <a:close/>
              </a:path>
              <a:path w="1514475" h="400050">
                <a:moveTo>
                  <a:pt x="19481" y="43179"/>
                </a:moveTo>
                <a:lnTo>
                  <a:pt x="19773" y="41910"/>
                </a:lnTo>
                <a:lnTo>
                  <a:pt x="20288" y="41910"/>
                </a:lnTo>
                <a:lnTo>
                  <a:pt x="19481" y="43179"/>
                </a:lnTo>
                <a:close/>
              </a:path>
              <a:path w="1514475" h="400050">
                <a:moveTo>
                  <a:pt x="1497241" y="48260"/>
                </a:moveTo>
                <a:lnTo>
                  <a:pt x="1494523" y="41910"/>
                </a:lnTo>
                <a:lnTo>
                  <a:pt x="1508193" y="41910"/>
                </a:lnTo>
                <a:lnTo>
                  <a:pt x="1508785" y="43179"/>
                </a:lnTo>
                <a:lnTo>
                  <a:pt x="1510080" y="45720"/>
                </a:lnTo>
                <a:lnTo>
                  <a:pt x="1510453" y="46989"/>
                </a:lnTo>
                <a:lnTo>
                  <a:pt x="1497050" y="46989"/>
                </a:lnTo>
                <a:lnTo>
                  <a:pt x="1497241" y="48260"/>
                </a:lnTo>
                <a:close/>
              </a:path>
              <a:path w="1514475" h="400050">
                <a:moveTo>
                  <a:pt x="17056" y="48260"/>
                </a:moveTo>
                <a:lnTo>
                  <a:pt x="17246" y="46989"/>
                </a:lnTo>
                <a:lnTo>
                  <a:pt x="17599" y="46989"/>
                </a:lnTo>
                <a:lnTo>
                  <a:pt x="17056" y="48260"/>
                </a:lnTo>
                <a:close/>
              </a:path>
              <a:path w="1514475" h="400050">
                <a:moveTo>
                  <a:pt x="1498206" y="50800"/>
                </a:moveTo>
                <a:lnTo>
                  <a:pt x="1497050" y="46989"/>
                </a:lnTo>
                <a:lnTo>
                  <a:pt x="1510453" y="46989"/>
                </a:lnTo>
                <a:lnTo>
                  <a:pt x="1511198" y="49529"/>
                </a:lnTo>
                <a:lnTo>
                  <a:pt x="1498104" y="49529"/>
                </a:lnTo>
                <a:lnTo>
                  <a:pt x="1498206" y="50800"/>
                </a:lnTo>
                <a:close/>
              </a:path>
              <a:path w="1514475" h="400050">
                <a:moveTo>
                  <a:pt x="16090" y="50800"/>
                </a:moveTo>
                <a:lnTo>
                  <a:pt x="16192" y="49529"/>
                </a:lnTo>
                <a:lnTo>
                  <a:pt x="16476" y="49529"/>
                </a:lnTo>
                <a:lnTo>
                  <a:pt x="16090" y="50800"/>
                </a:lnTo>
                <a:close/>
              </a:path>
              <a:path w="1514475" h="400050">
                <a:moveTo>
                  <a:pt x="1511198" y="349250"/>
                </a:moveTo>
                <a:lnTo>
                  <a:pt x="1498104" y="349250"/>
                </a:lnTo>
                <a:lnTo>
                  <a:pt x="1499120" y="345439"/>
                </a:lnTo>
                <a:lnTo>
                  <a:pt x="1499895" y="342900"/>
                </a:lnTo>
                <a:lnTo>
                  <a:pt x="1500543" y="340360"/>
                </a:lnTo>
                <a:lnTo>
                  <a:pt x="1501038" y="337820"/>
                </a:lnTo>
                <a:lnTo>
                  <a:pt x="1501406" y="334010"/>
                </a:lnTo>
                <a:lnTo>
                  <a:pt x="1501622" y="331470"/>
                </a:lnTo>
                <a:lnTo>
                  <a:pt x="1501609" y="67310"/>
                </a:lnTo>
                <a:lnTo>
                  <a:pt x="1501368" y="64770"/>
                </a:lnTo>
                <a:lnTo>
                  <a:pt x="1500987" y="60960"/>
                </a:lnTo>
                <a:lnTo>
                  <a:pt x="1500479" y="58420"/>
                </a:lnTo>
                <a:lnTo>
                  <a:pt x="1499819" y="55879"/>
                </a:lnTo>
                <a:lnTo>
                  <a:pt x="1499019" y="53339"/>
                </a:lnTo>
                <a:lnTo>
                  <a:pt x="1498104" y="49529"/>
                </a:lnTo>
                <a:lnTo>
                  <a:pt x="1511198" y="49529"/>
                </a:lnTo>
                <a:lnTo>
                  <a:pt x="1512150" y="52070"/>
                </a:lnTo>
                <a:lnTo>
                  <a:pt x="1512951" y="55879"/>
                </a:lnTo>
                <a:lnTo>
                  <a:pt x="1513573" y="59689"/>
                </a:lnTo>
                <a:lnTo>
                  <a:pt x="1514297" y="66039"/>
                </a:lnTo>
                <a:lnTo>
                  <a:pt x="1514297" y="332739"/>
                </a:lnTo>
                <a:lnTo>
                  <a:pt x="1513573" y="339089"/>
                </a:lnTo>
                <a:lnTo>
                  <a:pt x="1512951" y="342900"/>
                </a:lnTo>
                <a:lnTo>
                  <a:pt x="1512150" y="346710"/>
                </a:lnTo>
                <a:lnTo>
                  <a:pt x="1511198" y="349250"/>
                </a:lnTo>
                <a:close/>
              </a:path>
              <a:path w="1514475" h="400050">
                <a:moveTo>
                  <a:pt x="16476" y="349250"/>
                </a:moveTo>
                <a:lnTo>
                  <a:pt x="16192" y="349250"/>
                </a:lnTo>
                <a:lnTo>
                  <a:pt x="16090" y="347979"/>
                </a:lnTo>
                <a:lnTo>
                  <a:pt x="16476" y="349250"/>
                </a:lnTo>
                <a:close/>
              </a:path>
              <a:path w="1514475" h="400050">
                <a:moveTo>
                  <a:pt x="1510453" y="351789"/>
                </a:moveTo>
                <a:lnTo>
                  <a:pt x="1497050" y="351789"/>
                </a:lnTo>
                <a:lnTo>
                  <a:pt x="1498206" y="347979"/>
                </a:lnTo>
                <a:lnTo>
                  <a:pt x="1498104" y="349250"/>
                </a:lnTo>
                <a:lnTo>
                  <a:pt x="1511198" y="349250"/>
                </a:lnTo>
                <a:lnTo>
                  <a:pt x="1510453" y="351789"/>
                </a:lnTo>
                <a:close/>
              </a:path>
              <a:path w="1514475" h="400050">
                <a:moveTo>
                  <a:pt x="17599" y="351789"/>
                </a:moveTo>
                <a:lnTo>
                  <a:pt x="17246" y="351789"/>
                </a:lnTo>
                <a:lnTo>
                  <a:pt x="17056" y="350520"/>
                </a:lnTo>
                <a:lnTo>
                  <a:pt x="17599" y="351789"/>
                </a:lnTo>
                <a:close/>
              </a:path>
              <a:path w="1514475" h="400050">
                <a:moveTo>
                  <a:pt x="1508193" y="356870"/>
                </a:moveTo>
                <a:lnTo>
                  <a:pt x="1494523" y="356870"/>
                </a:lnTo>
                <a:lnTo>
                  <a:pt x="1497241" y="350520"/>
                </a:lnTo>
                <a:lnTo>
                  <a:pt x="1497050" y="351789"/>
                </a:lnTo>
                <a:lnTo>
                  <a:pt x="1510453" y="351789"/>
                </a:lnTo>
                <a:lnTo>
                  <a:pt x="1510080" y="353060"/>
                </a:lnTo>
                <a:lnTo>
                  <a:pt x="1508785" y="355600"/>
                </a:lnTo>
                <a:lnTo>
                  <a:pt x="1508193" y="356870"/>
                </a:lnTo>
                <a:close/>
              </a:path>
              <a:path w="1514475" h="400050">
                <a:moveTo>
                  <a:pt x="20288" y="356870"/>
                </a:moveTo>
                <a:lnTo>
                  <a:pt x="19773" y="356870"/>
                </a:lnTo>
                <a:lnTo>
                  <a:pt x="19481" y="355600"/>
                </a:lnTo>
                <a:lnTo>
                  <a:pt x="20288" y="356870"/>
                </a:lnTo>
                <a:close/>
              </a:path>
              <a:path w="1514475" h="400050">
                <a:moveTo>
                  <a:pt x="1483131" y="387350"/>
                </a:moveTo>
                <a:lnTo>
                  <a:pt x="1443316" y="387350"/>
                </a:lnTo>
                <a:lnTo>
                  <a:pt x="1446644" y="386079"/>
                </a:lnTo>
                <a:lnTo>
                  <a:pt x="1455064" y="386079"/>
                </a:lnTo>
                <a:lnTo>
                  <a:pt x="1458188" y="384810"/>
                </a:lnTo>
                <a:lnTo>
                  <a:pt x="1457871" y="384810"/>
                </a:lnTo>
                <a:lnTo>
                  <a:pt x="1460944" y="383539"/>
                </a:lnTo>
                <a:lnTo>
                  <a:pt x="1463344" y="383539"/>
                </a:lnTo>
                <a:lnTo>
                  <a:pt x="1466278" y="382270"/>
                </a:lnTo>
                <a:lnTo>
                  <a:pt x="1465846" y="382270"/>
                </a:lnTo>
                <a:lnTo>
                  <a:pt x="1471498" y="379729"/>
                </a:lnTo>
                <a:lnTo>
                  <a:pt x="1470952" y="379729"/>
                </a:lnTo>
                <a:lnTo>
                  <a:pt x="1476273" y="377189"/>
                </a:lnTo>
                <a:lnTo>
                  <a:pt x="1475765" y="377189"/>
                </a:lnTo>
                <a:lnTo>
                  <a:pt x="1480743" y="373379"/>
                </a:lnTo>
                <a:lnTo>
                  <a:pt x="1480273" y="373379"/>
                </a:lnTo>
                <a:lnTo>
                  <a:pt x="1484858" y="369570"/>
                </a:lnTo>
                <a:lnTo>
                  <a:pt x="1484426" y="369570"/>
                </a:lnTo>
                <a:lnTo>
                  <a:pt x="1488592" y="365760"/>
                </a:lnTo>
                <a:lnTo>
                  <a:pt x="1488211" y="365760"/>
                </a:lnTo>
                <a:lnTo>
                  <a:pt x="1491919" y="360679"/>
                </a:lnTo>
                <a:lnTo>
                  <a:pt x="1491589" y="360679"/>
                </a:lnTo>
                <a:lnTo>
                  <a:pt x="1494815" y="355600"/>
                </a:lnTo>
                <a:lnTo>
                  <a:pt x="1494523" y="356870"/>
                </a:lnTo>
                <a:lnTo>
                  <a:pt x="1508193" y="356870"/>
                </a:lnTo>
                <a:lnTo>
                  <a:pt x="1488592" y="383539"/>
                </a:lnTo>
                <a:lnTo>
                  <a:pt x="1483131" y="387350"/>
                </a:lnTo>
                <a:close/>
              </a:path>
              <a:path w="1514475" h="400050">
                <a:moveTo>
                  <a:pt x="1454264" y="398779"/>
                </a:moveTo>
                <a:lnTo>
                  <a:pt x="60032" y="398779"/>
                </a:lnTo>
                <a:lnTo>
                  <a:pt x="56540" y="397510"/>
                </a:lnTo>
                <a:lnTo>
                  <a:pt x="1457756" y="397510"/>
                </a:lnTo>
                <a:lnTo>
                  <a:pt x="1454264" y="398779"/>
                </a:lnTo>
                <a:close/>
              </a:path>
              <a:path w="1514475" h="400050">
                <a:moveTo>
                  <a:pt x="1443558" y="400050"/>
                </a:moveTo>
                <a:lnTo>
                  <a:pt x="70739" y="400050"/>
                </a:lnTo>
                <a:lnTo>
                  <a:pt x="67170" y="398779"/>
                </a:lnTo>
                <a:lnTo>
                  <a:pt x="1447126" y="398779"/>
                </a:lnTo>
                <a:lnTo>
                  <a:pt x="1443558" y="400050"/>
                </a:lnTo>
                <a:close/>
              </a:path>
            </a:pathLst>
          </a:custGeom>
          <a:solidFill>
            <a:srgbClr val="5F95E6"/>
          </a:solidFill>
        </p:spPr>
        <p:txBody>
          <a:bodyPr wrap="square" lIns="0" tIns="0" rIns="0" bIns="0" rtlCol="0"/>
          <a:lstStyle/>
          <a:p>
            <a:endParaRPr/>
          </a:p>
        </p:txBody>
      </p:sp>
      <p:sp>
        <p:nvSpPr>
          <p:cNvPr id="7" name="object 7"/>
          <p:cNvSpPr txBox="1"/>
          <p:nvPr/>
        </p:nvSpPr>
        <p:spPr>
          <a:xfrm>
            <a:off x="367029" y="1442750"/>
            <a:ext cx="3479165" cy="1174750"/>
          </a:xfrm>
          <a:prstGeom prst="rect">
            <a:avLst/>
          </a:prstGeom>
        </p:spPr>
        <p:txBody>
          <a:bodyPr vert="horz" wrap="square" lIns="0" tIns="126365" rIns="0" bIns="0" rtlCol="0">
            <a:spAutoFit/>
          </a:bodyPr>
          <a:lstStyle/>
          <a:p>
            <a:pPr marL="12700">
              <a:lnSpc>
                <a:spcPct val="100000"/>
              </a:lnSpc>
              <a:spcBef>
                <a:spcPts val="995"/>
              </a:spcBef>
            </a:pPr>
            <a:r>
              <a:rPr sz="1600" spc="-20" dirty="0">
                <a:latin typeface="宋体"/>
                <a:cs typeface="宋体"/>
              </a:rPr>
              <a:t>高质量的内容结构通常体现以下特点</a:t>
            </a:r>
            <a:r>
              <a:rPr sz="1600" spc="-50" dirty="0">
                <a:latin typeface="宋体"/>
                <a:cs typeface="宋体"/>
              </a:rPr>
              <a:t>：</a:t>
            </a:r>
            <a:endParaRPr sz="1600">
              <a:latin typeface="宋体"/>
              <a:cs typeface="宋体"/>
            </a:endParaRPr>
          </a:p>
          <a:p>
            <a:pPr marL="114300">
              <a:lnSpc>
                <a:spcPct val="100000"/>
              </a:lnSpc>
              <a:spcBef>
                <a:spcPts val="1015"/>
              </a:spcBef>
            </a:pPr>
            <a:r>
              <a:rPr sz="1800" b="1" spc="-10" dirty="0">
                <a:solidFill>
                  <a:srgbClr val="006FC0"/>
                </a:solidFill>
                <a:latin typeface="Microsoft JhengHei"/>
                <a:cs typeface="Microsoft JhengHei"/>
              </a:rPr>
              <a:t>证据链完整</a:t>
            </a:r>
            <a:endParaRPr sz="1800">
              <a:latin typeface="Microsoft JhengHei"/>
              <a:cs typeface="Microsoft JhengHei"/>
            </a:endParaRPr>
          </a:p>
          <a:p>
            <a:pPr marL="28575">
              <a:lnSpc>
                <a:spcPct val="100000"/>
              </a:lnSpc>
              <a:spcBef>
                <a:spcPts val="1140"/>
              </a:spcBef>
            </a:pPr>
            <a:r>
              <a:rPr sz="1600" spc="-20" dirty="0">
                <a:latin typeface="宋体"/>
                <a:cs typeface="宋体"/>
              </a:rPr>
              <a:t>每个观点都需要数据支撑、案例</a:t>
            </a:r>
            <a:r>
              <a:rPr sz="1600" spc="-50" dirty="0">
                <a:latin typeface="宋体"/>
                <a:cs typeface="宋体"/>
              </a:rPr>
              <a:t>验</a:t>
            </a:r>
            <a:endParaRPr sz="1600">
              <a:latin typeface="宋体"/>
              <a:cs typeface="宋体"/>
            </a:endParaRPr>
          </a:p>
        </p:txBody>
      </p:sp>
      <p:sp>
        <p:nvSpPr>
          <p:cNvPr id="8" name="object 8"/>
          <p:cNvSpPr txBox="1"/>
          <p:nvPr/>
        </p:nvSpPr>
        <p:spPr>
          <a:xfrm>
            <a:off x="365759" y="2591942"/>
            <a:ext cx="3275965" cy="3750310"/>
          </a:xfrm>
          <a:prstGeom prst="rect">
            <a:avLst/>
          </a:prstGeom>
        </p:spPr>
        <p:txBody>
          <a:bodyPr vert="horz" wrap="square" lIns="0" tIns="12700" rIns="0" bIns="0" rtlCol="0">
            <a:spAutoFit/>
          </a:bodyPr>
          <a:lstStyle/>
          <a:p>
            <a:pPr marL="29209" marR="191770" algn="just">
              <a:lnSpc>
                <a:spcPct val="119800"/>
              </a:lnSpc>
              <a:spcBef>
                <a:spcPts val="100"/>
              </a:spcBef>
            </a:pPr>
            <a:r>
              <a:rPr sz="1600" spc="-20" dirty="0">
                <a:latin typeface="宋体"/>
                <a:cs typeface="宋体"/>
              </a:rPr>
              <a:t>证或专家背书。与其他自媒体平</a:t>
            </a:r>
            <a:r>
              <a:rPr sz="1600" spc="-50" dirty="0">
                <a:latin typeface="宋体"/>
                <a:cs typeface="宋体"/>
              </a:rPr>
              <a:t>台</a:t>
            </a:r>
            <a:r>
              <a:rPr sz="1600" spc="-20" dirty="0">
                <a:latin typeface="宋体"/>
                <a:cs typeface="宋体"/>
              </a:rPr>
              <a:t>相比，微信公众号的读者对论据</a:t>
            </a:r>
            <a:r>
              <a:rPr sz="1600" spc="-50" dirty="0">
                <a:latin typeface="宋体"/>
                <a:cs typeface="宋体"/>
              </a:rPr>
              <a:t>的</a:t>
            </a:r>
            <a:r>
              <a:rPr sz="1600" spc="-20" dirty="0">
                <a:latin typeface="宋体"/>
                <a:cs typeface="宋体"/>
              </a:rPr>
              <a:t>权威性和可靠性要求更高</a:t>
            </a:r>
            <a:r>
              <a:rPr sz="1600" spc="-50" dirty="0">
                <a:latin typeface="宋体"/>
                <a:cs typeface="宋体"/>
              </a:rPr>
              <a:t>。</a:t>
            </a:r>
            <a:endParaRPr sz="1600">
              <a:latin typeface="宋体"/>
              <a:cs typeface="宋体"/>
            </a:endParaRPr>
          </a:p>
          <a:p>
            <a:pPr marL="212725">
              <a:lnSpc>
                <a:spcPct val="100000"/>
              </a:lnSpc>
              <a:spcBef>
                <a:spcPts val="1165"/>
              </a:spcBef>
            </a:pPr>
            <a:r>
              <a:rPr sz="1800" b="1" spc="-15" dirty="0">
                <a:solidFill>
                  <a:srgbClr val="006FC0"/>
                </a:solidFill>
                <a:latin typeface="Microsoft JhengHei"/>
                <a:cs typeface="Microsoft JhengHei"/>
              </a:rPr>
              <a:t>逻辑递进</a:t>
            </a:r>
            <a:endParaRPr sz="1800">
              <a:latin typeface="Microsoft JhengHei"/>
              <a:cs typeface="Microsoft JhengHei"/>
            </a:endParaRPr>
          </a:p>
          <a:p>
            <a:pPr marL="12700" marR="5080">
              <a:lnSpc>
                <a:spcPct val="119800"/>
              </a:lnSpc>
              <a:spcBef>
                <a:spcPts val="890"/>
              </a:spcBef>
            </a:pPr>
            <a:r>
              <a:rPr sz="1600" spc="-20" dirty="0">
                <a:latin typeface="宋体"/>
                <a:cs typeface="宋体"/>
              </a:rPr>
              <a:t>论点之间需要形成清晰的递进关系</a:t>
            </a:r>
            <a:r>
              <a:rPr sz="1600" spc="-50" dirty="0">
                <a:latin typeface="宋体"/>
                <a:cs typeface="宋体"/>
              </a:rPr>
              <a:t>，</a:t>
            </a:r>
            <a:r>
              <a:rPr sz="1600" spc="-20" dirty="0">
                <a:latin typeface="宋体"/>
                <a:cs typeface="宋体"/>
              </a:rPr>
              <a:t>可以是</a:t>
            </a:r>
            <a:r>
              <a:rPr sz="1600" spc="-10" dirty="0">
                <a:latin typeface="Arial"/>
                <a:cs typeface="Arial"/>
              </a:rPr>
              <a:t>“</a:t>
            </a:r>
            <a:r>
              <a:rPr sz="1600" spc="-20" dirty="0">
                <a:latin typeface="宋体"/>
                <a:cs typeface="宋体"/>
              </a:rPr>
              <a:t>现象</a:t>
            </a:r>
            <a:r>
              <a:rPr sz="1600" spc="-20" dirty="0">
                <a:latin typeface="Arial"/>
                <a:cs typeface="Arial"/>
              </a:rPr>
              <a:t>—</a:t>
            </a:r>
            <a:r>
              <a:rPr sz="1600" spc="-20" dirty="0">
                <a:latin typeface="宋体"/>
                <a:cs typeface="宋体"/>
              </a:rPr>
              <a:t>原因</a:t>
            </a:r>
            <a:r>
              <a:rPr sz="1600" spc="-20" dirty="0">
                <a:latin typeface="Arial"/>
                <a:cs typeface="Arial"/>
              </a:rPr>
              <a:t>—</a:t>
            </a:r>
            <a:r>
              <a:rPr sz="1600" spc="-20" dirty="0">
                <a:latin typeface="宋体"/>
                <a:cs typeface="宋体"/>
              </a:rPr>
              <a:t>影响</a:t>
            </a:r>
            <a:r>
              <a:rPr sz="1600" spc="-20" dirty="0">
                <a:latin typeface="Arial"/>
                <a:cs typeface="Arial"/>
              </a:rPr>
              <a:t>—</a:t>
            </a:r>
            <a:r>
              <a:rPr sz="1600" spc="-20" dirty="0">
                <a:latin typeface="宋体"/>
                <a:cs typeface="宋体"/>
              </a:rPr>
              <a:t>对策</a:t>
            </a:r>
            <a:r>
              <a:rPr sz="1600" spc="-10" dirty="0">
                <a:latin typeface="Arial"/>
                <a:cs typeface="Arial"/>
              </a:rPr>
              <a:t>”</a:t>
            </a:r>
            <a:r>
              <a:rPr sz="1600" spc="-50" dirty="0">
                <a:latin typeface="宋体"/>
                <a:cs typeface="宋体"/>
              </a:rPr>
              <a:t>或 </a:t>
            </a:r>
            <a:r>
              <a:rPr sz="1600" spc="-10" dirty="0">
                <a:latin typeface="Arial"/>
                <a:cs typeface="Arial"/>
              </a:rPr>
              <a:t>“</a:t>
            </a:r>
            <a:r>
              <a:rPr sz="1600" spc="-20" dirty="0">
                <a:latin typeface="宋体"/>
                <a:cs typeface="宋体"/>
              </a:rPr>
              <a:t>问题</a:t>
            </a:r>
            <a:r>
              <a:rPr sz="1600" spc="-20" dirty="0">
                <a:latin typeface="Arial"/>
                <a:cs typeface="Arial"/>
              </a:rPr>
              <a:t>—</a:t>
            </a:r>
            <a:r>
              <a:rPr sz="1600" spc="-20" dirty="0">
                <a:latin typeface="宋体"/>
                <a:cs typeface="宋体"/>
              </a:rPr>
              <a:t>分析</a:t>
            </a:r>
            <a:r>
              <a:rPr sz="1600" spc="-20" dirty="0">
                <a:latin typeface="Arial"/>
                <a:cs typeface="Arial"/>
              </a:rPr>
              <a:t>—</a:t>
            </a:r>
            <a:r>
              <a:rPr sz="1600" spc="-20" dirty="0">
                <a:latin typeface="宋体"/>
                <a:cs typeface="宋体"/>
              </a:rPr>
              <a:t>方案</a:t>
            </a:r>
            <a:r>
              <a:rPr sz="1600" spc="-20" dirty="0">
                <a:latin typeface="Arial"/>
                <a:cs typeface="Arial"/>
              </a:rPr>
              <a:t>—</a:t>
            </a:r>
            <a:r>
              <a:rPr sz="1600" spc="-20" dirty="0">
                <a:latin typeface="宋体"/>
                <a:cs typeface="宋体"/>
              </a:rPr>
              <a:t>效果</a:t>
            </a:r>
            <a:r>
              <a:rPr sz="1600" spc="-10" dirty="0">
                <a:latin typeface="Arial"/>
                <a:cs typeface="Arial"/>
              </a:rPr>
              <a:t>”</a:t>
            </a:r>
            <a:r>
              <a:rPr sz="1600" spc="-20" dirty="0">
                <a:latin typeface="宋体"/>
                <a:cs typeface="宋体"/>
              </a:rPr>
              <a:t>等框架</a:t>
            </a:r>
            <a:r>
              <a:rPr sz="1600" spc="-50" dirty="0">
                <a:latin typeface="宋体"/>
                <a:cs typeface="宋体"/>
              </a:rPr>
              <a:t>。</a:t>
            </a:r>
            <a:endParaRPr sz="1600">
              <a:latin typeface="宋体"/>
              <a:cs typeface="宋体"/>
            </a:endParaRPr>
          </a:p>
          <a:p>
            <a:pPr marL="212725">
              <a:lnSpc>
                <a:spcPct val="100000"/>
              </a:lnSpc>
              <a:spcBef>
                <a:spcPts val="1435"/>
              </a:spcBef>
            </a:pPr>
            <a:r>
              <a:rPr sz="1800" b="1" spc="-15" dirty="0">
                <a:solidFill>
                  <a:srgbClr val="006FC0"/>
                </a:solidFill>
                <a:latin typeface="Microsoft JhengHei"/>
                <a:cs typeface="Microsoft JhengHei"/>
              </a:rPr>
              <a:t>多维视角</a:t>
            </a:r>
            <a:endParaRPr sz="1800">
              <a:latin typeface="Microsoft JhengHei"/>
              <a:cs typeface="Microsoft JhengHei"/>
            </a:endParaRPr>
          </a:p>
          <a:p>
            <a:pPr marL="12700" marR="5080">
              <a:lnSpc>
                <a:spcPct val="119800"/>
              </a:lnSpc>
              <a:spcBef>
                <a:spcPts val="819"/>
              </a:spcBef>
            </a:pPr>
            <a:r>
              <a:rPr sz="1600" spc="-20" dirty="0">
                <a:latin typeface="宋体"/>
                <a:cs typeface="宋体"/>
              </a:rPr>
              <a:t>在论证过程中融入不同视角的观点</a:t>
            </a:r>
            <a:r>
              <a:rPr sz="1600" spc="-50" dirty="0">
                <a:latin typeface="宋体"/>
                <a:cs typeface="宋体"/>
              </a:rPr>
              <a:t>，</a:t>
            </a:r>
            <a:r>
              <a:rPr sz="1600" spc="-20" dirty="0">
                <a:latin typeface="宋体"/>
                <a:cs typeface="宋体"/>
              </a:rPr>
              <a:t>既展现思考的全面性，又能增强</a:t>
            </a:r>
            <a:r>
              <a:rPr sz="1600" spc="-50" dirty="0">
                <a:latin typeface="宋体"/>
                <a:cs typeface="宋体"/>
              </a:rPr>
              <a:t>文 </a:t>
            </a:r>
            <a:r>
              <a:rPr sz="1600" spc="-20" dirty="0">
                <a:latin typeface="宋体"/>
                <a:cs typeface="宋体"/>
              </a:rPr>
              <a:t>章的可信度</a:t>
            </a:r>
            <a:r>
              <a:rPr sz="1600" spc="-50" dirty="0">
                <a:latin typeface="宋体"/>
                <a:cs typeface="宋体"/>
              </a:rPr>
              <a:t>。</a:t>
            </a:r>
            <a:endParaRPr sz="1600">
              <a:latin typeface="宋体"/>
              <a:cs typeface="宋体"/>
            </a:endParaRPr>
          </a:p>
        </p:txBody>
      </p:sp>
      <p:sp>
        <p:nvSpPr>
          <p:cNvPr id="9" name="object 9"/>
          <p:cNvSpPr/>
          <p:nvPr/>
        </p:nvSpPr>
        <p:spPr>
          <a:xfrm>
            <a:off x="3711575" y="2426335"/>
            <a:ext cx="4211955" cy="1753235"/>
          </a:xfrm>
          <a:custGeom>
            <a:avLst/>
            <a:gdLst/>
            <a:ahLst/>
            <a:cxnLst/>
            <a:rect l="l" t="t" r="r" b="b"/>
            <a:pathLst>
              <a:path w="4211955" h="1753235">
                <a:moveTo>
                  <a:pt x="4211955" y="1753235"/>
                </a:moveTo>
                <a:lnTo>
                  <a:pt x="0" y="1753235"/>
                </a:lnTo>
                <a:lnTo>
                  <a:pt x="0" y="0"/>
                </a:lnTo>
                <a:lnTo>
                  <a:pt x="4211955" y="0"/>
                </a:lnTo>
                <a:lnTo>
                  <a:pt x="4211955" y="19050"/>
                </a:lnTo>
                <a:lnTo>
                  <a:pt x="38100" y="19050"/>
                </a:lnTo>
                <a:lnTo>
                  <a:pt x="19050" y="38100"/>
                </a:lnTo>
                <a:lnTo>
                  <a:pt x="38100" y="38100"/>
                </a:lnTo>
                <a:lnTo>
                  <a:pt x="38100" y="1715135"/>
                </a:lnTo>
                <a:lnTo>
                  <a:pt x="19050" y="1715135"/>
                </a:lnTo>
                <a:lnTo>
                  <a:pt x="38100" y="1734185"/>
                </a:lnTo>
                <a:lnTo>
                  <a:pt x="4211955" y="1734185"/>
                </a:lnTo>
                <a:lnTo>
                  <a:pt x="4211955" y="1753235"/>
                </a:lnTo>
                <a:close/>
              </a:path>
              <a:path w="4211955" h="1753235">
                <a:moveTo>
                  <a:pt x="38100" y="38100"/>
                </a:moveTo>
                <a:lnTo>
                  <a:pt x="19050" y="38100"/>
                </a:lnTo>
                <a:lnTo>
                  <a:pt x="38100" y="19050"/>
                </a:lnTo>
                <a:lnTo>
                  <a:pt x="38100" y="38100"/>
                </a:lnTo>
                <a:close/>
              </a:path>
              <a:path w="4211955" h="1753235">
                <a:moveTo>
                  <a:pt x="4173854" y="38100"/>
                </a:moveTo>
                <a:lnTo>
                  <a:pt x="38100" y="38100"/>
                </a:lnTo>
                <a:lnTo>
                  <a:pt x="38100" y="19050"/>
                </a:lnTo>
                <a:lnTo>
                  <a:pt x="4173854" y="19050"/>
                </a:lnTo>
                <a:lnTo>
                  <a:pt x="4173854" y="38100"/>
                </a:lnTo>
                <a:close/>
              </a:path>
              <a:path w="4211955" h="1753235">
                <a:moveTo>
                  <a:pt x="4173854" y="1734185"/>
                </a:moveTo>
                <a:lnTo>
                  <a:pt x="4173854" y="19050"/>
                </a:lnTo>
                <a:lnTo>
                  <a:pt x="4192904" y="38100"/>
                </a:lnTo>
                <a:lnTo>
                  <a:pt x="4211955" y="38100"/>
                </a:lnTo>
                <a:lnTo>
                  <a:pt x="4211955" y="1715135"/>
                </a:lnTo>
                <a:lnTo>
                  <a:pt x="4192904" y="1715135"/>
                </a:lnTo>
                <a:lnTo>
                  <a:pt x="4173854" y="1734185"/>
                </a:lnTo>
                <a:close/>
              </a:path>
              <a:path w="4211955" h="1753235">
                <a:moveTo>
                  <a:pt x="4211955" y="38100"/>
                </a:moveTo>
                <a:lnTo>
                  <a:pt x="4192904" y="38100"/>
                </a:lnTo>
                <a:lnTo>
                  <a:pt x="4173854" y="19050"/>
                </a:lnTo>
                <a:lnTo>
                  <a:pt x="4211955" y="19050"/>
                </a:lnTo>
                <a:lnTo>
                  <a:pt x="4211955" y="38100"/>
                </a:lnTo>
                <a:close/>
              </a:path>
              <a:path w="4211955" h="1753235">
                <a:moveTo>
                  <a:pt x="38100" y="1734185"/>
                </a:moveTo>
                <a:lnTo>
                  <a:pt x="19050" y="1715135"/>
                </a:lnTo>
                <a:lnTo>
                  <a:pt x="38100" y="1715135"/>
                </a:lnTo>
                <a:lnTo>
                  <a:pt x="38100" y="1734185"/>
                </a:lnTo>
                <a:close/>
              </a:path>
              <a:path w="4211955" h="1753235">
                <a:moveTo>
                  <a:pt x="4173854" y="1734185"/>
                </a:moveTo>
                <a:lnTo>
                  <a:pt x="38100" y="1734185"/>
                </a:lnTo>
                <a:lnTo>
                  <a:pt x="38100" y="1715135"/>
                </a:lnTo>
                <a:lnTo>
                  <a:pt x="4173854" y="1715135"/>
                </a:lnTo>
                <a:lnTo>
                  <a:pt x="4173854" y="1734185"/>
                </a:lnTo>
                <a:close/>
              </a:path>
              <a:path w="4211955" h="1753235">
                <a:moveTo>
                  <a:pt x="4211955" y="1734185"/>
                </a:moveTo>
                <a:lnTo>
                  <a:pt x="4173854" y="1734185"/>
                </a:lnTo>
                <a:lnTo>
                  <a:pt x="4192904" y="1715135"/>
                </a:lnTo>
                <a:lnTo>
                  <a:pt x="4211955" y="1715135"/>
                </a:lnTo>
                <a:lnTo>
                  <a:pt x="4211955" y="1734185"/>
                </a:lnTo>
                <a:close/>
              </a:path>
            </a:pathLst>
          </a:custGeom>
          <a:solidFill>
            <a:srgbClr val="DFEAF9"/>
          </a:solidFill>
        </p:spPr>
        <p:txBody>
          <a:bodyPr wrap="square" lIns="0" tIns="0" rIns="0" bIns="0" rtlCol="0"/>
          <a:lstStyle/>
          <a:p>
            <a:endParaRPr/>
          </a:p>
        </p:txBody>
      </p:sp>
      <p:sp>
        <p:nvSpPr>
          <p:cNvPr id="10" name="object 10"/>
          <p:cNvSpPr txBox="1"/>
          <p:nvPr/>
        </p:nvSpPr>
        <p:spPr>
          <a:xfrm>
            <a:off x="3809365" y="2593213"/>
            <a:ext cx="3885565" cy="561340"/>
          </a:xfrm>
          <a:prstGeom prst="rect">
            <a:avLst/>
          </a:prstGeom>
        </p:spPr>
        <p:txBody>
          <a:bodyPr vert="horz" wrap="square" lIns="0" tIns="12700" rIns="0" bIns="0" rtlCol="0">
            <a:spAutoFit/>
          </a:bodyPr>
          <a:lstStyle/>
          <a:p>
            <a:pPr marL="12700" marR="5080">
              <a:lnSpc>
                <a:spcPct val="109900"/>
              </a:lnSpc>
              <a:spcBef>
                <a:spcPts val="100"/>
              </a:spcBef>
            </a:pPr>
            <a:r>
              <a:rPr sz="1600" spc="-20" dirty="0">
                <a:latin typeface="宋体"/>
                <a:cs typeface="宋体"/>
              </a:rPr>
              <a:t>通过提示语明确文章的论证路径，包括论</a:t>
            </a:r>
            <a:r>
              <a:rPr sz="1600" spc="-50" dirty="0">
                <a:latin typeface="宋体"/>
                <a:cs typeface="宋体"/>
              </a:rPr>
              <a:t>点</a:t>
            </a:r>
            <a:r>
              <a:rPr sz="1600" spc="-20" dirty="0">
                <a:latin typeface="宋体"/>
                <a:cs typeface="宋体"/>
              </a:rPr>
              <a:t>展开顺序、论据类型和过渡方式。例如</a:t>
            </a:r>
            <a:r>
              <a:rPr sz="1600" spc="-50" dirty="0">
                <a:latin typeface="宋体"/>
                <a:cs typeface="宋体"/>
              </a:rPr>
              <a:t>：</a:t>
            </a:r>
            <a:endParaRPr sz="1600">
              <a:latin typeface="宋体"/>
              <a:cs typeface="宋体"/>
            </a:endParaRPr>
          </a:p>
        </p:txBody>
      </p:sp>
      <p:sp>
        <p:nvSpPr>
          <p:cNvPr id="11" name="object 11"/>
          <p:cNvSpPr txBox="1"/>
          <p:nvPr/>
        </p:nvSpPr>
        <p:spPr>
          <a:xfrm>
            <a:off x="3809365" y="3129152"/>
            <a:ext cx="3968750" cy="829310"/>
          </a:xfrm>
          <a:prstGeom prst="rect">
            <a:avLst/>
          </a:prstGeom>
        </p:spPr>
        <p:txBody>
          <a:bodyPr vert="horz" wrap="square" lIns="0" tIns="36830" rIns="0" bIns="0" rtlCol="0">
            <a:spAutoFit/>
          </a:bodyPr>
          <a:lstStyle/>
          <a:p>
            <a:pPr marL="298450" indent="-285750">
              <a:lnSpc>
                <a:spcPct val="100000"/>
              </a:lnSpc>
              <a:spcBef>
                <a:spcPts val="290"/>
              </a:spcBef>
              <a:buFont typeface="Arial"/>
              <a:buChar char="•"/>
              <a:tabLst>
                <a:tab pos="297815" algn="l"/>
                <a:tab pos="298450" algn="l"/>
              </a:tabLst>
            </a:pPr>
            <a:r>
              <a:rPr sz="1600" spc="-20" dirty="0">
                <a:latin typeface="宋体"/>
                <a:cs typeface="宋体"/>
              </a:rPr>
              <a:t>论点</a:t>
            </a:r>
            <a:r>
              <a:rPr sz="1600" spc="-20" dirty="0">
                <a:latin typeface="Arial"/>
                <a:cs typeface="Arial"/>
              </a:rPr>
              <a:t>A</a:t>
            </a:r>
            <a:r>
              <a:rPr sz="1600" spc="-75" dirty="0">
                <a:latin typeface="宋体"/>
                <a:cs typeface="宋体"/>
              </a:rPr>
              <a:t>：现象描述 </a:t>
            </a:r>
            <a:r>
              <a:rPr sz="1600" spc="15" dirty="0">
                <a:latin typeface="Arial"/>
                <a:cs typeface="Arial"/>
              </a:rPr>
              <a:t>+ </a:t>
            </a:r>
            <a:r>
              <a:rPr sz="1600" spc="-85" dirty="0">
                <a:latin typeface="宋体"/>
                <a:cs typeface="宋体"/>
              </a:rPr>
              <a:t>数据佐证 </a:t>
            </a:r>
            <a:r>
              <a:rPr sz="1600" spc="15" dirty="0">
                <a:latin typeface="Arial"/>
                <a:cs typeface="Arial"/>
              </a:rPr>
              <a:t>+ </a:t>
            </a:r>
            <a:r>
              <a:rPr sz="1600" spc="-30" dirty="0">
                <a:latin typeface="宋体"/>
                <a:cs typeface="宋体"/>
              </a:rPr>
              <a:t>案例说明</a:t>
            </a:r>
            <a:endParaRPr sz="1600">
              <a:latin typeface="宋体"/>
              <a:cs typeface="宋体"/>
            </a:endParaRPr>
          </a:p>
          <a:p>
            <a:pPr marL="298450" indent="-285750">
              <a:lnSpc>
                <a:spcPct val="100000"/>
              </a:lnSpc>
              <a:spcBef>
                <a:spcPts val="190"/>
              </a:spcBef>
              <a:buFont typeface="Arial"/>
              <a:buChar char="•"/>
              <a:tabLst>
                <a:tab pos="297815" algn="l"/>
                <a:tab pos="298450" algn="l"/>
              </a:tabLst>
            </a:pPr>
            <a:r>
              <a:rPr sz="1600" spc="-20" dirty="0">
                <a:latin typeface="宋体"/>
                <a:cs typeface="宋体"/>
              </a:rPr>
              <a:t>论点</a:t>
            </a:r>
            <a:r>
              <a:rPr sz="1600" spc="-20" dirty="0">
                <a:latin typeface="Arial"/>
                <a:cs typeface="Arial"/>
              </a:rPr>
              <a:t>B</a:t>
            </a:r>
            <a:r>
              <a:rPr sz="1600" spc="-75" dirty="0">
                <a:latin typeface="宋体"/>
                <a:cs typeface="宋体"/>
              </a:rPr>
              <a:t>：问题分析 </a:t>
            </a:r>
            <a:r>
              <a:rPr sz="1600" spc="15" dirty="0">
                <a:latin typeface="Arial"/>
                <a:cs typeface="Arial"/>
              </a:rPr>
              <a:t>+ </a:t>
            </a:r>
            <a:r>
              <a:rPr sz="1600" spc="-85" dirty="0">
                <a:latin typeface="宋体"/>
                <a:cs typeface="宋体"/>
              </a:rPr>
              <a:t>专家观点 </a:t>
            </a:r>
            <a:r>
              <a:rPr sz="1600" spc="15" dirty="0">
                <a:latin typeface="Arial"/>
                <a:cs typeface="Arial"/>
              </a:rPr>
              <a:t>+ </a:t>
            </a:r>
            <a:r>
              <a:rPr sz="1600" spc="-30" dirty="0">
                <a:latin typeface="宋体"/>
                <a:cs typeface="宋体"/>
              </a:rPr>
              <a:t>对比论证</a:t>
            </a:r>
            <a:endParaRPr sz="1600">
              <a:latin typeface="宋体"/>
              <a:cs typeface="宋体"/>
            </a:endParaRPr>
          </a:p>
          <a:p>
            <a:pPr marL="298450" indent="-285750">
              <a:lnSpc>
                <a:spcPct val="100000"/>
              </a:lnSpc>
              <a:spcBef>
                <a:spcPts val="190"/>
              </a:spcBef>
              <a:buFont typeface="Arial"/>
              <a:buChar char="•"/>
              <a:tabLst>
                <a:tab pos="297815" algn="l"/>
                <a:tab pos="298450" algn="l"/>
              </a:tabLst>
            </a:pPr>
            <a:r>
              <a:rPr sz="1600" spc="-20" dirty="0">
                <a:latin typeface="宋体"/>
                <a:cs typeface="宋体"/>
              </a:rPr>
              <a:t>论点</a:t>
            </a:r>
            <a:r>
              <a:rPr sz="1600" spc="-20" dirty="0">
                <a:latin typeface="Arial"/>
                <a:cs typeface="Arial"/>
              </a:rPr>
              <a:t>C</a:t>
            </a:r>
            <a:r>
              <a:rPr sz="1600" spc="-75" dirty="0">
                <a:latin typeface="宋体"/>
                <a:cs typeface="宋体"/>
              </a:rPr>
              <a:t>：方案提出 </a:t>
            </a:r>
            <a:r>
              <a:rPr sz="1600" spc="15" dirty="0">
                <a:latin typeface="Arial"/>
                <a:cs typeface="Arial"/>
              </a:rPr>
              <a:t>+ </a:t>
            </a:r>
            <a:r>
              <a:rPr sz="1600" spc="-85" dirty="0">
                <a:latin typeface="宋体"/>
                <a:cs typeface="宋体"/>
              </a:rPr>
              <a:t>实践验证 </a:t>
            </a:r>
            <a:r>
              <a:rPr sz="1600" spc="15" dirty="0">
                <a:latin typeface="Arial"/>
                <a:cs typeface="Arial"/>
              </a:rPr>
              <a:t>+ </a:t>
            </a:r>
            <a:r>
              <a:rPr sz="1600" spc="-30" dirty="0">
                <a:latin typeface="宋体"/>
                <a:cs typeface="宋体"/>
              </a:rPr>
              <a:t>效果预期</a:t>
            </a:r>
            <a:endParaRPr sz="1600">
              <a:latin typeface="宋体"/>
              <a:cs typeface="宋体"/>
            </a:endParaRPr>
          </a:p>
        </p:txBody>
      </p:sp>
      <p:sp>
        <p:nvSpPr>
          <p:cNvPr id="12" name="object 12"/>
          <p:cNvSpPr/>
          <p:nvPr/>
        </p:nvSpPr>
        <p:spPr>
          <a:xfrm>
            <a:off x="3720084" y="2084832"/>
            <a:ext cx="2117090" cy="426720"/>
          </a:xfrm>
          <a:custGeom>
            <a:avLst/>
            <a:gdLst/>
            <a:ahLst/>
            <a:cxnLst/>
            <a:rect l="l" t="t" r="r" b="b"/>
            <a:pathLst>
              <a:path w="2117090" h="426719">
                <a:moveTo>
                  <a:pt x="2045207" y="426720"/>
                </a:moveTo>
                <a:lnTo>
                  <a:pt x="71627" y="426720"/>
                </a:lnTo>
                <a:lnTo>
                  <a:pt x="43885" y="421425"/>
                </a:lnTo>
                <a:lnTo>
                  <a:pt x="21197" y="406379"/>
                </a:lnTo>
                <a:lnTo>
                  <a:pt x="5817" y="383977"/>
                </a:lnTo>
                <a:lnTo>
                  <a:pt x="0" y="356616"/>
                </a:lnTo>
                <a:lnTo>
                  <a:pt x="0" y="71628"/>
                </a:lnTo>
                <a:lnTo>
                  <a:pt x="5817" y="43600"/>
                </a:lnTo>
                <a:lnTo>
                  <a:pt x="21197" y="20816"/>
                </a:lnTo>
                <a:lnTo>
                  <a:pt x="43885" y="5532"/>
                </a:lnTo>
                <a:lnTo>
                  <a:pt x="71627" y="0"/>
                </a:lnTo>
                <a:lnTo>
                  <a:pt x="2045207" y="0"/>
                </a:lnTo>
                <a:lnTo>
                  <a:pt x="2072807" y="5532"/>
                </a:lnTo>
                <a:lnTo>
                  <a:pt x="2095447" y="20816"/>
                </a:lnTo>
                <a:lnTo>
                  <a:pt x="2110875" y="43600"/>
                </a:lnTo>
                <a:lnTo>
                  <a:pt x="2116836" y="71628"/>
                </a:lnTo>
                <a:lnTo>
                  <a:pt x="2116836" y="356616"/>
                </a:lnTo>
                <a:lnTo>
                  <a:pt x="2110875" y="383977"/>
                </a:lnTo>
                <a:lnTo>
                  <a:pt x="2095447" y="406379"/>
                </a:lnTo>
                <a:lnTo>
                  <a:pt x="2072807" y="421425"/>
                </a:lnTo>
                <a:lnTo>
                  <a:pt x="2045207" y="426720"/>
                </a:lnTo>
                <a:close/>
              </a:path>
            </a:pathLst>
          </a:custGeom>
          <a:solidFill>
            <a:srgbClr val="0A80DF"/>
          </a:solidFill>
        </p:spPr>
        <p:txBody>
          <a:bodyPr wrap="square" lIns="0" tIns="0" rIns="0" bIns="0" rtlCol="0"/>
          <a:lstStyle/>
          <a:p>
            <a:endParaRPr/>
          </a:p>
        </p:txBody>
      </p:sp>
      <p:sp>
        <p:nvSpPr>
          <p:cNvPr id="13" name="object 13"/>
          <p:cNvSpPr/>
          <p:nvPr/>
        </p:nvSpPr>
        <p:spPr>
          <a:xfrm>
            <a:off x="8333105" y="2426334"/>
            <a:ext cx="3450590" cy="4001135"/>
          </a:xfrm>
          <a:custGeom>
            <a:avLst/>
            <a:gdLst/>
            <a:ahLst/>
            <a:cxnLst/>
            <a:rect l="l" t="t" r="r" b="b"/>
            <a:pathLst>
              <a:path w="3450590" h="4001135">
                <a:moveTo>
                  <a:pt x="3450590" y="0"/>
                </a:moveTo>
                <a:lnTo>
                  <a:pt x="0" y="0"/>
                </a:lnTo>
                <a:lnTo>
                  <a:pt x="0" y="4001135"/>
                </a:lnTo>
                <a:lnTo>
                  <a:pt x="3450590" y="4001135"/>
                </a:lnTo>
                <a:lnTo>
                  <a:pt x="3450590" y="3982085"/>
                </a:lnTo>
                <a:lnTo>
                  <a:pt x="3450590" y="3963035"/>
                </a:lnTo>
                <a:lnTo>
                  <a:pt x="3450590" y="38100"/>
                </a:lnTo>
                <a:lnTo>
                  <a:pt x="3450590" y="19050"/>
                </a:lnTo>
                <a:lnTo>
                  <a:pt x="3450590" y="0"/>
                </a:lnTo>
                <a:close/>
              </a:path>
            </a:pathLst>
          </a:custGeom>
          <a:solidFill>
            <a:srgbClr val="DFEAF9"/>
          </a:solidFill>
        </p:spPr>
        <p:txBody>
          <a:bodyPr wrap="square" lIns="0" tIns="0" rIns="0" bIns="0" rtlCol="0"/>
          <a:lstStyle/>
          <a:p>
            <a:endParaRPr/>
          </a:p>
        </p:txBody>
      </p:sp>
      <p:sp>
        <p:nvSpPr>
          <p:cNvPr id="14" name="object 14"/>
          <p:cNvSpPr txBox="1"/>
          <p:nvPr/>
        </p:nvSpPr>
        <p:spPr>
          <a:xfrm>
            <a:off x="8430894" y="3181222"/>
            <a:ext cx="3275965" cy="829310"/>
          </a:xfrm>
          <a:prstGeom prst="rect">
            <a:avLst/>
          </a:prstGeom>
        </p:spPr>
        <p:txBody>
          <a:bodyPr vert="horz" wrap="square" lIns="0" tIns="12700" rIns="0" bIns="0" rtlCol="0">
            <a:spAutoFit/>
          </a:bodyPr>
          <a:lstStyle/>
          <a:p>
            <a:pPr marL="12700" marR="5080">
              <a:lnSpc>
                <a:spcPct val="109900"/>
              </a:lnSpc>
              <a:spcBef>
                <a:spcPts val="100"/>
              </a:spcBef>
            </a:pPr>
            <a:r>
              <a:rPr sz="1600" spc="-20" dirty="0">
                <a:latin typeface="宋体"/>
                <a:cs typeface="宋体"/>
              </a:rPr>
              <a:t>在提示语中涉及需要的证据类型</a:t>
            </a:r>
            <a:r>
              <a:rPr sz="1600" spc="-50" dirty="0">
                <a:latin typeface="宋体"/>
                <a:cs typeface="宋体"/>
              </a:rPr>
              <a:t>和 </a:t>
            </a:r>
            <a:r>
              <a:rPr sz="1600" spc="-20" dirty="0">
                <a:latin typeface="宋体"/>
                <a:cs typeface="宋体"/>
              </a:rPr>
              <a:t>数量用于观点支撑，确保论证充分</a:t>
            </a:r>
            <a:r>
              <a:rPr sz="1600" spc="-50" dirty="0">
                <a:latin typeface="宋体"/>
                <a:cs typeface="宋体"/>
              </a:rPr>
              <a:t>，</a:t>
            </a:r>
            <a:r>
              <a:rPr sz="1600" spc="-20" dirty="0">
                <a:latin typeface="宋体"/>
                <a:cs typeface="宋体"/>
              </a:rPr>
              <a:t>例如</a:t>
            </a:r>
            <a:r>
              <a:rPr sz="1600" spc="-50" dirty="0">
                <a:latin typeface="宋体"/>
                <a:cs typeface="宋体"/>
              </a:rPr>
              <a:t>：</a:t>
            </a:r>
            <a:endParaRPr sz="1600">
              <a:latin typeface="宋体"/>
              <a:cs typeface="宋体"/>
            </a:endParaRPr>
          </a:p>
        </p:txBody>
      </p:sp>
      <p:sp>
        <p:nvSpPr>
          <p:cNvPr id="15" name="object 15"/>
          <p:cNvSpPr txBox="1"/>
          <p:nvPr/>
        </p:nvSpPr>
        <p:spPr>
          <a:xfrm>
            <a:off x="8430894" y="3985132"/>
            <a:ext cx="3155315" cy="1633220"/>
          </a:xfrm>
          <a:prstGeom prst="rect">
            <a:avLst/>
          </a:prstGeom>
        </p:spPr>
        <p:txBody>
          <a:bodyPr vert="horz" wrap="square" lIns="0" tIns="12700" rIns="0" bIns="0" rtlCol="0">
            <a:spAutoFit/>
          </a:bodyPr>
          <a:lstStyle/>
          <a:p>
            <a:pPr marL="298450" marR="5080" indent="-285750">
              <a:lnSpc>
                <a:spcPct val="109900"/>
              </a:lnSpc>
              <a:spcBef>
                <a:spcPts val="100"/>
              </a:spcBef>
              <a:buFont typeface="Arial"/>
              <a:buChar char="•"/>
              <a:tabLst>
                <a:tab pos="297815" algn="l"/>
                <a:tab pos="298450" algn="l"/>
              </a:tabLst>
            </a:pPr>
            <a:r>
              <a:rPr sz="1600" spc="-25" dirty="0">
                <a:latin typeface="宋体"/>
                <a:cs typeface="宋体"/>
              </a:rPr>
              <a:t>权威数据：来自官方机构的统计</a:t>
            </a:r>
            <a:r>
              <a:rPr sz="1600" spc="-35" dirty="0">
                <a:latin typeface="宋体"/>
                <a:cs typeface="宋体"/>
              </a:rPr>
              <a:t>或调研</a:t>
            </a:r>
            <a:endParaRPr sz="1600">
              <a:latin typeface="宋体"/>
              <a:cs typeface="宋体"/>
            </a:endParaRPr>
          </a:p>
          <a:p>
            <a:pPr marL="298450" marR="5080" indent="-285750">
              <a:lnSpc>
                <a:spcPct val="109900"/>
              </a:lnSpc>
              <a:buFont typeface="Arial"/>
              <a:buChar char="•"/>
              <a:tabLst>
                <a:tab pos="297815" algn="l"/>
                <a:tab pos="298450" algn="l"/>
              </a:tabLst>
            </a:pPr>
            <a:r>
              <a:rPr sz="1600" spc="-25" dirty="0">
                <a:latin typeface="宋体"/>
                <a:cs typeface="宋体"/>
              </a:rPr>
              <a:t>案例分析：包含背景、过程、结果的完整案例</a:t>
            </a:r>
            <a:endParaRPr sz="1600">
              <a:latin typeface="宋体"/>
              <a:cs typeface="宋体"/>
            </a:endParaRPr>
          </a:p>
          <a:p>
            <a:pPr marL="298450" marR="5080" indent="-285750">
              <a:lnSpc>
                <a:spcPct val="109900"/>
              </a:lnSpc>
              <a:buFont typeface="Arial"/>
              <a:buChar char="•"/>
              <a:tabLst>
                <a:tab pos="297815" algn="l"/>
                <a:tab pos="298450" algn="l"/>
              </a:tabLst>
            </a:pPr>
            <a:r>
              <a:rPr sz="1600" spc="-25" dirty="0">
                <a:latin typeface="宋体"/>
                <a:cs typeface="宋体"/>
              </a:rPr>
              <a:t>专家观点：行业认可度高的专家</a:t>
            </a:r>
            <a:r>
              <a:rPr sz="1600" spc="-40" dirty="0">
                <a:latin typeface="宋体"/>
                <a:cs typeface="宋体"/>
              </a:rPr>
              <a:t>见解</a:t>
            </a:r>
            <a:endParaRPr sz="1600">
              <a:latin typeface="宋体"/>
              <a:cs typeface="宋体"/>
            </a:endParaRPr>
          </a:p>
        </p:txBody>
      </p:sp>
      <p:sp>
        <p:nvSpPr>
          <p:cNvPr id="16" name="object 16"/>
          <p:cNvSpPr/>
          <p:nvPr/>
        </p:nvSpPr>
        <p:spPr>
          <a:xfrm>
            <a:off x="8351519" y="2084832"/>
            <a:ext cx="2117090" cy="426720"/>
          </a:xfrm>
          <a:custGeom>
            <a:avLst/>
            <a:gdLst/>
            <a:ahLst/>
            <a:cxnLst/>
            <a:rect l="l" t="t" r="r" b="b"/>
            <a:pathLst>
              <a:path w="2117090" h="426719">
                <a:moveTo>
                  <a:pt x="2045207" y="426720"/>
                </a:moveTo>
                <a:lnTo>
                  <a:pt x="71627" y="426720"/>
                </a:lnTo>
                <a:lnTo>
                  <a:pt x="44028" y="421425"/>
                </a:lnTo>
                <a:lnTo>
                  <a:pt x="21388" y="406379"/>
                </a:lnTo>
                <a:lnTo>
                  <a:pt x="5960" y="383977"/>
                </a:lnTo>
                <a:lnTo>
                  <a:pt x="0" y="356616"/>
                </a:lnTo>
                <a:lnTo>
                  <a:pt x="0" y="71628"/>
                </a:lnTo>
                <a:lnTo>
                  <a:pt x="5960" y="43600"/>
                </a:lnTo>
                <a:lnTo>
                  <a:pt x="21388" y="20816"/>
                </a:lnTo>
                <a:lnTo>
                  <a:pt x="44028" y="5532"/>
                </a:lnTo>
                <a:lnTo>
                  <a:pt x="71627" y="0"/>
                </a:lnTo>
                <a:lnTo>
                  <a:pt x="2045207" y="0"/>
                </a:lnTo>
                <a:lnTo>
                  <a:pt x="2072950" y="5532"/>
                </a:lnTo>
                <a:lnTo>
                  <a:pt x="2095638" y="20816"/>
                </a:lnTo>
                <a:lnTo>
                  <a:pt x="2111018" y="43600"/>
                </a:lnTo>
                <a:lnTo>
                  <a:pt x="2116835" y="71628"/>
                </a:lnTo>
                <a:lnTo>
                  <a:pt x="2116835" y="356616"/>
                </a:lnTo>
                <a:lnTo>
                  <a:pt x="2111018" y="383977"/>
                </a:lnTo>
                <a:lnTo>
                  <a:pt x="2095638" y="406379"/>
                </a:lnTo>
                <a:lnTo>
                  <a:pt x="2072950" y="421425"/>
                </a:lnTo>
                <a:lnTo>
                  <a:pt x="2045207" y="426720"/>
                </a:lnTo>
                <a:close/>
              </a:path>
            </a:pathLst>
          </a:custGeom>
          <a:solidFill>
            <a:srgbClr val="0A80DF"/>
          </a:solidFill>
        </p:spPr>
        <p:txBody>
          <a:bodyPr wrap="square" lIns="0" tIns="0" rIns="0" bIns="0" rtlCol="0"/>
          <a:lstStyle/>
          <a:p>
            <a:endParaRPr/>
          </a:p>
        </p:txBody>
      </p:sp>
      <p:sp>
        <p:nvSpPr>
          <p:cNvPr id="17" name="object 17"/>
          <p:cNvSpPr txBox="1"/>
          <p:nvPr/>
        </p:nvSpPr>
        <p:spPr>
          <a:xfrm>
            <a:off x="4077880" y="1557019"/>
            <a:ext cx="6031865" cy="893444"/>
          </a:xfrm>
          <a:prstGeom prst="rect">
            <a:avLst/>
          </a:prstGeom>
        </p:spPr>
        <p:txBody>
          <a:bodyPr vert="horz" wrap="square" lIns="0" tIns="12065" rIns="0" bIns="0" rtlCol="0">
            <a:spAutoFit/>
          </a:bodyPr>
          <a:lstStyle/>
          <a:p>
            <a:pPr marL="219710">
              <a:lnSpc>
                <a:spcPct val="100000"/>
              </a:lnSpc>
              <a:spcBef>
                <a:spcPts val="95"/>
              </a:spcBef>
            </a:pPr>
            <a:r>
              <a:rPr sz="1600" spc="-20" dirty="0">
                <a:latin typeface="宋体"/>
                <a:cs typeface="宋体"/>
              </a:rPr>
              <a:t>基于上述特征，论述逻辑的提示语设计应把握以下原则</a:t>
            </a:r>
            <a:r>
              <a:rPr sz="1600" spc="-50" dirty="0">
                <a:latin typeface="宋体"/>
                <a:cs typeface="宋体"/>
              </a:rPr>
              <a:t>：</a:t>
            </a:r>
            <a:endParaRPr sz="1600">
              <a:latin typeface="宋体"/>
              <a:cs typeface="宋体"/>
            </a:endParaRPr>
          </a:p>
          <a:p>
            <a:pPr>
              <a:lnSpc>
                <a:spcPct val="100000"/>
              </a:lnSpc>
            </a:pPr>
            <a:endParaRPr sz="2150">
              <a:latin typeface="宋体"/>
              <a:cs typeface="宋体"/>
            </a:endParaRPr>
          </a:p>
          <a:p>
            <a:pPr marL="12700">
              <a:lnSpc>
                <a:spcPct val="100000"/>
              </a:lnSpc>
              <a:spcBef>
                <a:spcPts val="5"/>
              </a:spcBef>
              <a:tabLst>
                <a:tab pos="4643755" algn="l"/>
              </a:tabLst>
            </a:pPr>
            <a:r>
              <a:rPr sz="1800" b="1" dirty="0">
                <a:solidFill>
                  <a:srgbClr val="FFFFFF"/>
                </a:solidFill>
                <a:latin typeface="Microsoft JhengHei"/>
                <a:cs typeface="Microsoft JhengHei"/>
              </a:rPr>
              <a:t>设定论证框</a:t>
            </a:r>
            <a:r>
              <a:rPr sz="1800" b="1" spc="-50" dirty="0">
                <a:solidFill>
                  <a:srgbClr val="FFFFFF"/>
                </a:solidFill>
                <a:latin typeface="Microsoft JhengHei"/>
                <a:cs typeface="Microsoft JhengHei"/>
              </a:rPr>
              <a:t>架</a:t>
            </a:r>
            <a:r>
              <a:rPr sz="1800" b="1" dirty="0">
                <a:solidFill>
                  <a:srgbClr val="FFFFFF"/>
                </a:solidFill>
                <a:latin typeface="Microsoft JhengHei"/>
                <a:cs typeface="Microsoft JhengHei"/>
              </a:rPr>
              <a:t>	规定证据要</a:t>
            </a:r>
            <a:r>
              <a:rPr sz="1800" b="1" spc="-50" dirty="0">
                <a:solidFill>
                  <a:srgbClr val="FFFFFF"/>
                </a:solidFill>
                <a:latin typeface="Microsoft JhengHei"/>
                <a:cs typeface="Microsoft JhengHei"/>
              </a:rPr>
              <a:t>求</a:t>
            </a:r>
            <a:endParaRPr sz="1800">
              <a:latin typeface="Microsoft JhengHei"/>
              <a:cs typeface="Microsoft JhengHei"/>
            </a:endParaRPr>
          </a:p>
        </p:txBody>
      </p:sp>
      <p:sp>
        <p:nvSpPr>
          <p:cNvPr id="18" name="object 18"/>
          <p:cNvSpPr/>
          <p:nvPr/>
        </p:nvSpPr>
        <p:spPr>
          <a:xfrm>
            <a:off x="3725545" y="4673600"/>
            <a:ext cx="4211955" cy="1753235"/>
          </a:xfrm>
          <a:custGeom>
            <a:avLst/>
            <a:gdLst/>
            <a:ahLst/>
            <a:cxnLst/>
            <a:rect l="l" t="t" r="r" b="b"/>
            <a:pathLst>
              <a:path w="4211955" h="1753235">
                <a:moveTo>
                  <a:pt x="4211955" y="1753235"/>
                </a:moveTo>
                <a:lnTo>
                  <a:pt x="0" y="1753235"/>
                </a:lnTo>
                <a:lnTo>
                  <a:pt x="0" y="0"/>
                </a:lnTo>
                <a:lnTo>
                  <a:pt x="4211955" y="0"/>
                </a:lnTo>
                <a:lnTo>
                  <a:pt x="4211955" y="19050"/>
                </a:lnTo>
                <a:lnTo>
                  <a:pt x="38100" y="19050"/>
                </a:lnTo>
                <a:lnTo>
                  <a:pt x="19050" y="38100"/>
                </a:lnTo>
                <a:lnTo>
                  <a:pt x="38100" y="38100"/>
                </a:lnTo>
                <a:lnTo>
                  <a:pt x="38100" y="1715135"/>
                </a:lnTo>
                <a:lnTo>
                  <a:pt x="19050" y="1715135"/>
                </a:lnTo>
                <a:lnTo>
                  <a:pt x="38100" y="1734185"/>
                </a:lnTo>
                <a:lnTo>
                  <a:pt x="4211955" y="1734185"/>
                </a:lnTo>
                <a:lnTo>
                  <a:pt x="4211955" y="1753235"/>
                </a:lnTo>
                <a:close/>
              </a:path>
              <a:path w="4211955" h="1753235">
                <a:moveTo>
                  <a:pt x="38100" y="38100"/>
                </a:moveTo>
                <a:lnTo>
                  <a:pt x="19050" y="38100"/>
                </a:lnTo>
                <a:lnTo>
                  <a:pt x="38100" y="19050"/>
                </a:lnTo>
                <a:lnTo>
                  <a:pt x="38100" y="38100"/>
                </a:lnTo>
                <a:close/>
              </a:path>
              <a:path w="4211955" h="1753235">
                <a:moveTo>
                  <a:pt x="4173854" y="38100"/>
                </a:moveTo>
                <a:lnTo>
                  <a:pt x="38100" y="38100"/>
                </a:lnTo>
                <a:lnTo>
                  <a:pt x="38100" y="19050"/>
                </a:lnTo>
                <a:lnTo>
                  <a:pt x="4173854" y="19050"/>
                </a:lnTo>
                <a:lnTo>
                  <a:pt x="4173854" y="38100"/>
                </a:lnTo>
                <a:close/>
              </a:path>
              <a:path w="4211955" h="1753235">
                <a:moveTo>
                  <a:pt x="4173854" y="1734185"/>
                </a:moveTo>
                <a:lnTo>
                  <a:pt x="4173854" y="19050"/>
                </a:lnTo>
                <a:lnTo>
                  <a:pt x="4192904" y="38100"/>
                </a:lnTo>
                <a:lnTo>
                  <a:pt x="4211955" y="38100"/>
                </a:lnTo>
                <a:lnTo>
                  <a:pt x="4211955" y="1715135"/>
                </a:lnTo>
                <a:lnTo>
                  <a:pt x="4192904" y="1715135"/>
                </a:lnTo>
                <a:lnTo>
                  <a:pt x="4173854" y="1734185"/>
                </a:lnTo>
                <a:close/>
              </a:path>
              <a:path w="4211955" h="1753235">
                <a:moveTo>
                  <a:pt x="4211955" y="38100"/>
                </a:moveTo>
                <a:lnTo>
                  <a:pt x="4192904" y="38100"/>
                </a:lnTo>
                <a:lnTo>
                  <a:pt x="4173854" y="19050"/>
                </a:lnTo>
                <a:lnTo>
                  <a:pt x="4211955" y="19050"/>
                </a:lnTo>
                <a:lnTo>
                  <a:pt x="4211955" y="38100"/>
                </a:lnTo>
                <a:close/>
              </a:path>
              <a:path w="4211955" h="1753235">
                <a:moveTo>
                  <a:pt x="38100" y="1734185"/>
                </a:moveTo>
                <a:lnTo>
                  <a:pt x="19050" y="1715135"/>
                </a:lnTo>
                <a:lnTo>
                  <a:pt x="38100" y="1715135"/>
                </a:lnTo>
                <a:lnTo>
                  <a:pt x="38100" y="1734185"/>
                </a:lnTo>
                <a:close/>
              </a:path>
              <a:path w="4211955" h="1753235">
                <a:moveTo>
                  <a:pt x="4173854" y="1734185"/>
                </a:moveTo>
                <a:lnTo>
                  <a:pt x="38100" y="1734185"/>
                </a:lnTo>
                <a:lnTo>
                  <a:pt x="38100" y="1715135"/>
                </a:lnTo>
                <a:lnTo>
                  <a:pt x="4173854" y="1715135"/>
                </a:lnTo>
                <a:lnTo>
                  <a:pt x="4173854" y="1734185"/>
                </a:lnTo>
                <a:close/>
              </a:path>
              <a:path w="4211955" h="1753235">
                <a:moveTo>
                  <a:pt x="4211955" y="1734185"/>
                </a:moveTo>
                <a:lnTo>
                  <a:pt x="4173854" y="1734185"/>
                </a:lnTo>
                <a:lnTo>
                  <a:pt x="4192904" y="1715135"/>
                </a:lnTo>
                <a:lnTo>
                  <a:pt x="4211955" y="1715135"/>
                </a:lnTo>
                <a:lnTo>
                  <a:pt x="4211955" y="1734185"/>
                </a:lnTo>
                <a:close/>
              </a:path>
            </a:pathLst>
          </a:custGeom>
          <a:solidFill>
            <a:srgbClr val="DFEAF9"/>
          </a:solidFill>
        </p:spPr>
        <p:txBody>
          <a:bodyPr wrap="square" lIns="0" tIns="0" rIns="0" bIns="0" rtlCol="0"/>
          <a:lstStyle/>
          <a:p>
            <a:endParaRPr/>
          </a:p>
        </p:txBody>
      </p:sp>
      <p:sp>
        <p:nvSpPr>
          <p:cNvPr id="19" name="object 19"/>
          <p:cNvSpPr txBox="1"/>
          <p:nvPr/>
        </p:nvSpPr>
        <p:spPr>
          <a:xfrm>
            <a:off x="3823334" y="5376417"/>
            <a:ext cx="3968115" cy="829310"/>
          </a:xfrm>
          <a:prstGeom prst="rect">
            <a:avLst/>
          </a:prstGeom>
        </p:spPr>
        <p:txBody>
          <a:bodyPr vert="horz" wrap="square" lIns="0" tIns="36830" rIns="0" bIns="0" rtlCol="0">
            <a:spAutoFit/>
          </a:bodyPr>
          <a:lstStyle/>
          <a:p>
            <a:pPr marL="298450" indent="-285750">
              <a:lnSpc>
                <a:spcPct val="100000"/>
              </a:lnSpc>
              <a:spcBef>
                <a:spcPts val="290"/>
              </a:spcBef>
              <a:buFont typeface="Arial"/>
              <a:buChar char="•"/>
              <a:tabLst>
                <a:tab pos="297815" algn="l"/>
                <a:tab pos="298450" algn="l"/>
              </a:tabLst>
            </a:pPr>
            <a:r>
              <a:rPr sz="1600" spc="-25" dirty="0">
                <a:latin typeface="宋体"/>
                <a:cs typeface="宋体"/>
              </a:rPr>
              <a:t>核心论点：充分论证，多维度支撑</a:t>
            </a:r>
            <a:endParaRPr sz="1600">
              <a:latin typeface="宋体"/>
              <a:cs typeface="宋体"/>
            </a:endParaRPr>
          </a:p>
          <a:p>
            <a:pPr marL="298450" indent="-285750">
              <a:lnSpc>
                <a:spcPct val="100000"/>
              </a:lnSpc>
              <a:spcBef>
                <a:spcPts val="190"/>
              </a:spcBef>
              <a:buFont typeface="Arial"/>
              <a:buChar char="•"/>
              <a:tabLst>
                <a:tab pos="297815" algn="l"/>
                <a:tab pos="298450" algn="l"/>
              </a:tabLst>
            </a:pPr>
            <a:r>
              <a:rPr sz="1600" spc="-25" dirty="0">
                <a:latin typeface="宋体"/>
                <a:cs typeface="宋体"/>
              </a:rPr>
              <a:t>次要论点：点到为止，简要说明</a:t>
            </a:r>
            <a:endParaRPr sz="1600">
              <a:latin typeface="宋体"/>
              <a:cs typeface="宋体"/>
            </a:endParaRPr>
          </a:p>
          <a:p>
            <a:pPr marL="298450" indent="-285750">
              <a:lnSpc>
                <a:spcPct val="100000"/>
              </a:lnSpc>
              <a:spcBef>
                <a:spcPts val="190"/>
              </a:spcBef>
              <a:buFont typeface="Arial"/>
              <a:buChar char="•"/>
              <a:tabLst>
                <a:tab pos="297815" algn="l"/>
                <a:tab pos="298450" algn="l"/>
              </a:tabLst>
            </a:pPr>
            <a:r>
              <a:rPr sz="1600" spc="-25" dirty="0">
                <a:latin typeface="宋体"/>
                <a:cs typeface="宋体"/>
              </a:rPr>
              <a:t>延伸论点：提供思考方向，不做过多展开</a:t>
            </a:r>
            <a:endParaRPr sz="1600">
              <a:latin typeface="宋体"/>
              <a:cs typeface="宋体"/>
            </a:endParaRPr>
          </a:p>
        </p:txBody>
      </p:sp>
      <p:sp>
        <p:nvSpPr>
          <p:cNvPr id="20" name="object 20"/>
          <p:cNvSpPr/>
          <p:nvPr/>
        </p:nvSpPr>
        <p:spPr>
          <a:xfrm>
            <a:off x="3733800" y="4332732"/>
            <a:ext cx="2117090" cy="426720"/>
          </a:xfrm>
          <a:custGeom>
            <a:avLst/>
            <a:gdLst/>
            <a:ahLst/>
            <a:cxnLst/>
            <a:rect l="l" t="t" r="r" b="b"/>
            <a:pathLst>
              <a:path w="2117090" h="426720">
                <a:moveTo>
                  <a:pt x="2045208" y="426719"/>
                </a:moveTo>
                <a:lnTo>
                  <a:pt x="71627" y="426719"/>
                </a:lnTo>
                <a:lnTo>
                  <a:pt x="44028" y="421044"/>
                </a:lnTo>
                <a:lnTo>
                  <a:pt x="21388" y="405712"/>
                </a:lnTo>
                <a:lnTo>
                  <a:pt x="5960" y="382977"/>
                </a:lnTo>
                <a:lnTo>
                  <a:pt x="0" y="355091"/>
                </a:lnTo>
                <a:lnTo>
                  <a:pt x="0" y="70103"/>
                </a:lnTo>
                <a:lnTo>
                  <a:pt x="5960" y="42599"/>
                </a:lnTo>
                <a:lnTo>
                  <a:pt x="21388" y="20150"/>
                </a:lnTo>
                <a:lnTo>
                  <a:pt x="44028" y="5151"/>
                </a:lnTo>
                <a:lnTo>
                  <a:pt x="71627" y="0"/>
                </a:lnTo>
                <a:lnTo>
                  <a:pt x="2045208" y="0"/>
                </a:lnTo>
                <a:lnTo>
                  <a:pt x="2072950" y="5151"/>
                </a:lnTo>
                <a:lnTo>
                  <a:pt x="2095638" y="20150"/>
                </a:lnTo>
                <a:lnTo>
                  <a:pt x="2111018" y="42599"/>
                </a:lnTo>
                <a:lnTo>
                  <a:pt x="2116836" y="70103"/>
                </a:lnTo>
                <a:lnTo>
                  <a:pt x="2116836" y="355091"/>
                </a:lnTo>
                <a:lnTo>
                  <a:pt x="2111018" y="382977"/>
                </a:lnTo>
                <a:lnTo>
                  <a:pt x="2095638" y="405712"/>
                </a:lnTo>
                <a:lnTo>
                  <a:pt x="2072950" y="421044"/>
                </a:lnTo>
                <a:lnTo>
                  <a:pt x="2045208" y="426719"/>
                </a:lnTo>
                <a:close/>
              </a:path>
            </a:pathLst>
          </a:custGeom>
          <a:solidFill>
            <a:srgbClr val="0A80DF"/>
          </a:solidFill>
        </p:spPr>
        <p:txBody>
          <a:bodyPr wrap="square" lIns="0" tIns="0" rIns="0" bIns="0" rtlCol="0"/>
          <a:lstStyle/>
          <a:p>
            <a:endParaRPr/>
          </a:p>
        </p:txBody>
      </p:sp>
      <p:sp>
        <p:nvSpPr>
          <p:cNvPr id="21" name="object 21"/>
          <p:cNvSpPr txBox="1"/>
          <p:nvPr/>
        </p:nvSpPr>
        <p:spPr>
          <a:xfrm>
            <a:off x="3823334" y="4397921"/>
            <a:ext cx="3885565" cy="1003935"/>
          </a:xfrm>
          <a:prstGeom prst="rect">
            <a:avLst/>
          </a:prstGeom>
        </p:spPr>
        <p:txBody>
          <a:bodyPr vert="horz" wrap="square" lIns="0" tIns="12700" rIns="0" bIns="0" rtlCol="0">
            <a:spAutoFit/>
          </a:bodyPr>
          <a:lstStyle/>
          <a:p>
            <a:pPr marL="280670">
              <a:lnSpc>
                <a:spcPct val="100000"/>
              </a:lnSpc>
              <a:spcBef>
                <a:spcPts val="100"/>
              </a:spcBef>
            </a:pPr>
            <a:r>
              <a:rPr sz="1800" b="1" spc="-10" dirty="0">
                <a:solidFill>
                  <a:srgbClr val="FFFFFF"/>
                </a:solidFill>
                <a:latin typeface="Microsoft JhengHei"/>
                <a:cs typeface="Microsoft JhengHei"/>
              </a:rPr>
              <a:t>控制论证深度</a:t>
            </a:r>
            <a:endParaRPr sz="1800">
              <a:latin typeface="Microsoft JhengHei"/>
              <a:cs typeface="Microsoft JhengHei"/>
            </a:endParaRPr>
          </a:p>
          <a:p>
            <a:pPr marL="12700" marR="5080">
              <a:lnSpc>
                <a:spcPct val="109900"/>
              </a:lnSpc>
              <a:spcBef>
                <a:spcPts val="1325"/>
              </a:spcBef>
            </a:pPr>
            <a:r>
              <a:rPr sz="1600" spc="-20" dirty="0">
                <a:latin typeface="宋体"/>
                <a:cs typeface="宋体"/>
              </a:rPr>
              <a:t>针对不同层级的论点设置不同的展开深度</a:t>
            </a:r>
            <a:r>
              <a:rPr sz="1600" spc="-50" dirty="0">
                <a:latin typeface="宋体"/>
                <a:cs typeface="宋体"/>
              </a:rPr>
              <a:t>，</a:t>
            </a:r>
            <a:r>
              <a:rPr sz="1600" spc="-20" dirty="0">
                <a:latin typeface="宋体"/>
                <a:cs typeface="宋体"/>
              </a:rPr>
              <a:t>避免喧宾夺主</a:t>
            </a:r>
            <a:r>
              <a:rPr sz="1600" spc="-50" dirty="0">
                <a:latin typeface="宋体"/>
                <a:cs typeface="宋体"/>
              </a:rPr>
              <a:t>：</a:t>
            </a:r>
            <a:endParaRPr sz="1600">
              <a:latin typeface="宋体"/>
              <a:cs typeface="宋体"/>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3813175" cy="634365"/>
          </a:xfrm>
          <a:prstGeom prst="rect">
            <a:avLst/>
          </a:prstGeom>
        </p:spPr>
        <p:txBody>
          <a:bodyPr vert="horz" wrap="square" lIns="0" tIns="12065" rIns="0" bIns="0" rtlCol="0">
            <a:spAutoFit/>
          </a:bodyPr>
          <a:lstStyle/>
          <a:p>
            <a:pPr marL="12700">
              <a:lnSpc>
                <a:spcPct val="100000"/>
              </a:lnSpc>
              <a:spcBef>
                <a:spcPts val="95"/>
              </a:spcBef>
            </a:pPr>
            <a:r>
              <a:rPr sz="4000" spc="270" dirty="0"/>
              <a:t>场景化应用策</a:t>
            </a:r>
            <a:r>
              <a:rPr sz="4000" spc="-50" dirty="0"/>
              <a:t>略</a:t>
            </a:r>
            <a:endParaRPr sz="4000"/>
          </a:p>
        </p:txBody>
      </p:sp>
      <p:sp>
        <p:nvSpPr>
          <p:cNvPr id="3" name="object 3"/>
          <p:cNvSpPr txBox="1"/>
          <p:nvPr/>
        </p:nvSpPr>
        <p:spPr>
          <a:xfrm>
            <a:off x="539115" y="1569719"/>
            <a:ext cx="49015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针对不同内容场景，提示语设计需要采取差异化策略</a:t>
            </a:r>
            <a:r>
              <a:rPr sz="1600" spc="-50" dirty="0">
                <a:latin typeface="宋体"/>
                <a:cs typeface="宋体"/>
              </a:rPr>
              <a:t>：</a:t>
            </a:r>
            <a:endParaRPr sz="1600">
              <a:latin typeface="宋体"/>
              <a:cs typeface="宋体"/>
            </a:endParaRPr>
          </a:p>
        </p:txBody>
      </p:sp>
      <p:sp>
        <p:nvSpPr>
          <p:cNvPr id="4" name="object 4"/>
          <p:cNvSpPr txBox="1"/>
          <p:nvPr/>
        </p:nvSpPr>
        <p:spPr>
          <a:xfrm>
            <a:off x="539115" y="2129663"/>
            <a:ext cx="5014595" cy="3510915"/>
          </a:xfrm>
          <a:prstGeom prst="rect">
            <a:avLst/>
          </a:prstGeom>
        </p:spPr>
        <p:txBody>
          <a:bodyPr vert="horz" wrap="square" lIns="0" tIns="12700" rIns="0" bIns="0" rtlCol="0">
            <a:spAutoFit/>
          </a:bodyPr>
          <a:lstStyle/>
          <a:p>
            <a:pPr marL="12700" marR="208279">
              <a:lnSpc>
                <a:spcPct val="129900"/>
              </a:lnSpc>
              <a:spcBef>
                <a:spcPts val="100"/>
              </a:spcBef>
              <a:buSzPct val="93750"/>
              <a:buAutoNum type="arabicPlain"/>
              <a:tabLst>
                <a:tab pos="532130" algn="l"/>
              </a:tabLst>
            </a:pPr>
            <a:r>
              <a:rPr sz="1600" spc="-25" dirty="0">
                <a:latin typeface="宋体"/>
                <a:cs typeface="宋体"/>
              </a:rPr>
              <a:t>热点新闻改写：热点事件在公众号平台的传播需要注意差异化视角和深度价值挖掘。提示语设计应着重引导形成独特观点，避免同质化表达。</a:t>
            </a:r>
            <a:endParaRPr sz="1600">
              <a:latin typeface="宋体"/>
              <a:cs typeface="宋体"/>
            </a:endParaRPr>
          </a:p>
          <a:p>
            <a:pPr marL="12700" marR="5080">
              <a:lnSpc>
                <a:spcPct val="129900"/>
              </a:lnSpc>
              <a:buSzPct val="93750"/>
              <a:buAutoNum type="arabicPlain"/>
              <a:tabLst>
                <a:tab pos="532130" algn="l"/>
              </a:tabLst>
            </a:pPr>
            <a:r>
              <a:rPr sz="1600" spc="-25" dirty="0">
                <a:latin typeface="宋体"/>
                <a:cs typeface="宋体"/>
              </a:rPr>
              <a:t>原创内容创作：原创内容是公众号的核心竞争力，提示语需要突出内容的专业性和实用性，同时注重知</a:t>
            </a:r>
            <a:endParaRPr sz="1600">
              <a:latin typeface="宋体"/>
              <a:cs typeface="宋体"/>
            </a:endParaRPr>
          </a:p>
          <a:p>
            <a:pPr marL="12700" marR="321310">
              <a:lnSpc>
                <a:spcPct val="129900"/>
              </a:lnSpc>
            </a:pPr>
            <a:r>
              <a:rPr sz="1600" spc="-20" dirty="0">
                <a:latin typeface="宋体"/>
                <a:cs typeface="宋体"/>
              </a:rPr>
              <a:t>识结构的完整性和逻辑性。通过提示语引导，确保</a:t>
            </a:r>
            <a:r>
              <a:rPr sz="1600" spc="-50" dirty="0">
                <a:latin typeface="宋体"/>
                <a:cs typeface="宋体"/>
              </a:rPr>
              <a:t>内</a:t>
            </a:r>
            <a:r>
              <a:rPr sz="1600" spc="-20" dirty="0">
                <a:latin typeface="宋体"/>
                <a:cs typeface="宋体"/>
              </a:rPr>
              <a:t>容既有深度又易于理解</a:t>
            </a:r>
            <a:r>
              <a:rPr sz="1600" spc="-50" dirty="0">
                <a:latin typeface="宋体"/>
                <a:cs typeface="宋体"/>
              </a:rPr>
              <a:t>。</a:t>
            </a:r>
            <a:endParaRPr sz="1600">
              <a:latin typeface="宋体"/>
              <a:cs typeface="宋体"/>
            </a:endParaRPr>
          </a:p>
          <a:p>
            <a:pPr marL="12700" marR="208279">
              <a:lnSpc>
                <a:spcPct val="129900"/>
              </a:lnSpc>
              <a:spcBef>
                <a:spcPts val="5"/>
              </a:spcBef>
              <a:buSzPct val="93750"/>
              <a:buAutoNum type="arabicPlain" startAt="3"/>
              <a:tabLst>
                <a:tab pos="532130" algn="l"/>
              </a:tabLst>
            </a:pPr>
            <a:r>
              <a:rPr sz="1600" spc="-25" dirty="0">
                <a:latin typeface="宋体"/>
                <a:cs typeface="宋体"/>
              </a:rPr>
              <a:t>评论互动优化：基于读者反馈进行的内容创作，需要通过提示语准确把握用户痛点，设计出更有针对性的解决方案。同时，提示语要引导形成对话感，增强与读者的连接。</a:t>
            </a:r>
            <a:endParaRPr sz="1600">
              <a:latin typeface="宋体"/>
              <a:cs typeface="宋体"/>
            </a:endParaRPr>
          </a:p>
        </p:txBody>
      </p:sp>
      <p:pic>
        <p:nvPicPr>
          <p:cNvPr id="5" name="object 5"/>
          <p:cNvPicPr/>
          <p:nvPr/>
        </p:nvPicPr>
        <p:blipFill>
          <a:blip r:embed="rId2" cstate="print"/>
          <a:stretch>
            <a:fillRect/>
          </a:stretch>
        </p:blipFill>
        <p:spPr>
          <a:xfrm>
            <a:off x="6216332" y="4339272"/>
            <a:ext cx="5544184" cy="1914525"/>
          </a:xfrm>
          <a:prstGeom prst="rect">
            <a:avLst/>
          </a:prstGeom>
        </p:spPr>
      </p:pic>
      <p:sp>
        <p:nvSpPr>
          <p:cNvPr id="6" name="object 6"/>
          <p:cNvSpPr txBox="1"/>
          <p:nvPr/>
        </p:nvSpPr>
        <p:spPr>
          <a:xfrm>
            <a:off x="6597650" y="4572000"/>
            <a:ext cx="10407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实操建议</a:t>
            </a:r>
            <a:r>
              <a:rPr sz="1600" spc="-50" dirty="0">
                <a:latin typeface="宋体"/>
                <a:cs typeface="宋体"/>
              </a:rPr>
              <a:t>：</a:t>
            </a:r>
            <a:endParaRPr sz="1600">
              <a:latin typeface="宋体"/>
              <a:cs typeface="宋体"/>
            </a:endParaRPr>
          </a:p>
        </p:txBody>
      </p:sp>
      <p:sp>
        <p:nvSpPr>
          <p:cNvPr id="7" name="object 7"/>
          <p:cNvSpPr txBox="1"/>
          <p:nvPr/>
        </p:nvSpPr>
        <p:spPr>
          <a:xfrm>
            <a:off x="6597650" y="4815077"/>
            <a:ext cx="2342515" cy="1193800"/>
          </a:xfrm>
          <a:prstGeom prst="rect">
            <a:avLst/>
          </a:prstGeom>
        </p:spPr>
        <p:txBody>
          <a:bodyPr vert="horz" wrap="square" lIns="0" tIns="60960" rIns="0" bIns="0" rtlCol="0">
            <a:spAutoFit/>
          </a:bodyPr>
          <a:lstStyle/>
          <a:p>
            <a:pPr marL="298450" indent="-285750">
              <a:lnSpc>
                <a:spcPct val="100000"/>
              </a:lnSpc>
              <a:spcBef>
                <a:spcPts val="480"/>
              </a:spcBef>
              <a:buFont typeface="Arial"/>
              <a:buChar char="•"/>
              <a:tabLst>
                <a:tab pos="297815" algn="l"/>
                <a:tab pos="298450" algn="l"/>
              </a:tabLst>
            </a:pPr>
            <a:r>
              <a:rPr sz="1600" spc="-25" dirty="0">
                <a:latin typeface="宋体"/>
                <a:cs typeface="宋体"/>
              </a:rPr>
              <a:t>建立内容分类标签体系</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积累高质量提示语模板</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根据数据反馈持续优化</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建立提示语评估机制</a:t>
            </a:r>
            <a:endParaRPr sz="1600">
              <a:latin typeface="宋体"/>
              <a:cs typeface="宋体"/>
            </a:endParaRPr>
          </a:p>
        </p:txBody>
      </p:sp>
      <p:graphicFrame>
        <p:nvGraphicFramePr>
          <p:cNvPr id="8" name="object 8"/>
          <p:cNvGraphicFramePr>
            <a:graphicFrameLocks noGrp="1"/>
          </p:cNvGraphicFramePr>
          <p:nvPr/>
        </p:nvGraphicFramePr>
        <p:xfrm>
          <a:off x="6224270" y="1978025"/>
          <a:ext cx="5528945" cy="2032000"/>
        </p:xfrm>
        <a:graphic>
          <a:graphicData uri="http://schemas.openxmlformats.org/drawingml/2006/table">
            <a:tbl>
              <a:tblPr firstRow="1" bandRow="1">
                <a:tableStyleId>{2D5ABB26-0587-4C30-8999-92F81FD0307C}</a:tableStyleId>
              </a:tblPr>
              <a:tblGrid>
                <a:gridCol w="1045844">
                  <a:extLst>
                    <a:ext uri="{9D8B030D-6E8A-4147-A177-3AD203B41FA5}">
                      <a16:colId xmlns:a16="http://schemas.microsoft.com/office/drawing/2014/main" val="20000"/>
                    </a:ext>
                  </a:extLst>
                </a:gridCol>
                <a:gridCol w="259588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384810">
                <a:tc>
                  <a:txBody>
                    <a:bodyPr/>
                    <a:lstStyle/>
                    <a:p>
                      <a:pPr algn="ctr">
                        <a:lnSpc>
                          <a:spcPct val="100000"/>
                        </a:lnSpc>
                        <a:spcBef>
                          <a:spcPts val="735"/>
                        </a:spcBef>
                      </a:pPr>
                      <a:r>
                        <a:rPr sz="1100" spc="-20" dirty="0">
                          <a:latin typeface="宋体"/>
                          <a:cs typeface="宋体"/>
                        </a:rPr>
                        <a:t>场景类型</a:t>
                      </a:r>
                      <a:endParaRPr sz="1100">
                        <a:latin typeface="宋体"/>
                        <a:cs typeface="宋体"/>
                      </a:endParaRPr>
                    </a:p>
                  </a:txBody>
                  <a:tcPr marL="0" marR="0" marT="9334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2590EB"/>
                    </a:solidFill>
                  </a:tcPr>
                </a:tc>
                <a:tc>
                  <a:txBody>
                    <a:bodyPr/>
                    <a:lstStyle/>
                    <a:p>
                      <a:pPr marL="635" algn="ctr">
                        <a:lnSpc>
                          <a:spcPct val="100000"/>
                        </a:lnSpc>
                        <a:spcBef>
                          <a:spcPts val="735"/>
                        </a:spcBef>
                      </a:pPr>
                      <a:r>
                        <a:rPr sz="1100" spc="-20" dirty="0">
                          <a:latin typeface="宋体"/>
                          <a:cs typeface="宋体"/>
                        </a:rPr>
                        <a:t>提示语模板</a:t>
                      </a:r>
                      <a:endParaRPr sz="1100">
                        <a:latin typeface="宋体"/>
                        <a:cs typeface="宋体"/>
                      </a:endParaRPr>
                    </a:p>
                  </a:txBody>
                  <a:tcPr marL="0" marR="0" marT="9334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2590EB"/>
                    </a:solidFill>
                  </a:tcPr>
                </a:tc>
                <a:tc>
                  <a:txBody>
                    <a:bodyPr/>
                    <a:lstStyle/>
                    <a:p>
                      <a:pPr marL="635" algn="ctr">
                        <a:lnSpc>
                          <a:spcPct val="100000"/>
                        </a:lnSpc>
                        <a:spcBef>
                          <a:spcPts val="735"/>
                        </a:spcBef>
                      </a:pPr>
                      <a:r>
                        <a:rPr sz="1100" spc="-20" dirty="0">
                          <a:latin typeface="宋体"/>
                          <a:cs typeface="宋体"/>
                        </a:rPr>
                        <a:t>优化建议</a:t>
                      </a:r>
                      <a:endParaRPr sz="1100">
                        <a:latin typeface="宋体"/>
                        <a:cs typeface="宋体"/>
                      </a:endParaRPr>
                    </a:p>
                  </a:txBody>
                  <a:tcPr marL="0" marR="0" marT="9334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2590EB"/>
                    </a:solidFill>
                  </a:tcPr>
                </a:tc>
                <a:extLst>
                  <a:ext uri="{0D108BD9-81ED-4DB2-BD59-A6C34878D82A}">
                    <a16:rowId xmlns:a16="http://schemas.microsoft.com/office/drawing/2014/main" val="10000"/>
                  </a:ext>
                </a:extLst>
              </a:tr>
              <a:tr h="597535">
                <a:tc>
                  <a:txBody>
                    <a:bodyPr/>
                    <a:lstStyle/>
                    <a:p>
                      <a:pPr>
                        <a:lnSpc>
                          <a:spcPct val="100000"/>
                        </a:lnSpc>
                        <a:spcBef>
                          <a:spcPts val="15"/>
                        </a:spcBef>
                      </a:pPr>
                      <a:endParaRPr sz="1350">
                        <a:latin typeface="Times New Roman"/>
                        <a:cs typeface="Times New Roman"/>
                      </a:endParaRPr>
                    </a:p>
                    <a:p>
                      <a:pPr algn="ctr">
                        <a:lnSpc>
                          <a:spcPct val="100000"/>
                        </a:lnSpc>
                      </a:pPr>
                      <a:r>
                        <a:rPr sz="1100" spc="-20" dirty="0">
                          <a:latin typeface="宋体"/>
                          <a:cs typeface="宋体"/>
                        </a:rPr>
                        <a:t>热点新闻改写</a:t>
                      </a:r>
                      <a:endParaRPr sz="1100">
                        <a:latin typeface="宋体"/>
                        <a:cs typeface="宋体"/>
                      </a:endParaRPr>
                    </a:p>
                  </a:txBody>
                  <a:tcPr marL="0" marR="0" marT="19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2235" marR="95250" algn="ctr">
                        <a:lnSpc>
                          <a:spcPct val="100000"/>
                        </a:lnSpc>
                        <a:spcBef>
                          <a:spcPts val="250"/>
                        </a:spcBef>
                      </a:pPr>
                      <a:r>
                        <a:rPr sz="1100" spc="-10" dirty="0">
                          <a:latin typeface="宋体"/>
                          <a:cs typeface="宋体"/>
                        </a:rPr>
                        <a:t>将</a:t>
                      </a:r>
                      <a:r>
                        <a:rPr sz="1100" spc="-10" dirty="0">
                          <a:latin typeface="Arial"/>
                          <a:cs typeface="Arial"/>
                        </a:rPr>
                        <a:t>[</a:t>
                      </a:r>
                      <a:r>
                        <a:rPr sz="1100" spc="-10" dirty="0">
                          <a:latin typeface="宋体"/>
                          <a:cs typeface="宋体"/>
                        </a:rPr>
                        <a:t>热点事件</a:t>
                      </a:r>
                      <a:r>
                        <a:rPr sz="1100" spc="-10" dirty="0">
                          <a:latin typeface="Arial"/>
                          <a:cs typeface="Arial"/>
                        </a:rPr>
                        <a:t>]</a:t>
                      </a:r>
                      <a:r>
                        <a:rPr sz="1100" spc="-10" dirty="0">
                          <a:latin typeface="宋体"/>
                          <a:cs typeface="宋体"/>
                        </a:rPr>
                        <a:t>转化为</a:t>
                      </a:r>
                      <a:r>
                        <a:rPr sz="1100" spc="-10" dirty="0">
                          <a:latin typeface="Arial"/>
                          <a:cs typeface="Arial"/>
                        </a:rPr>
                        <a:t>[</a:t>
                      </a:r>
                      <a:r>
                        <a:rPr sz="1100" spc="-10" dirty="0">
                          <a:latin typeface="宋体"/>
                          <a:cs typeface="宋体"/>
                        </a:rPr>
                        <a:t>话题角度</a:t>
                      </a:r>
                      <a:r>
                        <a:rPr sz="1100" spc="-10" dirty="0">
                          <a:latin typeface="Arial"/>
                          <a:cs typeface="Arial"/>
                        </a:rPr>
                        <a:t>]</a:t>
                      </a:r>
                      <a:r>
                        <a:rPr sz="1100" spc="-20" dirty="0">
                          <a:latin typeface="宋体"/>
                          <a:cs typeface="宋体"/>
                        </a:rPr>
                        <a:t>的分析文</a:t>
                      </a:r>
                      <a:r>
                        <a:rPr sz="1100" spc="-10" dirty="0">
                          <a:latin typeface="宋体"/>
                          <a:cs typeface="宋体"/>
                        </a:rPr>
                        <a:t>章，重点关注</a:t>
                      </a:r>
                      <a:r>
                        <a:rPr sz="1100" spc="-10" dirty="0">
                          <a:latin typeface="Arial"/>
                          <a:cs typeface="Arial"/>
                        </a:rPr>
                        <a:t>[</a:t>
                      </a:r>
                      <a:r>
                        <a:rPr sz="1100" spc="-10" dirty="0">
                          <a:latin typeface="宋体"/>
                          <a:cs typeface="宋体"/>
                        </a:rPr>
                        <a:t>核心观点</a:t>
                      </a:r>
                      <a:r>
                        <a:rPr sz="1100" spc="-10" dirty="0">
                          <a:latin typeface="Arial"/>
                          <a:cs typeface="Arial"/>
                        </a:rPr>
                        <a:t>]</a:t>
                      </a:r>
                      <a:r>
                        <a:rPr sz="1100" spc="-10" dirty="0">
                          <a:latin typeface="宋体"/>
                          <a:cs typeface="宋体"/>
                        </a:rPr>
                        <a:t>，需要包含</a:t>
                      </a:r>
                      <a:r>
                        <a:rPr sz="1100" spc="-10" dirty="0">
                          <a:latin typeface="Arial"/>
                          <a:cs typeface="Arial"/>
                        </a:rPr>
                        <a:t>[</a:t>
                      </a:r>
                      <a:r>
                        <a:rPr sz="1100" spc="-50" dirty="0">
                          <a:latin typeface="宋体"/>
                          <a:cs typeface="宋体"/>
                        </a:rPr>
                        <a:t>数</a:t>
                      </a:r>
                      <a:r>
                        <a:rPr sz="1100" spc="-10" dirty="0">
                          <a:latin typeface="宋体"/>
                          <a:cs typeface="宋体"/>
                        </a:rPr>
                        <a:t>据支撑</a:t>
                      </a:r>
                      <a:r>
                        <a:rPr sz="1100" spc="-10" dirty="0">
                          <a:latin typeface="Arial"/>
                          <a:cs typeface="Arial"/>
                        </a:rPr>
                        <a:t>]</a:t>
                      </a:r>
                      <a:r>
                        <a:rPr sz="1100" spc="-10" dirty="0">
                          <a:latin typeface="宋体"/>
                          <a:cs typeface="宋体"/>
                        </a:rPr>
                        <a:t>和</a:t>
                      </a:r>
                      <a:r>
                        <a:rPr sz="1100" spc="-10" dirty="0">
                          <a:latin typeface="Arial"/>
                          <a:cs typeface="Arial"/>
                        </a:rPr>
                        <a:t>[</a:t>
                      </a:r>
                      <a:r>
                        <a:rPr sz="1100" spc="-10" dirty="0">
                          <a:latin typeface="宋体"/>
                          <a:cs typeface="宋体"/>
                        </a:rPr>
                        <a:t>专家观点</a:t>
                      </a:r>
                      <a:r>
                        <a:rPr sz="1100" spc="-50" dirty="0">
                          <a:latin typeface="Arial"/>
                          <a:cs typeface="Arial"/>
                        </a:rPr>
                        <a:t>]</a:t>
                      </a:r>
                      <a:endParaRPr sz="1100">
                        <a:latin typeface="Arial"/>
                        <a:cs typeface="Arial"/>
                      </a:endParaRPr>
                    </a:p>
                  </a:txBody>
                  <a:tcPr marL="0" marR="0" marT="317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517525" marR="21590" indent="-488950">
                        <a:lnSpc>
                          <a:spcPct val="100000"/>
                        </a:lnSpc>
                        <a:spcBef>
                          <a:spcPts val="910"/>
                        </a:spcBef>
                      </a:pPr>
                      <a:r>
                        <a:rPr sz="1100" spc="-15" dirty="0">
                          <a:latin typeface="宋体"/>
                          <a:cs typeface="宋体"/>
                        </a:rPr>
                        <a:t>注重时效性，保持客观立场，</a:t>
                      </a:r>
                      <a:r>
                        <a:rPr sz="1100" spc="-20" dirty="0">
                          <a:latin typeface="宋体"/>
                          <a:cs typeface="宋体"/>
                        </a:rPr>
                        <a:t>突出独特视角</a:t>
                      </a:r>
                      <a:endParaRPr sz="1100">
                        <a:latin typeface="宋体"/>
                        <a:cs typeface="宋体"/>
                      </a:endParaRPr>
                    </a:p>
                  </a:txBody>
                  <a:tcPr marL="0" marR="0" marT="1155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596900">
                <a:tc>
                  <a:txBody>
                    <a:bodyPr/>
                    <a:lstStyle/>
                    <a:p>
                      <a:pPr>
                        <a:lnSpc>
                          <a:spcPct val="100000"/>
                        </a:lnSpc>
                        <a:spcBef>
                          <a:spcPts val="15"/>
                        </a:spcBef>
                      </a:pPr>
                      <a:endParaRPr sz="1350">
                        <a:latin typeface="Times New Roman"/>
                        <a:cs typeface="Times New Roman"/>
                      </a:endParaRPr>
                    </a:p>
                    <a:p>
                      <a:pPr algn="ctr">
                        <a:lnSpc>
                          <a:spcPct val="100000"/>
                        </a:lnSpc>
                      </a:pPr>
                      <a:r>
                        <a:rPr sz="1100" spc="-20" dirty="0">
                          <a:latin typeface="宋体"/>
                          <a:cs typeface="宋体"/>
                        </a:rPr>
                        <a:t>原创内容创作</a:t>
                      </a:r>
                      <a:endParaRPr sz="1100">
                        <a:latin typeface="宋体"/>
                        <a:cs typeface="宋体"/>
                      </a:endParaRPr>
                    </a:p>
                  </a:txBody>
                  <a:tcPr marL="0" marR="0" marT="19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2235" marR="95250" algn="ctr">
                        <a:lnSpc>
                          <a:spcPct val="100000"/>
                        </a:lnSpc>
                        <a:spcBef>
                          <a:spcPts val="250"/>
                        </a:spcBef>
                      </a:pPr>
                      <a:r>
                        <a:rPr sz="1100" spc="-10" dirty="0">
                          <a:latin typeface="宋体"/>
                          <a:cs typeface="宋体"/>
                        </a:rPr>
                        <a:t>以</a:t>
                      </a:r>
                      <a:r>
                        <a:rPr sz="1100" spc="-10" dirty="0">
                          <a:latin typeface="Arial"/>
                          <a:cs typeface="Arial"/>
                        </a:rPr>
                        <a:t>[</a:t>
                      </a:r>
                      <a:r>
                        <a:rPr sz="1100" spc="-10" dirty="0">
                          <a:latin typeface="宋体"/>
                          <a:cs typeface="宋体"/>
                        </a:rPr>
                        <a:t>主题</a:t>
                      </a:r>
                      <a:r>
                        <a:rPr sz="1100" spc="-10" dirty="0">
                          <a:latin typeface="Arial"/>
                          <a:cs typeface="Arial"/>
                        </a:rPr>
                        <a:t>]</a:t>
                      </a:r>
                      <a:r>
                        <a:rPr sz="1100" spc="-10" dirty="0">
                          <a:latin typeface="宋体"/>
                          <a:cs typeface="宋体"/>
                        </a:rPr>
                        <a:t>为核心，从</a:t>
                      </a:r>
                      <a:r>
                        <a:rPr sz="1100" spc="-10" dirty="0">
                          <a:latin typeface="Arial"/>
                          <a:cs typeface="Arial"/>
                        </a:rPr>
                        <a:t>[</a:t>
                      </a:r>
                      <a:r>
                        <a:rPr sz="1100" spc="-10" dirty="0">
                          <a:latin typeface="宋体"/>
                          <a:cs typeface="宋体"/>
                        </a:rPr>
                        <a:t>切入点</a:t>
                      </a:r>
                      <a:r>
                        <a:rPr sz="1100" spc="-10" dirty="0">
                          <a:latin typeface="Arial"/>
                          <a:cs typeface="Arial"/>
                        </a:rPr>
                        <a:t>]</a:t>
                      </a:r>
                      <a:r>
                        <a:rPr sz="1100" spc="-20" dirty="0">
                          <a:latin typeface="宋体"/>
                          <a:cs typeface="宋体"/>
                        </a:rPr>
                        <a:t>展开讨论，</a:t>
                      </a:r>
                      <a:r>
                        <a:rPr sz="1100" spc="-10" dirty="0">
                          <a:latin typeface="宋体"/>
                          <a:cs typeface="宋体"/>
                        </a:rPr>
                        <a:t>结合</a:t>
                      </a:r>
                      <a:r>
                        <a:rPr sz="1100" spc="-10" dirty="0">
                          <a:latin typeface="Arial"/>
                          <a:cs typeface="Arial"/>
                        </a:rPr>
                        <a:t>[</a:t>
                      </a:r>
                      <a:r>
                        <a:rPr sz="1100" spc="-10" dirty="0">
                          <a:latin typeface="宋体"/>
                          <a:cs typeface="宋体"/>
                        </a:rPr>
                        <a:t>案例</a:t>
                      </a:r>
                      <a:r>
                        <a:rPr sz="1100" spc="-10" dirty="0">
                          <a:latin typeface="Arial"/>
                          <a:cs typeface="Arial"/>
                        </a:rPr>
                        <a:t>]</a:t>
                      </a:r>
                      <a:r>
                        <a:rPr sz="1100" spc="-10" dirty="0">
                          <a:latin typeface="宋体"/>
                          <a:cs typeface="宋体"/>
                        </a:rPr>
                        <a:t>和</a:t>
                      </a:r>
                      <a:r>
                        <a:rPr sz="1100" spc="-10" dirty="0">
                          <a:latin typeface="Arial"/>
                          <a:cs typeface="Arial"/>
                        </a:rPr>
                        <a:t>[</a:t>
                      </a:r>
                      <a:r>
                        <a:rPr sz="1100" spc="-10" dirty="0">
                          <a:latin typeface="宋体"/>
                          <a:cs typeface="宋体"/>
                        </a:rPr>
                        <a:t>方法论</a:t>
                      </a:r>
                      <a:r>
                        <a:rPr sz="1100" spc="-10" dirty="0">
                          <a:latin typeface="Arial"/>
                          <a:cs typeface="Arial"/>
                        </a:rPr>
                        <a:t>]</a:t>
                      </a:r>
                      <a:r>
                        <a:rPr sz="1100" spc="-10" dirty="0">
                          <a:latin typeface="宋体"/>
                          <a:cs typeface="宋体"/>
                        </a:rPr>
                        <a:t>，形成</a:t>
                      </a:r>
                      <a:r>
                        <a:rPr sz="1100" spc="-10" dirty="0">
                          <a:latin typeface="Arial"/>
                          <a:cs typeface="Arial"/>
                        </a:rPr>
                        <a:t>[</a:t>
                      </a:r>
                      <a:r>
                        <a:rPr sz="1100" spc="-10" dirty="0">
                          <a:latin typeface="宋体"/>
                          <a:cs typeface="宋体"/>
                        </a:rPr>
                        <a:t>字数</a:t>
                      </a:r>
                      <a:r>
                        <a:rPr sz="1100" spc="-10" dirty="0">
                          <a:latin typeface="Arial"/>
                          <a:cs typeface="Arial"/>
                        </a:rPr>
                        <a:t>]</a:t>
                      </a:r>
                      <a:r>
                        <a:rPr sz="1100" spc="-30" dirty="0">
                          <a:latin typeface="宋体"/>
                          <a:cs typeface="宋体"/>
                        </a:rPr>
                        <a:t>的深</a:t>
                      </a:r>
                      <a:r>
                        <a:rPr sz="1100" spc="-25" dirty="0">
                          <a:latin typeface="宋体"/>
                          <a:cs typeface="宋体"/>
                        </a:rPr>
                        <a:t>度文章</a:t>
                      </a:r>
                      <a:endParaRPr sz="1100">
                        <a:latin typeface="宋体"/>
                        <a:cs typeface="宋体"/>
                      </a:endParaRPr>
                    </a:p>
                  </a:txBody>
                  <a:tcPr marL="0" marR="0" marT="317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517525" marR="21590" indent="-488950">
                        <a:lnSpc>
                          <a:spcPct val="100000"/>
                        </a:lnSpc>
                        <a:spcBef>
                          <a:spcPts val="910"/>
                        </a:spcBef>
                      </a:pPr>
                      <a:r>
                        <a:rPr sz="1100" spc="-15" dirty="0">
                          <a:latin typeface="宋体"/>
                          <a:cs typeface="宋体"/>
                        </a:rPr>
                        <a:t>强调原创性，注重实操价值，</a:t>
                      </a:r>
                      <a:r>
                        <a:rPr sz="1100" spc="-20" dirty="0">
                          <a:latin typeface="宋体"/>
                          <a:cs typeface="宋体"/>
                        </a:rPr>
                        <a:t>设置互动引导</a:t>
                      </a:r>
                      <a:endParaRPr sz="1100">
                        <a:latin typeface="宋体"/>
                        <a:cs typeface="宋体"/>
                      </a:endParaRPr>
                    </a:p>
                  </a:txBody>
                  <a:tcPr marL="0" marR="0" marT="11557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452755">
                <a:tc>
                  <a:txBody>
                    <a:bodyPr/>
                    <a:lstStyle/>
                    <a:p>
                      <a:pPr algn="ctr">
                        <a:lnSpc>
                          <a:spcPct val="100000"/>
                        </a:lnSpc>
                        <a:spcBef>
                          <a:spcPts val="1000"/>
                        </a:spcBef>
                      </a:pPr>
                      <a:r>
                        <a:rPr sz="1100" spc="-20" dirty="0">
                          <a:latin typeface="宋体"/>
                          <a:cs typeface="宋体"/>
                        </a:rPr>
                        <a:t>评论互动优化</a:t>
                      </a:r>
                      <a:endParaRPr sz="1100">
                        <a:latin typeface="宋体"/>
                        <a:cs typeface="宋体"/>
                      </a:endParaRPr>
                    </a:p>
                  </a:txBody>
                  <a:tcPr marL="0" marR="0" marT="1270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35" algn="ctr">
                        <a:lnSpc>
                          <a:spcPct val="100000"/>
                        </a:lnSpc>
                        <a:spcBef>
                          <a:spcPts val="340"/>
                        </a:spcBef>
                      </a:pPr>
                      <a:r>
                        <a:rPr sz="1100" spc="-10" dirty="0">
                          <a:latin typeface="宋体"/>
                          <a:cs typeface="宋体"/>
                        </a:rPr>
                        <a:t>分析</a:t>
                      </a:r>
                      <a:r>
                        <a:rPr sz="1100" spc="-10" dirty="0">
                          <a:latin typeface="Arial"/>
                          <a:cs typeface="Arial"/>
                        </a:rPr>
                        <a:t>[</a:t>
                      </a:r>
                      <a:r>
                        <a:rPr sz="1100" spc="-10" dirty="0">
                          <a:latin typeface="宋体"/>
                          <a:cs typeface="宋体"/>
                        </a:rPr>
                        <a:t>读者反馈</a:t>
                      </a:r>
                      <a:r>
                        <a:rPr sz="1100" spc="-10" dirty="0">
                          <a:latin typeface="Arial"/>
                          <a:cs typeface="Arial"/>
                        </a:rPr>
                        <a:t>]</a:t>
                      </a:r>
                      <a:r>
                        <a:rPr sz="1100" spc="-15" dirty="0">
                          <a:latin typeface="宋体"/>
                          <a:cs typeface="宋体"/>
                        </a:rPr>
                        <a:t>中的关键问题，整理成</a:t>
                      </a:r>
                      <a:endParaRPr sz="1100">
                        <a:latin typeface="宋体"/>
                        <a:cs typeface="宋体"/>
                      </a:endParaRPr>
                    </a:p>
                    <a:p>
                      <a:pPr algn="ctr">
                        <a:lnSpc>
                          <a:spcPct val="100000"/>
                        </a:lnSpc>
                      </a:pPr>
                      <a:r>
                        <a:rPr sz="1100" spc="-10" dirty="0">
                          <a:latin typeface="Arial"/>
                          <a:cs typeface="Arial"/>
                        </a:rPr>
                        <a:t>[</a:t>
                      </a:r>
                      <a:r>
                        <a:rPr sz="1100" spc="-10" dirty="0">
                          <a:latin typeface="宋体"/>
                          <a:cs typeface="宋体"/>
                        </a:rPr>
                        <a:t>主题</a:t>
                      </a:r>
                      <a:r>
                        <a:rPr sz="1100" spc="-10" dirty="0">
                          <a:latin typeface="Arial"/>
                          <a:cs typeface="Arial"/>
                        </a:rPr>
                        <a:t>]</a:t>
                      </a:r>
                      <a:r>
                        <a:rPr sz="1100" spc="-10" dirty="0">
                          <a:latin typeface="宋体"/>
                          <a:cs typeface="宋体"/>
                        </a:rPr>
                        <a:t>的解答文章，包含</a:t>
                      </a:r>
                      <a:r>
                        <a:rPr sz="1100" spc="-10" dirty="0">
                          <a:latin typeface="Arial"/>
                          <a:cs typeface="Arial"/>
                        </a:rPr>
                        <a:t>[</a:t>
                      </a:r>
                      <a:r>
                        <a:rPr sz="1100" spc="-10" dirty="0">
                          <a:latin typeface="宋体"/>
                          <a:cs typeface="宋体"/>
                        </a:rPr>
                        <a:t>实践建议</a:t>
                      </a:r>
                      <a:r>
                        <a:rPr sz="1100" spc="-50" dirty="0">
                          <a:latin typeface="Arial"/>
                          <a:cs typeface="Arial"/>
                        </a:rPr>
                        <a:t>]</a:t>
                      </a:r>
                      <a:endParaRPr sz="1100">
                        <a:latin typeface="Arial"/>
                        <a:cs typeface="Arial"/>
                      </a:endParaRPr>
                    </a:p>
                  </a:txBody>
                  <a:tcPr marL="0" marR="0" marT="431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447675" marR="91440" indent="-349250">
                        <a:lnSpc>
                          <a:spcPct val="100000"/>
                        </a:lnSpc>
                        <a:spcBef>
                          <a:spcPts val="340"/>
                        </a:spcBef>
                      </a:pPr>
                      <a:r>
                        <a:rPr sz="1100" spc="-15" dirty="0">
                          <a:latin typeface="宋体"/>
                          <a:cs typeface="宋体"/>
                        </a:rPr>
                        <a:t>回应读者关切，提供解决方</a:t>
                      </a:r>
                      <a:r>
                        <a:rPr sz="1100" spc="-20" dirty="0">
                          <a:latin typeface="宋体"/>
                          <a:cs typeface="宋体"/>
                        </a:rPr>
                        <a:t>案，保持对话感</a:t>
                      </a:r>
                      <a:endParaRPr sz="1100">
                        <a:latin typeface="宋体"/>
                        <a:cs typeface="宋体"/>
                      </a:endParaRPr>
                    </a:p>
                  </a:txBody>
                  <a:tcPr marL="0" marR="0" marT="4318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bl>
          </a:graphicData>
        </a:graphic>
      </p:graphicFrame>
      <p:sp>
        <p:nvSpPr>
          <p:cNvPr id="9" name="object 9"/>
          <p:cNvSpPr txBox="1"/>
          <p:nvPr/>
        </p:nvSpPr>
        <p:spPr>
          <a:xfrm>
            <a:off x="6563994" y="1522730"/>
            <a:ext cx="2317115" cy="331470"/>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Microsoft JhengHei"/>
                <a:cs typeface="Microsoft JhengHei"/>
              </a:rPr>
              <a:t>场景化提示语示例表</a:t>
            </a:r>
            <a:endParaRPr sz="2000">
              <a:latin typeface="Microsoft JhengHei"/>
              <a:cs typeface="Microsoft JhengHe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280525" cy="634365"/>
          </a:xfrm>
          <a:prstGeom prst="rect">
            <a:avLst/>
          </a:prstGeom>
        </p:spPr>
        <p:txBody>
          <a:bodyPr vert="horz" wrap="square" lIns="0" tIns="12065" rIns="0" bIns="0" rtlCol="0">
            <a:spAutoFit/>
          </a:bodyPr>
          <a:lstStyle/>
          <a:p>
            <a:pPr marL="12700">
              <a:lnSpc>
                <a:spcPct val="100000"/>
              </a:lnSpc>
              <a:spcBef>
                <a:spcPts val="95"/>
              </a:spcBef>
            </a:pPr>
            <a:r>
              <a:rPr sz="4000" spc="270" dirty="0"/>
              <a:t>驾驭微博：短平快传播中的提示语设</a:t>
            </a:r>
            <a:r>
              <a:rPr sz="4000" spc="-50" dirty="0"/>
              <a:t>计</a:t>
            </a:r>
            <a:endParaRPr sz="4000"/>
          </a:p>
        </p:txBody>
      </p:sp>
      <p:sp>
        <p:nvSpPr>
          <p:cNvPr id="3" name="object 3"/>
          <p:cNvSpPr txBox="1"/>
          <p:nvPr/>
        </p:nvSpPr>
        <p:spPr>
          <a:xfrm>
            <a:off x="288925" y="1268094"/>
            <a:ext cx="10591165" cy="764540"/>
          </a:xfrm>
          <a:prstGeom prst="rect">
            <a:avLst/>
          </a:prstGeom>
        </p:spPr>
        <p:txBody>
          <a:bodyPr vert="horz" wrap="square" lIns="0" tIns="13335" rIns="0" bIns="0" rtlCol="0">
            <a:spAutoFit/>
          </a:bodyPr>
          <a:lstStyle/>
          <a:p>
            <a:pPr marL="344805">
              <a:lnSpc>
                <a:spcPct val="100000"/>
              </a:lnSpc>
              <a:spcBef>
                <a:spcPts val="105"/>
              </a:spcBef>
            </a:pPr>
            <a:r>
              <a:rPr sz="2000" b="1" spc="-10" dirty="0">
                <a:latin typeface="Microsoft JhengHei"/>
                <a:cs typeface="Microsoft JhengHei"/>
              </a:rPr>
              <a:t>平台特性与传播机制</a:t>
            </a:r>
            <a:endParaRPr sz="2000">
              <a:latin typeface="Microsoft JhengHei"/>
              <a:cs typeface="Microsoft JhengHei"/>
            </a:endParaRPr>
          </a:p>
          <a:p>
            <a:pPr marL="12700">
              <a:lnSpc>
                <a:spcPct val="100000"/>
              </a:lnSpc>
              <a:spcBef>
                <a:spcPts val="1495"/>
              </a:spcBef>
            </a:pPr>
            <a:r>
              <a:rPr sz="1600" spc="-15" dirty="0">
                <a:latin typeface="宋体"/>
                <a:cs typeface="宋体"/>
              </a:rPr>
              <a:t>微博平台具有四大核心特征：实时性、社交属性、话题引导和多媒体融合。这些特征直接影响提示语设计的策略方向</a:t>
            </a:r>
            <a:r>
              <a:rPr sz="1600" spc="-20" dirty="0">
                <a:latin typeface="宋体"/>
                <a:cs typeface="宋体"/>
              </a:rPr>
              <a:t>：</a:t>
            </a:r>
            <a:endParaRPr sz="1600">
              <a:latin typeface="宋体"/>
              <a:cs typeface="宋体"/>
            </a:endParaRPr>
          </a:p>
        </p:txBody>
      </p:sp>
      <p:pic>
        <p:nvPicPr>
          <p:cNvPr id="4" name="object 4"/>
          <p:cNvPicPr/>
          <p:nvPr/>
        </p:nvPicPr>
        <p:blipFill>
          <a:blip r:embed="rId2" cstate="print"/>
          <a:stretch>
            <a:fillRect/>
          </a:stretch>
        </p:blipFill>
        <p:spPr>
          <a:xfrm>
            <a:off x="1284087" y="2189619"/>
            <a:ext cx="9265743" cy="1827320"/>
          </a:xfrm>
          <a:prstGeom prst="rect">
            <a:avLst/>
          </a:prstGeom>
        </p:spPr>
      </p:pic>
      <p:pic>
        <p:nvPicPr>
          <p:cNvPr id="5" name="object 5"/>
          <p:cNvPicPr/>
          <p:nvPr/>
        </p:nvPicPr>
        <p:blipFill>
          <a:blip r:embed="rId3" cstate="print"/>
          <a:stretch>
            <a:fillRect/>
          </a:stretch>
        </p:blipFill>
        <p:spPr>
          <a:xfrm>
            <a:off x="393382" y="4339272"/>
            <a:ext cx="7670164" cy="2205990"/>
          </a:xfrm>
          <a:prstGeom prst="rect">
            <a:avLst/>
          </a:prstGeom>
        </p:spPr>
      </p:pic>
      <p:sp>
        <p:nvSpPr>
          <p:cNvPr id="6" name="object 6"/>
          <p:cNvSpPr txBox="1"/>
          <p:nvPr/>
        </p:nvSpPr>
        <p:spPr>
          <a:xfrm>
            <a:off x="486409" y="4668392"/>
            <a:ext cx="7452995" cy="1485900"/>
          </a:xfrm>
          <a:prstGeom prst="rect">
            <a:avLst/>
          </a:prstGeom>
        </p:spPr>
        <p:txBody>
          <a:bodyPr vert="horz" wrap="square" lIns="0" tIns="60960" rIns="0" bIns="0" rtlCol="0">
            <a:spAutoFit/>
          </a:bodyPr>
          <a:lstStyle/>
          <a:p>
            <a:pPr marL="532130" indent="-519430">
              <a:lnSpc>
                <a:spcPct val="100000"/>
              </a:lnSpc>
              <a:spcBef>
                <a:spcPts val="480"/>
              </a:spcBef>
              <a:buSzPct val="93750"/>
              <a:buAutoNum type="arabicPlain"/>
              <a:tabLst>
                <a:tab pos="532130" algn="l"/>
              </a:tabLst>
            </a:pPr>
            <a:r>
              <a:rPr sz="1600" spc="-25" dirty="0">
                <a:latin typeface="宋体"/>
                <a:cs typeface="宋体"/>
              </a:rPr>
              <a:t>实时性要求提示语必须具备快速响应能力，支持热点话题的及时跟进与创作。</a:t>
            </a:r>
            <a:endParaRPr sz="1600">
              <a:latin typeface="宋体"/>
              <a:cs typeface="宋体"/>
            </a:endParaRPr>
          </a:p>
          <a:p>
            <a:pPr marL="12700" marR="5080">
              <a:lnSpc>
                <a:spcPct val="119800"/>
              </a:lnSpc>
              <a:buSzPct val="93750"/>
              <a:buAutoNum type="arabicPlain"/>
              <a:tabLst>
                <a:tab pos="532130" algn="l"/>
              </a:tabLst>
            </a:pPr>
            <a:r>
              <a:rPr sz="1600" spc="-25" dirty="0">
                <a:latin typeface="宋体"/>
                <a:cs typeface="宋体"/>
              </a:rPr>
              <a:t>社交属性决定了内容需要具备较强的互动性和对话感，提示语设计要融入互动</a:t>
            </a:r>
            <a:r>
              <a:rPr sz="1600" spc="-35" dirty="0">
                <a:latin typeface="宋体"/>
                <a:cs typeface="宋体"/>
              </a:rPr>
              <a:t>机制。</a:t>
            </a:r>
            <a:endParaRPr sz="1600">
              <a:latin typeface="宋体"/>
              <a:cs typeface="宋体"/>
            </a:endParaRPr>
          </a:p>
          <a:p>
            <a:pPr marL="532130" indent="-519430">
              <a:lnSpc>
                <a:spcPct val="100000"/>
              </a:lnSpc>
              <a:spcBef>
                <a:spcPts val="380"/>
              </a:spcBef>
              <a:buSzPct val="93750"/>
              <a:buAutoNum type="arabicPlain"/>
              <a:tabLst>
                <a:tab pos="532130" algn="l"/>
              </a:tabLst>
            </a:pPr>
            <a:r>
              <a:rPr sz="1600" spc="-25" dirty="0">
                <a:latin typeface="宋体"/>
                <a:cs typeface="宋体"/>
              </a:rPr>
              <a:t>话题引导能力使平台成为舆论场，提示语需要把握议题设置的技巧。</a:t>
            </a:r>
            <a:endParaRPr sz="1600">
              <a:latin typeface="宋体"/>
              <a:cs typeface="宋体"/>
            </a:endParaRPr>
          </a:p>
          <a:p>
            <a:pPr marL="532130" indent="-519430">
              <a:lnSpc>
                <a:spcPct val="100000"/>
              </a:lnSpc>
              <a:spcBef>
                <a:spcPts val="380"/>
              </a:spcBef>
              <a:buSzPct val="93750"/>
              <a:buAutoNum type="arabicPlain"/>
              <a:tabLst>
                <a:tab pos="532130" algn="l"/>
              </a:tabLst>
            </a:pPr>
            <a:r>
              <a:rPr sz="1600" spc="-25" dirty="0">
                <a:latin typeface="宋体"/>
                <a:cs typeface="宋体"/>
              </a:rPr>
              <a:t>多媒体融合特性要求提示语能够协调处理文字、图片、视频等多种内容形式。</a:t>
            </a:r>
            <a:endParaRPr sz="1600">
              <a:latin typeface="宋体"/>
              <a:cs typeface="宋体"/>
            </a:endParaRPr>
          </a:p>
        </p:txBody>
      </p:sp>
      <p:sp>
        <p:nvSpPr>
          <p:cNvPr id="7" name="object 7"/>
          <p:cNvSpPr/>
          <p:nvPr/>
        </p:nvSpPr>
        <p:spPr>
          <a:xfrm>
            <a:off x="8333105" y="4334509"/>
            <a:ext cx="3450590" cy="2216150"/>
          </a:xfrm>
          <a:custGeom>
            <a:avLst/>
            <a:gdLst/>
            <a:ahLst/>
            <a:cxnLst/>
            <a:rect l="l" t="t" r="r" b="b"/>
            <a:pathLst>
              <a:path w="3450590" h="2216150">
                <a:moveTo>
                  <a:pt x="3450590" y="0"/>
                </a:moveTo>
                <a:lnTo>
                  <a:pt x="0" y="0"/>
                </a:lnTo>
                <a:lnTo>
                  <a:pt x="0" y="2216150"/>
                </a:lnTo>
                <a:lnTo>
                  <a:pt x="3450590" y="2216150"/>
                </a:lnTo>
                <a:lnTo>
                  <a:pt x="3450590" y="2197100"/>
                </a:lnTo>
                <a:lnTo>
                  <a:pt x="3450590" y="2178050"/>
                </a:lnTo>
                <a:lnTo>
                  <a:pt x="3450590" y="38100"/>
                </a:lnTo>
                <a:lnTo>
                  <a:pt x="3450590" y="19050"/>
                </a:lnTo>
                <a:lnTo>
                  <a:pt x="3450590" y="0"/>
                </a:lnTo>
                <a:close/>
              </a:path>
            </a:pathLst>
          </a:custGeom>
          <a:solidFill>
            <a:srgbClr val="DFEAF9"/>
          </a:solidFill>
        </p:spPr>
        <p:txBody>
          <a:bodyPr wrap="square" lIns="0" tIns="0" rIns="0" bIns="0" rtlCol="0"/>
          <a:lstStyle/>
          <a:p>
            <a:endParaRPr/>
          </a:p>
        </p:txBody>
      </p:sp>
      <p:sp>
        <p:nvSpPr>
          <p:cNvPr id="8" name="object 8"/>
          <p:cNvSpPr txBox="1"/>
          <p:nvPr/>
        </p:nvSpPr>
        <p:spPr>
          <a:xfrm>
            <a:off x="8351519" y="4354067"/>
            <a:ext cx="3413760" cy="2178050"/>
          </a:xfrm>
          <a:prstGeom prst="rect">
            <a:avLst/>
          </a:prstGeom>
        </p:spPr>
        <p:txBody>
          <a:bodyPr vert="horz" wrap="square" lIns="0" tIns="1905" rIns="0" bIns="0" rtlCol="0">
            <a:spAutoFit/>
          </a:bodyPr>
          <a:lstStyle/>
          <a:p>
            <a:pPr>
              <a:lnSpc>
                <a:spcPct val="100000"/>
              </a:lnSpc>
              <a:spcBef>
                <a:spcPts val="15"/>
              </a:spcBef>
            </a:pPr>
            <a:endParaRPr sz="1750">
              <a:latin typeface="Times New Roman"/>
              <a:cs typeface="Times New Roman"/>
            </a:endParaRPr>
          </a:p>
          <a:p>
            <a:pPr marL="92075" marR="267335">
              <a:lnSpc>
                <a:spcPct val="109900"/>
              </a:lnSpc>
            </a:pPr>
            <a:r>
              <a:rPr sz="1600" spc="-20" dirty="0">
                <a:latin typeface="宋体"/>
                <a:cs typeface="宋体"/>
              </a:rPr>
              <a:t>微博的内容分发主要依赖于以下</a:t>
            </a:r>
            <a:r>
              <a:rPr sz="1600" spc="-50" dirty="0">
                <a:latin typeface="宋体"/>
                <a:cs typeface="宋体"/>
              </a:rPr>
              <a:t>传</a:t>
            </a:r>
            <a:r>
              <a:rPr sz="1600" spc="-20" dirty="0">
                <a:latin typeface="宋体"/>
                <a:cs typeface="宋体"/>
              </a:rPr>
              <a:t>播路径</a:t>
            </a:r>
            <a:r>
              <a:rPr sz="1600" spc="-50" dirty="0">
                <a:latin typeface="宋体"/>
                <a:cs typeface="宋体"/>
              </a:rPr>
              <a:t>：</a:t>
            </a:r>
            <a:endParaRPr sz="1600">
              <a:latin typeface="宋体"/>
              <a:cs typeface="宋体"/>
            </a:endParaRPr>
          </a:p>
          <a:p>
            <a:pPr marL="377825" indent="-285750">
              <a:lnSpc>
                <a:spcPct val="100000"/>
              </a:lnSpc>
              <a:spcBef>
                <a:spcPts val="190"/>
              </a:spcBef>
              <a:buFont typeface="Arial"/>
              <a:buChar char="•"/>
              <a:tabLst>
                <a:tab pos="377190" algn="l"/>
                <a:tab pos="377825" algn="l"/>
              </a:tabLst>
            </a:pPr>
            <a:r>
              <a:rPr sz="1600" spc="-25" dirty="0">
                <a:latin typeface="宋体"/>
                <a:cs typeface="宋体"/>
              </a:rPr>
              <a:t>粉丝关系链传播</a:t>
            </a:r>
            <a:endParaRPr sz="1600">
              <a:latin typeface="宋体"/>
              <a:cs typeface="宋体"/>
            </a:endParaRPr>
          </a:p>
          <a:p>
            <a:pPr marL="377825" indent="-285750">
              <a:lnSpc>
                <a:spcPct val="100000"/>
              </a:lnSpc>
              <a:spcBef>
                <a:spcPts val="190"/>
              </a:spcBef>
              <a:buFont typeface="Arial"/>
              <a:buChar char="•"/>
              <a:tabLst>
                <a:tab pos="377190" algn="l"/>
                <a:tab pos="377825" algn="l"/>
              </a:tabLst>
            </a:pPr>
            <a:r>
              <a:rPr sz="1600" spc="-25" dirty="0">
                <a:latin typeface="宋体"/>
                <a:cs typeface="宋体"/>
              </a:rPr>
              <a:t>热门话题引流</a:t>
            </a:r>
            <a:endParaRPr sz="1600">
              <a:latin typeface="宋体"/>
              <a:cs typeface="宋体"/>
            </a:endParaRPr>
          </a:p>
          <a:p>
            <a:pPr marL="377825" indent="-285750">
              <a:lnSpc>
                <a:spcPct val="100000"/>
              </a:lnSpc>
              <a:spcBef>
                <a:spcPts val="190"/>
              </a:spcBef>
              <a:buFont typeface="Arial"/>
              <a:buChar char="•"/>
              <a:tabLst>
                <a:tab pos="377190" algn="l"/>
                <a:tab pos="377825" algn="l"/>
              </a:tabLst>
            </a:pPr>
            <a:r>
              <a:rPr sz="1600" spc="-25" dirty="0">
                <a:latin typeface="宋体"/>
                <a:cs typeface="宋体"/>
              </a:rPr>
              <a:t>兴趣推荐算法</a:t>
            </a:r>
            <a:endParaRPr sz="1600">
              <a:latin typeface="宋体"/>
              <a:cs typeface="宋体"/>
            </a:endParaRPr>
          </a:p>
          <a:p>
            <a:pPr marL="377825" indent="-285750">
              <a:lnSpc>
                <a:spcPct val="100000"/>
              </a:lnSpc>
              <a:spcBef>
                <a:spcPts val="190"/>
              </a:spcBef>
              <a:buFont typeface="Arial"/>
              <a:buChar char="•"/>
              <a:tabLst>
                <a:tab pos="377190" algn="l"/>
                <a:tab pos="377825" algn="l"/>
              </a:tabLst>
            </a:pPr>
            <a:r>
              <a:rPr sz="1600" spc="-25" dirty="0">
                <a:latin typeface="宋体"/>
                <a:cs typeface="宋体"/>
              </a:rPr>
              <a:t>转发评论互动</a:t>
            </a:r>
            <a:endParaRPr sz="1600">
              <a:latin typeface="宋体"/>
              <a:cs typeface="宋体"/>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6546850" cy="634365"/>
          </a:xfrm>
          <a:prstGeom prst="rect">
            <a:avLst/>
          </a:prstGeom>
        </p:spPr>
        <p:txBody>
          <a:bodyPr vert="horz" wrap="square" lIns="0" tIns="12065" rIns="0" bIns="0" rtlCol="0">
            <a:spAutoFit/>
          </a:bodyPr>
          <a:lstStyle/>
          <a:p>
            <a:pPr marL="12700">
              <a:lnSpc>
                <a:spcPct val="100000"/>
              </a:lnSpc>
              <a:spcBef>
                <a:spcPts val="95"/>
              </a:spcBef>
            </a:pPr>
            <a:r>
              <a:rPr sz="4000" spc="270" dirty="0"/>
              <a:t>内容策略的提示设计（一</a:t>
            </a:r>
            <a:r>
              <a:rPr sz="4000" spc="-50" dirty="0"/>
              <a:t>）</a:t>
            </a:r>
            <a:endParaRPr sz="4000"/>
          </a:p>
        </p:txBody>
      </p:sp>
      <p:sp>
        <p:nvSpPr>
          <p:cNvPr id="3" name="object 3"/>
          <p:cNvSpPr txBox="1"/>
          <p:nvPr/>
        </p:nvSpPr>
        <p:spPr>
          <a:xfrm>
            <a:off x="288925" y="1209547"/>
            <a:ext cx="11403965" cy="609600"/>
          </a:xfrm>
          <a:prstGeom prst="rect">
            <a:avLst/>
          </a:prstGeom>
        </p:spPr>
        <p:txBody>
          <a:bodyPr vert="horz" wrap="square" lIns="0" tIns="12700" rIns="0" bIns="0" rtlCol="0">
            <a:spAutoFit/>
          </a:bodyPr>
          <a:lstStyle/>
          <a:p>
            <a:pPr marL="12700" marR="5080">
              <a:lnSpc>
                <a:spcPct val="119800"/>
              </a:lnSpc>
              <a:spcBef>
                <a:spcPts val="100"/>
              </a:spcBef>
            </a:pPr>
            <a:r>
              <a:rPr sz="1600" spc="-15" dirty="0">
                <a:latin typeface="宋体"/>
                <a:cs typeface="宋体"/>
              </a:rPr>
              <a:t>内容策略的提示设计不仅涉及到信息传递的准确性，还需要考虑适用平台特性、用户需求差异、内容传播效果、创造力的激发</a:t>
            </a:r>
            <a:r>
              <a:rPr sz="1600" spc="-20" dirty="0">
                <a:latin typeface="宋体"/>
                <a:cs typeface="宋体"/>
              </a:rPr>
              <a:t>以</a:t>
            </a:r>
            <a:r>
              <a:rPr sz="1600" spc="-15" dirty="0">
                <a:latin typeface="宋体"/>
                <a:cs typeface="宋体"/>
              </a:rPr>
              <a:t>及生成过程中的灵活性和可控制性，具体可执行的策略如下</a:t>
            </a:r>
            <a:r>
              <a:rPr sz="1600" spc="-20" dirty="0">
                <a:latin typeface="宋体"/>
                <a:cs typeface="宋体"/>
              </a:rPr>
              <a:t>：</a:t>
            </a:r>
            <a:endParaRPr sz="1600">
              <a:latin typeface="宋体"/>
              <a:cs typeface="宋体"/>
            </a:endParaRPr>
          </a:p>
        </p:txBody>
      </p:sp>
      <p:pic>
        <p:nvPicPr>
          <p:cNvPr id="4" name="object 4"/>
          <p:cNvPicPr/>
          <p:nvPr/>
        </p:nvPicPr>
        <p:blipFill>
          <a:blip r:embed="rId2" cstate="print"/>
          <a:stretch>
            <a:fillRect/>
          </a:stretch>
        </p:blipFill>
        <p:spPr>
          <a:xfrm>
            <a:off x="272732" y="2539682"/>
            <a:ext cx="5697220" cy="4006214"/>
          </a:xfrm>
          <a:prstGeom prst="rect">
            <a:avLst/>
          </a:prstGeom>
        </p:spPr>
      </p:pic>
      <p:sp>
        <p:nvSpPr>
          <p:cNvPr id="5" name="object 5"/>
          <p:cNvSpPr txBox="1"/>
          <p:nvPr/>
        </p:nvSpPr>
        <p:spPr>
          <a:xfrm>
            <a:off x="401954" y="2746883"/>
            <a:ext cx="5624195" cy="3530600"/>
          </a:xfrm>
          <a:prstGeom prst="rect">
            <a:avLst/>
          </a:prstGeom>
        </p:spPr>
        <p:txBody>
          <a:bodyPr vert="horz" wrap="square" lIns="0" tIns="12700" rIns="0" bIns="0" rtlCol="0">
            <a:spAutoFit/>
          </a:bodyPr>
          <a:lstStyle/>
          <a:p>
            <a:pPr marL="12700" marR="186055">
              <a:lnSpc>
                <a:spcPct val="119800"/>
              </a:lnSpc>
              <a:spcBef>
                <a:spcPts val="100"/>
              </a:spcBef>
            </a:pPr>
            <a:r>
              <a:rPr sz="1600" spc="-15" dirty="0">
                <a:latin typeface="宋体"/>
                <a:cs typeface="宋体"/>
              </a:rPr>
              <a:t>微博内容创作的关键在于把握</a:t>
            </a:r>
            <a:r>
              <a:rPr sz="1600" spc="-10" dirty="0">
                <a:latin typeface="Arial"/>
                <a:cs typeface="Arial"/>
              </a:rPr>
              <a:t>“</a:t>
            </a:r>
            <a:r>
              <a:rPr sz="1600" spc="-15" dirty="0">
                <a:latin typeface="宋体"/>
                <a:cs typeface="宋体"/>
              </a:rPr>
              <a:t>短平快</a:t>
            </a:r>
            <a:r>
              <a:rPr sz="1600" spc="-10" dirty="0">
                <a:latin typeface="Arial"/>
                <a:cs typeface="Arial"/>
              </a:rPr>
              <a:t>”</a:t>
            </a:r>
            <a:r>
              <a:rPr sz="1600" spc="-15" dirty="0">
                <a:latin typeface="宋体"/>
                <a:cs typeface="宋体"/>
              </a:rPr>
              <a:t>的平台节奏，同时又</a:t>
            </a:r>
            <a:r>
              <a:rPr sz="1600" spc="-20" dirty="0">
                <a:latin typeface="宋体"/>
                <a:cs typeface="宋体"/>
              </a:rPr>
              <a:t>要</a:t>
            </a:r>
            <a:r>
              <a:rPr sz="1600" spc="-15" dirty="0">
                <a:latin typeface="宋体"/>
                <a:cs typeface="宋体"/>
              </a:rPr>
              <a:t>确保内容的价值密度。基于平台特性，提示语框架需要关</a:t>
            </a:r>
            <a:r>
              <a:rPr sz="1600" spc="-20" dirty="0">
                <a:latin typeface="宋体"/>
                <a:cs typeface="宋体"/>
              </a:rPr>
              <a:t>注</a:t>
            </a:r>
            <a:r>
              <a:rPr sz="1600" spc="-15" dirty="0">
                <a:latin typeface="宋体"/>
                <a:cs typeface="宋体"/>
              </a:rPr>
              <a:t>以下维度</a:t>
            </a:r>
            <a:r>
              <a:rPr sz="1600" spc="-20" dirty="0">
                <a:latin typeface="宋体"/>
                <a:cs typeface="宋体"/>
              </a:rPr>
              <a:t>：</a:t>
            </a:r>
            <a:endParaRPr sz="1600">
              <a:latin typeface="宋体"/>
              <a:cs typeface="宋体"/>
            </a:endParaRPr>
          </a:p>
          <a:p>
            <a:pPr marL="12700" marR="208279">
              <a:lnSpc>
                <a:spcPct val="119800"/>
              </a:lnSpc>
              <a:buSzPct val="93750"/>
              <a:buAutoNum type="arabicPlain"/>
              <a:tabLst>
                <a:tab pos="532130" algn="l"/>
              </a:tabLst>
            </a:pPr>
            <a:r>
              <a:rPr sz="1600" spc="-25" dirty="0">
                <a:latin typeface="宋体"/>
                <a:cs typeface="宋体"/>
              </a:rPr>
              <a:t>时效性把控：提示语需要建立快速响应机制，包括热点捕捉、议题延展和观点表达。重点在于保证信息的及时性和</a:t>
            </a:r>
            <a:r>
              <a:rPr sz="1600" spc="-30" dirty="0">
                <a:latin typeface="宋体"/>
                <a:cs typeface="宋体"/>
              </a:rPr>
              <a:t>准确性。</a:t>
            </a:r>
            <a:endParaRPr sz="1600">
              <a:latin typeface="宋体"/>
              <a:cs typeface="宋体"/>
            </a:endParaRPr>
          </a:p>
          <a:p>
            <a:pPr marL="12700" marR="5080">
              <a:lnSpc>
                <a:spcPct val="119800"/>
              </a:lnSpc>
              <a:buSzPct val="93750"/>
              <a:buAutoNum type="arabicPlain"/>
              <a:tabLst>
                <a:tab pos="532130" algn="l"/>
              </a:tabLst>
            </a:pPr>
            <a:r>
              <a:rPr sz="1600" spc="-25" dirty="0">
                <a:latin typeface="宋体"/>
                <a:cs typeface="宋体"/>
              </a:rPr>
              <a:t>互动性设计：通过提示语引导生成便于互动的内容形式，如设置悬念、提出问题、邀请讨论等，提升内容的社交属性。</a:t>
            </a:r>
            <a:endParaRPr sz="1600">
              <a:latin typeface="宋体"/>
              <a:cs typeface="宋体"/>
            </a:endParaRPr>
          </a:p>
          <a:p>
            <a:pPr marL="12700" marR="208279">
              <a:lnSpc>
                <a:spcPct val="119800"/>
              </a:lnSpc>
              <a:buSzPct val="93750"/>
              <a:buAutoNum type="arabicPlain"/>
              <a:tabLst>
                <a:tab pos="532130" algn="l"/>
              </a:tabLst>
            </a:pPr>
            <a:r>
              <a:rPr sz="1600" spc="-25" dirty="0">
                <a:latin typeface="宋体"/>
                <a:cs typeface="宋体"/>
              </a:rPr>
              <a:t>传播性优化：针对微博的传播特点，提示语要强化内容的话题关联性和情绪共鸣点，提升传播势能。</a:t>
            </a:r>
            <a:endParaRPr sz="1600">
              <a:latin typeface="宋体"/>
              <a:cs typeface="宋体"/>
            </a:endParaRPr>
          </a:p>
          <a:p>
            <a:pPr marL="12700" marR="208279">
              <a:lnSpc>
                <a:spcPct val="119800"/>
              </a:lnSpc>
              <a:buSzPct val="93750"/>
              <a:buAutoNum type="arabicPlain"/>
              <a:tabLst>
                <a:tab pos="532130" algn="l"/>
              </a:tabLst>
            </a:pPr>
            <a:r>
              <a:rPr sz="1600" spc="-25" dirty="0">
                <a:latin typeface="宋体"/>
                <a:cs typeface="宋体"/>
              </a:rPr>
              <a:t>风格一致性：在快速响应的同时，提示语要确保内容风格的一致性，维护账号调性。</a:t>
            </a:r>
            <a:endParaRPr sz="1600">
              <a:latin typeface="宋体"/>
              <a:cs typeface="宋体"/>
            </a:endParaRPr>
          </a:p>
        </p:txBody>
      </p:sp>
      <p:sp>
        <p:nvSpPr>
          <p:cNvPr id="6" name="object 6"/>
          <p:cNvSpPr txBox="1"/>
          <p:nvPr/>
        </p:nvSpPr>
        <p:spPr>
          <a:xfrm>
            <a:off x="620394" y="2036444"/>
            <a:ext cx="1553210" cy="331470"/>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Microsoft JhengHei"/>
                <a:cs typeface="Microsoft JhengHei"/>
              </a:rPr>
              <a:t>基础框架设计</a:t>
            </a:r>
            <a:endParaRPr sz="2000">
              <a:latin typeface="Microsoft JhengHei"/>
              <a:cs typeface="Microsoft JhengHei"/>
            </a:endParaRPr>
          </a:p>
        </p:txBody>
      </p:sp>
      <p:sp>
        <p:nvSpPr>
          <p:cNvPr id="7" name="object 7"/>
          <p:cNvSpPr txBox="1"/>
          <p:nvPr/>
        </p:nvSpPr>
        <p:spPr>
          <a:xfrm>
            <a:off x="6407784" y="2053589"/>
            <a:ext cx="5511165" cy="1336040"/>
          </a:xfrm>
          <a:prstGeom prst="rect">
            <a:avLst/>
          </a:prstGeom>
        </p:spPr>
        <p:txBody>
          <a:bodyPr vert="horz" wrap="square" lIns="0" tIns="13335" rIns="0" bIns="0" rtlCol="0">
            <a:spAutoFit/>
          </a:bodyPr>
          <a:lstStyle/>
          <a:p>
            <a:pPr marL="321310">
              <a:lnSpc>
                <a:spcPct val="100000"/>
              </a:lnSpc>
              <a:spcBef>
                <a:spcPts val="105"/>
              </a:spcBef>
            </a:pPr>
            <a:r>
              <a:rPr sz="2000" b="1" spc="-10" dirty="0">
                <a:latin typeface="Microsoft JhengHei"/>
                <a:cs typeface="Microsoft JhengHei"/>
              </a:rPr>
              <a:t>差异化策略</a:t>
            </a:r>
            <a:endParaRPr sz="2000">
              <a:latin typeface="Microsoft JhengHei"/>
              <a:cs typeface="Microsoft JhengHei"/>
            </a:endParaRPr>
          </a:p>
          <a:p>
            <a:pPr marL="12700" marR="5080">
              <a:lnSpc>
                <a:spcPct val="119800"/>
              </a:lnSpc>
              <a:spcBef>
                <a:spcPts val="1015"/>
              </a:spcBef>
            </a:pPr>
            <a:r>
              <a:rPr sz="1600" spc="-20" dirty="0">
                <a:latin typeface="宋体"/>
                <a:cs typeface="宋体"/>
              </a:rPr>
              <a:t>针对不同类型的微博内容，提示语设计需要采取差异化策略</a:t>
            </a:r>
            <a:r>
              <a:rPr sz="1600" spc="-50" dirty="0">
                <a:latin typeface="宋体"/>
                <a:cs typeface="宋体"/>
              </a:rPr>
              <a:t>。</a:t>
            </a:r>
            <a:r>
              <a:rPr sz="1600" spc="-20" dirty="0">
                <a:latin typeface="宋体"/>
                <a:cs typeface="宋体"/>
              </a:rPr>
              <a:t>这种差异不仅体现在内容形式上，更需要在创作思路和传</a:t>
            </a:r>
            <a:r>
              <a:rPr sz="1600" spc="-50" dirty="0">
                <a:latin typeface="宋体"/>
                <a:cs typeface="宋体"/>
              </a:rPr>
              <a:t>播 </a:t>
            </a:r>
            <a:r>
              <a:rPr sz="1600" spc="-20" dirty="0">
                <a:latin typeface="宋体"/>
                <a:cs typeface="宋体"/>
              </a:rPr>
              <a:t>策略上有所区分</a:t>
            </a:r>
            <a:r>
              <a:rPr sz="1600" spc="-50" dirty="0">
                <a:latin typeface="宋体"/>
                <a:cs typeface="宋体"/>
              </a:rPr>
              <a:t>。</a:t>
            </a:r>
            <a:endParaRPr sz="1600">
              <a:latin typeface="宋体"/>
              <a:cs typeface="宋体"/>
            </a:endParaRPr>
          </a:p>
        </p:txBody>
      </p:sp>
      <p:graphicFrame>
        <p:nvGraphicFramePr>
          <p:cNvPr id="8" name="object 8"/>
          <p:cNvGraphicFramePr>
            <a:graphicFrameLocks noGrp="1"/>
          </p:cNvGraphicFramePr>
          <p:nvPr/>
        </p:nvGraphicFramePr>
        <p:xfrm>
          <a:off x="6377304" y="3550920"/>
          <a:ext cx="5480685" cy="2961005"/>
        </p:xfrm>
        <a:graphic>
          <a:graphicData uri="http://schemas.openxmlformats.org/drawingml/2006/table">
            <a:tbl>
              <a:tblPr firstRow="1" bandRow="1">
                <a:tableStyleId>{2D5ABB26-0587-4C30-8999-92F81FD0307C}</a:tableStyleId>
              </a:tblPr>
              <a:tblGrid>
                <a:gridCol w="790575">
                  <a:extLst>
                    <a:ext uri="{9D8B030D-6E8A-4147-A177-3AD203B41FA5}">
                      <a16:colId xmlns:a16="http://schemas.microsoft.com/office/drawing/2014/main" val="20000"/>
                    </a:ext>
                  </a:extLst>
                </a:gridCol>
                <a:gridCol w="1224280">
                  <a:extLst>
                    <a:ext uri="{9D8B030D-6E8A-4147-A177-3AD203B41FA5}">
                      <a16:colId xmlns:a16="http://schemas.microsoft.com/office/drawing/2014/main" val="20001"/>
                    </a:ext>
                  </a:extLst>
                </a:gridCol>
                <a:gridCol w="1873885">
                  <a:extLst>
                    <a:ext uri="{9D8B030D-6E8A-4147-A177-3AD203B41FA5}">
                      <a16:colId xmlns:a16="http://schemas.microsoft.com/office/drawing/2014/main" val="20002"/>
                    </a:ext>
                  </a:extLst>
                </a:gridCol>
                <a:gridCol w="1579245">
                  <a:extLst>
                    <a:ext uri="{9D8B030D-6E8A-4147-A177-3AD203B41FA5}">
                      <a16:colId xmlns:a16="http://schemas.microsoft.com/office/drawing/2014/main" val="20003"/>
                    </a:ext>
                  </a:extLst>
                </a:gridCol>
              </a:tblGrid>
              <a:tr h="323850">
                <a:tc>
                  <a:txBody>
                    <a:bodyPr/>
                    <a:lstStyle/>
                    <a:p>
                      <a:pPr marL="115570">
                        <a:lnSpc>
                          <a:spcPct val="100000"/>
                        </a:lnSpc>
                        <a:spcBef>
                          <a:spcPts val="495"/>
                        </a:spcBef>
                      </a:pPr>
                      <a:r>
                        <a:rPr sz="1100" spc="-20" dirty="0">
                          <a:latin typeface="宋体"/>
                          <a:cs typeface="宋体"/>
                        </a:rPr>
                        <a:t>内容类型</a:t>
                      </a:r>
                      <a:endParaRPr sz="1100">
                        <a:latin typeface="宋体"/>
                        <a:cs typeface="宋体"/>
                      </a:endParaRPr>
                    </a:p>
                  </a:txBody>
                  <a:tcPr marL="0" marR="0" marT="628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2590EB"/>
                    </a:solidFill>
                  </a:tcPr>
                </a:tc>
                <a:tc>
                  <a:txBody>
                    <a:bodyPr/>
                    <a:lstStyle/>
                    <a:p>
                      <a:pPr marL="332740">
                        <a:lnSpc>
                          <a:spcPct val="100000"/>
                        </a:lnSpc>
                        <a:spcBef>
                          <a:spcPts val="495"/>
                        </a:spcBef>
                      </a:pPr>
                      <a:r>
                        <a:rPr sz="1100" spc="-20" dirty="0">
                          <a:latin typeface="宋体"/>
                          <a:cs typeface="宋体"/>
                        </a:rPr>
                        <a:t>核心特点</a:t>
                      </a:r>
                      <a:endParaRPr sz="1100">
                        <a:latin typeface="宋体"/>
                        <a:cs typeface="宋体"/>
                      </a:endParaRPr>
                    </a:p>
                  </a:txBody>
                  <a:tcPr marL="0" marR="0" marT="628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2590EB"/>
                    </a:solidFill>
                  </a:tcPr>
                </a:tc>
                <a:tc>
                  <a:txBody>
                    <a:bodyPr/>
                    <a:lstStyle/>
                    <a:p>
                      <a:pPr algn="ctr">
                        <a:lnSpc>
                          <a:spcPct val="100000"/>
                        </a:lnSpc>
                        <a:spcBef>
                          <a:spcPts val="495"/>
                        </a:spcBef>
                      </a:pPr>
                      <a:r>
                        <a:rPr sz="1100" spc="-20" dirty="0">
                          <a:latin typeface="宋体"/>
                          <a:cs typeface="宋体"/>
                        </a:rPr>
                        <a:t>关键要素</a:t>
                      </a:r>
                      <a:endParaRPr sz="1100">
                        <a:latin typeface="宋体"/>
                        <a:cs typeface="宋体"/>
                      </a:endParaRPr>
                    </a:p>
                  </a:txBody>
                  <a:tcPr marL="0" marR="0" marT="628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2590EB"/>
                    </a:solidFill>
                  </a:tcPr>
                </a:tc>
                <a:tc>
                  <a:txBody>
                    <a:bodyPr/>
                    <a:lstStyle/>
                    <a:p>
                      <a:pPr marL="439420">
                        <a:lnSpc>
                          <a:spcPct val="100000"/>
                        </a:lnSpc>
                        <a:spcBef>
                          <a:spcPts val="495"/>
                        </a:spcBef>
                      </a:pPr>
                      <a:r>
                        <a:rPr sz="1100" spc="-20" dirty="0">
                          <a:latin typeface="宋体"/>
                          <a:cs typeface="宋体"/>
                        </a:rPr>
                        <a:t>提示语重点</a:t>
                      </a:r>
                      <a:endParaRPr sz="1100">
                        <a:latin typeface="宋体"/>
                        <a:cs typeface="宋体"/>
                      </a:endParaRPr>
                    </a:p>
                  </a:txBody>
                  <a:tcPr marL="0" marR="0" marT="6286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2590EB"/>
                    </a:solidFill>
                  </a:tcPr>
                </a:tc>
                <a:extLst>
                  <a:ext uri="{0D108BD9-81ED-4DB2-BD59-A6C34878D82A}">
                    <a16:rowId xmlns:a16="http://schemas.microsoft.com/office/drawing/2014/main" val="10000"/>
                  </a:ext>
                </a:extLst>
              </a:tr>
              <a:tr h="494030">
                <a:tc>
                  <a:txBody>
                    <a:bodyPr/>
                    <a:lstStyle/>
                    <a:p>
                      <a:pPr marL="325120" marR="108585" indent="-209550">
                        <a:lnSpc>
                          <a:spcPct val="100000"/>
                        </a:lnSpc>
                        <a:spcBef>
                          <a:spcPts val="505"/>
                        </a:spcBef>
                      </a:pPr>
                      <a:r>
                        <a:rPr sz="1100" spc="-20" dirty="0">
                          <a:latin typeface="宋体"/>
                          <a:cs typeface="宋体"/>
                        </a:rPr>
                        <a:t>热点跟进</a:t>
                      </a:r>
                      <a:r>
                        <a:rPr sz="1100" spc="-50" dirty="0">
                          <a:latin typeface="宋体"/>
                          <a:cs typeface="宋体"/>
                        </a:rPr>
                        <a:t>型</a:t>
                      </a:r>
                      <a:endParaRPr sz="1100">
                        <a:latin typeface="宋体"/>
                        <a:cs typeface="宋体"/>
                      </a:endParaRPr>
                    </a:p>
                  </a:txBody>
                  <a:tcPr marL="0" marR="0" marT="641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472440" marR="115570" indent="-349250">
                        <a:lnSpc>
                          <a:spcPct val="100000"/>
                        </a:lnSpc>
                        <a:spcBef>
                          <a:spcPts val="505"/>
                        </a:spcBef>
                      </a:pPr>
                      <a:r>
                        <a:rPr sz="1100" spc="-20" dirty="0">
                          <a:latin typeface="宋体"/>
                          <a:cs typeface="宋体"/>
                        </a:rPr>
                        <a:t>快速响应、观点</a:t>
                      </a:r>
                      <a:r>
                        <a:rPr sz="1100" spc="-30" dirty="0">
                          <a:latin typeface="宋体"/>
                          <a:cs typeface="宋体"/>
                        </a:rPr>
                        <a:t>鲜明</a:t>
                      </a:r>
                      <a:endParaRPr sz="1100">
                        <a:latin typeface="宋体"/>
                        <a:cs typeface="宋体"/>
                      </a:endParaRPr>
                    </a:p>
                  </a:txBody>
                  <a:tcPr marL="0" marR="0" marT="641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796925" marR="91440" indent="-698500">
                        <a:lnSpc>
                          <a:spcPct val="100000"/>
                        </a:lnSpc>
                        <a:spcBef>
                          <a:spcPts val="505"/>
                        </a:spcBef>
                      </a:pPr>
                      <a:r>
                        <a:rPr sz="1100" spc="-15" dirty="0">
                          <a:latin typeface="宋体"/>
                          <a:cs typeface="宋体"/>
                        </a:rPr>
                        <a:t>热点关联、独特视角、价值</a:t>
                      </a:r>
                      <a:r>
                        <a:rPr sz="1100" spc="-30" dirty="0">
                          <a:latin typeface="宋体"/>
                          <a:cs typeface="宋体"/>
                        </a:rPr>
                        <a:t>延展</a:t>
                      </a:r>
                      <a:endParaRPr sz="1100">
                        <a:latin typeface="宋体"/>
                        <a:cs typeface="宋体"/>
                      </a:endParaRPr>
                    </a:p>
                  </a:txBody>
                  <a:tcPr marL="0" marR="0" marT="641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509270" marR="83820" indent="-419100">
                        <a:lnSpc>
                          <a:spcPct val="100000"/>
                        </a:lnSpc>
                        <a:spcBef>
                          <a:spcPts val="505"/>
                        </a:spcBef>
                      </a:pPr>
                      <a:r>
                        <a:rPr sz="1100" spc="-15" dirty="0">
                          <a:latin typeface="宋体"/>
                          <a:cs typeface="宋体"/>
                        </a:rPr>
                        <a:t>抓取热点、突出差异、</a:t>
                      </a:r>
                      <a:r>
                        <a:rPr sz="1100" spc="-20" dirty="0">
                          <a:latin typeface="宋体"/>
                          <a:cs typeface="宋体"/>
                        </a:rPr>
                        <a:t>预设风险</a:t>
                      </a:r>
                      <a:endParaRPr sz="1100">
                        <a:latin typeface="宋体"/>
                        <a:cs typeface="宋体"/>
                      </a:endParaRPr>
                    </a:p>
                  </a:txBody>
                  <a:tcPr marL="0" marR="0" marT="641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522605">
                <a:tc>
                  <a:txBody>
                    <a:bodyPr/>
                    <a:lstStyle/>
                    <a:p>
                      <a:pPr marL="325120" marR="108585" indent="-209550">
                        <a:lnSpc>
                          <a:spcPct val="100000"/>
                        </a:lnSpc>
                        <a:spcBef>
                          <a:spcPts val="620"/>
                        </a:spcBef>
                      </a:pPr>
                      <a:r>
                        <a:rPr sz="1100" spc="-20" dirty="0">
                          <a:latin typeface="宋体"/>
                          <a:cs typeface="宋体"/>
                        </a:rPr>
                        <a:t>原创内容</a:t>
                      </a:r>
                      <a:r>
                        <a:rPr sz="1100" spc="-50" dirty="0">
                          <a:latin typeface="宋体"/>
                          <a:cs typeface="宋体"/>
                        </a:rPr>
                        <a:t>型</a:t>
                      </a:r>
                      <a:endParaRPr sz="1100">
                        <a:latin typeface="宋体"/>
                        <a:cs typeface="宋体"/>
                      </a:endParaRPr>
                    </a:p>
                  </a:txBody>
                  <a:tcPr marL="0" marR="0" marT="787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472440" marR="115570" indent="-349250">
                        <a:lnSpc>
                          <a:spcPct val="100000"/>
                        </a:lnSpc>
                        <a:spcBef>
                          <a:spcPts val="620"/>
                        </a:spcBef>
                      </a:pPr>
                      <a:r>
                        <a:rPr sz="1100" spc="-20" dirty="0">
                          <a:latin typeface="宋体"/>
                          <a:cs typeface="宋体"/>
                        </a:rPr>
                        <a:t>深度思考、专业</a:t>
                      </a:r>
                      <a:r>
                        <a:rPr sz="1100" spc="-30" dirty="0">
                          <a:latin typeface="宋体"/>
                          <a:cs typeface="宋体"/>
                        </a:rPr>
                        <a:t>价值</a:t>
                      </a:r>
                      <a:endParaRPr sz="1100">
                        <a:latin typeface="宋体"/>
                        <a:cs typeface="宋体"/>
                      </a:endParaRPr>
                    </a:p>
                  </a:txBody>
                  <a:tcPr marL="0" marR="0" marT="787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727075" marR="91440" indent="-628650">
                        <a:lnSpc>
                          <a:spcPct val="100000"/>
                        </a:lnSpc>
                        <a:spcBef>
                          <a:spcPts val="620"/>
                        </a:spcBef>
                      </a:pPr>
                      <a:r>
                        <a:rPr sz="1100" spc="-15" dirty="0">
                          <a:latin typeface="宋体"/>
                          <a:cs typeface="宋体"/>
                        </a:rPr>
                        <a:t>专业洞察、案例支撑、方法</a:t>
                      </a:r>
                      <a:r>
                        <a:rPr sz="1100" spc="-25" dirty="0">
                          <a:latin typeface="宋体"/>
                          <a:cs typeface="宋体"/>
                        </a:rPr>
                        <a:t>论输出</a:t>
                      </a:r>
                      <a:endParaRPr sz="1100">
                        <a:latin typeface="宋体"/>
                        <a:cs typeface="宋体"/>
                      </a:endParaRPr>
                    </a:p>
                  </a:txBody>
                  <a:tcPr marL="0" marR="0" marT="787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509270" marR="83820" indent="-419100">
                        <a:lnSpc>
                          <a:spcPct val="100000"/>
                        </a:lnSpc>
                        <a:spcBef>
                          <a:spcPts val="620"/>
                        </a:spcBef>
                      </a:pPr>
                      <a:r>
                        <a:rPr sz="1100" spc="-15" dirty="0">
                          <a:latin typeface="宋体"/>
                          <a:cs typeface="宋体"/>
                        </a:rPr>
                        <a:t>框架完整、逻辑严密、</a:t>
                      </a:r>
                      <a:r>
                        <a:rPr sz="1100" spc="-20" dirty="0">
                          <a:latin typeface="宋体"/>
                          <a:cs typeface="宋体"/>
                        </a:rPr>
                        <a:t>互动设计</a:t>
                      </a:r>
                      <a:endParaRPr sz="1100">
                        <a:latin typeface="宋体"/>
                        <a:cs typeface="宋体"/>
                      </a:endParaRPr>
                    </a:p>
                  </a:txBody>
                  <a:tcPr marL="0" marR="0" marT="787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549275">
                <a:tc>
                  <a:txBody>
                    <a:bodyPr/>
                    <a:lstStyle/>
                    <a:p>
                      <a:pPr marL="325120" marR="108585" indent="-209550">
                        <a:lnSpc>
                          <a:spcPct val="100000"/>
                        </a:lnSpc>
                        <a:spcBef>
                          <a:spcPts val="720"/>
                        </a:spcBef>
                      </a:pPr>
                      <a:r>
                        <a:rPr sz="1100" spc="-20" dirty="0">
                          <a:latin typeface="宋体"/>
                          <a:cs typeface="宋体"/>
                        </a:rPr>
                        <a:t>话题引导</a:t>
                      </a:r>
                      <a:r>
                        <a:rPr sz="1100" spc="-50" dirty="0">
                          <a:latin typeface="宋体"/>
                          <a:cs typeface="宋体"/>
                        </a:rPr>
                        <a:t>型</a:t>
                      </a:r>
                      <a:endParaRPr sz="1100">
                        <a:latin typeface="宋体"/>
                        <a:cs typeface="宋体"/>
                      </a:endParaRPr>
                    </a:p>
                  </a:txBody>
                  <a:tcPr marL="0" marR="0" marT="914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472440" marR="115570" indent="-349250">
                        <a:lnSpc>
                          <a:spcPct val="100000"/>
                        </a:lnSpc>
                        <a:spcBef>
                          <a:spcPts val="720"/>
                        </a:spcBef>
                      </a:pPr>
                      <a:r>
                        <a:rPr sz="1100" spc="-20" dirty="0">
                          <a:latin typeface="宋体"/>
                          <a:cs typeface="宋体"/>
                        </a:rPr>
                        <a:t>议题设置、观点</a:t>
                      </a:r>
                      <a:r>
                        <a:rPr sz="1100" spc="-30" dirty="0">
                          <a:latin typeface="宋体"/>
                          <a:cs typeface="宋体"/>
                        </a:rPr>
                        <a:t>引导</a:t>
                      </a:r>
                      <a:endParaRPr sz="1100">
                        <a:latin typeface="宋体"/>
                        <a:cs typeface="宋体"/>
                      </a:endParaRPr>
                    </a:p>
                  </a:txBody>
                  <a:tcPr marL="0" marR="0" marT="914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796925" marR="91440" indent="-698500">
                        <a:lnSpc>
                          <a:spcPct val="100000"/>
                        </a:lnSpc>
                        <a:spcBef>
                          <a:spcPts val="720"/>
                        </a:spcBef>
                      </a:pPr>
                      <a:r>
                        <a:rPr sz="1100" spc="-15" dirty="0">
                          <a:latin typeface="宋体"/>
                          <a:cs typeface="宋体"/>
                        </a:rPr>
                        <a:t>话题规划、观点递进、情绪</a:t>
                      </a:r>
                      <a:r>
                        <a:rPr sz="1100" spc="-30" dirty="0">
                          <a:latin typeface="宋体"/>
                          <a:cs typeface="宋体"/>
                        </a:rPr>
                        <a:t>引导</a:t>
                      </a:r>
                      <a:endParaRPr sz="1100">
                        <a:latin typeface="宋体"/>
                        <a:cs typeface="宋体"/>
                      </a:endParaRPr>
                    </a:p>
                  </a:txBody>
                  <a:tcPr marL="0" marR="0" marT="914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509270" marR="83820" indent="-419100">
                        <a:lnSpc>
                          <a:spcPct val="100000"/>
                        </a:lnSpc>
                        <a:spcBef>
                          <a:spcPts val="720"/>
                        </a:spcBef>
                      </a:pPr>
                      <a:r>
                        <a:rPr sz="1100" spc="-15" dirty="0">
                          <a:latin typeface="宋体"/>
                          <a:cs typeface="宋体"/>
                        </a:rPr>
                        <a:t>议题设计、节奏把控、</a:t>
                      </a:r>
                      <a:r>
                        <a:rPr sz="1100" spc="-20" dirty="0">
                          <a:latin typeface="宋体"/>
                          <a:cs typeface="宋体"/>
                        </a:rPr>
                        <a:t>互动闭环</a:t>
                      </a:r>
                      <a:endParaRPr sz="1100">
                        <a:latin typeface="宋体"/>
                        <a:cs typeface="宋体"/>
                      </a:endParaRPr>
                    </a:p>
                  </a:txBody>
                  <a:tcPr marL="0" marR="0" marT="914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521970">
                <a:tc>
                  <a:txBody>
                    <a:bodyPr/>
                    <a:lstStyle/>
                    <a:p>
                      <a:pPr marL="325120" marR="108585" indent="-209550">
                        <a:lnSpc>
                          <a:spcPct val="100000"/>
                        </a:lnSpc>
                        <a:spcBef>
                          <a:spcPts val="615"/>
                        </a:spcBef>
                      </a:pPr>
                      <a:r>
                        <a:rPr sz="1100" spc="-20" dirty="0">
                          <a:latin typeface="宋体"/>
                          <a:cs typeface="宋体"/>
                        </a:rPr>
                        <a:t>品牌营销</a:t>
                      </a:r>
                      <a:r>
                        <a:rPr sz="1100" spc="-50" dirty="0">
                          <a:latin typeface="宋体"/>
                          <a:cs typeface="宋体"/>
                        </a:rPr>
                        <a:t>型</a:t>
                      </a:r>
                      <a:endParaRPr sz="1100">
                        <a:latin typeface="宋体"/>
                        <a:cs typeface="宋体"/>
                      </a:endParaRPr>
                    </a:p>
                  </a:txBody>
                  <a:tcPr marL="0" marR="0" marT="781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472440" marR="115570" indent="-349250">
                        <a:lnSpc>
                          <a:spcPct val="100000"/>
                        </a:lnSpc>
                        <a:spcBef>
                          <a:spcPts val="615"/>
                        </a:spcBef>
                      </a:pPr>
                      <a:r>
                        <a:rPr sz="1100" spc="-20" dirty="0">
                          <a:latin typeface="宋体"/>
                          <a:cs typeface="宋体"/>
                        </a:rPr>
                        <a:t>品牌价值、转化</a:t>
                      </a:r>
                      <a:r>
                        <a:rPr sz="1100" spc="-30" dirty="0">
                          <a:latin typeface="宋体"/>
                          <a:cs typeface="宋体"/>
                        </a:rPr>
                        <a:t>目标</a:t>
                      </a:r>
                      <a:endParaRPr sz="1100">
                        <a:latin typeface="宋体"/>
                        <a:cs typeface="宋体"/>
                      </a:endParaRPr>
                    </a:p>
                  </a:txBody>
                  <a:tcPr marL="0" marR="0" marT="781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796925" marR="91440" indent="-698500">
                        <a:lnSpc>
                          <a:spcPct val="100000"/>
                        </a:lnSpc>
                        <a:spcBef>
                          <a:spcPts val="615"/>
                        </a:spcBef>
                      </a:pPr>
                      <a:r>
                        <a:rPr sz="1100" spc="-15" dirty="0">
                          <a:latin typeface="宋体"/>
                          <a:cs typeface="宋体"/>
                        </a:rPr>
                        <a:t>品牌调性、用户痛点、解决</a:t>
                      </a:r>
                      <a:r>
                        <a:rPr sz="1100" spc="-30" dirty="0">
                          <a:latin typeface="宋体"/>
                          <a:cs typeface="宋体"/>
                        </a:rPr>
                        <a:t>方案</a:t>
                      </a:r>
                      <a:endParaRPr sz="1100">
                        <a:latin typeface="宋体"/>
                        <a:cs typeface="宋体"/>
                      </a:endParaRPr>
                    </a:p>
                  </a:txBody>
                  <a:tcPr marL="0" marR="0" marT="781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509270" marR="83820" indent="-419100">
                        <a:lnSpc>
                          <a:spcPct val="100000"/>
                        </a:lnSpc>
                        <a:spcBef>
                          <a:spcPts val="615"/>
                        </a:spcBef>
                      </a:pPr>
                      <a:r>
                        <a:rPr sz="1100" spc="-15" dirty="0">
                          <a:latin typeface="宋体"/>
                          <a:cs typeface="宋体"/>
                        </a:rPr>
                        <a:t>价值传递、情感共鸣、</a:t>
                      </a:r>
                      <a:r>
                        <a:rPr sz="1100" spc="-20" dirty="0">
                          <a:latin typeface="宋体"/>
                          <a:cs typeface="宋体"/>
                        </a:rPr>
                        <a:t>行动引导</a:t>
                      </a:r>
                      <a:endParaRPr sz="1100">
                        <a:latin typeface="宋体"/>
                        <a:cs typeface="宋体"/>
                      </a:endParaRPr>
                    </a:p>
                  </a:txBody>
                  <a:tcPr marL="0" marR="0" marT="781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r h="549275">
                <a:tc>
                  <a:txBody>
                    <a:bodyPr/>
                    <a:lstStyle/>
                    <a:p>
                      <a:pPr marL="325120" marR="108585" indent="-209550">
                        <a:lnSpc>
                          <a:spcPct val="100000"/>
                        </a:lnSpc>
                        <a:spcBef>
                          <a:spcPts val="720"/>
                        </a:spcBef>
                      </a:pPr>
                      <a:r>
                        <a:rPr sz="1100" spc="-20" dirty="0">
                          <a:latin typeface="宋体"/>
                          <a:cs typeface="宋体"/>
                        </a:rPr>
                        <a:t>互动娱乐</a:t>
                      </a:r>
                      <a:r>
                        <a:rPr sz="1100" spc="-50" dirty="0">
                          <a:latin typeface="宋体"/>
                          <a:cs typeface="宋体"/>
                        </a:rPr>
                        <a:t>型</a:t>
                      </a:r>
                      <a:endParaRPr sz="1100">
                        <a:latin typeface="宋体"/>
                        <a:cs typeface="宋体"/>
                      </a:endParaRPr>
                    </a:p>
                  </a:txBody>
                  <a:tcPr marL="0" marR="0" marT="914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472440" marR="115570" indent="-349250">
                        <a:lnSpc>
                          <a:spcPct val="100000"/>
                        </a:lnSpc>
                        <a:spcBef>
                          <a:spcPts val="720"/>
                        </a:spcBef>
                      </a:pPr>
                      <a:r>
                        <a:rPr sz="1100" spc="-20" dirty="0">
                          <a:latin typeface="宋体"/>
                          <a:cs typeface="宋体"/>
                        </a:rPr>
                        <a:t>轻松有趣、互动</a:t>
                      </a:r>
                      <a:r>
                        <a:rPr sz="1100" spc="-30" dirty="0">
                          <a:latin typeface="宋体"/>
                          <a:cs typeface="宋体"/>
                        </a:rPr>
                        <a:t>性强</a:t>
                      </a:r>
                      <a:endParaRPr sz="1100">
                        <a:latin typeface="宋体"/>
                        <a:cs typeface="宋体"/>
                      </a:endParaRPr>
                    </a:p>
                  </a:txBody>
                  <a:tcPr marL="0" marR="0" marT="914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796925" marR="91440" indent="-698500">
                        <a:lnSpc>
                          <a:spcPct val="100000"/>
                        </a:lnSpc>
                        <a:spcBef>
                          <a:spcPts val="720"/>
                        </a:spcBef>
                      </a:pPr>
                      <a:r>
                        <a:rPr sz="1100" spc="-15" dirty="0">
                          <a:latin typeface="宋体"/>
                          <a:cs typeface="宋体"/>
                        </a:rPr>
                        <a:t>话题趣味、互动机制、情绪</a:t>
                      </a:r>
                      <a:r>
                        <a:rPr sz="1100" spc="-30" dirty="0">
                          <a:latin typeface="宋体"/>
                          <a:cs typeface="宋体"/>
                        </a:rPr>
                        <a:t>调动</a:t>
                      </a:r>
                      <a:endParaRPr sz="1100">
                        <a:latin typeface="宋体"/>
                        <a:cs typeface="宋体"/>
                      </a:endParaRPr>
                    </a:p>
                  </a:txBody>
                  <a:tcPr marL="0" marR="0" marT="914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579120" marR="83820" indent="-488950">
                        <a:lnSpc>
                          <a:spcPct val="100000"/>
                        </a:lnSpc>
                        <a:spcBef>
                          <a:spcPts val="720"/>
                        </a:spcBef>
                      </a:pPr>
                      <a:r>
                        <a:rPr sz="1100" spc="-15" dirty="0">
                          <a:latin typeface="宋体"/>
                          <a:cs typeface="宋体"/>
                        </a:rPr>
                        <a:t>创意设计、参与门槛、</a:t>
                      </a:r>
                      <a:r>
                        <a:rPr sz="1100" spc="-25" dirty="0">
                          <a:latin typeface="宋体"/>
                          <a:cs typeface="宋体"/>
                        </a:rPr>
                        <a:t>传播性</a:t>
                      </a:r>
                      <a:endParaRPr sz="1100">
                        <a:latin typeface="宋体"/>
                        <a:cs typeface="宋体"/>
                      </a:endParaRPr>
                    </a:p>
                  </a:txBody>
                  <a:tcPr marL="0" marR="0" marT="9144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6546850" cy="634365"/>
          </a:xfrm>
          <a:prstGeom prst="rect">
            <a:avLst/>
          </a:prstGeom>
        </p:spPr>
        <p:txBody>
          <a:bodyPr vert="horz" wrap="square" lIns="0" tIns="12065" rIns="0" bIns="0" rtlCol="0">
            <a:spAutoFit/>
          </a:bodyPr>
          <a:lstStyle/>
          <a:p>
            <a:pPr marL="12700">
              <a:lnSpc>
                <a:spcPct val="100000"/>
              </a:lnSpc>
              <a:spcBef>
                <a:spcPts val="95"/>
              </a:spcBef>
            </a:pPr>
            <a:r>
              <a:rPr sz="4000" spc="270" dirty="0"/>
              <a:t>内容策略的提示设计（二</a:t>
            </a:r>
            <a:r>
              <a:rPr sz="4000" spc="-50" dirty="0"/>
              <a:t>）</a:t>
            </a:r>
            <a:endParaRPr sz="4000"/>
          </a:p>
        </p:txBody>
      </p:sp>
      <p:sp>
        <p:nvSpPr>
          <p:cNvPr id="3" name="object 3"/>
          <p:cNvSpPr/>
          <p:nvPr/>
        </p:nvSpPr>
        <p:spPr>
          <a:xfrm>
            <a:off x="358140" y="1740407"/>
            <a:ext cx="353695" cy="1946275"/>
          </a:xfrm>
          <a:custGeom>
            <a:avLst/>
            <a:gdLst/>
            <a:ahLst/>
            <a:cxnLst/>
            <a:rect l="l" t="t" r="r" b="b"/>
            <a:pathLst>
              <a:path w="353695" h="1946275">
                <a:moveTo>
                  <a:pt x="294132" y="1946148"/>
                </a:moveTo>
                <a:lnTo>
                  <a:pt x="57911" y="1946148"/>
                </a:lnTo>
                <a:lnTo>
                  <a:pt x="35229" y="1941286"/>
                </a:lnTo>
                <a:lnTo>
                  <a:pt x="16678" y="1928517"/>
                </a:lnTo>
                <a:lnTo>
                  <a:pt x="4266" y="1909704"/>
                </a:lnTo>
                <a:lnTo>
                  <a:pt x="0" y="1886712"/>
                </a:lnTo>
                <a:lnTo>
                  <a:pt x="0" y="59436"/>
                </a:lnTo>
                <a:lnTo>
                  <a:pt x="4266" y="36300"/>
                </a:lnTo>
                <a:lnTo>
                  <a:pt x="16678" y="17440"/>
                </a:lnTo>
                <a:lnTo>
                  <a:pt x="35229" y="4718"/>
                </a:lnTo>
                <a:lnTo>
                  <a:pt x="57911" y="0"/>
                </a:lnTo>
                <a:lnTo>
                  <a:pt x="294132" y="0"/>
                </a:lnTo>
                <a:lnTo>
                  <a:pt x="317409" y="4718"/>
                </a:lnTo>
                <a:lnTo>
                  <a:pt x="336318" y="17440"/>
                </a:lnTo>
                <a:lnTo>
                  <a:pt x="348992" y="36300"/>
                </a:lnTo>
                <a:lnTo>
                  <a:pt x="353568" y="59436"/>
                </a:lnTo>
                <a:lnTo>
                  <a:pt x="353568" y="1886712"/>
                </a:lnTo>
                <a:lnTo>
                  <a:pt x="348992" y="1909704"/>
                </a:lnTo>
                <a:lnTo>
                  <a:pt x="336318" y="1928517"/>
                </a:lnTo>
                <a:lnTo>
                  <a:pt x="317409" y="1941286"/>
                </a:lnTo>
                <a:lnTo>
                  <a:pt x="294132" y="1946148"/>
                </a:lnTo>
                <a:close/>
              </a:path>
            </a:pathLst>
          </a:custGeom>
          <a:solidFill>
            <a:srgbClr val="0A80DF"/>
          </a:solidFill>
        </p:spPr>
        <p:txBody>
          <a:bodyPr wrap="square" lIns="0" tIns="0" rIns="0" bIns="0" rtlCol="0"/>
          <a:lstStyle/>
          <a:p>
            <a:endParaRPr/>
          </a:p>
        </p:txBody>
      </p:sp>
      <p:sp>
        <p:nvSpPr>
          <p:cNvPr id="4" name="object 4"/>
          <p:cNvSpPr txBox="1"/>
          <p:nvPr/>
        </p:nvSpPr>
        <p:spPr>
          <a:xfrm>
            <a:off x="407187" y="1948332"/>
            <a:ext cx="254000" cy="1450340"/>
          </a:xfrm>
          <a:prstGeom prst="rect">
            <a:avLst/>
          </a:prstGeom>
        </p:spPr>
        <p:txBody>
          <a:bodyPr vert="horz" wrap="square" lIns="0" tIns="12700" rIns="0" bIns="0" rtlCol="0">
            <a:spAutoFit/>
          </a:bodyPr>
          <a:lstStyle/>
          <a:p>
            <a:pPr marL="12700" marR="5080" algn="just">
              <a:lnSpc>
                <a:spcPct val="129900"/>
              </a:lnSpc>
              <a:spcBef>
                <a:spcPts val="100"/>
              </a:spcBef>
            </a:pPr>
            <a:r>
              <a:rPr sz="1800" b="1" spc="-50" dirty="0">
                <a:solidFill>
                  <a:srgbClr val="FFFFFF"/>
                </a:solidFill>
                <a:latin typeface="Microsoft JhengHei"/>
                <a:cs typeface="Microsoft JhengHei"/>
              </a:rPr>
              <a:t>应用示例</a:t>
            </a:r>
            <a:endParaRPr sz="1800">
              <a:latin typeface="Microsoft JhengHei"/>
              <a:cs typeface="Microsoft JhengHei"/>
            </a:endParaRPr>
          </a:p>
        </p:txBody>
      </p:sp>
      <p:pic>
        <p:nvPicPr>
          <p:cNvPr id="5" name="object 5"/>
          <p:cNvPicPr/>
          <p:nvPr/>
        </p:nvPicPr>
        <p:blipFill>
          <a:blip r:embed="rId2" cstate="print"/>
          <a:stretch>
            <a:fillRect/>
          </a:stretch>
        </p:blipFill>
        <p:spPr>
          <a:xfrm>
            <a:off x="330834" y="1196339"/>
            <a:ext cx="2214245" cy="908050"/>
          </a:xfrm>
          <a:prstGeom prst="rect">
            <a:avLst/>
          </a:prstGeom>
        </p:spPr>
      </p:pic>
      <p:sp>
        <p:nvSpPr>
          <p:cNvPr id="6" name="object 6"/>
          <p:cNvSpPr txBox="1"/>
          <p:nvPr/>
        </p:nvSpPr>
        <p:spPr>
          <a:xfrm>
            <a:off x="851916" y="1238630"/>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热点跟进型</a:t>
            </a:r>
            <a:endParaRPr sz="1800">
              <a:latin typeface="Microsoft JhengHei"/>
              <a:cs typeface="Microsoft JhengHei"/>
            </a:endParaRPr>
          </a:p>
        </p:txBody>
      </p:sp>
      <p:pic>
        <p:nvPicPr>
          <p:cNvPr id="7" name="object 7"/>
          <p:cNvPicPr/>
          <p:nvPr/>
        </p:nvPicPr>
        <p:blipFill>
          <a:blip r:embed="rId3" cstate="print"/>
          <a:stretch>
            <a:fillRect/>
          </a:stretch>
        </p:blipFill>
        <p:spPr>
          <a:xfrm>
            <a:off x="8242438" y="1196136"/>
            <a:ext cx="2185110" cy="620639"/>
          </a:xfrm>
          <a:prstGeom prst="rect">
            <a:avLst/>
          </a:prstGeom>
        </p:spPr>
      </p:pic>
      <p:sp>
        <p:nvSpPr>
          <p:cNvPr id="8" name="object 8"/>
          <p:cNvSpPr txBox="1"/>
          <p:nvPr/>
        </p:nvSpPr>
        <p:spPr>
          <a:xfrm>
            <a:off x="8746870" y="1225930"/>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话题引导型</a:t>
            </a:r>
            <a:endParaRPr sz="1800">
              <a:latin typeface="Microsoft JhengHei"/>
              <a:cs typeface="Microsoft JhengHei"/>
            </a:endParaRPr>
          </a:p>
        </p:txBody>
      </p:sp>
      <p:pic>
        <p:nvPicPr>
          <p:cNvPr id="9" name="object 9"/>
          <p:cNvPicPr/>
          <p:nvPr/>
        </p:nvPicPr>
        <p:blipFill>
          <a:blip r:embed="rId4" cstate="print"/>
          <a:stretch>
            <a:fillRect/>
          </a:stretch>
        </p:blipFill>
        <p:spPr>
          <a:xfrm>
            <a:off x="4300993" y="1195501"/>
            <a:ext cx="2185110" cy="616474"/>
          </a:xfrm>
          <a:prstGeom prst="rect">
            <a:avLst/>
          </a:prstGeom>
        </p:spPr>
      </p:pic>
      <p:sp>
        <p:nvSpPr>
          <p:cNvPr id="10" name="object 10"/>
          <p:cNvSpPr txBox="1"/>
          <p:nvPr/>
        </p:nvSpPr>
        <p:spPr>
          <a:xfrm>
            <a:off x="4805426" y="1225296"/>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原创内容型</a:t>
            </a:r>
            <a:endParaRPr sz="1800">
              <a:latin typeface="Microsoft JhengHei"/>
              <a:cs typeface="Microsoft JhengHei"/>
            </a:endParaRPr>
          </a:p>
        </p:txBody>
      </p:sp>
      <p:pic>
        <p:nvPicPr>
          <p:cNvPr id="11" name="object 11"/>
          <p:cNvPicPr/>
          <p:nvPr/>
        </p:nvPicPr>
        <p:blipFill>
          <a:blip r:embed="rId5" cstate="print"/>
          <a:stretch>
            <a:fillRect/>
          </a:stretch>
        </p:blipFill>
        <p:spPr>
          <a:xfrm>
            <a:off x="343321" y="3793921"/>
            <a:ext cx="2185110" cy="620639"/>
          </a:xfrm>
          <a:prstGeom prst="rect">
            <a:avLst/>
          </a:prstGeom>
        </p:spPr>
      </p:pic>
      <p:sp>
        <p:nvSpPr>
          <p:cNvPr id="12" name="object 12"/>
          <p:cNvSpPr txBox="1"/>
          <p:nvPr/>
        </p:nvSpPr>
        <p:spPr>
          <a:xfrm>
            <a:off x="851916" y="3823716"/>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品牌营销型</a:t>
            </a:r>
            <a:endParaRPr sz="1800">
              <a:latin typeface="Microsoft JhengHei"/>
              <a:cs typeface="Microsoft JhengHei"/>
            </a:endParaRPr>
          </a:p>
        </p:txBody>
      </p:sp>
      <p:sp>
        <p:nvSpPr>
          <p:cNvPr id="13" name="object 13"/>
          <p:cNvSpPr/>
          <p:nvPr/>
        </p:nvSpPr>
        <p:spPr>
          <a:xfrm>
            <a:off x="8252459" y="1728216"/>
            <a:ext cx="358140" cy="1943100"/>
          </a:xfrm>
          <a:custGeom>
            <a:avLst/>
            <a:gdLst/>
            <a:ahLst/>
            <a:cxnLst/>
            <a:rect l="l" t="t" r="r" b="b"/>
            <a:pathLst>
              <a:path w="358140" h="1943100">
                <a:moveTo>
                  <a:pt x="297180" y="1943099"/>
                </a:moveTo>
                <a:lnTo>
                  <a:pt x="59436" y="1943099"/>
                </a:lnTo>
                <a:lnTo>
                  <a:pt x="36331" y="1938204"/>
                </a:lnTo>
                <a:lnTo>
                  <a:pt x="17435" y="1925378"/>
                </a:lnTo>
                <a:lnTo>
                  <a:pt x="4680" y="1906554"/>
                </a:lnTo>
                <a:lnTo>
                  <a:pt x="0" y="1883663"/>
                </a:lnTo>
                <a:lnTo>
                  <a:pt x="0" y="59435"/>
                </a:lnTo>
                <a:lnTo>
                  <a:pt x="4680" y="36117"/>
                </a:lnTo>
                <a:lnTo>
                  <a:pt x="17435" y="17149"/>
                </a:lnTo>
                <a:lnTo>
                  <a:pt x="36331" y="4466"/>
                </a:lnTo>
                <a:lnTo>
                  <a:pt x="59436" y="0"/>
                </a:lnTo>
                <a:lnTo>
                  <a:pt x="297180" y="0"/>
                </a:lnTo>
                <a:lnTo>
                  <a:pt x="320808" y="4466"/>
                </a:lnTo>
                <a:lnTo>
                  <a:pt x="340037" y="17149"/>
                </a:lnTo>
                <a:lnTo>
                  <a:pt x="353078" y="36117"/>
                </a:lnTo>
                <a:lnTo>
                  <a:pt x="358140" y="59435"/>
                </a:lnTo>
                <a:lnTo>
                  <a:pt x="358140" y="1883663"/>
                </a:lnTo>
                <a:lnTo>
                  <a:pt x="353078" y="1906554"/>
                </a:lnTo>
                <a:lnTo>
                  <a:pt x="340037" y="1925378"/>
                </a:lnTo>
                <a:lnTo>
                  <a:pt x="320808" y="1938204"/>
                </a:lnTo>
                <a:lnTo>
                  <a:pt x="297180" y="1943099"/>
                </a:lnTo>
                <a:close/>
              </a:path>
            </a:pathLst>
          </a:custGeom>
          <a:solidFill>
            <a:srgbClr val="0A80DF"/>
          </a:solidFill>
        </p:spPr>
        <p:txBody>
          <a:bodyPr wrap="square" lIns="0" tIns="0" rIns="0" bIns="0" rtlCol="0"/>
          <a:lstStyle/>
          <a:p>
            <a:endParaRPr/>
          </a:p>
        </p:txBody>
      </p:sp>
      <p:sp>
        <p:nvSpPr>
          <p:cNvPr id="14" name="object 14"/>
          <p:cNvSpPr txBox="1"/>
          <p:nvPr/>
        </p:nvSpPr>
        <p:spPr>
          <a:xfrm>
            <a:off x="8303564" y="1934514"/>
            <a:ext cx="254000" cy="1450340"/>
          </a:xfrm>
          <a:prstGeom prst="rect">
            <a:avLst/>
          </a:prstGeom>
        </p:spPr>
        <p:txBody>
          <a:bodyPr vert="horz" wrap="square" lIns="0" tIns="12700" rIns="0" bIns="0" rtlCol="0">
            <a:spAutoFit/>
          </a:bodyPr>
          <a:lstStyle/>
          <a:p>
            <a:pPr marL="12700" marR="5080" algn="just">
              <a:lnSpc>
                <a:spcPct val="129900"/>
              </a:lnSpc>
              <a:spcBef>
                <a:spcPts val="100"/>
              </a:spcBef>
            </a:pPr>
            <a:r>
              <a:rPr sz="1800" b="1" spc="-50" dirty="0">
                <a:solidFill>
                  <a:srgbClr val="FFFFFF"/>
                </a:solidFill>
                <a:latin typeface="Microsoft JhengHei"/>
                <a:cs typeface="Microsoft JhengHei"/>
              </a:rPr>
              <a:t>应用示例</a:t>
            </a:r>
            <a:endParaRPr sz="1800">
              <a:latin typeface="Microsoft JhengHei"/>
              <a:cs typeface="Microsoft JhengHei"/>
            </a:endParaRPr>
          </a:p>
        </p:txBody>
      </p:sp>
      <p:sp>
        <p:nvSpPr>
          <p:cNvPr id="15" name="object 15"/>
          <p:cNvSpPr/>
          <p:nvPr/>
        </p:nvSpPr>
        <p:spPr>
          <a:xfrm>
            <a:off x="4311396" y="1725167"/>
            <a:ext cx="350520" cy="1945005"/>
          </a:xfrm>
          <a:custGeom>
            <a:avLst/>
            <a:gdLst/>
            <a:ahLst/>
            <a:cxnLst/>
            <a:rect l="l" t="t" r="r" b="b"/>
            <a:pathLst>
              <a:path w="350520" h="1945004">
                <a:moveTo>
                  <a:pt x="292607" y="1944623"/>
                </a:moveTo>
                <a:lnTo>
                  <a:pt x="57912" y="1944623"/>
                </a:lnTo>
                <a:lnTo>
                  <a:pt x="35270" y="1939582"/>
                </a:lnTo>
                <a:lnTo>
                  <a:pt x="16778" y="1926797"/>
                </a:lnTo>
                <a:lnTo>
                  <a:pt x="4374" y="1908067"/>
                </a:lnTo>
                <a:lnTo>
                  <a:pt x="0" y="1885187"/>
                </a:lnTo>
                <a:lnTo>
                  <a:pt x="0" y="57911"/>
                </a:lnTo>
                <a:lnTo>
                  <a:pt x="4374" y="35556"/>
                </a:lnTo>
                <a:lnTo>
                  <a:pt x="16778" y="17159"/>
                </a:lnTo>
                <a:lnTo>
                  <a:pt x="35270" y="4660"/>
                </a:lnTo>
                <a:lnTo>
                  <a:pt x="57912" y="0"/>
                </a:lnTo>
                <a:lnTo>
                  <a:pt x="292607" y="0"/>
                </a:lnTo>
                <a:lnTo>
                  <a:pt x="315178" y="4660"/>
                </a:lnTo>
                <a:lnTo>
                  <a:pt x="333646" y="17159"/>
                </a:lnTo>
                <a:lnTo>
                  <a:pt x="346073" y="35556"/>
                </a:lnTo>
                <a:lnTo>
                  <a:pt x="350519" y="57911"/>
                </a:lnTo>
                <a:lnTo>
                  <a:pt x="350519" y="1885187"/>
                </a:lnTo>
                <a:lnTo>
                  <a:pt x="346073" y="1908067"/>
                </a:lnTo>
                <a:lnTo>
                  <a:pt x="333646" y="1926797"/>
                </a:lnTo>
                <a:lnTo>
                  <a:pt x="315178" y="1939582"/>
                </a:lnTo>
                <a:lnTo>
                  <a:pt x="292607" y="1944623"/>
                </a:lnTo>
                <a:close/>
              </a:path>
            </a:pathLst>
          </a:custGeom>
          <a:solidFill>
            <a:srgbClr val="0A80DF"/>
          </a:solidFill>
        </p:spPr>
        <p:txBody>
          <a:bodyPr wrap="square" lIns="0" tIns="0" rIns="0" bIns="0" rtlCol="0"/>
          <a:lstStyle/>
          <a:p>
            <a:endParaRPr/>
          </a:p>
        </p:txBody>
      </p:sp>
      <p:sp>
        <p:nvSpPr>
          <p:cNvPr id="16" name="object 16"/>
          <p:cNvSpPr txBox="1"/>
          <p:nvPr/>
        </p:nvSpPr>
        <p:spPr>
          <a:xfrm>
            <a:off x="4359275" y="1932305"/>
            <a:ext cx="254000" cy="1450340"/>
          </a:xfrm>
          <a:prstGeom prst="rect">
            <a:avLst/>
          </a:prstGeom>
        </p:spPr>
        <p:txBody>
          <a:bodyPr vert="horz" wrap="square" lIns="0" tIns="12700" rIns="0" bIns="0" rtlCol="0">
            <a:spAutoFit/>
          </a:bodyPr>
          <a:lstStyle/>
          <a:p>
            <a:pPr marL="12700" marR="5080" algn="just">
              <a:lnSpc>
                <a:spcPct val="129900"/>
              </a:lnSpc>
              <a:spcBef>
                <a:spcPts val="100"/>
              </a:spcBef>
            </a:pPr>
            <a:r>
              <a:rPr sz="1800" b="1" spc="-50" dirty="0">
                <a:solidFill>
                  <a:srgbClr val="FFFFFF"/>
                </a:solidFill>
                <a:latin typeface="Microsoft JhengHei"/>
                <a:cs typeface="Microsoft JhengHei"/>
              </a:rPr>
              <a:t>应用示例</a:t>
            </a:r>
            <a:endParaRPr sz="1800">
              <a:latin typeface="Microsoft JhengHei"/>
              <a:cs typeface="Microsoft JhengHei"/>
            </a:endParaRPr>
          </a:p>
        </p:txBody>
      </p:sp>
      <p:grpSp>
        <p:nvGrpSpPr>
          <p:cNvPr id="17" name="object 17"/>
          <p:cNvGrpSpPr/>
          <p:nvPr/>
        </p:nvGrpSpPr>
        <p:grpSpPr>
          <a:xfrm>
            <a:off x="708025" y="1737360"/>
            <a:ext cx="3253104" cy="1953895"/>
            <a:chOff x="708025" y="1737360"/>
            <a:chExt cx="3253104" cy="1953895"/>
          </a:xfrm>
        </p:grpSpPr>
        <p:sp>
          <p:nvSpPr>
            <p:cNvPr id="18" name="object 18"/>
            <p:cNvSpPr/>
            <p:nvPr/>
          </p:nvSpPr>
          <p:spPr>
            <a:xfrm>
              <a:off x="711707" y="1741932"/>
              <a:ext cx="3246120" cy="1946275"/>
            </a:xfrm>
            <a:custGeom>
              <a:avLst/>
              <a:gdLst/>
              <a:ahLst/>
              <a:cxnLst/>
              <a:rect l="l" t="t" r="r" b="b"/>
              <a:pathLst>
                <a:path w="3246120" h="1946275">
                  <a:moveTo>
                    <a:pt x="3246120" y="1946148"/>
                  </a:moveTo>
                  <a:lnTo>
                    <a:pt x="0" y="1946148"/>
                  </a:lnTo>
                  <a:lnTo>
                    <a:pt x="0" y="0"/>
                  </a:lnTo>
                  <a:lnTo>
                    <a:pt x="3246120" y="0"/>
                  </a:lnTo>
                  <a:lnTo>
                    <a:pt x="3246120" y="1946148"/>
                  </a:lnTo>
                  <a:close/>
                </a:path>
              </a:pathLst>
            </a:custGeom>
            <a:solidFill>
              <a:srgbClr val="FFFFFF"/>
            </a:solidFill>
          </p:spPr>
          <p:txBody>
            <a:bodyPr wrap="square" lIns="0" tIns="0" rIns="0" bIns="0" rtlCol="0"/>
            <a:lstStyle/>
            <a:p>
              <a:endParaRPr/>
            </a:p>
          </p:txBody>
        </p:sp>
        <p:sp>
          <p:nvSpPr>
            <p:cNvPr id="19" name="object 19"/>
            <p:cNvSpPr/>
            <p:nvPr/>
          </p:nvSpPr>
          <p:spPr>
            <a:xfrm>
              <a:off x="708025" y="1737360"/>
              <a:ext cx="3253104" cy="1953895"/>
            </a:xfrm>
            <a:custGeom>
              <a:avLst/>
              <a:gdLst/>
              <a:ahLst/>
              <a:cxnLst/>
              <a:rect l="l" t="t" r="r" b="b"/>
              <a:pathLst>
                <a:path w="3253104" h="1953895">
                  <a:moveTo>
                    <a:pt x="3249295" y="1953894"/>
                  </a:moveTo>
                  <a:lnTo>
                    <a:pt x="3809" y="1953894"/>
                  </a:lnTo>
                  <a:lnTo>
                    <a:pt x="2349" y="1953602"/>
                  </a:lnTo>
                  <a:lnTo>
                    <a:pt x="1117" y="1952777"/>
                  </a:lnTo>
                  <a:lnTo>
                    <a:pt x="292" y="1951545"/>
                  </a:lnTo>
                  <a:lnTo>
                    <a:pt x="0" y="1950085"/>
                  </a:lnTo>
                  <a:lnTo>
                    <a:pt x="0" y="3809"/>
                  </a:lnTo>
                  <a:lnTo>
                    <a:pt x="292" y="2349"/>
                  </a:lnTo>
                  <a:lnTo>
                    <a:pt x="1117" y="1117"/>
                  </a:lnTo>
                  <a:lnTo>
                    <a:pt x="2349" y="292"/>
                  </a:lnTo>
                  <a:lnTo>
                    <a:pt x="3809" y="0"/>
                  </a:lnTo>
                  <a:lnTo>
                    <a:pt x="3249295" y="0"/>
                  </a:lnTo>
                  <a:lnTo>
                    <a:pt x="3250755" y="292"/>
                  </a:lnTo>
                  <a:lnTo>
                    <a:pt x="3251987" y="1117"/>
                  </a:lnTo>
                  <a:lnTo>
                    <a:pt x="3252812" y="2349"/>
                  </a:lnTo>
                  <a:lnTo>
                    <a:pt x="3253104" y="3809"/>
                  </a:lnTo>
                  <a:lnTo>
                    <a:pt x="7620" y="3809"/>
                  </a:lnTo>
                  <a:lnTo>
                    <a:pt x="3809" y="7619"/>
                  </a:lnTo>
                  <a:lnTo>
                    <a:pt x="7620" y="7619"/>
                  </a:lnTo>
                  <a:lnTo>
                    <a:pt x="7620" y="1946275"/>
                  </a:lnTo>
                  <a:lnTo>
                    <a:pt x="3809" y="1946275"/>
                  </a:lnTo>
                  <a:lnTo>
                    <a:pt x="7620" y="1950085"/>
                  </a:lnTo>
                  <a:lnTo>
                    <a:pt x="3253104" y="1950085"/>
                  </a:lnTo>
                  <a:lnTo>
                    <a:pt x="3252812" y="1951545"/>
                  </a:lnTo>
                  <a:lnTo>
                    <a:pt x="3251987" y="1952777"/>
                  </a:lnTo>
                  <a:lnTo>
                    <a:pt x="3250755" y="1953602"/>
                  </a:lnTo>
                  <a:lnTo>
                    <a:pt x="3249295" y="1953894"/>
                  </a:lnTo>
                  <a:close/>
                </a:path>
                <a:path w="3253104" h="1953895">
                  <a:moveTo>
                    <a:pt x="7620" y="7619"/>
                  </a:moveTo>
                  <a:lnTo>
                    <a:pt x="3809" y="7619"/>
                  </a:lnTo>
                  <a:lnTo>
                    <a:pt x="7620" y="3809"/>
                  </a:lnTo>
                  <a:lnTo>
                    <a:pt x="7620" y="7619"/>
                  </a:lnTo>
                  <a:close/>
                </a:path>
                <a:path w="3253104" h="1953895">
                  <a:moveTo>
                    <a:pt x="3245485" y="7619"/>
                  </a:moveTo>
                  <a:lnTo>
                    <a:pt x="7620" y="7619"/>
                  </a:lnTo>
                  <a:lnTo>
                    <a:pt x="7620" y="3809"/>
                  </a:lnTo>
                  <a:lnTo>
                    <a:pt x="3245485" y="3809"/>
                  </a:lnTo>
                  <a:lnTo>
                    <a:pt x="3245485" y="7619"/>
                  </a:lnTo>
                  <a:close/>
                </a:path>
                <a:path w="3253104" h="1953895">
                  <a:moveTo>
                    <a:pt x="3245485" y="1950085"/>
                  </a:moveTo>
                  <a:lnTo>
                    <a:pt x="3245485" y="3809"/>
                  </a:lnTo>
                  <a:lnTo>
                    <a:pt x="3249295" y="7619"/>
                  </a:lnTo>
                  <a:lnTo>
                    <a:pt x="3253104" y="7619"/>
                  </a:lnTo>
                  <a:lnTo>
                    <a:pt x="3253104" y="1946275"/>
                  </a:lnTo>
                  <a:lnTo>
                    <a:pt x="3249295" y="1946275"/>
                  </a:lnTo>
                  <a:lnTo>
                    <a:pt x="3245485" y="1950085"/>
                  </a:lnTo>
                  <a:close/>
                </a:path>
                <a:path w="3253104" h="1953895">
                  <a:moveTo>
                    <a:pt x="3253104" y="7619"/>
                  </a:moveTo>
                  <a:lnTo>
                    <a:pt x="3249295" y="7619"/>
                  </a:lnTo>
                  <a:lnTo>
                    <a:pt x="3245485" y="3809"/>
                  </a:lnTo>
                  <a:lnTo>
                    <a:pt x="3253104" y="3809"/>
                  </a:lnTo>
                  <a:lnTo>
                    <a:pt x="3253104" y="7619"/>
                  </a:lnTo>
                  <a:close/>
                </a:path>
                <a:path w="3253104" h="1953895">
                  <a:moveTo>
                    <a:pt x="7620" y="1950085"/>
                  </a:moveTo>
                  <a:lnTo>
                    <a:pt x="3809" y="1946275"/>
                  </a:lnTo>
                  <a:lnTo>
                    <a:pt x="7620" y="1946275"/>
                  </a:lnTo>
                  <a:lnTo>
                    <a:pt x="7620" y="1950085"/>
                  </a:lnTo>
                  <a:close/>
                </a:path>
                <a:path w="3253104" h="1953895">
                  <a:moveTo>
                    <a:pt x="3245485" y="1950085"/>
                  </a:moveTo>
                  <a:lnTo>
                    <a:pt x="7620" y="1950085"/>
                  </a:lnTo>
                  <a:lnTo>
                    <a:pt x="7620" y="1946275"/>
                  </a:lnTo>
                  <a:lnTo>
                    <a:pt x="3245485" y="1946275"/>
                  </a:lnTo>
                  <a:lnTo>
                    <a:pt x="3245485" y="1950085"/>
                  </a:lnTo>
                  <a:close/>
                </a:path>
                <a:path w="3253104" h="1953895">
                  <a:moveTo>
                    <a:pt x="3253104" y="1950085"/>
                  </a:moveTo>
                  <a:lnTo>
                    <a:pt x="3245485" y="1950085"/>
                  </a:lnTo>
                  <a:lnTo>
                    <a:pt x="3249295" y="1946275"/>
                  </a:lnTo>
                  <a:lnTo>
                    <a:pt x="3253104" y="1946275"/>
                  </a:lnTo>
                  <a:lnTo>
                    <a:pt x="3253104" y="1950085"/>
                  </a:lnTo>
                  <a:close/>
                </a:path>
              </a:pathLst>
            </a:custGeom>
            <a:solidFill>
              <a:srgbClr val="E6E6E6"/>
            </a:solidFill>
          </p:spPr>
          <p:txBody>
            <a:bodyPr wrap="square" lIns="0" tIns="0" rIns="0" bIns="0" rtlCol="0"/>
            <a:lstStyle/>
            <a:p>
              <a:endParaRPr/>
            </a:p>
          </p:txBody>
        </p:sp>
      </p:grpSp>
      <p:sp>
        <p:nvSpPr>
          <p:cNvPr id="20" name="object 20"/>
          <p:cNvSpPr txBox="1"/>
          <p:nvPr/>
        </p:nvSpPr>
        <p:spPr>
          <a:xfrm>
            <a:off x="1078864" y="1758314"/>
            <a:ext cx="2799715" cy="2057400"/>
          </a:xfrm>
          <a:prstGeom prst="rect">
            <a:avLst/>
          </a:prstGeom>
        </p:spPr>
        <p:txBody>
          <a:bodyPr vert="horz" wrap="square" lIns="0" tIns="12700" rIns="0" bIns="0" rtlCol="0">
            <a:spAutoFit/>
          </a:bodyPr>
          <a:lstStyle/>
          <a:p>
            <a:pPr marL="12700" marR="1001394">
              <a:lnSpc>
                <a:spcPct val="111100"/>
              </a:lnSpc>
              <a:spcBef>
                <a:spcPts val="100"/>
              </a:spcBef>
            </a:pPr>
            <a:r>
              <a:rPr sz="1200" spc="-75" dirty="0">
                <a:latin typeface="宋体"/>
                <a:cs typeface="宋体"/>
              </a:rPr>
              <a:t>基于[</a:t>
            </a:r>
            <a:r>
              <a:rPr sz="1200" spc="-45" dirty="0">
                <a:latin typeface="宋体"/>
                <a:cs typeface="宋体"/>
              </a:rPr>
              <a:t>热点事件]</a:t>
            </a:r>
            <a:r>
              <a:rPr sz="1200" spc="-10" dirty="0">
                <a:latin typeface="宋体"/>
                <a:cs typeface="宋体"/>
              </a:rPr>
              <a:t>创作微博：核心要求：</a:t>
            </a:r>
            <a:endParaRPr sz="1200">
              <a:latin typeface="宋体"/>
              <a:cs typeface="宋体"/>
            </a:endParaRPr>
          </a:p>
          <a:p>
            <a:pPr marL="100965" indent="-88265">
              <a:lnSpc>
                <a:spcPct val="100000"/>
              </a:lnSpc>
              <a:spcBef>
                <a:spcPts val="160"/>
              </a:spcBef>
              <a:buChar char="-"/>
              <a:tabLst>
                <a:tab pos="100965" algn="l"/>
              </a:tabLst>
            </a:pPr>
            <a:r>
              <a:rPr sz="1200" dirty="0">
                <a:latin typeface="宋体"/>
                <a:cs typeface="宋体"/>
              </a:rPr>
              <a:t>陈述事实（50字）：</a:t>
            </a:r>
            <a:r>
              <a:rPr sz="1200" spc="-10" dirty="0">
                <a:latin typeface="宋体"/>
                <a:cs typeface="宋体"/>
              </a:rPr>
              <a:t>客观描述核心事件</a:t>
            </a:r>
            <a:endParaRPr sz="1200">
              <a:latin typeface="宋体"/>
              <a:cs typeface="宋体"/>
            </a:endParaRPr>
          </a:p>
          <a:p>
            <a:pPr marL="12700" marR="5080">
              <a:lnSpc>
                <a:spcPct val="111100"/>
              </a:lnSpc>
              <a:buChar char="-"/>
              <a:tabLst>
                <a:tab pos="107314" algn="l"/>
              </a:tabLst>
            </a:pPr>
            <a:r>
              <a:rPr sz="1200" dirty="0">
                <a:latin typeface="宋体"/>
                <a:cs typeface="宋体"/>
              </a:rPr>
              <a:t>专业解读（100字）</a:t>
            </a:r>
            <a:r>
              <a:rPr sz="1200" spc="-50" dirty="0">
                <a:latin typeface="宋体"/>
                <a:cs typeface="宋体"/>
              </a:rPr>
              <a:t>：结合[领域]视角分析</a:t>
            </a:r>
            <a:endParaRPr sz="1200">
              <a:latin typeface="宋体"/>
              <a:cs typeface="宋体"/>
            </a:endParaRPr>
          </a:p>
          <a:p>
            <a:pPr marL="12700" marR="405130">
              <a:lnSpc>
                <a:spcPct val="111100"/>
              </a:lnSpc>
              <a:buChar char="-"/>
              <a:tabLst>
                <a:tab pos="100965" algn="l"/>
              </a:tabLst>
            </a:pPr>
            <a:r>
              <a:rPr sz="1200" dirty="0">
                <a:latin typeface="宋体"/>
                <a:cs typeface="宋体"/>
              </a:rPr>
              <a:t>延展思考（50字）：</a:t>
            </a:r>
            <a:r>
              <a:rPr sz="1200" spc="-10" dirty="0">
                <a:latin typeface="宋体"/>
                <a:cs typeface="宋体"/>
              </a:rPr>
              <a:t>提供独特观点差异化要求：</a:t>
            </a:r>
            <a:endParaRPr sz="1200">
              <a:latin typeface="宋体"/>
              <a:cs typeface="宋体"/>
            </a:endParaRPr>
          </a:p>
          <a:p>
            <a:pPr marL="100965" indent="-88265">
              <a:lnSpc>
                <a:spcPct val="100000"/>
              </a:lnSpc>
              <a:spcBef>
                <a:spcPts val="160"/>
              </a:spcBef>
              <a:buChar char="-"/>
              <a:tabLst>
                <a:tab pos="100965" algn="l"/>
              </a:tabLst>
            </a:pPr>
            <a:r>
              <a:rPr sz="1200" spc="-10" dirty="0">
                <a:latin typeface="宋体"/>
                <a:cs typeface="宋体"/>
              </a:rPr>
              <a:t>避开热门观点角度</a:t>
            </a:r>
            <a:endParaRPr sz="1200">
              <a:latin typeface="宋体"/>
              <a:cs typeface="宋体"/>
            </a:endParaRPr>
          </a:p>
          <a:p>
            <a:pPr marL="100965" indent="-88265">
              <a:lnSpc>
                <a:spcPct val="100000"/>
              </a:lnSpc>
              <a:spcBef>
                <a:spcPts val="160"/>
              </a:spcBef>
              <a:buChar char="-"/>
              <a:tabLst>
                <a:tab pos="100965" algn="l"/>
              </a:tabLst>
            </a:pPr>
            <a:r>
              <a:rPr sz="1200" spc="-10" dirty="0">
                <a:latin typeface="宋体"/>
                <a:cs typeface="宋体"/>
              </a:rPr>
              <a:t>结合领域专业知识</a:t>
            </a:r>
            <a:endParaRPr sz="1200">
              <a:latin typeface="宋体"/>
              <a:cs typeface="宋体"/>
            </a:endParaRPr>
          </a:p>
          <a:p>
            <a:pPr marL="100965" indent="-88265">
              <a:lnSpc>
                <a:spcPct val="100000"/>
              </a:lnSpc>
              <a:spcBef>
                <a:spcPts val="160"/>
              </a:spcBef>
              <a:buChar char="-"/>
              <a:tabLst>
                <a:tab pos="100965" algn="l"/>
              </a:tabLst>
            </a:pPr>
            <a:r>
              <a:rPr sz="1200" dirty="0">
                <a:latin typeface="宋体"/>
                <a:cs typeface="宋体"/>
              </a:rPr>
              <a:t>预设1—2</a:t>
            </a:r>
            <a:r>
              <a:rPr sz="1200" spc="-10" dirty="0">
                <a:latin typeface="宋体"/>
                <a:cs typeface="宋体"/>
              </a:rPr>
              <a:t>个讨论问题</a:t>
            </a:r>
            <a:endParaRPr sz="1200">
              <a:latin typeface="宋体"/>
              <a:cs typeface="宋体"/>
            </a:endParaRPr>
          </a:p>
        </p:txBody>
      </p:sp>
      <p:grpSp>
        <p:nvGrpSpPr>
          <p:cNvPr id="21" name="object 21"/>
          <p:cNvGrpSpPr/>
          <p:nvPr/>
        </p:nvGrpSpPr>
        <p:grpSpPr>
          <a:xfrm>
            <a:off x="4658359" y="1721485"/>
            <a:ext cx="3252470" cy="1950720"/>
            <a:chOff x="4658359" y="1721485"/>
            <a:chExt cx="3252470" cy="1950720"/>
          </a:xfrm>
        </p:grpSpPr>
        <p:sp>
          <p:nvSpPr>
            <p:cNvPr id="22" name="object 22"/>
            <p:cNvSpPr/>
            <p:nvPr/>
          </p:nvSpPr>
          <p:spPr>
            <a:xfrm>
              <a:off x="4661915" y="1725168"/>
              <a:ext cx="3244850" cy="1943100"/>
            </a:xfrm>
            <a:custGeom>
              <a:avLst/>
              <a:gdLst/>
              <a:ahLst/>
              <a:cxnLst/>
              <a:rect l="l" t="t" r="r" b="b"/>
              <a:pathLst>
                <a:path w="3244850" h="1943100">
                  <a:moveTo>
                    <a:pt x="3244595" y="1943100"/>
                  </a:moveTo>
                  <a:lnTo>
                    <a:pt x="0" y="1943100"/>
                  </a:lnTo>
                  <a:lnTo>
                    <a:pt x="0" y="0"/>
                  </a:lnTo>
                  <a:lnTo>
                    <a:pt x="3244595" y="0"/>
                  </a:lnTo>
                  <a:lnTo>
                    <a:pt x="3244595" y="1943100"/>
                  </a:lnTo>
                  <a:close/>
                </a:path>
              </a:pathLst>
            </a:custGeom>
            <a:solidFill>
              <a:srgbClr val="FFFFFF"/>
            </a:solidFill>
          </p:spPr>
          <p:txBody>
            <a:bodyPr wrap="square" lIns="0" tIns="0" rIns="0" bIns="0" rtlCol="0"/>
            <a:lstStyle/>
            <a:p>
              <a:endParaRPr/>
            </a:p>
          </p:txBody>
        </p:sp>
        <p:sp>
          <p:nvSpPr>
            <p:cNvPr id="23" name="object 23"/>
            <p:cNvSpPr/>
            <p:nvPr/>
          </p:nvSpPr>
          <p:spPr>
            <a:xfrm>
              <a:off x="4658359" y="1721485"/>
              <a:ext cx="3252470" cy="1950720"/>
            </a:xfrm>
            <a:custGeom>
              <a:avLst/>
              <a:gdLst/>
              <a:ahLst/>
              <a:cxnLst/>
              <a:rect l="l" t="t" r="r" b="b"/>
              <a:pathLst>
                <a:path w="3252470" h="1950720">
                  <a:moveTo>
                    <a:pt x="3248660" y="1950719"/>
                  </a:moveTo>
                  <a:lnTo>
                    <a:pt x="3810" y="1950719"/>
                  </a:lnTo>
                  <a:lnTo>
                    <a:pt x="2349" y="1950427"/>
                  </a:lnTo>
                  <a:lnTo>
                    <a:pt x="1117" y="1949602"/>
                  </a:lnTo>
                  <a:lnTo>
                    <a:pt x="292" y="1948370"/>
                  </a:lnTo>
                  <a:lnTo>
                    <a:pt x="0" y="1946910"/>
                  </a:lnTo>
                  <a:lnTo>
                    <a:pt x="0" y="3809"/>
                  </a:lnTo>
                  <a:lnTo>
                    <a:pt x="292" y="2349"/>
                  </a:lnTo>
                  <a:lnTo>
                    <a:pt x="1117" y="1117"/>
                  </a:lnTo>
                  <a:lnTo>
                    <a:pt x="2349" y="292"/>
                  </a:lnTo>
                  <a:lnTo>
                    <a:pt x="3810" y="0"/>
                  </a:lnTo>
                  <a:lnTo>
                    <a:pt x="3248660" y="0"/>
                  </a:lnTo>
                  <a:lnTo>
                    <a:pt x="3250120" y="292"/>
                  </a:lnTo>
                  <a:lnTo>
                    <a:pt x="3251352" y="1117"/>
                  </a:lnTo>
                  <a:lnTo>
                    <a:pt x="3252177" y="2349"/>
                  </a:lnTo>
                  <a:lnTo>
                    <a:pt x="3252469" y="3809"/>
                  </a:lnTo>
                  <a:lnTo>
                    <a:pt x="7619" y="3809"/>
                  </a:lnTo>
                  <a:lnTo>
                    <a:pt x="3810" y="7619"/>
                  </a:lnTo>
                  <a:lnTo>
                    <a:pt x="7619" y="7619"/>
                  </a:lnTo>
                  <a:lnTo>
                    <a:pt x="7619" y="1943100"/>
                  </a:lnTo>
                  <a:lnTo>
                    <a:pt x="3810" y="1943100"/>
                  </a:lnTo>
                  <a:lnTo>
                    <a:pt x="7619" y="1946910"/>
                  </a:lnTo>
                  <a:lnTo>
                    <a:pt x="3252469" y="1946910"/>
                  </a:lnTo>
                  <a:lnTo>
                    <a:pt x="3252177" y="1948370"/>
                  </a:lnTo>
                  <a:lnTo>
                    <a:pt x="3251352" y="1949602"/>
                  </a:lnTo>
                  <a:lnTo>
                    <a:pt x="3250120" y="1950427"/>
                  </a:lnTo>
                  <a:lnTo>
                    <a:pt x="3248660" y="1950719"/>
                  </a:lnTo>
                  <a:close/>
                </a:path>
                <a:path w="3252470" h="1950720">
                  <a:moveTo>
                    <a:pt x="7619" y="7619"/>
                  </a:moveTo>
                  <a:lnTo>
                    <a:pt x="3810" y="7619"/>
                  </a:lnTo>
                  <a:lnTo>
                    <a:pt x="7619" y="3809"/>
                  </a:lnTo>
                  <a:lnTo>
                    <a:pt x="7619" y="7619"/>
                  </a:lnTo>
                  <a:close/>
                </a:path>
                <a:path w="3252470" h="1950720">
                  <a:moveTo>
                    <a:pt x="3244849" y="7619"/>
                  </a:moveTo>
                  <a:lnTo>
                    <a:pt x="7619" y="7619"/>
                  </a:lnTo>
                  <a:lnTo>
                    <a:pt x="7619" y="3809"/>
                  </a:lnTo>
                  <a:lnTo>
                    <a:pt x="3244849" y="3809"/>
                  </a:lnTo>
                  <a:lnTo>
                    <a:pt x="3244849" y="7619"/>
                  </a:lnTo>
                  <a:close/>
                </a:path>
                <a:path w="3252470" h="1950720">
                  <a:moveTo>
                    <a:pt x="3244849" y="1946910"/>
                  </a:moveTo>
                  <a:lnTo>
                    <a:pt x="3244849" y="3809"/>
                  </a:lnTo>
                  <a:lnTo>
                    <a:pt x="3248660" y="7619"/>
                  </a:lnTo>
                  <a:lnTo>
                    <a:pt x="3252469" y="7619"/>
                  </a:lnTo>
                  <a:lnTo>
                    <a:pt x="3252469" y="1943100"/>
                  </a:lnTo>
                  <a:lnTo>
                    <a:pt x="3248660" y="1943100"/>
                  </a:lnTo>
                  <a:lnTo>
                    <a:pt x="3244849" y="1946910"/>
                  </a:lnTo>
                  <a:close/>
                </a:path>
                <a:path w="3252470" h="1950720">
                  <a:moveTo>
                    <a:pt x="3252469" y="7619"/>
                  </a:moveTo>
                  <a:lnTo>
                    <a:pt x="3248660" y="7619"/>
                  </a:lnTo>
                  <a:lnTo>
                    <a:pt x="3244849" y="3809"/>
                  </a:lnTo>
                  <a:lnTo>
                    <a:pt x="3252469" y="3809"/>
                  </a:lnTo>
                  <a:lnTo>
                    <a:pt x="3252469" y="7619"/>
                  </a:lnTo>
                  <a:close/>
                </a:path>
                <a:path w="3252470" h="1950720">
                  <a:moveTo>
                    <a:pt x="7619" y="1946910"/>
                  </a:moveTo>
                  <a:lnTo>
                    <a:pt x="3810" y="1943100"/>
                  </a:lnTo>
                  <a:lnTo>
                    <a:pt x="7619" y="1943100"/>
                  </a:lnTo>
                  <a:lnTo>
                    <a:pt x="7619" y="1946910"/>
                  </a:lnTo>
                  <a:close/>
                </a:path>
                <a:path w="3252470" h="1950720">
                  <a:moveTo>
                    <a:pt x="3244849" y="1946910"/>
                  </a:moveTo>
                  <a:lnTo>
                    <a:pt x="7619" y="1946910"/>
                  </a:lnTo>
                  <a:lnTo>
                    <a:pt x="7619" y="1943100"/>
                  </a:lnTo>
                  <a:lnTo>
                    <a:pt x="3244849" y="1943100"/>
                  </a:lnTo>
                  <a:lnTo>
                    <a:pt x="3244849" y="1946910"/>
                  </a:lnTo>
                  <a:close/>
                </a:path>
                <a:path w="3252470" h="1950720">
                  <a:moveTo>
                    <a:pt x="3252469" y="1946910"/>
                  </a:moveTo>
                  <a:lnTo>
                    <a:pt x="3244849" y="1946910"/>
                  </a:lnTo>
                  <a:lnTo>
                    <a:pt x="3248660" y="1943100"/>
                  </a:lnTo>
                  <a:lnTo>
                    <a:pt x="3252469" y="1943100"/>
                  </a:lnTo>
                  <a:lnTo>
                    <a:pt x="3252469" y="1946910"/>
                  </a:lnTo>
                  <a:close/>
                </a:path>
              </a:pathLst>
            </a:custGeom>
            <a:solidFill>
              <a:srgbClr val="E6E6E6"/>
            </a:solidFill>
          </p:spPr>
          <p:txBody>
            <a:bodyPr wrap="square" lIns="0" tIns="0" rIns="0" bIns="0" rtlCol="0"/>
            <a:lstStyle/>
            <a:p>
              <a:endParaRPr/>
            </a:p>
          </p:txBody>
        </p:sp>
      </p:grpSp>
      <p:sp>
        <p:nvSpPr>
          <p:cNvPr id="24" name="object 24"/>
          <p:cNvSpPr txBox="1"/>
          <p:nvPr/>
        </p:nvSpPr>
        <p:spPr>
          <a:xfrm>
            <a:off x="5029200" y="1720850"/>
            <a:ext cx="2184400" cy="1884680"/>
          </a:xfrm>
          <a:prstGeom prst="rect">
            <a:avLst/>
          </a:prstGeom>
        </p:spPr>
        <p:txBody>
          <a:bodyPr vert="horz" wrap="square" lIns="0" tIns="43180" rIns="0" bIns="0" rtlCol="0">
            <a:spAutoFit/>
          </a:bodyPr>
          <a:lstStyle/>
          <a:p>
            <a:pPr marL="12700" marR="690245">
              <a:lnSpc>
                <a:spcPts val="1200"/>
              </a:lnSpc>
              <a:spcBef>
                <a:spcPts val="340"/>
              </a:spcBef>
            </a:pPr>
            <a:r>
              <a:rPr sz="1200" spc="-75" dirty="0">
                <a:latin typeface="宋体"/>
                <a:cs typeface="宋体"/>
              </a:rPr>
              <a:t>创建[</a:t>
            </a:r>
            <a:r>
              <a:rPr sz="1200" spc="-70" dirty="0">
                <a:latin typeface="宋体"/>
                <a:cs typeface="宋体"/>
              </a:rPr>
              <a:t>主题]</a:t>
            </a:r>
            <a:r>
              <a:rPr sz="1200" spc="-10" dirty="0">
                <a:latin typeface="宋体"/>
                <a:cs typeface="宋体"/>
              </a:rPr>
              <a:t>原创内容：内容结构：</a:t>
            </a:r>
            <a:endParaRPr sz="1200">
              <a:latin typeface="宋体"/>
              <a:cs typeface="宋体"/>
            </a:endParaRPr>
          </a:p>
          <a:p>
            <a:pPr marL="394335" indent="-381635">
              <a:lnSpc>
                <a:spcPts val="1080"/>
              </a:lnSpc>
              <a:buSzPct val="91666"/>
              <a:buAutoNum type="arabicPlain"/>
              <a:tabLst>
                <a:tab pos="394335" algn="l"/>
              </a:tabLst>
            </a:pPr>
            <a:r>
              <a:rPr sz="1200" dirty="0">
                <a:latin typeface="宋体"/>
                <a:cs typeface="宋体"/>
              </a:rPr>
              <a:t>核心论点（60字</a:t>
            </a:r>
            <a:r>
              <a:rPr sz="1200" spc="-75" dirty="0">
                <a:latin typeface="宋体"/>
                <a:cs typeface="宋体"/>
              </a:rPr>
              <a:t>）：[</a:t>
            </a:r>
            <a:r>
              <a:rPr sz="1200" spc="-55" dirty="0">
                <a:latin typeface="宋体"/>
                <a:cs typeface="宋体"/>
              </a:rPr>
              <a:t>填写]</a:t>
            </a:r>
            <a:endParaRPr sz="1200">
              <a:latin typeface="宋体"/>
              <a:cs typeface="宋体"/>
            </a:endParaRPr>
          </a:p>
          <a:p>
            <a:pPr marL="394335" indent="-381635">
              <a:lnSpc>
                <a:spcPts val="1200"/>
              </a:lnSpc>
              <a:buSzPct val="91666"/>
              <a:buAutoNum type="arabicPlain"/>
              <a:tabLst>
                <a:tab pos="394335" algn="l"/>
              </a:tabLst>
            </a:pPr>
            <a:r>
              <a:rPr sz="1200" spc="-10" dirty="0">
                <a:latin typeface="宋体"/>
                <a:cs typeface="宋体"/>
              </a:rPr>
              <a:t>专业解析：</a:t>
            </a:r>
            <a:endParaRPr sz="1200">
              <a:latin typeface="宋体"/>
              <a:cs typeface="宋体"/>
            </a:endParaRPr>
          </a:p>
          <a:p>
            <a:pPr marL="213360" lvl="1" indent="-88900">
              <a:lnSpc>
                <a:spcPts val="1200"/>
              </a:lnSpc>
              <a:buChar char="-"/>
              <a:tabLst>
                <a:tab pos="213360" algn="l"/>
              </a:tabLst>
            </a:pPr>
            <a:r>
              <a:rPr sz="1200" dirty="0">
                <a:latin typeface="宋体"/>
                <a:cs typeface="宋体"/>
              </a:rPr>
              <a:t>理论依据（100字</a:t>
            </a:r>
            <a:r>
              <a:rPr sz="1200" spc="-50" dirty="0">
                <a:latin typeface="宋体"/>
                <a:cs typeface="宋体"/>
              </a:rPr>
              <a:t>）</a:t>
            </a:r>
            <a:endParaRPr sz="1200">
              <a:latin typeface="宋体"/>
              <a:cs typeface="宋体"/>
            </a:endParaRPr>
          </a:p>
          <a:p>
            <a:pPr marL="213360" lvl="1" indent="-88900">
              <a:lnSpc>
                <a:spcPts val="1200"/>
              </a:lnSpc>
              <a:buChar char="-"/>
              <a:tabLst>
                <a:tab pos="213360" algn="l"/>
              </a:tabLst>
            </a:pPr>
            <a:r>
              <a:rPr sz="1200" dirty="0">
                <a:latin typeface="宋体"/>
                <a:cs typeface="宋体"/>
              </a:rPr>
              <a:t>实践案例（80字</a:t>
            </a:r>
            <a:r>
              <a:rPr sz="1200" spc="-50" dirty="0">
                <a:latin typeface="宋体"/>
                <a:cs typeface="宋体"/>
              </a:rPr>
              <a:t>）</a:t>
            </a:r>
            <a:endParaRPr sz="1200">
              <a:latin typeface="宋体"/>
              <a:cs typeface="宋体"/>
            </a:endParaRPr>
          </a:p>
          <a:p>
            <a:pPr marL="394335" indent="-381635">
              <a:lnSpc>
                <a:spcPts val="1200"/>
              </a:lnSpc>
              <a:buSzPct val="91666"/>
              <a:buAutoNum type="arabicPlain"/>
              <a:tabLst>
                <a:tab pos="394335" algn="l"/>
              </a:tabLst>
            </a:pPr>
            <a:r>
              <a:rPr sz="1200" spc="-10" dirty="0">
                <a:latin typeface="宋体"/>
                <a:cs typeface="宋体"/>
              </a:rPr>
              <a:t>互动引导：</a:t>
            </a:r>
            <a:endParaRPr sz="1200">
              <a:latin typeface="宋体"/>
              <a:cs typeface="宋体"/>
            </a:endParaRPr>
          </a:p>
          <a:p>
            <a:pPr marL="213360" lvl="1" indent="-88900">
              <a:lnSpc>
                <a:spcPts val="1200"/>
              </a:lnSpc>
              <a:buChar char="-"/>
              <a:tabLst>
                <a:tab pos="213360" algn="l"/>
              </a:tabLst>
            </a:pPr>
            <a:r>
              <a:rPr sz="1200" dirty="0">
                <a:latin typeface="宋体"/>
                <a:cs typeface="宋体"/>
              </a:rPr>
              <a:t>设置1</a:t>
            </a:r>
            <a:r>
              <a:rPr sz="1200" spc="-10" dirty="0">
                <a:latin typeface="宋体"/>
                <a:cs typeface="宋体"/>
              </a:rPr>
              <a:t>个开放性问题</a:t>
            </a:r>
            <a:endParaRPr sz="1200">
              <a:latin typeface="宋体"/>
              <a:cs typeface="宋体"/>
            </a:endParaRPr>
          </a:p>
          <a:p>
            <a:pPr marL="12700" marR="1048385" lvl="1" indent="112395">
              <a:lnSpc>
                <a:spcPts val="1200"/>
              </a:lnSpc>
              <a:spcBef>
                <a:spcPts val="120"/>
              </a:spcBef>
              <a:buChar char="-"/>
              <a:tabLst>
                <a:tab pos="213360" algn="l"/>
              </a:tabLst>
            </a:pPr>
            <a:r>
              <a:rPr sz="1200" spc="-10" dirty="0">
                <a:latin typeface="宋体"/>
                <a:cs typeface="宋体"/>
              </a:rPr>
              <a:t>预留讨论空间传播策略：</a:t>
            </a:r>
            <a:endParaRPr sz="1200">
              <a:latin typeface="宋体"/>
              <a:cs typeface="宋体"/>
            </a:endParaRPr>
          </a:p>
          <a:p>
            <a:pPr marL="12700" marR="591185" lvl="1" indent="112395">
              <a:lnSpc>
                <a:spcPts val="1200"/>
              </a:lnSpc>
              <a:buChar char="-"/>
              <a:tabLst>
                <a:tab pos="213360" algn="l"/>
              </a:tabLst>
            </a:pPr>
            <a:r>
              <a:rPr sz="1200" dirty="0">
                <a:latin typeface="宋体"/>
                <a:cs typeface="宋体"/>
              </a:rPr>
              <a:t>关联2—3</a:t>
            </a:r>
            <a:r>
              <a:rPr sz="1200" spc="-10" dirty="0">
                <a:latin typeface="宋体"/>
                <a:cs typeface="宋体"/>
              </a:rPr>
              <a:t>个相关话题</a:t>
            </a:r>
            <a:r>
              <a:rPr sz="1200" dirty="0">
                <a:latin typeface="宋体"/>
                <a:cs typeface="宋体"/>
              </a:rPr>
              <a:t>设计2</a:t>
            </a:r>
            <a:r>
              <a:rPr sz="1200" spc="-10" dirty="0">
                <a:latin typeface="宋体"/>
                <a:cs typeface="宋体"/>
              </a:rPr>
              <a:t>个传播观点</a:t>
            </a:r>
            <a:endParaRPr sz="1200">
              <a:latin typeface="宋体"/>
              <a:cs typeface="宋体"/>
            </a:endParaRPr>
          </a:p>
        </p:txBody>
      </p:sp>
      <p:grpSp>
        <p:nvGrpSpPr>
          <p:cNvPr id="25" name="object 25"/>
          <p:cNvGrpSpPr/>
          <p:nvPr/>
        </p:nvGrpSpPr>
        <p:grpSpPr>
          <a:xfrm>
            <a:off x="8606155" y="1739264"/>
            <a:ext cx="3300095" cy="1938655"/>
            <a:chOff x="8606155" y="1739264"/>
            <a:chExt cx="3300095" cy="1938655"/>
          </a:xfrm>
        </p:grpSpPr>
        <p:sp>
          <p:nvSpPr>
            <p:cNvPr id="26" name="object 26"/>
            <p:cNvSpPr/>
            <p:nvPr/>
          </p:nvSpPr>
          <p:spPr>
            <a:xfrm>
              <a:off x="8610600" y="1743455"/>
              <a:ext cx="3291840" cy="1931035"/>
            </a:xfrm>
            <a:custGeom>
              <a:avLst/>
              <a:gdLst/>
              <a:ahLst/>
              <a:cxnLst/>
              <a:rect l="l" t="t" r="r" b="b"/>
              <a:pathLst>
                <a:path w="3291840" h="1931035">
                  <a:moveTo>
                    <a:pt x="3291840" y="1930908"/>
                  </a:moveTo>
                  <a:lnTo>
                    <a:pt x="0" y="1930908"/>
                  </a:lnTo>
                  <a:lnTo>
                    <a:pt x="0" y="0"/>
                  </a:lnTo>
                  <a:lnTo>
                    <a:pt x="3291840" y="0"/>
                  </a:lnTo>
                  <a:lnTo>
                    <a:pt x="3291840" y="1930908"/>
                  </a:lnTo>
                  <a:close/>
                </a:path>
              </a:pathLst>
            </a:custGeom>
            <a:solidFill>
              <a:srgbClr val="FFFFFF"/>
            </a:solidFill>
          </p:spPr>
          <p:txBody>
            <a:bodyPr wrap="square" lIns="0" tIns="0" rIns="0" bIns="0" rtlCol="0"/>
            <a:lstStyle/>
            <a:p>
              <a:endParaRPr/>
            </a:p>
          </p:txBody>
        </p:sp>
        <p:sp>
          <p:nvSpPr>
            <p:cNvPr id="27" name="object 27"/>
            <p:cNvSpPr/>
            <p:nvPr/>
          </p:nvSpPr>
          <p:spPr>
            <a:xfrm>
              <a:off x="8606155" y="1739264"/>
              <a:ext cx="3300095" cy="1938655"/>
            </a:xfrm>
            <a:custGeom>
              <a:avLst/>
              <a:gdLst/>
              <a:ahLst/>
              <a:cxnLst/>
              <a:rect l="l" t="t" r="r" b="b"/>
              <a:pathLst>
                <a:path w="3300095" h="1938654">
                  <a:moveTo>
                    <a:pt x="3296285" y="1938655"/>
                  </a:moveTo>
                  <a:lnTo>
                    <a:pt x="3810" y="1938655"/>
                  </a:lnTo>
                  <a:lnTo>
                    <a:pt x="2349" y="1938362"/>
                  </a:lnTo>
                  <a:lnTo>
                    <a:pt x="1117" y="1937537"/>
                  </a:lnTo>
                  <a:lnTo>
                    <a:pt x="292" y="1936305"/>
                  </a:lnTo>
                  <a:lnTo>
                    <a:pt x="0" y="1934845"/>
                  </a:lnTo>
                  <a:lnTo>
                    <a:pt x="0" y="3810"/>
                  </a:lnTo>
                  <a:lnTo>
                    <a:pt x="292" y="2349"/>
                  </a:lnTo>
                  <a:lnTo>
                    <a:pt x="1117" y="1117"/>
                  </a:lnTo>
                  <a:lnTo>
                    <a:pt x="2349" y="292"/>
                  </a:lnTo>
                  <a:lnTo>
                    <a:pt x="3810" y="0"/>
                  </a:lnTo>
                  <a:lnTo>
                    <a:pt x="3296285" y="0"/>
                  </a:lnTo>
                  <a:lnTo>
                    <a:pt x="3297745" y="292"/>
                  </a:lnTo>
                  <a:lnTo>
                    <a:pt x="3298977" y="1117"/>
                  </a:lnTo>
                  <a:lnTo>
                    <a:pt x="3299802" y="2349"/>
                  </a:lnTo>
                  <a:lnTo>
                    <a:pt x="3300095" y="3810"/>
                  </a:lnTo>
                  <a:lnTo>
                    <a:pt x="7620" y="3810"/>
                  </a:lnTo>
                  <a:lnTo>
                    <a:pt x="3810" y="7620"/>
                  </a:lnTo>
                  <a:lnTo>
                    <a:pt x="7620" y="7620"/>
                  </a:lnTo>
                  <a:lnTo>
                    <a:pt x="7620" y="1931035"/>
                  </a:lnTo>
                  <a:lnTo>
                    <a:pt x="3810" y="1931035"/>
                  </a:lnTo>
                  <a:lnTo>
                    <a:pt x="7620" y="1934845"/>
                  </a:lnTo>
                  <a:lnTo>
                    <a:pt x="3300095" y="1934845"/>
                  </a:lnTo>
                  <a:lnTo>
                    <a:pt x="3299802" y="1936305"/>
                  </a:lnTo>
                  <a:lnTo>
                    <a:pt x="3298977" y="1937537"/>
                  </a:lnTo>
                  <a:lnTo>
                    <a:pt x="3297745" y="1938362"/>
                  </a:lnTo>
                  <a:lnTo>
                    <a:pt x="3296285" y="1938655"/>
                  </a:lnTo>
                  <a:close/>
                </a:path>
                <a:path w="3300095" h="1938654">
                  <a:moveTo>
                    <a:pt x="7620" y="7620"/>
                  </a:moveTo>
                  <a:lnTo>
                    <a:pt x="3810" y="7620"/>
                  </a:lnTo>
                  <a:lnTo>
                    <a:pt x="7620" y="3810"/>
                  </a:lnTo>
                  <a:lnTo>
                    <a:pt x="7620" y="7620"/>
                  </a:lnTo>
                  <a:close/>
                </a:path>
                <a:path w="3300095" h="1938654">
                  <a:moveTo>
                    <a:pt x="3292475" y="7620"/>
                  </a:moveTo>
                  <a:lnTo>
                    <a:pt x="7620" y="7620"/>
                  </a:lnTo>
                  <a:lnTo>
                    <a:pt x="7620" y="3810"/>
                  </a:lnTo>
                  <a:lnTo>
                    <a:pt x="3292475" y="3810"/>
                  </a:lnTo>
                  <a:lnTo>
                    <a:pt x="3292475" y="7620"/>
                  </a:lnTo>
                  <a:close/>
                </a:path>
                <a:path w="3300095" h="1938654">
                  <a:moveTo>
                    <a:pt x="3292475" y="1934845"/>
                  </a:moveTo>
                  <a:lnTo>
                    <a:pt x="3292475" y="3810"/>
                  </a:lnTo>
                  <a:lnTo>
                    <a:pt x="3296285" y="7620"/>
                  </a:lnTo>
                  <a:lnTo>
                    <a:pt x="3300095" y="7620"/>
                  </a:lnTo>
                  <a:lnTo>
                    <a:pt x="3300095" y="1931035"/>
                  </a:lnTo>
                  <a:lnTo>
                    <a:pt x="3296285" y="1931035"/>
                  </a:lnTo>
                  <a:lnTo>
                    <a:pt x="3292475" y="1934845"/>
                  </a:lnTo>
                  <a:close/>
                </a:path>
                <a:path w="3300095" h="1938654">
                  <a:moveTo>
                    <a:pt x="3300095" y="7620"/>
                  </a:moveTo>
                  <a:lnTo>
                    <a:pt x="3296285" y="7620"/>
                  </a:lnTo>
                  <a:lnTo>
                    <a:pt x="3292475" y="3810"/>
                  </a:lnTo>
                  <a:lnTo>
                    <a:pt x="3300095" y="3810"/>
                  </a:lnTo>
                  <a:lnTo>
                    <a:pt x="3300095" y="7620"/>
                  </a:lnTo>
                  <a:close/>
                </a:path>
                <a:path w="3300095" h="1938654">
                  <a:moveTo>
                    <a:pt x="7620" y="1934845"/>
                  </a:moveTo>
                  <a:lnTo>
                    <a:pt x="3810" y="1931035"/>
                  </a:lnTo>
                  <a:lnTo>
                    <a:pt x="7620" y="1931035"/>
                  </a:lnTo>
                  <a:lnTo>
                    <a:pt x="7620" y="1934845"/>
                  </a:lnTo>
                  <a:close/>
                </a:path>
                <a:path w="3300095" h="1938654">
                  <a:moveTo>
                    <a:pt x="3292475" y="1934845"/>
                  </a:moveTo>
                  <a:lnTo>
                    <a:pt x="7620" y="1934845"/>
                  </a:lnTo>
                  <a:lnTo>
                    <a:pt x="7620" y="1931035"/>
                  </a:lnTo>
                  <a:lnTo>
                    <a:pt x="3292475" y="1931035"/>
                  </a:lnTo>
                  <a:lnTo>
                    <a:pt x="3292475" y="1934845"/>
                  </a:lnTo>
                  <a:close/>
                </a:path>
                <a:path w="3300095" h="1938654">
                  <a:moveTo>
                    <a:pt x="3300095" y="1934845"/>
                  </a:moveTo>
                  <a:lnTo>
                    <a:pt x="3292475" y="1934845"/>
                  </a:lnTo>
                  <a:lnTo>
                    <a:pt x="3296285" y="1931035"/>
                  </a:lnTo>
                  <a:lnTo>
                    <a:pt x="3300095" y="1931035"/>
                  </a:lnTo>
                  <a:lnTo>
                    <a:pt x="3300095" y="1934845"/>
                  </a:lnTo>
                  <a:close/>
                </a:path>
              </a:pathLst>
            </a:custGeom>
            <a:solidFill>
              <a:srgbClr val="E6E6E6"/>
            </a:solidFill>
          </p:spPr>
          <p:txBody>
            <a:bodyPr wrap="square" lIns="0" tIns="0" rIns="0" bIns="0" rtlCol="0"/>
            <a:lstStyle/>
            <a:p>
              <a:endParaRPr/>
            </a:p>
          </p:txBody>
        </p:sp>
      </p:grpSp>
      <p:sp>
        <p:nvSpPr>
          <p:cNvPr id="28" name="object 28"/>
          <p:cNvSpPr txBox="1"/>
          <p:nvPr/>
        </p:nvSpPr>
        <p:spPr>
          <a:xfrm>
            <a:off x="8976994" y="1769745"/>
            <a:ext cx="2159000" cy="1922780"/>
          </a:xfrm>
          <a:prstGeom prst="rect">
            <a:avLst/>
          </a:prstGeom>
        </p:spPr>
        <p:txBody>
          <a:bodyPr vert="horz" wrap="square" lIns="0" tIns="5080" rIns="0" bIns="0" rtlCol="0">
            <a:spAutoFit/>
          </a:bodyPr>
          <a:lstStyle/>
          <a:p>
            <a:pPr marL="12700" marR="955040">
              <a:lnSpc>
                <a:spcPct val="104200"/>
              </a:lnSpc>
              <a:spcBef>
                <a:spcPts val="40"/>
              </a:spcBef>
            </a:pPr>
            <a:r>
              <a:rPr sz="1200" spc="-10" dirty="0">
                <a:latin typeface="宋体"/>
                <a:cs typeface="宋体"/>
              </a:rPr>
              <a:t>话题引导设计：</a:t>
            </a:r>
            <a:r>
              <a:rPr sz="1200" spc="-35" dirty="0">
                <a:latin typeface="宋体"/>
                <a:cs typeface="宋体"/>
              </a:rPr>
              <a:t>主题：#[</a:t>
            </a:r>
            <a:r>
              <a:rPr sz="1200" spc="-40" dirty="0">
                <a:latin typeface="宋体"/>
                <a:cs typeface="宋体"/>
              </a:rPr>
              <a:t>话题名]#</a:t>
            </a:r>
            <a:r>
              <a:rPr sz="1200" spc="-10" dirty="0">
                <a:latin typeface="宋体"/>
                <a:cs typeface="宋体"/>
              </a:rPr>
              <a:t>引导策略：</a:t>
            </a:r>
            <a:endParaRPr sz="1200">
              <a:latin typeface="宋体"/>
              <a:cs typeface="宋体"/>
            </a:endParaRPr>
          </a:p>
          <a:p>
            <a:pPr marL="381635" marR="995680" indent="-381635" algn="r">
              <a:lnSpc>
                <a:spcPct val="100000"/>
              </a:lnSpc>
              <a:spcBef>
                <a:spcPts val="60"/>
              </a:spcBef>
              <a:buSzPct val="91666"/>
              <a:buAutoNum type="arabicPlain"/>
              <a:tabLst>
                <a:tab pos="381635" algn="l"/>
              </a:tabLst>
            </a:pPr>
            <a:r>
              <a:rPr sz="1200" spc="-10" dirty="0">
                <a:latin typeface="宋体"/>
                <a:cs typeface="宋体"/>
              </a:rPr>
              <a:t>议题设置：</a:t>
            </a:r>
            <a:endParaRPr sz="1200">
              <a:latin typeface="宋体"/>
              <a:cs typeface="宋体"/>
            </a:endParaRPr>
          </a:p>
          <a:p>
            <a:pPr marL="88265" marR="1023619" lvl="1" indent="-88265" algn="r">
              <a:lnSpc>
                <a:spcPct val="100000"/>
              </a:lnSpc>
              <a:spcBef>
                <a:spcPts val="60"/>
              </a:spcBef>
              <a:buChar char="-"/>
              <a:tabLst>
                <a:tab pos="88265" algn="l"/>
              </a:tabLst>
            </a:pPr>
            <a:r>
              <a:rPr sz="1200" spc="-10" dirty="0">
                <a:latin typeface="宋体"/>
                <a:cs typeface="宋体"/>
              </a:rPr>
              <a:t>核心问题提出</a:t>
            </a:r>
            <a:endParaRPr sz="1200">
              <a:latin typeface="宋体"/>
              <a:cs typeface="宋体"/>
            </a:endParaRPr>
          </a:p>
          <a:p>
            <a:pPr marL="213360" lvl="1" indent="-88265">
              <a:lnSpc>
                <a:spcPct val="100000"/>
              </a:lnSpc>
              <a:spcBef>
                <a:spcPts val="60"/>
              </a:spcBef>
              <a:buChar char="-"/>
              <a:tabLst>
                <a:tab pos="213360" algn="l"/>
              </a:tabLst>
            </a:pPr>
            <a:r>
              <a:rPr sz="1200" dirty="0">
                <a:latin typeface="宋体"/>
                <a:cs typeface="宋体"/>
              </a:rPr>
              <a:t>2—3</a:t>
            </a:r>
            <a:r>
              <a:rPr sz="1200" spc="-10" dirty="0">
                <a:latin typeface="宋体"/>
                <a:cs typeface="宋体"/>
              </a:rPr>
              <a:t>个讨论维度</a:t>
            </a:r>
            <a:endParaRPr sz="1200">
              <a:latin typeface="宋体"/>
              <a:cs typeface="宋体"/>
            </a:endParaRPr>
          </a:p>
          <a:p>
            <a:pPr marL="381635" marR="995680" indent="-381635" algn="r">
              <a:lnSpc>
                <a:spcPct val="100000"/>
              </a:lnSpc>
              <a:spcBef>
                <a:spcPts val="60"/>
              </a:spcBef>
              <a:buSzPct val="91666"/>
              <a:buAutoNum type="arabicPlain"/>
              <a:tabLst>
                <a:tab pos="381635" algn="l"/>
              </a:tabLst>
            </a:pPr>
            <a:r>
              <a:rPr sz="1200" spc="-10" dirty="0">
                <a:latin typeface="宋体"/>
                <a:cs typeface="宋体"/>
              </a:rPr>
              <a:t>互动设计：</a:t>
            </a:r>
            <a:endParaRPr sz="1200">
              <a:latin typeface="宋体"/>
              <a:cs typeface="宋体"/>
            </a:endParaRPr>
          </a:p>
          <a:p>
            <a:pPr marL="88265" marR="971550" lvl="1" indent="-88265" algn="r">
              <a:lnSpc>
                <a:spcPct val="100000"/>
              </a:lnSpc>
              <a:spcBef>
                <a:spcPts val="60"/>
              </a:spcBef>
              <a:buChar char="-"/>
              <a:tabLst>
                <a:tab pos="88265" algn="l"/>
              </a:tabLst>
            </a:pPr>
            <a:r>
              <a:rPr sz="1200" spc="-70" dirty="0">
                <a:latin typeface="宋体"/>
                <a:cs typeface="宋体"/>
              </a:rPr>
              <a:t>投票/</a:t>
            </a:r>
            <a:r>
              <a:rPr sz="1200" spc="-15" dirty="0">
                <a:latin typeface="宋体"/>
                <a:cs typeface="宋体"/>
              </a:rPr>
              <a:t>提问形式</a:t>
            </a:r>
            <a:endParaRPr sz="1200">
              <a:latin typeface="宋体"/>
              <a:cs typeface="宋体"/>
            </a:endParaRPr>
          </a:p>
          <a:p>
            <a:pPr marL="88265" marR="1023619" lvl="1" indent="-88265" algn="r">
              <a:lnSpc>
                <a:spcPct val="100000"/>
              </a:lnSpc>
              <a:spcBef>
                <a:spcPts val="60"/>
              </a:spcBef>
              <a:buChar char="-"/>
              <a:tabLst>
                <a:tab pos="88265" algn="l"/>
              </a:tabLst>
            </a:pPr>
            <a:r>
              <a:rPr sz="1200" spc="-10" dirty="0">
                <a:latin typeface="宋体"/>
                <a:cs typeface="宋体"/>
              </a:rPr>
              <a:t>观点引导方向</a:t>
            </a:r>
            <a:endParaRPr sz="1200">
              <a:latin typeface="宋体"/>
              <a:cs typeface="宋体"/>
            </a:endParaRPr>
          </a:p>
          <a:p>
            <a:pPr marL="12700">
              <a:lnSpc>
                <a:spcPct val="100000"/>
              </a:lnSpc>
              <a:spcBef>
                <a:spcPts val="60"/>
              </a:spcBef>
            </a:pPr>
            <a:r>
              <a:rPr sz="1200" spc="-5" dirty="0">
                <a:latin typeface="宋体"/>
                <a:cs typeface="宋体"/>
              </a:rPr>
              <a:t>情绪基调：保持开放性和包容性</a:t>
            </a:r>
            <a:endParaRPr sz="1200">
              <a:latin typeface="宋体"/>
              <a:cs typeface="宋体"/>
            </a:endParaRPr>
          </a:p>
        </p:txBody>
      </p:sp>
      <p:grpSp>
        <p:nvGrpSpPr>
          <p:cNvPr id="29" name="object 29"/>
          <p:cNvGrpSpPr/>
          <p:nvPr/>
        </p:nvGrpSpPr>
        <p:grpSpPr>
          <a:xfrm>
            <a:off x="353695" y="4672965"/>
            <a:ext cx="2722880" cy="1939289"/>
            <a:chOff x="353695" y="4672965"/>
            <a:chExt cx="2722880" cy="1939289"/>
          </a:xfrm>
        </p:grpSpPr>
        <p:sp>
          <p:nvSpPr>
            <p:cNvPr id="30" name="object 30"/>
            <p:cNvSpPr/>
            <p:nvPr/>
          </p:nvSpPr>
          <p:spPr>
            <a:xfrm>
              <a:off x="358140" y="4677156"/>
              <a:ext cx="2714625" cy="1931035"/>
            </a:xfrm>
            <a:custGeom>
              <a:avLst/>
              <a:gdLst/>
              <a:ahLst/>
              <a:cxnLst/>
              <a:rect l="l" t="t" r="r" b="b"/>
              <a:pathLst>
                <a:path w="2714625" h="1931034">
                  <a:moveTo>
                    <a:pt x="2714244" y="1930907"/>
                  </a:moveTo>
                  <a:lnTo>
                    <a:pt x="0" y="1930907"/>
                  </a:lnTo>
                  <a:lnTo>
                    <a:pt x="0" y="0"/>
                  </a:lnTo>
                  <a:lnTo>
                    <a:pt x="2714244" y="0"/>
                  </a:lnTo>
                  <a:lnTo>
                    <a:pt x="2714244" y="1930907"/>
                  </a:lnTo>
                  <a:close/>
                </a:path>
              </a:pathLst>
            </a:custGeom>
            <a:solidFill>
              <a:srgbClr val="FFFFFF"/>
            </a:solidFill>
          </p:spPr>
          <p:txBody>
            <a:bodyPr wrap="square" lIns="0" tIns="0" rIns="0" bIns="0" rtlCol="0"/>
            <a:lstStyle/>
            <a:p>
              <a:endParaRPr/>
            </a:p>
          </p:txBody>
        </p:sp>
        <p:sp>
          <p:nvSpPr>
            <p:cNvPr id="31" name="object 31"/>
            <p:cNvSpPr/>
            <p:nvPr/>
          </p:nvSpPr>
          <p:spPr>
            <a:xfrm>
              <a:off x="353695" y="4672965"/>
              <a:ext cx="2722880" cy="1939289"/>
            </a:xfrm>
            <a:custGeom>
              <a:avLst/>
              <a:gdLst/>
              <a:ahLst/>
              <a:cxnLst/>
              <a:rect l="l" t="t" r="r" b="b"/>
              <a:pathLst>
                <a:path w="2722880" h="1939290">
                  <a:moveTo>
                    <a:pt x="2719070" y="1939289"/>
                  </a:moveTo>
                  <a:lnTo>
                    <a:pt x="3809" y="1939289"/>
                  </a:lnTo>
                  <a:lnTo>
                    <a:pt x="2349" y="1938997"/>
                  </a:lnTo>
                  <a:lnTo>
                    <a:pt x="1117" y="1938172"/>
                  </a:lnTo>
                  <a:lnTo>
                    <a:pt x="292" y="1936940"/>
                  </a:lnTo>
                  <a:lnTo>
                    <a:pt x="0" y="1935480"/>
                  </a:lnTo>
                  <a:lnTo>
                    <a:pt x="0" y="3810"/>
                  </a:lnTo>
                  <a:lnTo>
                    <a:pt x="292" y="2349"/>
                  </a:lnTo>
                  <a:lnTo>
                    <a:pt x="1117" y="1117"/>
                  </a:lnTo>
                  <a:lnTo>
                    <a:pt x="2349" y="292"/>
                  </a:lnTo>
                  <a:lnTo>
                    <a:pt x="3809" y="0"/>
                  </a:lnTo>
                  <a:lnTo>
                    <a:pt x="2719070" y="0"/>
                  </a:lnTo>
                  <a:lnTo>
                    <a:pt x="2720530" y="292"/>
                  </a:lnTo>
                  <a:lnTo>
                    <a:pt x="2721762" y="1117"/>
                  </a:lnTo>
                  <a:lnTo>
                    <a:pt x="2722587" y="2349"/>
                  </a:lnTo>
                  <a:lnTo>
                    <a:pt x="2722880" y="3810"/>
                  </a:lnTo>
                  <a:lnTo>
                    <a:pt x="7619" y="3810"/>
                  </a:lnTo>
                  <a:lnTo>
                    <a:pt x="3809" y="7620"/>
                  </a:lnTo>
                  <a:lnTo>
                    <a:pt x="7619" y="7620"/>
                  </a:lnTo>
                  <a:lnTo>
                    <a:pt x="7619" y="1931669"/>
                  </a:lnTo>
                  <a:lnTo>
                    <a:pt x="3809" y="1931669"/>
                  </a:lnTo>
                  <a:lnTo>
                    <a:pt x="7619" y="1935480"/>
                  </a:lnTo>
                  <a:lnTo>
                    <a:pt x="2722880" y="1935480"/>
                  </a:lnTo>
                  <a:lnTo>
                    <a:pt x="2722587" y="1936940"/>
                  </a:lnTo>
                  <a:lnTo>
                    <a:pt x="2721762" y="1938172"/>
                  </a:lnTo>
                  <a:lnTo>
                    <a:pt x="2720530" y="1938997"/>
                  </a:lnTo>
                  <a:lnTo>
                    <a:pt x="2719070" y="1939289"/>
                  </a:lnTo>
                  <a:close/>
                </a:path>
                <a:path w="2722880" h="1939290">
                  <a:moveTo>
                    <a:pt x="7619" y="7620"/>
                  </a:moveTo>
                  <a:lnTo>
                    <a:pt x="3809" y="7620"/>
                  </a:lnTo>
                  <a:lnTo>
                    <a:pt x="7619" y="3810"/>
                  </a:lnTo>
                  <a:lnTo>
                    <a:pt x="7619" y="7620"/>
                  </a:lnTo>
                  <a:close/>
                </a:path>
                <a:path w="2722880" h="1939290">
                  <a:moveTo>
                    <a:pt x="2715260" y="7620"/>
                  </a:moveTo>
                  <a:lnTo>
                    <a:pt x="7619" y="7620"/>
                  </a:lnTo>
                  <a:lnTo>
                    <a:pt x="7619" y="3810"/>
                  </a:lnTo>
                  <a:lnTo>
                    <a:pt x="2715260" y="3810"/>
                  </a:lnTo>
                  <a:lnTo>
                    <a:pt x="2715260" y="7620"/>
                  </a:lnTo>
                  <a:close/>
                </a:path>
                <a:path w="2722880" h="1939290">
                  <a:moveTo>
                    <a:pt x="2715260" y="1935480"/>
                  </a:moveTo>
                  <a:lnTo>
                    <a:pt x="2715260" y="3810"/>
                  </a:lnTo>
                  <a:lnTo>
                    <a:pt x="2719070" y="7620"/>
                  </a:lnTo>
                  <a:lnTo>
                    <a:pt x="2722880" y="7620"/>
                  </a:lnTo>
                  <a:lnTo>
                    <a:pt x="2722880" y="1931669"/>
                  </a:lnTo>
                  <a:lnTo>
                    <a:pt x="2719070" y="1931669"/>
                  </a:lnTo>
                  <a:lnTo>
                    <a:pt x="2715260" y="1935480"/>
                  </a:lnTo>
                  <a:close/>
                </a:path>
                <a:path w="2722880" h="1939290">
                  <a:moveTo>
                    <a:pt x="2722880" y="7620"/>
                  </a:moveTo>
                  <a:lnTo>
                    <a:pt x="2719070" y="7620"/>
                  </a:lnTo>
                  <a:lnTo>
                    <a:pt x="2715260" y="3810"/>
                  </a:lnTo>
                  <a:lnTo>
                    <a:pt x="2722880" y="3810"/>
                  </a:lnTo>
                  <a:lnTo>
                    <a:pt x="2722880" y="7620"/>
                  </a:lnTo>
                  <a:close/>
                </a:path>
                <a:path w="2722880" h="1939290">
                  <a:moveTo>
                    <a:pt x="7619" y="1935480"/>
                  </a:moveTo>
                  <a:lnTo>
                    <a:pt x="3809" y="1931669"/>
                  </a:lnTo>
                  <a:lnTo>
                    <a:pt x="7619" y="1931669"/>
                  </a:lnTo>
                  <a:lnTo>
                    <a:pt x="7619" y="1935480"/>
                  </a:lnTo>
                  <a:close/>
                </a:path>
                <a:path w="2722880" h="1939290">
                  <a:moveTo>
                    <a:pt x="2715260" y="1935480"/>
                  </a:moveTo>
                  <a:lnTo>
                    <a:pt x="7619" y="1935480"/>
                  </a:lnTo>
                  <a:lnTo>
                    <a:pt x="7619" y="1931669"/>
                  </a:lnTo>
                  <a:lnTo>
                    <a:pt x="2715260" y="1931669"/>
                  </a:lnTo>
                  <a:lnTo>
                    <a:pt x="2715260" y="1935480"/>
                  </a:lnTo>
                  <a:close/>
                </a:path>
                <a:path w="2722880" h="1939290">
                  <a:moveTo>
                    <a:pt x="2722880" y="1935480"/>
                  </a:moveTo>
                  <a:lnTo>
                    <a:pt x="2715260" y="1935480"/>
                  </a:lnTo>
                  <a:lnTo>
                    <a:pt x="2719070" y="1931669"/>
                  </a:lnTo>
                  <a:lnTo>
                    <a:pt x="2722880" y="1931669"/>
                  </a:lnTo>
                  <a:lnTo>
                    <a:pt x="2722880" y="1935480"/>
                  </a:lnTo>
                  <a:close/>
                </a:path>
              </a:pathLst>
            </a:custGeom>
            <a:solidFill>
              <a:srgbClr val="E6E6E6"/>
            </a:solidFill>
          </p:spPr>
          <p:txBody>
            <a:bodyPr wrap="square" lIns="0" tIns="0" rIns="0" bIns="0" rtlCol="0"/>
            <a:lstStyle/>
            <a:p>
              <a:endParaRPr/>
            </a:p>
          </p:txBody>
        </p:sp>
      </p:grpSp>
      <p:sp>
        <p:nvSpPr>
          <p:cNvPr id="32" name="object 32"/>
          <p:cNvSpPr txBox="1"/>
          <p:nvPr/>
        </p:nvSpPr>
        <p:spPr>
          <a:xfrm>
            <a:off x="724534" y="4693920"/>
            <a:ext cx="2269490" cy="1854200"/>
          </a:xfrm>
          <a:prstGeom prst="rect">
            <a:avLst/>
          </a:prstGeom>
        </p:spPr>
        <p:txBody>
          <a:bodyPr vert="horz" wrap="square" lIns="0" tIns="12700" rIns="0" bIns="0" rtlCol="0">
            <a:spAutoFit/>
          </a:bodyPr>
          <a:lstStyle/>
          <a:p>
            <a:pPr marL="12700" marR="775970">
              <a:lnSpc>
                <a:spcPct val="111100"/>
              </a:lnSpc>
              <a:spcBef>
                <a:spcPts val="100"/>
              </a:spcBef>
            </a:pPr>
            <a:r>
              <a:rPr sz="1200" spc="-10" dirty="0">
                <a:latin typeface="宋体"/>
                <a:cs typeface="宋体"/>
              </a:rPr>
              <a:t>品牌内容创作指南：</a:t>
            </a:r>
            <a:r>
              <a:rPr sz="1200" spc="-40" dirty="0">
                <a:latin typeface="宋体"/>
                <a:cs typeface="宋体"/>
              </a:rPr>
              <a:t>营销目标：[</a:t>
            </a:r>
            <a:r>
              <a:rPr sz="1200" spc="-50" dirty="0">
                <a:latin typeface="宋体"/>
                <a:cs typeface="宋体"/>
              </a:rPr>
              <a:t>目标设定]</a:t>
            </a:r>
            <a:r>
              <a:rPr sz="1200" spc="-10" dirty="0">
                <a:latin typeface="宋体"/>
                <a:cs typeface="宋体"/>
              </a:rPr>
              <a:t>内容策略：</a:t>
            </a:r>
            <a:endParaRPr sz="1200">
              <a:latin typeface="宋体"/>
              <a:cs typeface="宋体"/>
            </a:endParaRPr>
          </a:p>
          <a:p>
            <a:pPr marL="12700">
              <a:lnSpc>
                <a:spcPct val="100000"/>
              </a:lnSpc>
              <a:spcBef>
                <a:spcPts val="160"/>
              </a:spcBef>
            </a:pPr>
            <a:r>
              <a:rPr sz="1200" dirty="0">
                <a:latin typeface="宋体"/>
                <a:cs typeface="宋体"/>
              </a:rPr>
              <a:t>（</a:t>
            </a:r>
            <a:r>
              <a:rPr sz="1200" spc="-250" dirty="0">
                <a:latin typeface="宋体"/>
                <a:cs typeface="宋体"/>
              </a:rPr>
              <a:t> </a:t>
            </a:r>
            <a:r>
              <a:rPr sz="1200" dirty="0">
                <a:latin typeface="宋体"/>
                <a:cs typeface="宋体"/>
              </a:rPr>
              <a:t>1</a:t>
            </a:r>
            <a:r>
              <a:rPr sz="1200" spc="-250" dirty="0">
                <a:latin typeface="宋体"/>
                <a:cs typeface="宋体"/>
              </a:rPr>
              <a:t> </a:t>
            </a:r>
            <a:r>
              <a:rPr sz="1200" dirty="0">
                <a:latin typeface="宋体"/>
                <a:cs typeface="宋体"/>
              </a:rPr>
              <a:t>）</a:t>
            </a:r>
            <a:r>
              <a:rPr sz="1200" spc="-145" dirty="0">
                <a:latin typeface="宋体"/>
                <a:cs typeface="宋体"/>
              </a:rPr>
              <a:t> 品 牌 元 素 植 入 </a:t>
            </a:r>
            <a:r>
              <a:rPr sz="1200" dirty="0">
                <a:latin typeface="宋体"/>
                <a:cs typeface="宋体"/>
              </a:rPr>
              <a:t>（</a:t>
            </a:r>
            <a:r>
              <a:rPr sz="1200" spc="-140" dirty="0">
                <a:latin typeface="宋体"/>
                <a:cs typeface="宋体"/>
              </a:rPr>
              <a:t> 占 比</a:t>
            </a:r>
            <a:endParaRPr sz="1200">
              <a:latin typeface="宋体"/>
              <a:cs typeface="宋体"/>
            </a:endParaRPr>
          </a:p>
          <a:p>
            <a:pPr marL="12700">
              <a:lnSpc>
                <a:spcPct val="100000"/>
              </a:lnSpc>
              <a:spcBef>
                <a:spcPts val="160"/>
              </a:spcBef>
            </a:pPr>
            <a:r>
              <a:rPr sz="1200" spc="85" dirty="0">
                <a:latin typeface="宋体"/>
                <a:cs typeface="宋体"/>
              </a:rPr>
              <a:t>&lt;30%）：</a:t>
            </a:r>
            <a:endParaRPr sz="1200">
              <a:latin typeface="宋体"/>
              <a:cs typeface="宋体"/>
            </a:endParaRPr>
          </a:p>
          <a:p>
            <a:pPr marL="88265" marR="1082040" indent="-88265" algn="r">
              <a:lnSpc>
                <a:spcPct val="100000"/>
              </a:lnSpc>
              <a:spcBef>
                <a:spcPts val="160"/>
              </a:spcBef>
              <a:buChar char="-"/>
              <a:tabLst>
                <a:tab pos="88265" algn="l"/>
              </a:tabLst>
            </a:pPr>
            <a:r>
              <a:rPr sz="1200" spc="-70" dirty="0">
                <a:latin typeface="宋体"/>
                <a:cs typeface="宋体"/>
              </a:rPr>
              <a:t>产品/</a:t>
            </a:r>
            <a:r>
              <a:rPr sz="1200" spc="-15" dirty="0">
                <a:latin typeface="宋体"/>
                <a:cs typeface="宋体"/>
              </a:rPr>
              <a:t>服务亮点</a:t>
            </a:r>
            <a:endParaRPr sz="1200">
              <a:latin typeface="宋体"/>
              <a:cs typeface="宋体"/>
            </a:endParaRPr>
          </a:p>
          <a:p>
            <a:pPr marL="88265" marR="1134110" indent="-88265" algn="r">
              <a:lnSpc>
                <a:spcPct val="100000"/>
              </a:lnSpc>
              <a:spcBef>
                <a:spcPts val="160"/>
              </a:spcBef>
              <a:buChar char="-"/>
              <a:tabLst>
                <a:tab pos="88265" algn="l"/>
              </a:tabLst>
            </a:pPr>
            <a:r>
              <a:rPr sz="1200" spc="-10" dirty="0">
                <a:latin typeface="宋体"/>
                <a:cs typeface="宋体"/>
              </a:rPr>
              <a:t>品牌价值主张</a:t>
            </a:r>
            <a:endParaRPr sz="1200">
              <a:latin typeface="宋体"/>
              <a:cs typeface="宋体"/>
            </a:endParaRPr>
          </a:p>
          <a:p>
            <a:pPr marR="1106170" algn="r">
              <a:lnSpc>
                <a:spcPct val="100000"/>
              </a:lnSpc>
              <a:spcBef>
                <a:spcPts val="160"/>
              </a:spcBef>
            </a:pPr>
            <a:r>
              <a:rPr sz="1200" dirty="0">
                <a:latin typeface="宋体"/>
                <a:cs typeface="宋体"/>
              </a:rPr>
              <a:t>（2）</a:t>
            </a:r>
            <a:r>
              <a:rPr sz="1200" spc="-10" dirty="0">
                <a:latin typeface="宋体"/>
                <a:cs typeface="宋体"/>
              </a:rPr>
              <a:t>内容包装：</a:t>
            </a:r>
            <a:endParaRPr sz="1200">
              <a:latin typeface="宋体"/>
              <a:cs typeface="宋体"/>
            </a:endParaRPr>
          </a:p>
          <a:p>
            <a:pPr marL="125095">
              <a:lnSpc>
                <a:spcPct val="100000"/>
              </a:lnSpc>
              <a:spcBef>
                <a:spcPts val="160"/>
              </a:spcBef>
            </a:pPr>
            <a:r>
              <a:rPr sz="1200" spc="-80" dirty="0">
                <a:latin typeface="宋体"/>
                <a:cs typeface="宋体"/>
              </a:rPr>
              <a:t>- 场景化描述</a:t>
            </a:r>
            <a:r>
              <a:rPr sz="1200" dirty="0">
                <a:latin typeface="宋体"/>
                <a:cs typeface="宋体"/>
              </a:rPr>
              <a:t>（80字</a:t>
            </a:r>
            <a:r>
              <a:rPr sz="1200" spc="-50" dirty="0">
                <a:latin typeface="宋体"/>
                <a:cs typeface="宋体"/>
              </a:rPr>
              <a:t>）</a:t>
            </a:r>
            <a:endParaRPr sz="1200">
              <a:latin typeface="宋体"/>
              <a:cs typeface="宋体"/>
            </a:endParaRPr>
          </a:p>
        </p:txBody>
      </p:sp>
      <p:sp>
        <p:nvSpPr>
          <p:cNvPr id="33" name="object 33"/>
          <p:cNvSpPr/>
          <p:nvPr/>
        </p:nvSpPr>
        <p:spPr>
          <a:xfrm>
            <a:off x="3068320" y="4672965"/>
            <a:ext cx="2722880" cy="1939289"/>
          </a:xfrm>
          <a:custGeom>
            <a:avLst/>
            <a:gdLst/>
            <a:ahLst/>
            <a:cxnLst/>
            <a:rect l="l" t="t" r="r" b="b"/>
            <a:pathLst>
              <a:path w="2722879" h="1939290">
                <a:moveTo>
                  <a:pt x="2719070" y="1939289"/>
                </a:moveTo>
                <a:lnTo>
                  <a:pt x="3810" y="1939289"/>
                </a:lnTo>
                <a:lnTo>
                  <a:pt x="2349" y="1938997"/>
                </a:lnTo>
                <a:lnTo>
                  <a:pt x="1117" y="1938172"/>
                </a:lnTo>
                <a:lnTo>
                  <a:pt x="292" y="1936940"/>
                </a:lnTo>
                <a:lnTo>
                  <a:pt x="0" y="1935480"/>
                </a:lnTo>
                <a:lnTo>
                  <a:pt x="0" y="3810"/>
                </a:lnTo>
                <a:lnTo>
                  <a:pt x="292" y="2349"/>
                </a:lnTo>
                <a:lnTo>
                  <a:pt x="1117" y="1117"/>
                </a:lnTo>
                <a:lnTo>
                  <a:pt x="2349" y="292"/>
                </a:lnTo>
                <a:lnTo>
                  <a:pt x="3810" y="0"/>
                </a:lnTo>
                <a:lnTo>
                  <a:pt x="2719070" y="0"/>
                </a:lnTo>
                <a:lnTo>
                  <a:pt x="2720530" y="292"/>
                </a:lnTo>
                <a:lnTo>
                  <a:pt x="2721762" y="1117"/>
                </a:lnTo>
                <a:lnTo>
                  <a:pt x="2722587" y="2349"/>
                </a:lnTo>
                <a:lnTo>
                  <a:pt x="2722880" y="3810"/>
                </a:lnTo>
                <a:lnTo>
                  <a:pt x="7619" y="3810"/>
                </a:lnTo>
                <a:lnTo>
                  <a:pt x="3810" y="7620"/>
                </a:lnTo>
                <a:lnTo>
                  <a:pt x="7619" y="7620"/>
                </a:lnTo>
                <a:lnTo>
                  <a:pt x="7619" y="1931669"/>
                </a:lnTo>
                <a:lnTo>
                  <a:pt x="3810" y="1931669"/>
                </a:lnTo>
                <a:lnTo>
                  <a:pt x="7619" y="1935480"/>
                </a:lnTo>
                <a:lnTo>
                  <a:pt x="2722880" y="1935480"/>
                </a:lnTo>
                <a:lnTo>
                  <a:pt x="2722587" y="1936940"/>
                </a:lnTo>
                <a:lnTo>
                  <a:pt x="2721762" y="1938172"/>
                </a:lnTo>
                <a:lnTo>
                  <a:pt x="2720530" y="1938997"/>
                </a:lnTo>
                <a:lnTo>
                  <a:pt x="2719070" y="1939289"/>
                </a:lnTo>
                <a:close/>
              </a:path>
              <a:path w="2722879" h="1939290">
                <a:moveTo>
                  <a:pt x="7619" y="7620"/>
                </a:moveTo>
                <a:lnTo>
                  <a:pt x="3810" y="7620"/>
                </a:lnTo>
                <a:lnTo>
                  <a:pt x="7619" y="3810"/>
                </a:lnTo>
                <a:lnTo>
                  <a:pt x="7619" y="7620"/>
                </a:lnTo>
                <a:close/>
              </a:path>
              <a:path w="2722879" h="1939290">
                <a:moveTo>
                  <a:pt x="2715260" y="7620"/>
                </a:moveTo>
                <a:lnTo>
                  <a:pt x="7619" y="7620"/>
                </a:lnTo>
                <a:lnTo>
                  <a:pt x="7619" y="3810"/>
                </a:lnTo>
                <a:lnTo>
                  <a:pt x="2715260" y="3810"/>
                </a:lnTo>
                <a:lnTo>
                  <a:pt x="2715260" y="7620"/>
                </a:lnTo>
                <a:close/>
              </a:path>
              <a:path w="2722879" h="1939290">
                <a:moveTo>
                  <a:pt x="2715260" y="1935480"/>
                </a:moveTo>
                <a:lnTo>
                  <a:pt x="2715260" y="3810"/>
                </a:lnTo>
                <a:lnTo>
                  <a:pt x="2719070" y="7620"/>
                </a:lnTo>
                <a:lnTo>
                  <a:pt x="2722880" y="7620"/>
                </a:lnTo>
                <a:lnTo>
                  <a:pt x="2722880" y="1931669"/>
                </a:lnTo>
                <a:lnTo>
                  <a:pt x="2719070" y="1931669"/>
                </a:lnTo>
                <a:lnTo>
                  <a:pt x="2715260" y="1935480"/>
                </a:lnTo>
                <a:close/>
              </a:path>
              <a:path w="2722879" h="1939290">
                <a:moveTo>
                  <a:pt x="2722880" y="7620"/>
                </a:moveTo>
                <a:lnTo>
                  <a:pt x="2719070" y="7620"/>
                </a:lnTo>
                <a:lnTo>
                  <a:pt x="2715260" y="3810"/>
                </a:lnTo>
                <a:lnTo>
                  <a:pt x="2722880" y="3810"/>
                </a:lnTo>
                <a:lnTo>
                  <a:pt x="2722880" y="7620"/>
                </a:lnTo>
                <a:close/>
              </a:path>
              <a:path w="2722879" h="1939290">
                <a:moveTo>
                  <a:pt x="7619" y="1935480"/>
                </a:moveTo>
                <a:lnTo>
                  <a:pt x="3810" y="1931669"/>
                </a:lnTo>
                <a:lnTo>
                  <a:pt x="7619" y="1931669"/>
                </a:lnTo>
                <a:lnTo>
                  <a:pt x="7619" y="1935480"/>
                </a:lnTo>
                <a:close/>
              </a:path>
              <a:path w="2722879" h="1939290">
                <a:moveTo>
                  <a:pt x="2715260" y="1935480"/>
                </a:moveTo>
                <a:lnTo>
                  <a:pt x="7619" y="1935480"/>
                </a:lnTo>
                <a:lnTo>
                  <a:pt x="7619" y="1931669"/>
                </a:lnTo>
                <a:lnTo>
                  <a:pt x="2715260" y="1931669"/>
                </a:lnTo>
                <a:lnTo>
                  <a:pt x="2715260" y="1935480"/>
                </a:lnTo>
                <a:close/>
              </a:path>
              <a:path w="2722879" h="1939290">
                <a:moveTo>
                  <a:pt x="2722880" y="1935480"/>
                </a:moveTo>
                <a:lnTo>
                  <a:pt x="2715260" y="1935480"/>
                </a:lnTo>
                <a:lnTo>
                  <a:pt x="2719070" y="1931669"/>
                </a:lnTo>
                <a:lnTo>
                  <a:pt x="2722880" y="1931669"/>
                </a:lnTo>
                <a:lnTo>
                  <a:pt x="2722880" y="1935480"/>
                </a:lnTo>
                <a:close/>
              </a:path>
            </a:pathLst>
          </a:custGeom>
          <a:solidFill>
            <a:srgbClr val="E6E6E6"/>
          </a:solidFill>
        </p:spPr>
        <p:txBody>
          <a:bodyPr wrap="square" lIns="0" tIns="0" rIns="0" bIns="0" rtlCol="0"/>
          <a:lstStyle/>
          <a:p>
            <a:endParaRPr/>
          </a:p>
        </p:txBody>
      </p:sp>
      <p:sp>
        <p:nvSpPr>
          <p:cNvPr id="34" name="object 34"/>
          <p:cNvSpPr txBox="1"/>
          <p:nvPr/>
        </p:nvSpPr>
        <p:spPr>
          <a:xfrm>
            <a:off x="3439159" y="4699634"/>
            <a:ext cx="1649730" cy="1854200"/>
          </a:xfrm>
          <a:prstGeom prst="rect">
            <a:avLst/>
          </a:prstGeom>
        </p:spPr>
        <p:txBody>
          <a:bodyPr vert="horz" wrap="square" lIns="0" tIns="33019" rIns="0" bIns="0" rtlCol="0">
            <a:spAutoFit/>
          </a:bodyPr>
          <a:lstStyle/>
          <a:p>
            <a:pPr marL="88265" marR="514984" indent="-88265" algn="r">
              <a:lnSpc>
                <a:spcPct val="100000"/>
              </a:lnSpc>
              <a:spcBef>
                <a:spcPts val="259"/>
              </a:spcBef>
              <a:buChar char="-"/>
              <a:tabLst>
                <a:tab pos="88265" algn="l"/>
              </a:tabLst>
            </a:pPr>
            <a:r>
              <a:rPr sz="1200" spc="-10" dirty="0">
                <a:latin typeface="宋体"/>
                <a:cs typeface="宋体"/>
              </a:rPr>
              <a:t>用户痛点关联</a:t>
            </a:r>
            <a:endParaRPr sz="1200">
              <a:latin typeface="宋体"/>
              <a:cs typeface="宋体"/>
            </a:endParaRPr>
          </a:p>
          <a:p>
            <a:pPr marL="88265" marR="514984" indent="-88265" algn="r">
              <a:lnSpc>
                <a:spcPct val="100000"/>
              </a:lnSpc>
              <a:spcBef>
                <a:spcPts val="160"/>
              </a:spcBef>
              <a:buChar char="-"/>
              <a:tabLst>
                <a:tab pos="88265" algn="l"/>
              </a:tabLst>
            </a:pPr>
            <a:r>
              <a:rPr sz="1200" spc="-10" dirty="0">
                <a:latin typeface="宋体"/>
                <a:cs typeface="宋体"/>
              </a:rPr>
              <a:t>解决方案呈现</a:t>
            </a:r>
            <a:endParaRPr sz="1200">
              <a:latin typeface="宋体"/>
              <a:cs typeface="宋体"/>
            </a:endParaRPr>
          </a:p>
          <a:p>
            <a:pPr marL="381635" marR="487045" indent="-381635" algn="r">
              <a:lnSpc>
                <a:spcPct val="100000"/>
              </a:lnSpc>
              <a:spcBef>
                <a:spcPts val="160"/>
              </a:spcBef>
              <a:buSzPct val="91666"/>
              <a:buAutoNum type="arabicPlain" startAt="3"/>
              <a:tabLst>
                <a:tab pos="381635" algn="l"/>
              </a:tabLst>
            </a:pPr>
            <a:r>
              <a:rPr sz="1200" spc="-10" dirty="0">
                <a:latin typeface="宋体"/>
                <a:cs typeface="宋体"/>
              </a:rPr>
              <a:t>传播设计：</a:t>
            </a:r>
            <a:endParaRPr sz="1200">
              <a:latin typeface="宋体"/>
              <a:cs typeface="宋体"/>
            </a:endParaRPr>
          </a:p>
          <a:p>
            <a:pPr marL="213360" lvl="1" indent="-88900">
              <a:lnSpc>
                <a:spcPct val="100000"/>
              </a:lnSpc>
              <a:spcBef>
                <a:spcPts val="160"/>
              </a:spcBef>
              <a:buChar char="-"/>
              <a:tabLst>
                <a:tab pos="213360" algn="l"/>
              </a:tabLst>
            </a:pPr>
            <a:r>
              <a:rPr sz="1200" spc="-35" dirty="0">
                <a:latin typeface="宋体"/>
                <a:cs typeface="宋体"/>
              </a:rPr>
              <a:t>话题：#[</a:t>
            </a:r>
            <a:r>
              <a:rPr sz="1200" spc="-15" dirty="0">
                <a:latin typeface="宋体"/>
                <a:cs typeface="宋体"/>
              </a:rPr>
              <a:t>话题名]#</a:t>
            </a:r>
            <a:endParaRPr sz="1200">
              <a:latin typeface="宋体"/>
              <a:cs typeface="宋体"/>
            </a:endParaRPr>
          </a:p>
          <a:p>
            <a:pPr marL="12700" marR="5080" lvl="1" indent="112395">
              <a:lnSpc>
                <a:spcPct val="111100"/>
              </a:lnSpc>
              <a:buChar char="-"/>
              <a:tabLst>
                <a:tab pos="213360" algn="l"/>
              </a:tabLst>
            </a:pPr>
            <a:r>
              <a:rPr sz="1200" spc="-25" dirty="0">
                <a:latin typeface="宋体"/>
                <a:cs typeface="宋体"/>
              </a:rPr>
              <a:t>互动形式：投票/问答</a:t>
            </a:r>
            <a:r>
              <a:rPr sz="1200" spc="-10" dirty="0">
                <a:latin typeface="宋体"/>
                <a:cs typeface="宋体"/>
              </a:rPr>
              <a:t>注意事项：</a:t>
            </a:r>
            <a:endParaRPr sz="1200">
              <a:latin typeface="宋体"/>
              <a:cs typeface="宋体"/>
            </a:endParaRPr>
          </a:p>
          <a:p>
            <a:pPr marL="175895" lvl="1" indent="-88900">
              <a:lnSpc>
                <a:spcPct val="100000"/>
              </a:lnSpc>
              <a:spcBef>
                <a:spcPts val="160"/>
              </a:spcBef>
              <a:buChar char="-"/>
              <a:tabLst>
                <a:tab pos="175895" algn="l"/>
              </a:tabLst>
            </a:pPr>
            <a:r>
              <a:rPr sz="1200" spc="-10" dirty="0">
                <a:latin typeface="宋体"/>
                <a:cs typeface="宋体"/>
              </a:rPr>
              <a:t>避免硬广表达</a:t>
            </a:r>
            <a:endParaRPr sz="1200">
              <a:latin typeface="宋体"/>
              <a:cs typeface="宋体"/>
            </a:endParaRPr>
          </a:p>
          <a:p>
            <a:pPr marL="175895" lvl="1" indent="-88900">
              <a:lnSpc>
                <a:spcPct val="100000"/>
              </a:lnSpc>
              <a:spcBef>
                <a:spcPts val="160"/>
              </a:spcBef>
              <a:buChar char="-"/>
              <a:tabLst>
                <a:tab pos="175895" algn="l"/>
              </a:tabLst>
            </a:pPr>
            <a:r>
              <a:rPr sz="1200" spc="-10" dirty="0">
                <a:latin typeface="宋体"/>
                <a:cs typeface="宋体"/>
              </a:rPr>
              <a:t>强调用户价值</a:t>
            </a:r>
            <a:endParaRPr sz="1200">
              <a:latin typeface="宋体"/>
              <a:cs typeface="宋体"/>
            </a:endParaRPr>
          </a:p>
          <a:p>
            <a:pPr marL="175895" lvl="1" indent="-88900">
              <a:lnSpc>
                <a:spcPct val="100000"/>
              </a:lnSpc>
              <a:spcBef>
                <a:spcPts val="160"/>
              </a:spcBef>
              <a:buChar char="-"/>
              <a:tabLst>
                <a:tab pos="175895" algn="l"/>
              </a:tabLst>
            </a:pPr>
            <a:r>
              <a:rPr sz="1200" spc="-10" dirty="0">
                <a:latin typeface="宋体"/>
                <a:cs typeface="宋体"/>
              </a:rPr>
              <a:t>保持语态自然</a:t>
            </a:r>
            <a:endParaRPr sz="1200">
              <a:latin typeface="宋体"/>
              <a:cs typeface="宋体"/>
            </a:endParaRPr>
          </a:p>
        </p:txBody>
      </p:sp>
      <p:pic>
        <p:nvPicPr>
          <p:cNvPr id="35" name="object 35"/>
          <p:cNvPicPr/>
          <p:nvPr/>
        </p:nvPicPr>
        <p:blipFill>
          <a:blip r:embed="rId6" cstate="print"/>
          <a:stretch>
            <a:fillRect/>
          </a:stretch>
        </p:blipFill>
        <p:spPr>
          <a:xfrm>
            <a:off x="6461898" y="3805071"/>
            <a:ext cx="2185110" cy="616474"/>
          </a:xfrm>
          <a:prstGeom prst="rect">
            <a:avLst/>
          </a:prstGeom>
        </p:spPr>
      </p:pic>
      <p:sp>
        <p:nvSpPr>
          <p:cNvPr id="36" name="object 36"/>
          <p:cNvSpPr txBox="1"/>
          <p:nvPr/>
        </p:nvSpPr>
        <p:spPr>
          <a:xfrm>
            <a:off x="6966331" y="3830701"/>
            <a:ext cx="117094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互动娱乐型</a:t>
            </a:r>
            <a:endParaRPr sz="1800">
              <a:latin typeface="Microsoft JhengHei"/>
              <a:cs typeface="Microsoft JhengHei"/>
            </a:endParaRPr>
          </a:p>
        </p:txBody>
      </p:sp>
      <p:sp>
        <p:nvSpPr>
          <p:cNvPr id="37" name="object 37"/>
          <p:cNvSpPr/>
          <p:nvPr/>
        </p:nvSpPr>
        <p:spPr>
          <a:xfrm>
            <a:off x="358140" y="4317491"/>
            <a:ext cx="2161540" cy="349250"/>
          </a:xfrm>
          <a:custGeom>
            <a:avLst/>
            <a:gdLst/>
            <a:ahLst/>
            <a:cxnLst/>
            <a:rect l="l" t="t" r="r" b="b"/>
            <a:pathLst>
              <a:path w="2161540" h="349250">
                <a:moveTo>
                  <a:pt x="2101596" y="348996"/>
                </a:moveTo>
                <a:lnTo>
                  <a:pt x="57911" y="348996"/>
                </a:lnTo>
                <a:lnTo>
                  <a:pt x="35068" y="344116"/>
                </a:lnTo>
                <a:lnTo>
                  <a:pt x="16535" y="331412"/>
                </a:lnTo>
                <a:lnTo>
                  <a:pt x="4212" y="312641"/>
                </a:lnTo>
                <a:lnTo>
                  <a:pt x="0" y="289560"/>
                </a:lnTo>
                <a:lnTo>
                  <a:pt x="0" y="57912"/>
                </a:lnTo>
                <a:lnTo>
                  <a:pt x="4212" y="34997"/>
                </a:lnTo>
                <a:lnTo>
                  <a:pt x="16535" y="16440"/>
                </a:lnTo>
                <a:lnTo>
                  <a:pt x="35068" y="4140"/>
                </a:lnTo>
                <a:lnTo>
                  <a:pt x="57911" y="0"/>
                </a:lnTo>
                <a:lnTo>
                  <a:pt x="2101596" y="0"/>
                </a:lnTo>
                <a:lnTo>
                  <a:pt x="2124534" y="4140"/>
                </a:lnTo>
                <a:lnTo>
                  <a:pt x="2143258" y="16440"/>
                </a:lnTo>
                <a:lnTo>
                  <a:pt x="2156009" y="34997"/>
                </a:lnTo>
                <a:lnTo>
                  <a:pt x="2161032" y="57912"/>
                </a:lnTo>
                <a:lnTo>
                  <a:pt x="2161032" y="289560"/>
                </a:lnTo>
                <a:lnTo>
                  <a:pt x="2156009" y="312641"/>
                </a:lnTo>
                <a:lnTo>
                  <a:pt x="2143258" y="331412"/>
                </a:lnTo>
                <a:lnTo>
                  <a:pt x="2124534" y="344116"/>
                </a:lnTo>
                <a:lnTo>
                  <a:pt x="2101596" y="348996"/>
                </a:lnTo>
                <a:close/>
              </a:path>
            </a:pathLst>
          </a:custGeom>
          <a:solidFill>
            <a:srgbClr val="0A80DF"/>
          </a:solidFill>
        </p:spPr>
        <p:txBody>
          <a:bodyPr wrap="square" lIns="0" tIns="0" rIns="0" bIns="0" rtlCol="0"/>
          <a:lstStyle/>
          <a:p>
            <a:endParaRPr/>
          </a:p>
        </p:txBody>
      </p:sp>
      <p:sp>
        <p:nvSpPr>
          <p:cNvPr id="38" name="object 38"/>
          <p:cNvSpPr txBox="1"/>
          <p:nvPr/>
        </p:nvSpPr>
        <p:spPr>
          <a:xfrm>
            <a:off x="966368" y="4343298"/>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39" name="object 39"/>
          <p:cNvSpPr/>
          <p:nvPr/>
        </p:nvSpPr>
        <p:spPr>
          <a:xfrm>
            <a:off x="6472428" y="4323588"/>
            <a:ext cx="2161540" cy="349250"/>
          </a:xfrm>
          <a:custGeom>
            <a:avLst/>
            <a:gdLst/>
            <a:ahLst/>
            <a:cxnLst/>
            <a:rect l="l" t="t" r="r" b="b"/>
            <a:pathLst>
              <a:path w="2161540" h="349250">
                <a:moveTo>
                  <a:pt x="2101596" y="348996"/>
                </a:moveTo>
                <a:lnTo>
                  <a:pt x="57912" y="348996"/>
                </a:lnTo>
                <a:lnTo>
                  <a:pt x="35140" y="344283"/>
                </a:lnTo>
                <a:lnTo>
                  <a:pt x="16630" y="331793"/>
                </a:lnTo>
                <a:lnTo>
                  <a:pt x="4283" y="313427"/>
                </a:lnTo>
                <a:lnTo>
                  <a:pt x="0" y="291084"/>
                </a:lnTo>
                <a:lnTo>
                  <a:pt x="0" y="57912"/>
                </a:lnTo>
                <a:lnTo>
                  <a:pt x="4283" y="35140"/>
                </a:lnTo>
                <a:lnTo>
                  <a:pt x="16630" y="16630"/>
                </a:lnTo>
                <a:lnTo>
                  <a:pt x="35140" y="4283"/>
                </a:lnTo>
                <a:lnTo>
                  <a:pt x="57912" y="0"/>
                </a:lnTo>
                <a:lnTo>
                  <a:pt x="2101596" y="0"/>
                </a:lnTo>
                <a:lnTo>
                  <a:pt x="2124606" y="4283"/>
                </a:lnTo>
                <a:lnTo>
                  <a:pt x="2143353" y="16630"/>
                </a:lnTo>
                <a:lnTo>
                  <a:pt x="2156081" y="35140"/>
                </a:lnTo>
                <a:lnTo>
                  <a:pt x="2161031" y="57912"/>
                </a:lnTo>
                <a:lnTo>
                  <a:pt x="2161031" y="291084"/>
                </a:lnTo>
                <a:lnTo>
                  <a:pt x="2156081" y="313427"/>
                </a:lnTo>
                <a:lnTo>
                  <a:pt x="2143353" y="331793"/>
                </a:lnTo>
                <a:lnTo>
                  <a:pt x="2124606" y="344283"/>
                </a:lnTo>
                <a:lnTo>
                  <a:pt x="2101596" y="348996"/>
                </a:lnTo>
                <a:close/>
              </a:path>
            </a:pathLst>
          </a:custGeom>
          <a:solidFill>
            <a:srgbClr val="0A80DF"/>
          </a:solidFill>
        </p:spPr>
        <p:txBody>
          <a:bodyPr wrap="square" lIns="0" tIns="0" rIns="0" bIns="0" rtlCol="0"/>
          <a:lstStyle/>
          <a:p>
            <a:endParaRPr/>
          </a:p>
        </p:txBody>
      </p:sp>
      <p:sp>
        <p:nvSpPr>
          <p:cNvPr id="40" name="object 40"/>
          <p:cNvSpPr txBox="1"/>
          <p:nvPr/>
        </p:nvSpPr>
        <p:spPr>
          <a:xfrm>
            <a:off x="7080783" y="4349648"/>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grpSp>
        <p:nvGrpSpPr>
          <p:cNvPr id="41" name="object 41"/>
          <p:cNvGrpSpPr/>
          <p:nvPr/>
        </p:nvGrpSpPr>
        <p:grpSpPr>
          <a:xfrm>
            <a:off x="6468109" y="4656454"/>
            <a:ext cx="2723515" cy="1938655"/>
            <a:chOff x="6468109" y="4656454"/>
            <a:chExt cx="2723515" cy="1938655"/>
          </a:xfrm>
        </p:grpSpPr>
        <p:sp>
          <p:nvSpPr>
            <p:cNvPr id="42" name="object 42"/>
            <p:cNvSpPr/>
            <p:nvPr/>
          </p:nvSpPr>
          <p:spPr>
            <a:xfrm>
              <a:off x="6472427" y="4660391"/>
              <a:ext cx="2715895" cy="1931035"/>
            </a:xfrm>
            <a:custGeom>
              <a:avLst/>
              <a:gdLst/>
              <a:ahLst/>
              <a:cxnLst/>
              <a:rect l="l" t="t" r="r" b="b"/>
              <a:pathLst>
                <a:path w="2715895" h="1931034">
                  <a:moveTo>
                    <a:pt x="2715768" y="1930908"/>
                  </a:moveTo>
                  <a:lnTo>
                    <a:pt x="0" y="1930908"/>
                  </a:lnTo>
                  <a:lnTo>
                    <a:pt x="0" y="0"/>
                  </a:lnTo>
                  <a:lnTo>
                    <a:pt x="2715768" y="0"/>
                  </a:lnTo>
                  <a:lnTo>
                    <a:pt x="2715768" y="1930908"/>
                  </a:lnTo>
                  <a:close/>
                </a:path>
              </a:pathLst>
            </a:custGeom>
            <a:solidFill>
              <a:srgbClr val="FFFFFF"/>
            </a:solidFill>
          </p:spPr>
          <p:txBody>
            <a:bodyPr wrap="square" lIns="0" tIns="0" rIns="0" bIns="0" rtlCol="0"/>
            <a:lstStyle/>
            <a:p>
              <a:endParaRPr/>
            </a:p>
          </p:txBody>
        </p:sp>
        <p:sp>
          <p:nvSpPr>
            <p:cNvPr id="43" name="object 43"/>
            <p:cNvSpPr/>
            <p:nvPr/>
          </p:nvSpPr>
          <p:spPr>
            <a:xfrm>
              <a:off x="6468109" y="4656454"/>
              <a:ext cx="2723515" cy="1938655"/>
            </a:xfrm>
            <a:custGeom>
              <a:avLst/>
              <a:gdLst/>
              <a:ahLst/>
              <a:cxnLst/>
              <a:rect l="l" t="t" r="r" b="b"/>
              <a:pathLst>
                <a:path w="2723515" h="1938654">
                  <a:moveTo>
                    <a:pt x="2719705" y="1938654"/>
                  </a:moveTo>
                  <a:lnTo>
                    <a:pt x="3810" y="1938654"/>
                  </a:lnTo>
                  <a:lnTo>
                    <a:pt x="2349" y="1938362"/>
                  </a:lnTo>
                  <a:lnTo>
                    <a:pt x="1117" y="1937537"/>
                  </a:lnTo>
                  <a:lnTo>
                    <a:pt x="292" y="1936305"/>
                  </a:lnTo>
                  <a:lnTo>
                    <a:pt x="0" y="1934845"/>
                  </a:lnTo>
                  <a:lnTo>
                    <a:pt x="0" y="3810"/>
                  </a:lnTo>
                  <a:lnTo>
                    <a:pt x="292" y="2349"/>
                  </a:lnTo>
                  <a:lnTo>
                    <a:pt x="1117" y="1117"/>
                  </a:lnTo>
                  <a:lnTo>
                    <a:pt x="2349" y="292"/>
                  </a:lnTo>
                  <a:lnTo>
                    <a:pt x="3810" y="0"/>
                  </a:lnTo>
                  <a:lnTo>
                    <a:pt x="2719705" y="0"/>
                  </a:lnTo>
                  <a:lnTo>
                    <a:pt x="2721165" y="292"/>
                  </a:lnTo>
                  <a:lnTo>
                    <a:pt x="2722397" y="1117"/>
                  </a:lnTo>
                  <a:lnTo>
                    <a:pt x="2723222" y="2349"/>
                  </a:lnTo>
                  <a:lnTo>
                    <a:pt x="2723515" y="3810"/>
                  </a:lnTo>
                  <a:lnTo>
                    <a:pt x="7619" y="3810"/>
                  </a:lnTo>
                  <a:lnTo>
                    <a:pt x="3810" y="7620"/>
                  </a:lnTo>
                  <a:lnTo>
                    <a:pt x="7619" y="7620"/>
                  </a:lnTo>
                  <a:lnTo>
                    <a:pt x="7619" y="1931035"/>
                  </a:lnTo>
                  <a:lnTo>
                    <a:pt x="3810" y="1931035"/>
                  </a:lnTo>
                  <a:lnTo>
                    <a:pt x="7619" y="1934845"/>
                  </a:lnTo>
                  <a:lnTo>
                    <a:pt x="2723515" y="1934845"/>
                  </a:lnTo>
                  <a:lnTo>
                    <a:pt x="2723222" y="1936305"/>
                  </a:lnTo>
                  <a:lnTo>
                    <a:pt x="2722397" y="1937537"/>
                  </a:lnTo>
                  <a:lnTo>
                    <a:pt x="2721165" y="1938362"/>
                  </a:lnTo>
                  <a:lnTo>
                    <a:pt x="2719705" y="1938654"/>
                  </a:lnTo>
                  <a:close/>
                </a:path>
                <a:path w="2723515" h="1938654">
                  <a:moveTo>
                    <a:pt x="7619" y="7620"/>
                  </a:moveTo>
                  <a:lnTo>
                    <a:pt x="3810" y="7620"/>
                  </a:lnTo>
                  <a:lnTo>
                    <a:pt x="7619" y="3810"/>
                  </a:lnTo>
                  <a:lnTo>
                    <a:pt x="7619" y="7620"/>
                  </a:lnTo>
                  <a:close/>
                </a:path>
                <a:path w="2723515" h="1938654">
                  <a:moveTo>
                    <a:pt x="2715894" y="7620"/>
                  </a:moveTo>
                  <a:lnTo>
                    <a:pt x="7619" y="7620"/>
                  </a:lnTo>
                  <a:lnTo>
                    <a:pt x="7619" y="3810"/>
                  </a:lnTo>
                  <a:lnTo>
                    <a:pt x="2715894" y="3810"/>
                  </a:lnTo>
                  <a:lnTo>
                    <a:pt x="2715894" y="7620"/>
                  </a:lnTo>
                  <a:close/>
                </a:path>
                <a:path w="2723515" h="1938654">
                  <a:moveTo>
                    <a:pt x="2715894" y="1934845"/>
                  </a:moveTo>
                  <a:lnTo>
                    <a:pt x="2715894" y="3810"/>
                  </a:lnTo>
                  <a:lnTo>
                    <a:pt x="2719705" y="7620"/>
                  </a:lnTo>
                  <a:lnTo>
                    <a:pt x="2723515" y="7620"/>
                  </a:lnTo>
                  <a:lnTo>
                    <a:pt x="2723515" y="1931035"/>
                  </a:lnTo>
                  <a:lnTo>
                    <a:pt x="2719705" y="1931035"/>
                  </a:lnTo>
                  <a:lnTo>
                    <a:pt x="2715894" y="1934845"/>
                  </a:lnTo>
                  <a:close/>
                </a:path>
                <a:path w="2723515" h="1938654">
                  <a:moveTo>
                    <a:pt x="2723515" y="7620"/>
                  </a:moveTo>
                  <a:lnTo>
                    <a:pt x="2719705" y="7620"/>
                  </a:lnTo>
                  <a:lnTo>
                    <a:pt x="2715894" y="3810"/>
                  </a:lnTo>
                  <a:lnTo>
                    <a:pt x="2723515" y="3810"/>
                  </a:lnTo>
                  <a:lnTo>
                    <a:pt x="2723515" y="7620"/>
                  </a:lnTo>
                  <a:close/>
                </a:path>
                <a:path w="2723515" h="1938654">
                  <a:moveTo>
                    <a:pt x="7619" y="1934845"/>
                  </a:moveTo>
                  <a:lnTo>
                    <a:pt x="3810" y="1931035"/>
                  </a:lnTo>
                  <a:lnTo>
                    <a:pt x="7619" y="1931035"/>
                  </a:lnTo>
                  <a:lnTo>
                    <a:pt x="7619" y="1934845"/>
                  </a:lnTo>
                  <a:close/>
                </a:path>
                <a:path w="2723515" h="1938654">
                  <a:moveTo>
                    <a:pt x="2715894" y="1934845"/>
                  </a:moveTo>
                  <a:lnTo>
                    <a:pt x="7619" y="1934845"/>
                  </a:lnTo>
                  <a:lnTo>
                    <a:pt x="7619" y="1931035"/>
                  </a:lnTo>
                  <a:lnTo>
                    <a:pt x="2715894" y="1931035"/>
                  </a:lnTo>
                  <a:lnTo>
                    <a:pt x="2715894" y="1934845"/>
                  </a:lnTo>
                  <a:close/>
                </a:path>
                <a:path w="2723515" h="1938654">
                  <a:moveTo>
                    <a:pt x="2723515" y="1934845"/>
                  </a:moveTo>
                  <a:lnTo>
                    <a:pt x="2715894" y="1934845"/>
                  </a:lnTo>
                  <a:lnTo>
                    <a:pt x="2719705" y="1931035"/>
                  </a:lnTo>
                  <a:lnTo>
                    <a:pt x="2723515" y="1931035"/>
                  </a:lnTo>
                  <a:lnTo>
                    <a:pt x="2723515" y="1934845"/>
                  </a:lnTo>
                  <a:close/>
                </a:path>
              </a:pathLst>
            </a:custGeom>
            <a:solidFill>
              <a:srgbClr val="E6E6E6"/>
            </a:solidFill>
          </p:spPr>
          <p:txBody>
            <a:bodyPr wrap="square" lIns="0" tIns="0" rIns="0" bIns="0" rtlCol="0"/>
            <a:lstStyle/>
            <a:p>
              <a:endParaRPr/>
            </a:p>
          </p:txBody>
        </p:sp>
      </p:grpSp>
      <p:sp>
        <p:nvSpPr>
          <p:cNvPr id="44" name="object 44"/>
          <p:cNvSpPr txBox="1"/>
          <p:nvPr/>
        </p:nvSpPr>
        <p:spPr>
          <a:xfrm>
            <a:off x="6550659" y="4677409"/>
            <a:ext cx="2212340" cy="1854200"/>
          </a:xfrm>
          <a:prstGeom prst="rect">
            <a:avLst/>
          </a:prstGeom>
        </p:spPr>
        <p:txBody>
          <a:bodyPr vert="horz" wrap="square" lIns="0" tIns="33019" rIns="0" bIns="0" rtlCol="0">
            <a:spAutoFit/>
          </a:bodyPr>
          <a:lstStyle/>
          <a:p>
            <a:pPr marL="12700">
              <a:lnSpc>
                <a:spcPct val="100000"/>
              </a:lnSpc>
              <a:spcBef>
                <a:spcPts val="259"/>
              </a:spcBef>
            </a:pPr>
            <a:r>
              <a:rPr sz="1200" spc="-10" dirty="0">
                <a:latin typeface="宋体"/>
                <a:cs typeface="宋体"/>
              </a:rPr>
              <a:t>互动娱乐内容设计：</a:t>
            </a:r>
            <a:endParaRPr sz="1200">
              <a:latin typeface="宋体"/>
              <a:cs typeface="宋体"/>
            </a:endParaRPr>
          </a:p>
          <a:p>
            <a:pPr marL="12700" marR="5080">
              <a:lnSpc>
                <a:spcPct val="111100"/>
              </a:lnSpc>
            </a:pPr>
            <a:r>
              <a:rPr sz="1200" spc="-40" dirty="0">
                <a:latin typeface="宋体"/>
                <a:cs typeface="宋体"/>
              </a:rPr>
              <a:t>形式类型：[</a:t>
            </a:r>
            <a:r>
              <a:rPr sz="1200" spc="-70" dirty="0">
                <a:latin typeface="宋体"/>
                <a:cs typeface="宋体"/>
              </a:rPr>
              <a:t>测试/问答/</a:t>
            </a:r>
            <a:r>
              <a:rPr sz="1200" spc="-50" dirty="0">
                <a:latin typeface="宋体"/>
                <a:cs typeface="宋体"/>
              </a:rPr>
              <a:t>话题接龙]</a:t>
            </a:r>
            <a:r>
              <a:rPr sz="1200" spc="-10" dirty="0">
                <a:latin typeface="宋体"/>
                <a:cs typeface="宋体"/>
              </a:rPr>
              <a:t>内容框架：</a:t>
            </a:r>
            <a:endParaRPr sz="1200">
              <a:latin typeface="宋体"/>
              <a:cs typeface="宋体"/>
            </a:endParaRPr>
          </a:p>
          <a:p>
            <a:pPr marL="12700">
              <a:lnSpc>
                <a:spcPct val="100000"/>
              </a:lnSpc>
              <a:spcBef>
                <a:spcPts val="160"/>
              </a:spcBef>
            </a:pPr>
            <a:r>
              <a:rPr sz="1200" dirty="0">
                <a:latin typeface="宋体"/>
                <a:cs typeface="宋体"/>
              </a:rPr>
              <a:t>（1）引导部分（60字</a:t>
            </a:r>
            <a:r>
              <a:rPr sz="1200" spc="-25" dirty="0">
                <a:latin typeface="宋体"/>
                <a:cs typeface="宋体"/>
              </a:rPr>
              <a:t>）：</a:t>
            </a:r>
            <a:endParaRPr sz="1200">
              <a:latin typeface="宋体"/>
              <a:cs typeface="宋体"/>
            </a:endParaRPr>
          </a:p>
          <a:p>
            <a:pPr marL="213360" indent="-88265">
              <a:lnSpc>
                <a:spcPct val="100000"/>
              </a:lnSpc>
              <a:spcBef>
                <a:spcPts val="160"/>
              </a:spcBef>
              <a:buChar char="-"/>
              <a:tabLst>
                <a:tab pos="213360" algn="l"/>
              </a:tabLst>
            </a:pPr>
            <a:r>
              <a:rPr sz="1200" spc="-40" dirty="0">
                <a:latin typeface="宋体"/>
                <a:cs typeface="宋体"/>
              </a:rPr>
              <a:t>设置悬念/</a:t>
            </a:r>
            <a:r>
              <a:rPr sz="1200" spc="-20" dirty="0">
                <a:latin typeface="宋体"/>
                <a:cs typeface="宋体"/>
              </a:rPr>
              <a:t>趣味点</a:t>
            </a:r>
            <a:endParaRPr sz="1200">
              <a:latin typeface="宋体"/>
              <a:cs typeface="宋体"/>
            </a:endParaRPr>
          </a:p>
          <a:p>
            <a:pPr marL="213360" indent="-88265">
              <a:lnSpc>
                <a:spcPct val="100000"/>
              </a:lnSpc>
              <a:spcBef>
                <a:spcPts val="160"/>
              </a:spcBef>
              <a:buChar char="-"/>
              <a:tabLst>
                <a:tab pos="213360" algn="l"/>
              </a:tabLst>
            </a:pPr>
            <a:r>
              <a:rPr sz="1200" spc="-10" dirty="0">
                <a:latin typeface="宋体"/>
                <a:cs typeface="宋体"/>
              </a:rPr>
              <a:t>情境化描述</a:t>
            </a:r>
            <a:endParaRPr sz="1200">
              <a:latin typeface="宋体"/>
              <a:cs typeface="宋体"/>
            </a:endParaRPr>
          </a:p>
          <a:p>
            <a:pPr marL="381635" marR="1048385" indent="-381635" algn="r">
              <a:lnSpc>
                <a:spcPct val="100000"/>
              </a:lnSpc>
              <a:spcBef>
                <a:spcPts val="160"/>
              </a:spcBef>
              <a:buSzPct val="91666"/>
              <a:buAutoNum type="arabicPlain" startAt="2"/>
              <a:tabLst>
                <a:tab pos="381635" algn="l"/>
              </a:tabLst>
            </a:pPr>
            <a:r>
              <a:rPr sz="1200" spc="-10" dirty="0">
                <a:latin typeface="宋体"/>
                <a:cs typeface="宋体"/>
              </a:rPr>
              <a:t>互动规则：</a:t>
            </a:r>
            <a:endParaRPr sz="1200">
              <a:latin typeface="宋体"/>
              <a:cs typeface="宋体"/>
            </a:endParaRPr>
          </a:p>
          <a:p>
            <a:pPr marL="88265" marR="1076325" lvl="1" indent="-88265" algn="r">
              <a:lnSpc>
                <a:spcPct val="100000"/>
              </a:lnSpc>
              <a:spcBef>
                <a:spcPts val="160"/>
              </a:spcBef>
              <a:buChar char="-"/>
              <a:tabLst>
                <a:tab pos="88265" algn="l"/>
              </a:tabLst>
            </a:pPr>
            <a:r>
              <a:rPr sz="1200" spc="-10" dirty="0">
                <a:latin typeface="宋体"/>
                <a:cs typeface="宋体"/>
              </a:rPr>
              <a:t>参与方式说明</a:t>
            </a:r>
            <a:endParaRPr sz="1200">
              <a:latin typeface="宋体"/>
              <a:cs typeface="宋体"/>
            </a:endParaRPr>
          </a:p>
          <a:p>
            <a:pPr marL="88265" marR="1076325" lvl="1" indent="-88265" algn="r">
              <a:lnSpc>
                <a:spcPct val="100000"/>
              </a:lnSpc>
              <a:spcBef>
                <a:spcPts val="160"/>
              </a:spcBef>
              <a:buChar char="-"/>
              <a:tabLst>
                <a:tab pos="88265" algn="l"/>
              </a:tabLst>
            </a:pPr>
            <a:r>
              <a:rPr sz="1200" spc="-10" dirty="0">
                <a:latin typeface="宋体"/>
                <a:cs typeface="宋体"/>
              </a:rPr>
              <a:t>互动奖励机制</a:t>
            </a:r>
            <a:endParaRPr sz="1200">
              <a:latin typeface="宋体"/>
              <a:cs typeface="宋体"/>
            </a:endParaRPr>
          </a:p>
        </p:txBody>
      </p:sp>
      <p:sp>
        <p:nvSpPr>
          <p:cNvPr id="45" name="object 45"/>
          <p:cNvSpPr/>
          <p:nvPr/>
        </p:nvSpPr>
        <p:spPr>
          <a:xfrm>
            <a:off x="9184005" y="4673600"/>
            <a:ext cx="2723515" cy="1938655"/>
          </a:xfrm>
          <a:custGeom>
            <a:avLst/>
            <a:gdLst/>
            <a:ahLst/>
            <a:cxnLst/>
            <a:rect l="l" t="t" r="r" b="b"/>
            <a:pathLst>
              <a:path w="2723515" h="1938654">
                <a:moveTo>
                  <a:pt x="2719704" y="1938654"/>
                </a:moveTo>
                <a:lnTo>
                  <a:pt x="3810" y="1938654"/>
                </a:lnTo>
                <a:lnTo>
                  <a:pt x="2349" y="1938362"/>
                </a:lnTo>
                <a:lnTo>
                  <a:pt x="1117" y="1937537"/>
                </a:lnTo>
                <a:lnTo>
                  <a:pt x="292" y="1936305"/>
                </a:lnTo>
                <a:lnTo>
                  <a:pt x="0" y="1934845"/>
                </a:lnTo>
                <a:lnTo>
                  <a:pt x="0" y="3810"/>
                </a:lnTo>
                <a:lnTo>
                  <a:pt x="292" y="2349"/>
                </a:lnTo>
                <a:lnTo>
                  <a:pt x="1117" y="1117"/>
                </a:lnTo>
                <a:lnTo>
                  <a:pt x="2349" y="292"/>
                </a:lnTo>
                <a:lnTo>
                  <a:pt x="3810" y="0"/>
                </a:lnTo>
                <a:lnTo>
                  <a:pt x="2719704" y="0"/>
                </a:lnTo>
                <a:lnTo>
                  <a:pt x="2721165" y="292"/>
                </a:lnTo>
                <a:lnTo>
                  <a:pt x="2722397" y="1117"/>
                </a:lnTo>
                <a:lnTo>
                  <a:pt x="2723222" y="2349"/>
                </a:lnTo>
                <a:lnTo>
                  <a:pt x="2723515" y="3810"/>
                </a:lnTo>
                <a:lnTo>
                  <a:pt x="7620" y="3810"/>
                </a:lnTo>
                <a:lnTo>
                  <a:pt x="3810" y="7620"/>
                </a:lnTo>
                <a:lnTo>
                  <a:pt x="7620" y="7620"/>
                </a:lnTo>
                <a:lnTo>
                  <a:pt x="7620" y="1931034"/>
                </a:lnTo>
                <a:lnTo>
                  <a:pt x="3810" y="1931034"/>
                </a:lnTo>
                <a:lnTo>
                  <a:pt x="7620" y="1934845"/>
                </a:lnTo>
                <a:lnTo>
                  <a:pt x="2723515" y="1934845"/>
                </a:lnTo>
                <a:lnTo>
                  <a:pt x="2723222" y="1936305"/>
                </a:lnTo>
                <a:lnTo>
                  <a:pt x="2722397" y="1937537"/>
                </a:lnTo>
                <a:lnTo>
                  <a:pt x="2721165" y="1938362"/>
                </a:lnTo>
                <a:lnTo>
                  <a:pt x="2719704" y="1938654"/>
                </a:lnTo>
                <a:close/>
              </a:path>
              <a:path w="2723515" h="1938654">
                <a:moveTo>
                  <a:pt x="7620" y="7620"/>
                </a:moveTo>
                <a:lnTo>
                  <a:pt x="3810" y="7620"/>
                </a:lnTo>
                <a:lnTo>
                  <a:pt x="7620" y="3810"/>
                </a:lnTo>
                <a:lnTo>
                  <a:pt x="7620" y="7620"/>
                </a:lnTo>
                <a:close/>
              </a:path>
              <a:path w="2723515" h="1938654">
                <a:moveTo>
                  <a:pt x="2715895" y="7620"/>
                </a:moveTo>
                <a:lnTo>
                  <a:pt x="7620" y="7620"/>
                </a:lnTo>
                <a:lnTo>
                  <a:pt x="7620" y="3810"/>
                </a:lnTo>
                <a:lnTo>
                  <a:pt x="2715895" y="3810"/>
                </a:lnTo>
                <a:lnTo>
                  <a:pt x="2715895" y="7620"/>
                </a:lnTo>
                <a:close/>
              </a:path>
              <a:path w="2723515" h="1938654">
                <a:moveTo>
                  <a:pt x="2715895" y="1934845"/>
                </a:moveTo>
                <a:lnTo>
                  <a:pt x="2715895" y="3810"/>
                </a:lnTo>
                <a:lnTo>
                  <a:pt x="2719704" y="7620"/>
                </a:lnTo>
                <a:lnTo>
                  <a:pt x="2723515" y="7620"/>
                </a:lnTo>
                <a:lnTo>
                  <a:pt x="2723515" y="1931034"/>
                </a:lnTo>
                <a:lnTo>
                  <a:pt x="2719704" y="1931034"/>
                </a:lnTo>
                <a:lnTo>
                  <a:pt x="2715895" y="1934845"/>
                </a:lnTo>
                <a:close/>
              </a:path>
              <a:path w="2723515" h="1938654">
                <a:moveTo>
                  <a:pt x="2723515" y="7620"/>
                </a:moveTo>
                <a:lnTo>
                  <a:pt x="2719704" y="7620"/>
                </a:lnTo>
                <a:lnTo>
                  <a:pt x="2715895" y="3810"/>
                </a:lnTo>
                <a:lnTo>
                  <a:pt x="2723515" y="3810"/>
                </a:lnTo>
                <a:lnTo>
                  <a:pt x="2723515" y="7620"/>
                </a:lnTo>
                <a:close/>
              </a:path>
              <a:path w="2723515" h="1938654">
                <a:moveTo>
                  <a:pt x="7620" y="1934845"/>
                </a:moveTo>
                <a:lnTo>
                  <a:pt x="3810" y="1931034"/>
                </a:lnTo>
                <a:lnTo>
                  <a:pt x="7620" y="1931034"/>
                </a:lnTo>
                <a:lnTo>
                  <a:pt x="7620" y="1934845"/>
                </a:lnTo>
                <a:close/>
              </a:path>
              <a:path w="2723515" h="1938654">
                <a:moveTo>
                  <a:pt x="2715895" y="1934845"/>
                </a:moveTo>
                <a:lnTo>
                  <a:pt x="7620" y="1934845"/>
                </a:lnTo>
                <a:lnTo>
                  <a:pt x="7620" y="1931034"/>
                </a:lnTo>
                <a:lnTo>
                  <a:pt x="2715895" y="1931034"/>
                </a:lnTo>
                <a:lnTo>
                  <a:pt x="2715895" y="1934845"/>
                </a:lnTo>
                <a:close/>
              </a:path>
              <a:path w="2723515" h="1938654">
                <a:moveTo>
                  <a:pt x="2723515" y="1934845"/>
                </a:moveTo>
                <a:lnTo>
                  <a:pt x="2715895" y="1934845"/>
                </a:lnTo>
                <a:lnTo>
                  <a:pt x="2719704" y="1931034"/>
                </a:lnTo>
                <a:lnTo>
                  <a:pt x="2723515" y="1931034"/>
                </a:lnTo>
                <a:lnTo>
                  <a:pt x="2723515" y="1934845"/>
                </a:lnTo>
                <a:close/>
              </a:path>
            </a:pathLst>
          </a:custGeom>
          <a:solidFill>
            <a:srgbClr val="E6E6E6"/>
          </a:solidFill>
        </p:spPr>
        <p:txBody>
          <a:bodyPr wrap="square" lIns="0" tIns="0" rIns="0" bIns="0" rtlCol="0"/>
          <a:lstStyle/>
          <a:p>
            <a:endParaRPr/>
          </a:p>
        </p:txBody>
      </p:sp>
      <p:sp>
        <p:nvSpPr>
          <p:cNvPr id="46" name="object 46"/>
          <p:cNvSpPr txBox="1"/>
          <p:nvPr/>
        </p:nvSpPr>
        <p:spPr>
          <a:xfrm>
            <a:off x="9266555" y="4902834"/>
            <a:ext cx="1255395" cy="1447800"/>
          </a:xfrm>
          <a:prstGeom prst="rect">
            <a:avLst/>
          </a:prstGeom>
        </p:spPr>
        <p:txBody>
          <a:bodyPr vert="horz" wrap="square" lIns="0" tIns="33020" rIns="0" bIns="0" rtlCol="0">
            <a:spAutoFit/>
          </a:bodyPr>
          <a:lstStyle/>
          <a:p>
            <a:pPr marL="381635" marR="92075" indent="-381635" algn="r">
              <a:lnSpc>
                <a:spcPct val="100000"/>
              </a:lnSpc>
              <a:spcBef>
                <a:spcPts val="260"/>
              </a:spcBef>
              <a:buSzPct val="91666"/>
              <a:buAutoNum type="arabicPlain" startAt="3"/>
              <a:tabLst>
                <a:tab pos="381635" algn="l"/>
              </a:tabLst>
            </a:pPr>
            <a:r>
              <a:rPr sz="1200" spc="-10" dirty="0">
                <a:latin typeface="宋体"/>
                <a:cs typeface="宋体"/>
              </a:rPr>
              <a:t>话题延展：</a:t>
            </a:r>
            <a:endParaRPr sz="1200">
              <a:latin typeface="宋体"/>
              <a:cs typeface="宋体"/>
            </a:endParaRPr>
          </a:p>
          <a:p>
            <a:pPr marL="88265" marR="120650" lvl="1" indent="-88265" algn="r">
              <a:lnSpc>
                <a:spcPct val="100000"/>
              </a:lnSpc>
              <a:spcBef>
                <a:spcPts val="160"/>
              </a:spcBef>
              <a:buChar char="-"/>
              <a:tabLst>
                <a:tab pos="88265" algn="l"/>
              </a:tabLst>
            </a:pPr>
            <a:r>
              <a:rPr sz="1200" spc="-10" dirty="0">
                <a:latin typeface="宋体"/>
                <a:cs typeface="宋体"/>
              </a:rPr>
              <a:t>衍生讨论方向</a:t>
            </a:r>
            <a:endParaRPr sz="1200">
              <a:latin typeface="宋体"/>
              <a:cs typeface="宋体"/>
            </a:endParaRPr>
          </a:p>
          <a:p>
            <a:pPr marL="12700" marR="120650" lvl="1" indent="112395">
              <a:lnSpc>
                <a:spcPct val="111100"/>
              </a:lnSpc>
              <a:buChar char="-"/>
              <a:tabLst>
                <a:tab pos="213360" algn="l"/>
              </a:tabLst>
            </a:pPr>
            <a:r>
              <a:rPr sz="1200" spc="-10" dirty="0">
                <a:latin typeface="宋体"/>
                <a:cs typeface="宋体"/>
              </a:rPr>
              <a:t>二次创作空间调性要求：</a:t>
            </a:r>
            <a:endParaRPr sz="1200">
              <a:latin typeface="宋体"/>
              <a:cs typeface="宋体"/>
            </a:endParaRPr>
          </a:p>
          <a:p>
            <a:pPr marL="175895" lvl="1" indent="-88900">
              <a:lnSpc>
                <a:spcPct val="100000"/>
              </a:lnSpc>
              <a:spcBef>
                <a:spcPts val="160"/>
              </a:spcBef>
              <a:buChar char="-"/>
              <a:tabLst>
                <a:tab pos="175895" algn="l"/>
              </a:tabLst>
            </a:pPr>
            <a:r>
              <a:rPr sz="1200" spc="-10" dirty="0">
                <a:latin typeface="宋体"/>
                <a:cs typeface="宋体"/>
              </a:rPr>
              <a:t>轻松活泼基调</a:t>
            </a:r>
            <a:endParaRPr sz="1200">
              <a:latin typeface="宋体"/>
              <a:cs typeface="宋体"/>
            </a:endParaRPr>
          </a:p>
          <a:p>
            <a:pPr marL="175895" lvl="1" indent="-88900">
              <a:lnSpc>
                <a:spcPct val="100000"/>
              </a:lnSpc>
              <a:spcBef>
                <a:spcPts val="160"/>
              </a:spcBef>
              <a:buChar char="-"/>
              <a:tabLst>
                <a:tab pos="175895" algn="l"/>
              </a:tabLst>
            </a:pPr>
            <a:r>
              <a:rPr sz="1200" spc="-10" dirty="0">
                <a:latin typeface="宋体"/>
                <a:cs typeface="宋体"/>
              </a:rPr>
              <a:t>适度专业性融入</a:t>
            </a:r>
            <a:endParaRPr sz="1200">
              <a:latin typeface="宋体"/>
              <a:cs typeface="宋体"/>
            </a:endParaRPr>
          </a:p>
          <a:p>
            <a:pPr marL="175895" lvl="1" indent="-88900">
              <a:lnSpc>
                <a:spcPct val="100000"/>
              </a:lnSpc>
              <a:spcBef>
                <a:spcPts val="160"/>
              </a:spcBef>
              <a:buChar char="-"/>
              <a:tabLst>
                <a:tab pos="175895" algn="l"/>
              </a:tabLst>
            </a:pPr>
            <a:r>
              <a:rPr sz="1200" spc="-10" dirty="0">
                <a:latin typeface="宋体"/>
                <a:cs typeface="宋体"/>
              </a:rPr>
              <a:t>正向价值导向</a:t>
            </a:r>
            <a:endParaRPr sz="1200">
              <a:latin typeface="宋体"/>
              <a:cs typeface="宋体"/>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3813175" cy="634365"/>
          </a:xfrm>
          <a:prstGeom prst="rect">
            <a:avLst/>
          </a:prstGeom>
        </p:spPr>
        <p:txBody>
          <a:bodyPr vert="horz" wrap="square" lIns="0" tIns="12065" rIns="0" bIns="0" rtlCol="0">
            <a:spAutoFit/>
          </a:bodyPr>
          <a:lstStyle/>
          <a:p>
            <a:pPr marL="12700">
              <a:lnSpc>
                <a:spcPct val="100000"/>
              </a:lnSpc>
              <a:spcBef>
                <a:spcPts val="95"/>
              </a:spcBef>
            </a:pPr>
            <a:r>
              <a:rPr sz="4000" spc="270" dirty="0"/>
              <a:t>话题与标签应</a:t>
            </a:r>
            <a:r>
              <a:rPr sz="4000" spc="-50" dirty="0"/>
              <a:t>用</a:t>
            </a:r>
            <a:endParaRPr sz="4000"/>
          </a:p>
        </p:txBody>
      </p:sp>
      <p:sp>
        <p:nvSpPr>
          <p:cNvPr id="3" name="object 3"/>
          <p:cNvSpPr/>
          <p:nvPr/>
        </p:nvSpPr>
        <p:spPr>
          <a:xfrm>
            <a:off x="6097523" y="1793748"/>
            <a:ext cx="2106295" cy="349250"/>
          </a:xfrm>
          <a:custGeom>
            <a:avLst/>
            <a:gdLst/>
            <a:ahLst/>
            <a:cxnLst/>
            <a:rect l="l" t="t" r="r" b="b"/>
            <a:pathLst>
              <a:path w="2106295" h="349250">
                <a:moveTo>
                  <a:pt x="2048255" y="348995"/>
                </a:moveTo>
                <a:lnTo>
                  <a:pt x="57912" y="348995"/>
                </a:lnTo>
                <a:lnTo>
                  <a:pt x="35640" y="344640"/>
                </a:lnTo>
                <a:lnTo>
                  <a:pt x="17297" y="332270"/>
                </a:lnTo>
                <a:lnTo>
                  <a:pt x="4783" y="313784"/>
                </a:lnTo>
                <a:lnTo>
                  <a:pt x="0" y="291083"/>
                </a:lnTo>
                <a:lnTo>
                  <a:pt x="0" y="57912"/>
                </a:lnTo>
                <a:lnTo>
                  <a:pt x="4783" y="35497"/>
                </a:lnTo>
                <a:lnTo>
                  <a:pt x="17297" y="17106"/>
                </a:lnTo>
                <a:lnTo>
                  <a:pt x="35640" y="4641"/>
                </a:lnTo>
                <a:lnTo>
                  <a:pt x="57912" y="0"/>
                </a:lnTo>
                <a:lnTo>
                  <a:pt x="2048255" y="0"/>
                </a:lnTo>
                <a:lnTo>
                  <a:pt x="2071027" y="4641"/>
                </a:lnTo>
                <a:lnTo>
                  <a:pt x="2089537" y="17106"/>
                </a:lnTo>
                <a:lnTo>
                  <a:pt x="2101884" y="35497"/>
                </a:lnTo>
                <a:lnTo>
                  <a:pt x="2106168" y="57912"/>
                </a:lnTo>
                <a:lnTo>
                  <a:pt x="2106168" y="291083"/>
                </a:lnTo>
                <a:lnTo>
                  <a:pt x="2101884" y="313784"/>
                </a:lnTo>
                <a:lnTo>
                  <a:pt x="2089537" y="332270"/>
                </a:lnTo>
                <a:lnTo>
                  <a:pt x="2071027" y="344640"/>
                </a:lnTo>
                <a:lnTo>
                  <a:pt x="2048255" y="348995"/>
                </a:lnTo>
                <a:close/>
              </a:path>
            </a:pathLst>
          </a:custGeom>
          <a:solidFill>
            <a:srgbClr val="0A80DF"/>
          </a:solidFill>
        </p:spPr>
        <p:txBody>
          <a:bodyPr wrap="square" lIns="0" tIns="0" rIns="0" bIns="0" rtlCol="0"/>
          <a:lstStyle/>
          <a:p>
            <a:endParaRPr/>
          </a:p>
        </p:txBody>
      </p:sp>
      <p:sp>
        <p:nvSpPr>
          <p:cNvPr id="4" name="object 4"/>
          <p:cNvSpPr txBox="1"/>
          <p:nvPr/>
        </p:nvSpPr>
        <p:spPr>
          <a:xfrm>
            <a:off x="367029" y="1567180"/>
            <a:ext cx="7254240" cy="55308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微博话题是重要的流量入口，提示语需要规范话题使用策略</a:t>
            </a:r>
            <a:r>
              <a:rPr sz="1600" spc="-50" dirty="0">
                <a:latin typeface="宋体"/>
                <a:cs typeface="宋体"/>
              </a:rPr>
              <a:t>：</a:t>
            </a:r>
            <a:endParaRPr sz="1600">
              <a:latin typeface="宋体"/>
              <a:cs typeface="宋体"/>
            </a:endParaRPr>
          </a:p>
          <a:p>
            <a:pPr marR="5080" algn="r">
              <a:lnSpc>
                <a:spcPct val="100000"/>
              </a:lnSpc>
              <a:spcBef>
                <a:spcPts val="8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5" name="object 5"/>
          <p:cNvSpPr txBox="1"/>
          <p:nvPr/>
        </p:nvSpPr>
        <p:spPr>
          <a:xfrm>
            <a:off x="401320" y="2308224"/>
            <a:ext cx="2545715" cy="1344295"/>
          </a:xfrm>
          <a:prstGeom prst="rect">
            <a:avLst/>
          </a:prstGeom>
        </p:spPr>
        <p:txBody>
          <a:bodyPr vert="horz" wrap="square" lIns="0" tIns="13335" rIns="0" bIns="0" rtlCol="0">
            <a:spAutoFit/>
          </a:bodyPr>
          <a:lstStyle/>
          <a:p>
            <a:pPr marL="231775">
              <a:lnSpc>
                <a:spcPct val="100000"/>
              </a:lnSpc>
              <a:spcBef>
                <a:spcPts val="105"/>
              </a:spcBef>
            </a:pPr>
            <a:r>
              <a:rPr sz="2000" b="1" spc="-10" dirty="0">
                <a:latin typeface="Microsoft JhengHei"/>
                <a:cs typeface="Microsoft JhengHei"/>
              </a:rPr>
              <a:t>话题选择原则</a:t>
            </a:r>
            <a:endParaRPr sz="2000">
              <a:latin typeface="Microsoft JhengHei"/>
              <a:cs typeface="Microsoft JhengHei"/>
            </a:endParaRPr>
          </a:p>
          <a:p>
            <a:pPr marL="298450" indent="-285750">
              <a:lnSpc>
                <a:spcPct val="100000"/>
              </a:lnSpc>
              <a:spcBef>
                <a:spcPts val="1460"/>
              </a:spcBef>
              <a:buFont typeface="Arial"/>
              <a:buChar char="•"/>
              <a:tabLst>
                <a:tab pos="297815" algn="l"/>
                <a:tab pos="298450" algn="l"/>
              </a:tabLst>
            </a:pPr>
            <a:r>
              <a:rPr sz="1600" spc="-25" dirty="0">
                <a:latin typeface="宋体"/>
                <a:cs typeface="宋体"/>
              </a:rPr>
              <a:t>与内容高相关性</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活跃度适中的话题</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避免过度竞争的热门话题</a:t>
            </a:r>
            <a:endParaRPr sz="1600">
              <a:latin typeface="宋体"/>
              <a:cs typeface="宋体"/>
            </a:endParaRPr>
          </a:p>
        </p:txBody>
      </p:sp>
      <p:sp>
        <p:nvSpPr>
          <p:cNvPr id="6" name="object 6"/>
          <p:cNvSpPr txBox="1"/>
          <p:nvPr/>
        </p:nvSpPr>
        <p:spPr>
          <a:xfrm>
            <a:off x="418465" y="4201795"/>
            <a:ext cx="1755139" cy="1344295"/>
          </a:xfrm>
          <a:prstGeom prst="rect">
            <a:avLst/>
          </a:prstGeom>
        </p:spPr>
        <p:txBody>
          <a:bodyPr vert="horz" wrap="square" lIns="0" tIns="13335" rIns="0" bIns="0" rtlCol="0">
            <a:spAutoFit/>
          </a:bodyPr>
          <a:lstStyle/>
          <a:p>
            <a:pPr marL="214629">
              <a:lnSpc>
                <a:spcPct val="100000"/>
              </a:lnSpc>
              <a:spcBef>
                <a:spcPts val="105"/>
              </a:spcBef>
            </a:pPr>
            <a:r>
              <a:rPr sz="2000" b="1" spc="-10" dirty="0">
                <a:latin typeface="Microsoft JhengHei"/>
                <a:cs typeface="Microsoft JhengHei"/>
              </a:rPr>
              <a:t>标签使用策略</a:t>
            </a:r>
            <a:endParaRPr sz="2000">
              <a:latin typeface="Microsoft JhengHei"/>
              <a:cs typeface="Microsoft JhengHei"/>
            </a:endParaRPr>
          </a:p>
          <a:p>
            <a:pPr marL="298450" indent="-285750">
              <a:lnSpc>
                <a:spcPct val="100000"/>
              </a:lnSpc>
              <a:spcBef>
                <a:spcPts val="1460"/>
              </a:spcBef>
              <a:buFont typeface="Arial"/>
              <a:buChar char="•"/>
              <a:tabLst>
                <a:tab pos="297815" algn="l"/>
                <a:tab pos="298450" algn="l"/>
              </a:tabLst>
            </a:pPr>
            <a:r>
              <a:rPr sz="1600" spc="-25" dirty="0">
                <a:latin typeface="宋体"/>
                <a:cs typeface="宋体"/>
              </a:rPr>
              <a:t>核心话题前置</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相关话题补充</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品牌话题植入</a:t>
            </a:r>
            <a:endParaRPr sz="1600">
              <a:latin typeface="宋体"/>
              <a:cs typeface="宋体"/>
            </a:endParaRPr>
          </a:p>
        </p:txBody>
      </p:sp>
      <p:sp>
        <p:nvSpPr>
          <p:cNvPr id="7" name="object 7"/>
          <p:cNvSpPr/>
          <p:nvPr/>
        </p:nvSpPr>
        <p:spPr>
          <a:xfrm>
            <a:off x="6094095" y="2139950"/>
            <a:ext cx="5388610" cy="3582035"/>
          </a:xfrm>
          <a:custGeom>
            <a:avLst/>
            <a:gdLst/>
            <a:ahLst/>
            <a:cxnLst/>
            <a:rect l="l" t="t" r="r" b="b"/>
            <a:pathLst>
              <a:path w="5388609" h="3582035">
                <a:moveTo>
                  <a:pt x="5384800" y="3582035"/>
                </a:moveTo>
                <a:lnTo>
                  <a:pt x="3809" y="3582035"/>
                </a:lnTo>
                <a:lnTo>
                  <a:pt x="2349" y="3581742"/>
                </a:lnTo>
                <a:lnTo>
                  <a:pt x="1117" y="3580917"/>
                </a:lnTo>
                <a:lnTo>
                  <a:pt x="292" y="3579685"/>
                </a:lnTo>
                <a:lnTo>
                  <a:pt x="0" y="3578225"/>
                </a:lnTo>
                <a:lnTo>
                  <a:pt x="0" y="3810"/>
                </a:lnTo>
                <a:lnTo>
                  <a:pt x="292" y="2349"/>
                </a:lnTo>
                <a:lnTo>
                  <a:pt x="1117" y="1117"/>
                </a:lnTo>
                <a:lnTo>
                  <a:pt x="2349" y="292"/>
                </a:lnTo>
                <a:lnTo>
                  <a:pt x="3809" y="0"/>
                </a:lnTo>
                <a:lnTo>
                  <a:pt x="5384800" y="0"/>
                </a:lnTo>
                <a:lnTo>
                  <a:pt x="5386260" y="292"/>
                </a:lnTo>
                <a:lnTo>
                  <a:pt x="5387492" y="1117"/>
                </a:lnTo>
                <a:lnTo>
                  <a:pt x="5388317" y="2349"/>
                </a:lnTo>
                <a:lnTo>
                  <a:pt x="5388609" y="3810"/>
                </a:lnTo>
                <a:lnTo>
                  <a:pt x="7619" y="3810"/>
                </a:lnTo>
                <a:lnTo>
                  <a:pt x="3809" y="7619"/>
                </a:lnTo>
                <a:lnTo>
                  <a:pt x="7619" y="7619"/>
                </a:lnTo>
                <a:lnTo>
                  <a:pt x="7619" y="3574415"/>
                </a:lnTo>
                <a:lnTo>
                  <a:pt x="3809" y="3574415"/>
                </a:lnTo>
                <a:lnTo>
                  <a:pt x="7619" y="3578225"/>
                </a:lnTo>
                <a:lnTo>
                  <a:pt x="5388609" y="3578225"/>
                </a:lnTo>
                <a:lnTo>
                  <a:pt x="5388317" y="3579685"/>
                </a:lnTo>
                <a:lnTo>
                  <a:pt x="5387492" y="3580917"/>
                </a:lnTo>
                <a:lnTo>
                  <a:pt x="5386260" y="3581742"/>
                </a:lnTo>
                <a:lnTo>
                  <a:pt x="5384800" y="3582035"/>
                </a:lnTo>
                <a:close/>
              </a:path>
              <a:path w="5388609" h="3582035">
                <a:moveTo>
                  <a:pt x="7619" y="7619"/>
                </a:moveTo>
                <a:lnTo>
                  <a:pt x="3809" y="7619"/>
                </a:lnTo>
                <a:lnTo>
                  <a:pt x="7619" y="3810"/>
                </a:lnTo>
                <a:lnTo>
                  <a:pt x="7619" y="7619"/>
                </a:lnTo>
                <a:close/>
              </a:path>
              <a:path w="5388609" h="3582035">
                <a:moveTo>
                  <a:pt x="5380989" y="7619"/>
                </a:moveTo>
                <a:lnTo>
                  <a:pt x="7619" y="7619"/>
                </a:lnTo>
                <a:lnTo>
                  <a:pt x="7619" y="3810"/>
                </a:lnTo>
                <a:lnTo>
                  <a:pt x="5380989" y="3810"/>
                </a:lnTo>
                <a:lnTo>
                  <a:pt x="5380989" y="7619"/>
                </a:lnTo>
                <a:close/>
              </a:path>
              <a:path w="5388609" h="3582035">
                <a:moveTo>
                  <a:pt x="5380989" y="3578225"/>
                </a:moveTo>
                <a:lnTo>
                  <a:pt x="5380989" y="3810"/>
                </a:lnTo>
                <a:lnTo>
                  <a:pt x="5384800" y="7619"/>
                </a:lnTo>
                <a:lnTo>
                  <a:pt x="5388609" y="7619"/>
                </a:lnTo>
                <a:lnTo>
                  <a:pt x="5388609" y="3574415"/>
                </a:lnTo>
                <a:lnTo>
                  <a:pt x="5384800" y="3574415"/>
                </a:lnTo>
                <a:lnTo>
                  <a:pt x="5380989" y="3578225"/>
                </a:lnTo>
                <a:close/>
              </a:path>
              <a:path w="5388609" h="3582035">
                <a:moveTo>
                  <a:pt x="5388609" y="7619"/>
                </a:moveTo>
                <a:lnTo>
                  <a:pt x="5384800" y="7619"/>
                </a:lnTo>
                <a:lnTo>
                  <a:pt x="5380989" y="3810"/>
                </a:lnTo>
                <a:lnTo>
                  <a:pt x="5388609" y="3810"/>
                </a:lnTo>
                <a:lnTo>
                  <a:pt x="5388609" y="7619"/>
                </a:lnTo>
                <a:close/>
              </a:path>
              <a:path w="5388609" h="3582035">
                <a:moveTo>
                  <a:pt x="7619" y="3578225"/>
                </a:moveTo>
                <a:lnTo>
                  <a:pt x="3809" y="3574415"/>
                </a:lnTo>
                <a:lnTo>
                  <a:pt x="7619" y="3574415"/>
                </a:lnTo>
                <a:lnTo>
                  <a:pt x="7619" y="3578225"/>
                </a:lnTo>
                <a:close/>
              </a:path>
              <a:path w="5388609" h="3582035">
                <a:moveTo>
                  <a:pt x="5380989" y="3578225"/>
                </a:moveTo>
                <a:lnTo>
                  <a:pt x="7619" y="3578225"/>
                </a:lnTo>
                <a:lnTo>
                  <a:pt x="7619" y="3574415"/>
                </a:lnTo>
                <a:lnTo>
                  <a:pt x="5380989" y="3574415"/>
                </a:lnTo>
                <a:lnTo>
                  <a:pt x="5380989" y="3578225"/>
                </a:lnTo>
                <a:close/>
              </a:path>
              <a:path w="5388609" h="3582035">
                <a:moveTo>
                  <a:pt x="5388609" y="3578225"/>
                </a:moveTo>
                <a:lnTo>
                  <a:pt x="5380989" y="3578225"/>
                </a:lnTo>
                <a:lnTo>
                  <a:pt x="5384800" y="3574415"/>
                </a:lnTo>
                <a:lnTo>
                  <a:pt x="5388609" y="3574415"/>
                </a:lnTo>
                <a:lnTo>
                  <a:pt x="5388609" y="3578225"/>
                </a:lnTo>
                <a:close/>
              </a:path>
            </a:pathLst>
          </a:custGeom>
          <a:solidFill>
            <a:srgbClr val="E6E6E6"/>
          </a:solidFill>
        </p:spPr>
        <p:txBody>
          <a:bodyPr wrap="square" lIns="0" tIns="0" rIns="0" bIns="0" rtlCol="0"/>
          <a:lstStyle/>
          <a:p>
            <a:endParaRPr/>
          </a:p>
        </p:txBody>
      </p:sp>
      <p:sp>
        <p:nvSpPr>
          <p:cNvPr id="8" name="object 8"/>
          <p:cNvSpPr txBox="1"/>
          <p:nvPr/>
        </p:nvSpPr>
        <p:spPr>
          <a:xfrm>
            <a:off x="6536690" y="2352675"/>
            <a:ext cx="1346200" cy="3098800"/>
          </a:xfrm>
          <a:prstGeom prst="rect">
            <a:avLst/>
          </a:prstGeom>
        </p:spPr>
        <p:txBody>
          <a:bodyPr vert="horz" wrap="square" lIns="0" tIns="109220" rIns="0" bIns="0" rtlCol="0">
            <a:spAutoFit/>
          </a:bodyPr>
          <a:lstStyle/>
          <a:p>
            <a:pPr marL="12700">
              <a:lnSpc>
                <a:spcPct val="100000"/>
              </a:lnSpc>
              <a:spcBef>
                <a:spcPts val="860"/>
              </a:spcBef>
            </a:pPr>
            <a:r>
              <a:rPr sz="1200" spc="-10" dirty="0">
                <a:latin typeface="宋体"/>
                <a:cs typeface="宋体"/>
              </a:rPr>
              <a:t>话题配置要求：</a:t>
            </a:r>
            <a:endParaRPr sz="1200">
              <a:latin typeface="宋体"/>
              <a:cs typeface="宋体"/>
            </a:endParaRPr>
          </a:p>
          <a:p>
            <a:pPr marL="12700" marR="5080">
              <a:lnSpc>
                <a:spcPct val="152800"/>
              </a:lnSpc>
            </a:pPr>
            <a:r>
              <a:rPr sz="1200" spc="-50" dirty="0">
                <a:latin typeface="宋体"/>
                <a:cs typeface="宋体"/>
              </a:rPr>
              <a:t>主话题：[话题名称]</a:t>
            </a:r>
            <a:r>
              <a:rPr sz="1200" dirty="0">
                <a:latin typeface="宋体"/>
                <a:cs typeface="宋体"/>
              </a:rPr>
              <a:t>相关话题：2—3</a:t>
            </a:r>
            <a:r>
              <a:rPr sz="1200" spc="-50" dirty="0">
                <a:latin typeface="宋体"/>
                <a:cs typeface="宋体"/>
              </a:rPr>
              <a:t>个</a:t>
            </a:r>
            <a:r>
              <a:rPr sz="1200" spc="-10" dirty="0">
                <a:latin typeface="宋体"/>
                <a:cs typeface="宋体"/>
              </a:rPr>
              <a:t>位置要求：</a:t>
            </a:r>
            <a:endParaRPr sz="1200">
              <a:latin typeface="宋体"/>
              <a:cs typeface="宋体"/>
            </a:endParaRPr>
          </a:p>
          <a:p>
            <a:pPr marL="100965" indent="-88265">
              <a:lnSpc>
                <a:spcPct val="100000"/>
              </a:lnSpc>
              <a:spcBef>
                <a:spcPts val="760"/>
              </a:spcBef>
              <a:buChar char="-"/>
              <a:tabLst>
                <a:tab pos="100965" algn="l"/>
              </a:tabLst>
            </a:pPr>
            <a:r>
              <a:rPr sz="1200" spc="-10" dirty="0">
                <a:latin typeface="宋体"/>
                <a:cs typeface="宋体"/>
              </a:rPr>
              <a:t>主话题在开头</a:t>
            </a:r>
            <a:endParaRPr sz="1200">
              <a:latin typeface="宋体"/>
              <a:cs typeface="宋体"/>
            </a:endParaRPr>
          </a:p>
          <a:p>
            <a:pPr marL="100965" indent="-88265">
              <a:lnSpc>
                <a:spcPct val="100000"/>
              </a:lnSpc>
              <a:spcBef>
                <a:spcPts val="760"/>
              </a:spcBef>
              <a:buChar char="-"/>
              <a:tabLst>
                <a:tab pos="100965" algn="l"/>
              </a:tabLst>
            </a:pPr>
            <a:r>
              <a:rPr sz="1200" spc="-10" dirty="0">
                <a:latin typeface="宋体"/>
                <a:cs typeface="宋体"/>
              </a:rPr>
              <a:t>相关话题在正文</a:t>
            </a:r>
            <a:endParaRPr sz="1200">
              <a:latin typeface="宋体"/>
              <a:cs typeface="宋体"/>
            </a:endParaRPr>
          </a:p>
          <a:p>
            <a:pPr marL="12700" marR="170180">
              <a:lnSpc>
                <a:spcPct val="152800"/>
              </a:lnSpc>
              <a:buChar char="-"/>
              <a:tabLst>
                <a:tab pos="100965" algn="l"/>
              </a:tabLst>
            </a:pPr>
            <a:r>
              <a:rPr sz="1200" spc="-10" dirty="0">
                <a:latin typeface="宋体"/>
                <a:cs typeface="宋体"/>
              </a:rPr>
              <a:t>品牌话题在结尾选择标准：</a:t>
            </a:r>
            <a:endParaRPr sz="1200">
              <a:latin typeface="宋体"/>
              <a:cs typeface="宋体"/>
            </a:endParaRPr>
          </a:p>
          <a:p>
            <a:pPr marL="100965" indent="-88265">
              <a:lnSpc>
                <a:spcPct val="100000"/>
              </a:lnSpc>
              <a:spcBef>
                <a:spcPts val="760"/>
              </a:spcBef>
              <a:buChar char="-"/>
              <a:tabLst>
                <a:tab pos="100965" algn="l"/>
              </a:tabLst>
            </a:pPr>
            <a:r>
              <a:rPr sz="1200" spc="-40" dirty="0">
                <a:latin typeface="宋体"/>
                <a:cs typeface="宋体"/>
              </a:rPr>
              <a:t>话题活跃度[</a:t>
            </a:r>
            <a:r>
              <a:rPr sz="1200" spc="-20" dirty="0">
                <a:latin typeface="宋体"/>
                <a:cs typeface="宋体"/>
              </a:rPr>
              <a:t>范围]</a:t>
            </a:r>
            <a:endParaRPr sz="1200">
              <a:latin typeface="宋体"/>
              <a:cs typeface="宋体"/>
            </a:endParaRPr>
          </a:p>
          <a:p>
            <a:pPr marL="100965" indent="-88265">
              <a:lnSpc>
                <a:spcPct val="100000"/>
              </a:lnSpc>
              <a:spcBef>
                <a:spcPts val="760"/>
              </a:spcBef>
              <a:buChar char="-"/>
              <a:tabLst>
                <a:tab pos="100965" algn="l"/>
              </a:tabLst>
            </a:pPr>
            <a:r>
              <a:rPr sz="1200" spc="-10" dirty="0">
                <a:latin typeface="宋体"/>
                <a:cs typeface="宋体"/>
              </a:rPr>
              <a:t>竞争度评估</a:t>
            </a:r>
            <a:endParaRPr sz="1200">
              <a:latin typeface="宋体"/>
              <a:cs typeface="宋体"/>
            </a:endParaRPr>
          </a:p>
          <a:p>
            <a:pPr marL="100965" indent="-88265">
              <a:lnSpc>
                <a:spcPct val="100000"/>
              </a:lnSpc>
              <a:spcBef>
                <a:spcPts val="760"/>
              </a:spcBef>
              <a:buChar char="-"/>
              <a:tabLst>
                <a:tab pos="100965" algn="l"/>
              </a:tabLst>
            </a:pPr>
            <a:r>
              <a:rPr sz="1200" spc="-10" dirty="0">
                <a:latin typeface="宋体"/>
                <a:cs typeface="宋体"/>
              </a:rPr>
              <a:t>相关性判断</a:t>
            </a:r>
            <a:endParaRPr sz="1200">
              <a:latin typeface="宋体"/>
              <a:cs typeface="宋体"/>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4906645" cy="634365"/>
          </a:xfrm>
          <a:prstGeom prst="rect">
            <a:avLst/>
          </a:prstGeom>
        </p:spPr>
        <p:txBody>
          <a:bodyPr vert="horz" wrap="square" lIns="0" tIns="12065" rIns="0" bIns="0" rtlCol="0">
            <a:spAutoFit/>
          </a:bodyPr>
          <a:lstStyle/>
          <a:p>
            <a:pPr marL="12700">
              <a:lnSpc>
                <a:spcPct val="100000"/>
              </a:lnSpc>
              <a:spcBef>
                <a:spcPts val="95"/>
              </a:spcBef>
            </a:pPr>
            <a:r>
              <a:rPr sz="4000" spc="270" dirty="0"/>
              <a:t>传播策略的提示设</a:t>
            </a:r>
            <a:r>
              <a:rPr sz="4000" spc="-50" dirty="0"/>
              <a:t>计</a:t>
            </a:r>
            <a:endParaRPr sz="4000"/>
          </a:p>
        </p:txBody>
      </p:sp>
      <p:sp>
        <p:nvSpPr>
          <p:cNvPr id="3" name="object 3"/>
          <p:cNvSpPr txBox="1"/>
          <p:nvPr/>
        </p:nvSpPr>
        <p:spPr>
          <a:xfrm>
            <a:off x="367029" y="1111250"/>
            <a:ext cx="67303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微博内容的传播效果很大程度取决于发布策略，提示语需要涵盖以下维度</a:t>
            </a:r>
            <a:r>
              <a:rPr sz="1600" spc="-50" dirty="0">
                <a:latin typeface="宋体"/>
                <a:cs typeface="宋体"/>
              </a:rPr>
              <a:t>：</a:t>
            </a:r>
            <a:endParaRPr sz="1600">
              <a:latin typeface="宋体"/>
              <a:cs typeface="宋体"/>
            </a:endParaRPr>
          </a:p>
        </p:txBody>
      </p:sp>
      <p:grpSp>
        <p:nvGrpSpPr>
          <p:cNvPr id="4" name="object 4"/>
          <p:cNvGrpSpPr/>
          <p:nvPr/>
        </p:nvGrpSpPr>
        <p:grpSpPr>
          <a:xfrm>
            <a:off x="3726179" y="1554480"/>
            <a:ext cx="2626360" cy="2456180"/>
            <a:chOff x="3726179" y="1554480"/>
            <a:chExt cx="2626360" cy="2456180"/>
          </a:xfrm>
        </p:grpSpPr>
        <p:sp>
          <p:nvSpPr>
            <p:cNvPr id="5" name="object 5"/>
            <p:cNvSpPr/>
            <p:nvPr/>
          </p:nvSpPr>
          <p:spPr>
            <a:xfrm>
              <a:off x="3730751" y="1554480"/>
              <a:ext cx="2106295" cy="349250"/>
            </a:xfrm>
            <a:custGeom>
              <a:avLst/>
              <a:gdLst/>
              <a:ahLst/>
              <a:cxnLst/>
              <a:rect l="l" t="t" r="r" b="b"/>
              <a:pathLst>
                <a:path w="2106295" h="349250">
                  <a:moveTo>
                    <a:pt x="2046732" y="348996"/>
                  </a:moveTo>
                  <a:lnTo>
                    <a:pt x="57912" y="348996"/>
                  </a:lnTo>
                  <a:lnTo>
                    <a:pt x="34997" y="344212"/>
                  </a:lnTo>
                  <a:lnTo>
                    <a:pt x="16440" y="331698"/>
                  </a:lnTo>
                  <a:lnTo>
                    <a:pt x="4140" y="313355"/>
                  </a:lnTo>
                  <a:lnTo>
                    <a:pt x="0" y="291084"/>
                  </a:lnTo>
                  <a:lnTo>
                    <a:pt x="0" y="57912"/>
                  </a:lnTo>
                  <a:lnTo>
                    <a:pt x="4140" y="35068"/>
                  </a:lnTo>
                  <a:lnTo>
                    <a:pt x="16440" y="16535"/>
                  </a:lnTo>
                  <a:lnTo>
                    <a:pt x="34997" y="4212"/>
                  </a:lnTo>
                  <a:lnTo>
                    <a:pt x="57912" y="0"/>
                  </a:lnTo>
                  <a:lnTo>
                    <a:pt x="2046732" y="0"/>
                  </a:lnTo>
                  <a:lnTo>
                    <a:pt x="2069742" y="4212"/>
                  </a:lnTo>
                  <a:lnTo>
                    <a:pt x="2088489" y="16535"/>
                  </a:lnTo>
                  <a:lnTo>
                    <a:pt x="2101217" y="35068"/>
                  </a:lnTo>
                  <a:lnTo>
                    <a:pt x="2106168" y="57912"/>
                  </a:lnTo>
                  <a:lnTo>
                    <a:pt x="2106168" y="291084"/>
                  </a:lnTo>
                  <a:lnTo>
                    <a:pt x="2101217" y="313355"/>
                  </a:lnTo>
                  <a:lnTo>
                    <a:pt x="2088489" y="331698"/>
                  </a:lnTo>
                  <a:lnTo>
                    <a:pt x="2069742" y="344212"/>
                  </a:lnTo>
                  <a:lnTo>
                    <a:pt x="2046732" y="348996"/>
                  </a:lnTo>
                  <a:close/>
                </a:path>
              </a:pathLst>
            </a:custGeom>
            <a:solidFill>
              <a:srgbClr val="0A80DF"/>
            </a:solidFill>
          </p:spPr>
          <p:txBody>
            <a:bodyPr wrap="square" lIns="0" tIns="0" rIns="0" bIns="0" rtlCol="0"/>
            <a:lstStyle/>
            <a:p>
              <a:endParaRPr/>
            </a:p>
          </p:txBody>
        </p:sp>
        <p:sp>
          <p:nvSpPr>
            <p:cNvPr id="6" name="object 6"/>
            <p:cNvSpPr/>
            <p:nvPr/>
          </p:nvSpPr>
          <p:spPr>
            <a:xfrm>
              <a:off x="3726179" y="1899285"/>
              <a:ext cx="2626360" cy="2111375"/>
            </a:xfrm>
            <a:custGeom>
              <a:avLst/>
              <a:gdLst/>
              <a:ahLst/>
              <a:cxnLst/>
              <a:rect l="l" t="t" r="r" b="b"/>
              <a:pathLst>
                <a:path w="2626360" h="2111375">
                  <a:moveTo>
                    <a:pt x="2622550" y="2111375"/>
                  </a:moveTo>
                  <a:lnTo>
                    <a:pt x="3810" y="2111375"/>
                  </a:lnTo>
                  <a:lnTo>
                    <a:pt x="2349" y="2111082"/>
                  </a:lnTo>
                  <a:lnTo>
                    <a:pt x="1117" y="2110257"/>
                  </a:lnTo>
                  <a:lnTo>
                    <a:pt x="292" y="2109025"/>
                  </a:lnTo>
                  <a:lnTo>
                    <a:pt x="0" y="2107565"/>
                  </a:lnTo>
                  <a:lnTo>
                    <a:pt x="0" y="3809"/>
                  </a:lnTo>
                  <a:lnTo>
                    <a:pt x="292" y="2349"/>
                  </a:lnTo>
                  <a:lnTo>
                    <a:pt x="1117" y="1117"/>
                  </a:lnTo>
                  <a:lnTo>
                    <a:pt x="2349" y="292"/>
                  </a:lnTo>
                  <a:lnTo>
                    <a:pt x="3810" y="0"/>
                  </a:lnTo>
                  <a:lnTo>
                    <a:pt x="2622550" y="0"/>
                  </a:lnTo>
                  <a:lnTo>
                    <a:pt x="2624010" y="292"/>
                  </a:lnTo>
                  <a:lnTo>
                    <a:pt x="2625242" y="1117"/>
                  </a:lnTo>
                  <a:lnTo>
                    <a:pt x="2626067" y="2349"/>
                  </a:lnTo>
                  <a:lnTo>
                    <a:pt x="2626360" y="3809"/>
                  </a:lnTo>
                  <a:lnTo>
                    <a:pt x="7620" y="3809"/>
                  </a:lnTo>
                  <a:lnTo>
                    <a:pt x="3810" y="7619"/>
                  </a:lnTo>
                  <a:lnTo>
                    <a:pt x="7620" y="7619"/>
                  </a:lnTo>
                  <a:lnTo>
                    <a:pt x="7620" y="2103754"/>
                  </a:lnTo>
                  <a:lnTo>
                    <a:pt x="3810" y="2103754"/>
                  </a:lnTo>
                  <a:lnTo>
                    <a:pt x="7620" y="2107565"/>
                  </a:lnTo>
                  <a:lnTo>
                    <a:pt x="2626360" y="2107565"/>
                  </a:lnTo>
                  <a:lnTo>
                    <a:pt x="2626067" y="2109025"/>
                  </a:lnTo>
                  <a:lnTo>
                    <a:pt x="2625242" y="2110257"/>
                  </a:lnTo>
                  <a:lnTo>
                    <a:pt x="2624010" y="2111082"/>
                  </a:lnTo>
                  <a:lnTo>
                    <a:pt x="2622550" y="2111375"/>
                  </a:lnTo>
                  <a:close/>
                </a:path>
                <a:path w="2626360" h="2111375">
                  <a:moveTo>
                    <a:pt x="7620" y="7619"/>
                  </a:moveTo>
                  <a:lnTo>
                    <a:pt x="3810" y="7619"/>
                  </a:lnTo>
                  <a:lnTo>
                    <a:pt x="7620" y="3809"/>
                  </a:lnTo>
                  <a:lnTo>
                    <a:pt x="7620" y="7619"/>
                  </a:lnTo>
                  <a:close/>
                </a:path>
                <a:path w="2626360" h="2111375">
                  <a:moveTo>
                    <a:pt x="2618740" y="7619"/>
                  </a:moveTo>
                  <a:lnTo>
                    <a:pt x="7620" y="7619"/>
                  </a:lnTo>
                  <a:lnTo>
                    <a:pt x="7620" y="3809"/>
                  </a:lnTo>
                  <a:lnTo>
                    <a:pt x="2618740" y="3809"/>
                  </a:lnTo>
                  <a:lnTo>
                    <a:pt x="2618740" y="7619"/>
                  </a:lnTo>
                  <a:close/>
                </a:path>
                <a:path w="2626360" h="2111375">
                  <a:moveTo>
                    <a:pt x="2618740" y="2107565"/>
                  </a:moveTo>
                  <a:lnTo>
                    <a:pt x="2618740" y="3809"/>
                  </a:lnTo>
                  <a:lnTo>
                    <a:pt x="2622550" y="7619"/>
                  </a:lnTo>
                  <a:lnTo>
                    <a:pt x="2626360" y="7619"/>
                  </a:lnTo>
                  <a:lnTo>
                    <a:pt x="2626360" y="2103754"/>
                  </a:lnTo>
                  <a:lnTo>
                    <a:pt x="2622550" y="2103754"/>
                  </a:lnTo>
                  <a:lnTo>
                    <a:pt x="2618740" y="2107565"/>
                  </a:lnTo>
                  <a:close/>
                </a:path>
                <a:path w="2626360" h="2111375">
                  <a:moveTo>
                    <a:pt x="2626360" y="7619"/>
                  </a:moveTo>
                  <a:lnTo>
                    <a:pt x="2622550" y="7619"/>
                  </a:lnTo>
                  <a:lnTo>
                    <a:pt x="2618740" y="3809"/>
                  </a:lnTo>
                  <a:lnTo>
                    <a:pt x="2626360" y="3809"/>
                  </a:lnTo>
                  <a:lnTo>
                    <a:pt x="2626360" y="7619"/>
                  </a:lnTo>
                  <a:close/>
                </a:path>
                <a:path w="2626360" h="2111375">
                  <a:moveTo>
                    <a:pt x="7620" y="2107565"/>
                  </a:moveTo>
                  <a:lnTo>
                    <a:pt x="3810" y="2103754"/>
                  </a:lnTo>
                  <a:lnTo>
                    <a:pt x="7620" y="2103754"/>
                  </a:lnTo>
                  <a:lnTo>
                    <a:pt x="7620" y="2107565"/>
                  </a:lnTo>
                  <a:close/>
                </a:path>
                <a:path w="2626360" h="2111375">
                  <a:moveTo>
                    <a:pt x="2618740" y="2107565"/>
                  </a:moveTo>
                  <a:lnTo>
                    <a:pt x="7620" y="2107565"/>
                  </a:lnTo>
                  <a:lnTo>
                    <a:pt x="7620" y="2103754"/>
                  </a:lnTo>
                  <a:lnTo>
                    <a:pt x="2618740" y="2103754"/>
                  </a:lnTo>
                  <a:lnTo>
                    <a:pt x="2618740" y="2107565"/>
                  </a:lnTo>
                  <a:close/>
                </a:path>
                <a:path w="2626360" h="2111375">
                  <a:moveTo>
                    <a:pt x="2626360" y="2107565"/>
                  </a:moveTo>
                  <a:lnTo>
                    <a:pt x="2618740" y="2107565"/>
                  </a:lnTo>
                  <a:lnTo>
                    <a:pt x="2622550" y="2103754"/>
                  </a:lnTo>
                  <a:lnTo>
                    <a:pt x="2626360" y="2103754"/>
                  </a:lnTo>
                  <a:lnTo>
                    <a:pt x="2626360" y="2107565"/>
                  </a:lnTo>
                  <a:close/>
                </a:path>
              </a:pathLst>
            </a:custGeom>
            <a:solidFill>
              <a:srgbClr val="E6E6E6"/>
            </a:solidFill>
          </p:spPr>
          <p:txBody>
            <a:bodyPr wrap="square" lIns="0" tIns="0" rIns="0" bIns="0" rtlCol="0"/>
            <a:lstStyle/>
            <a:p>
              <a:endParaRPr/>
            </a:p>
          </p:txBody>
        </p:sp>
      </p:grpSp>
      <p:sp>
        <p:nvSpPr>
          <p:cNvPr id="7" name="object 7"/>
          <p:cNvSpPr txBox="1"/>
          <p:nvPr/>
        </p:nvSpPr>
        <p:spPr>
          <a:xfrm>
            <a:off x="3808729" y="1580413"/>
            <a:ext cx="2312670" cy="2444115"/>
          </a:xfrm>
          <a:prstGeom prst="rect">
            <a:avLst/>
          </a:prstGeom>
        </p:spPr>
        <p:txBody>
          <a:bodyPr vert="horz" wrap="square" lIns="0" tIns="12700" rIns="0" bIns="0" rtlCol="0">
            <a:spAutoFit/>
          </a:bodyPr>
          <a:lstStyle/>
          <a:p>
            <a:pPr marL="514984">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marR="615315">
              <a:lnSpc>
                <a:spcPts val="1400"/>
              </a:lnSpc>
              <a:spcBef>
                <a:spcPts val="120"/>
              </a:spcBef>
            </a:pPr>
            <a:r>
              <a:rPr sz="1200" spc="-5" dirty="0">
                <a:latin typeface="宋体"/>
                <a:cs typeface="宋体"/>
              </a:rPr>
              <a:t>热点借力内容生成需求：</a:t>
            </a:r>
            <a:r>
              <a:rPr sz="1200" spc="-40" dirty="0">
                <a:latin typeface="宋体"/>
                <a:cs typeface="宋体"/>
              </a:rPr>
              <a:t>话题背景：[</a:t>
            </a:r>
            <a:r>
              <a:rPr sz="1200" spc="-10" dirty="0">
                <a:latin typeface="宋体"/>
                <a:cs typeface="宋体"/>
              </a:rPr>
              <a:t>当前热点]</a:t>
            </a:r>
            <a:endParaRPr sz="1200">
              <a:latin typeface="宋体"/>
              <a:cs typeface="宋体"/>
            </a:endParaRPr>
          </a:p>
          <a:p>
            <a:pPr marL="12700" marR="5080">
              <a:lnSpc>
                <a:spcPts val="1400"/>
              </a:lnSpc>
            </a:pPr>
            <a:r>
              <a:rPr sz="1200" spc="-40" dirty="0">
                <a:latin typeface="宋体"/>
                <a:cs typeface="宋体"/>
              </a:rPr>
              <a:t>热度指标：[热搜排名/话题讨论量]目标受众：[</a:t>
            </a:r>
            <a:r>
              <a:rPr sz="1200" spc="-10" dirty="0">
                <a:latin typeface="宋体"/>
                <a:cs typeface="宋体"/>
              </a:rPr>
              <a:t>用户群体]</a:t>
            </a:r>
            <a:endParaRPr sz="1200">
              <a:latin typeface="宋体"/>
              <a:cs typeface="宋体"/>
            </a:endParaRPr>
          </a:p>
          <a:p>
            <a:pPr marL="12700">
              <a:lnSpc>
                <a:spcPts val="1340"/>
              </a:lnSpc>
            </a:pPr>
            <a:r>
              <a:rPr sz="1200" spc="-10" dirty="0">
                <a:latin typeface="宋体"/>
                <a:cs typeface="宋体"/>
              </a:rPr>
              <a:t>差异化要求：</a:t>
            </a:r>
            <a:endParaRPr sz="1200">
              <a:latin typeface="宋体"/>
              <a:cs typeface="宋体"/>
            </a:endParaRPr>
          </a:p>
          <a:p>
            <a:pPr marL="100965" indent="-88265">
              <a:lnSpc>
                <a:spcPts val="1400"/>
              </a:lnSpc>
              <a:buChar char="-"/>
              <a:tabLst>
                <a:tab pos="100965" algn="l"/>
              </a:tabLst>
            </a:pPr>
            <a:r>
              <a:rPr sz="1200" spc="-10" dirty="0">
                <a:latin typeface="宋体"/>
                <a:cs typeface="宋体"/>
              </a:rPr>
              <a:t>分析现有观点角度</a:t>
            </a:r>
            <a:endParaRPr sz="1200">
              <a:latin typeface="宋体"/>
              <a:cs typeface="宋体"/>
            </a:endParaRPr>
          </a:p>
          <a:p>
            <a:pPr marL="100965" indent="-88265">
              <a:lnSpc>
                <a:spcPts val="1400"/>
              </a:lnSpc>
              <a:buChar char="-"/>
              <a:tabLst>
                <a:tab pos="100965" algn="l"/>
              </a:tabLst>
            </a:pPr>
            <a:r>
              <a:rPr sz="1200" spc="-10" dirty="0">
                <a:latin typeface="宋体"/>
                <a:cs typeface="宋体"/>
              </a:rPr>
              <a:t>提出新的切入点</a:t>
            </a:r>
            <a:endParaRPr sz="1200">
              <a:latin typeface="宋体"/>
              <a:cs typeface="宋体"/>
            </a:endParaRPr>
          </a:p>
          <a:p>
            <a:pPr marL="12700" marR="1136650">
              <a:lnSpc>
                <a:spcPts val="1400"/>
              </a:lnSpc>
              <a:spcBef>
                <a:spcPts val="60"/>
              </a:spcBef>
              <a:buChar char="-"/>
              <a:tabLst>
                <a:tab pos="100965" algn="l"/>
              </a:tabLst>
            </a:pPr>
            <a:r>
              <a:rPr sz="1200" spc="-10" dirty="0">
                <a:latin typeface="宋体"/>
                <a:cs typeface="宋体"/>
              </a:rPr>
              <a:t>设计反直觉表达传播策略：</a:t>
            </a:r>
            <a:endParaRPr sz="1200">
              <a:latin typeface="宋体"/>
              <a:cs typeface="宋体"/>
            </a:endParaRPr>
          </a:p>
          <a:p>
            <a:pPr marL="100965" indent="-88265">
              <a:lnSpc>
                <a:spcPts val="1340"/>
              </a:lnSpc>
              <a:buChar char="-"/>
              <a:tabLst>
                <a:tab pos="100965" algn="l"/>
              </a:tabLst>
            </a:pPr>
            <a:r>
              <a:rPr sz="1200" spc="-10" dirty="0">
                <a:latin typeface="宋体"/>
                <a:cs typeface="宋体"/>
              </a:rPr>
              <a:t>话题标签选择</a:t>
            </a:r>
            <a:endParaRPr sz="1200">
              <a:latin typeface="宋体"/>
              <a:cs typeface="宋体"/>
            </a:endParaRPr>
          </a:p>
          <a:p>
            <a:pPr marL="100965" indent="-88265">
              <a:lnSpc>
                <a:spcPts val="1400"/>
              </a:lnSpc>
              <a:buChar char="-"/>
              <a:tabLst>
                <a:tab pos="100965" algn="l"/>
              </a:tabLst>
            </a:pPr>
            <a:r>
              <a:rPr sz="1200" spc="-5" dirty="0">
                <a:latin typeface="宋体"/>
                <a:cs typeface="宋体"/>
              </a:rPr>
              <a:t>关键意见领袖互动设计</a:t>
            </a:r>
            <a:endParaRPr sz="1200">
              <a:latin typeface="宋体"/>
              <a:cs typeface="宋体"/>
            </a:endParaRPr>
          </a:p>
          <a:p>
            <a:pPr marL="100965" indent="-88265">
              <a:lnSpc>
                <a:spcPts val="1420"/>
              </a:lnSpc>
              <a:buChar char="-"/>
              <a:tabLst>
                <a:tab pos="100965" algn="l"/>
              </a:tabLst>
            </a:pPr>
            <a:r>
              <a:rPr sz="1200" spc="-10" dirty="0">
                <a:latin typeface="宋体"/>
                <a:cs typeface="宋体"/>
              </a:rPr>
              <a:t>评论引导策略</a:t>
            </a:r>
            <a:endParaRPr sz="1200">
              <a:latin typeface="宋体"/>
              <a:cs typeface="宋体"/>
            </a:endParaRPr>
          </a:p>
        </p:txBody>
      </p:sp>
      <p:sp>
        <p:nvSpPr>
          <p:cNvPr id="8" name="object 8"/>
          <p:cNvSpPr txBox="1"/>
          <p:nvPr/>
        </p:nvSpPr>
        <p:spPr>
          <a:xfrm>
            <a:off x="367029" y="1534794"/>
            <a:ext cx="3358515" cy="2183130"/>
          </a:xfrm>
          <a:prstGeom prst="rect">
            <a:avLst/>
          </a:prstGeom>
        </p:spPr>
        <p:txBody>
          <a:bodyPr vert="horz" wrap="square" lIns="0" tIns="13335" rIns="0" bIns="0" rtlCol="0">
            <a:spAutoFit/>
          </a:bodyPr>
          <a:lstStyle/>
          <a:p>
            <a:pPr marL="242570">
              <a:lnSpc>
                <a:spcPct val="100000"/>
              </a:lnSpc>
              <a:spcBef>
                <a:spcPts val="105"/>
              </a:spcBef>
            </a:pPr>
            <a:r>
              <a:rPr sz="2000" b="1" spc="-15" dirty="0">
                <a:latin typeface="Microsoft JhengHei"/>
                <a:cs typeface="Microsoft JhengHei"/>
              </a:rPr>
              <a:t>热点借力</a:t>
            </a:r>
            <a:endParaRPr sz="2000">
              <a:latin typeface="Microsoft JhengHei"/>
              <a:cs typeface="Microsoft JhengHei"/>
            </a:endParaRPr>
          </a:p>
          <a:p>
            <a:pPr marL="298450" marR="5080" indent="-285750">
              <a:lnSpc>
                <a:spcPct val="119800"/>
              </a:lnSpc>
              <a:spcBef>
                <a:spcPts val="785"/>
              </a:spcBef>
              <a:buFont typeface="Arial"/>
              <a:buChar char="•"/>
              <a:tabLst>
                <a:tab pos="297815" algn="l"/>
                <a:tab pos="298450" algn="l"/>
              </a:tabLst>
            </a:pPr>
            <a:r>
              <a:rPr sz="1600" spc="-25" dirty="0">
                <a:latin typeface="宋体"/>
                <a:cs typeface="宋体"/>
              </a:rPr>
              <a:t>热点筛选：设定热点选择的标准，如话题热度、受众契合度等</a:t>
            </a:r>
            <a:endParaRPr sz="1600">
              <a:latin typeface="宋体"/>
              <a:cs typeface="宋体"/>
            </a:endParaRPr>
          </a:p>
          <a:p>
            <a:pPr marL="298450" marR="208279" indent="-285750">
              <a:lnSpc>
                <a:spcPct val="119800"/>
              </a:lnSpc>
              <a:buFont typeface="Arial"/>
              <a:buChar char="•"/>
              <a:tabLst>
                <a:tab pos="297815" algn="l"/>
                <a:tab pos="298450" algn="l"/>
              </a:tabLst>
            </a:pPr>
            <a:r>
              <a:rPr sz="1600" spc="-25" dirty="0">
                <a:latin typeface="宋体"/>
                <a:cs typeface="宋体"/>
              </a:rPr>
              <a:t>角度创新：指导找到差异化的切入点，避免同质化表达</a:t>
            </a:r>
            <a:endParaRPr sz="1600">
              <a:latin typeface="宋体"/>
              <a:cs typeface="宋体"/>
            </a:endParaRPr>
          </a:p>
          <a:p>
            <a:pPr marL="298450" marR="208279" indent="-285750">
              <a:lnSpc>
                <a:spcPct val="119800"/>
              </a:lnSpc>
              <a:buFont typeface="Arial"/>
              <a:buChar char="•"/>
              <a:tabLst>
                <a:tab pos="297815" algn="l"/>
                <a:tab pos="298450" algn="l"/>
              </a:tabLst>
            </a:pPr>
            <a:r>
              <a:rPr sz="1600" spc="-25" dirty="0">
                <a:latin typeface="宋体"/>
                <a:cs typeface="宋体"/>
              </a:rPr>
              <a:t>时机把握：明确内容发布的最佳</a:t>
            </a:r>
            <a:r>
              <a:rPr sz="1600" spc="-30" dirty="0">
                <a:latin typeface="宋体"/>
                <a:cs typeface="宋体"/>
              </a:rPr>
              <a:t>时间窗口</a:t>
            </a:r>
            <a:endParaRPr sz="1600">
              <a:latin typeface="宋体"/>
              <a:cs typeface="宋体"/>
            </a:endParaRPr>
          </a:p>
        </p:txBody>
      </p:sp>
      <p:sp>
        <p:nvSpPr>
          <p:cNvPr id="9" name="object 9"/>
          <p:cNvSpPr/>
          <p:nvPr/>
        </p:nvSpPr>
        <p:spPr>
          <a:xfrm>
            <a:off x="9515856" y="1559052"/>
            <a:ext cx="2106295" cy="349250"/>
          </a:xfrm>
          <a:custGeom>
            <a:avLst/>
            <a:gdLst/>
            <a:ahLst/>
            <a:cxnLst/>
            <a:rect l="l" t="t" r="r" b="b"/>
            <a:pathLst>
              <a:path w="2106295" h="349250">
                <a:moveTo>
                  <a:pt x="2048255" y="348996"/>
                </a:moveTo>
                <a:lnTo>
                  <a:pt x="57912" y="348996"/>
                </a:lnTo>
                <a:lnTo>
                  <a:pt x="35211" y="344116"/>
                </a:lnTo>
                <a:lnTo>
                  <a:pt x="16725" y="331412"/>
                </a:lnTo>
                <a:lnTo>
                  <a:pt x="4355" y="312641"/>
                </a:lnTo>
                <a:lnTo>
                  <a:pt x="0" y="289560"/>
                </a:lnTo>
                <a:lnTo>
                  <a:pt x="0" y="57912"/>
                </a:lnTo>
                <a:lnTo>
                  <a:pt x="4355" y="34997"/>
                </a:lnTo>
                <a:lnTo>
                  <a:pt x="16725" y="16440"/>
                </a:lnTo>
                <a:lnTo>
                  <a:pt x="35211" y="4140"/>
                </a:lnTo>
                <a:lnTo>
                  <a:pt x="57912" y="0"/>
                </a:lnTo>
                <a:lnTo>
                  <a:pt x="2048255" y="0"/>
                </a:lnTo>
                <a:lnTo>
                  <a:pt x="2070599" y="4140"/>
                </a:lnTo>
                <a:lnTo>
                  <a:pt x="2088965" y="16440"/>
                </a:lnTo>
                <a:lnTo>
                  <a:pt x="2101455" y="34997"/>
                </a:lnTo>
                <a:lnTo>
                  <a:pt x="2106168" y="57912"/>
                </a:lnTo>
                <a:lnTo>
                  <a:pt x="2106168" y="289560"/>
                </a:lnTo>
                <a:lnTo>
                  <a:pt x="2101455" y="312641"/>
                </a:lnTo>
                <a:lnTo>
                  <a:pt x="2088965" y="331412"/>
                </a:lnTo>
                <a:lnTo>
                  <a:pt x="2070599" y="344116"/>
                </a:lnTo>
                <a:lnTo>
                  <a:pt x="2048255" y="348996"/>
                </a:lnTo>
                <a:close/>
              </a:path>
            </a:pathLst>
          </a:custGeom>
          <a:solidFill>
            <a:srgbClr val="0A80DF"/>
          </a:solidFill>
        </p:spPr>
        <p:txBody>
          <a:bodyPr wrap="square" lIns="0" tIns="0" rIns="0" bIns="0" rtlCol="0"/>
          <a:lstStyle/>
          <a:p>
            <a:endParaRPr/>
          </a:p>
        </p:txBody>
      </p:sp>
      <p:sp>
        <p:nvSpPr>
          <p:cNvPr id="10" name="object 10"/>
          <p:cNvSpPr txBox="1"/>
          <p:nvPr/>
        </p:nvSpPr>
        <p:spPr>
          <a:xfrm>
            <a:off x="10097033" y="1584858"/>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11" name="object 11"/>
          <p:cNvSpPr txBox="1"/>
          <p:nvPr/>
        </p:nvSpPr>
        <p:spPr>
          <a:xfrm>
            <a:off x="6463665" y="1391273"/>
            <a:ext cx="2952115" cy="2292350"/>
          </a:xfrm>
          <a:prstGeom prst="rect">
            <a:avLst/>
          </a:prstGeom>
        </p:spPr>
        <p:txBody>
          <a:bodyPr vert="horz" wrap="square" lIns="0" tIns="156845" rIns="0" bIns="0" rtlCol="0">
            <a:spAutoFit/>
          </a:bodyPr>
          <a:lstStyle/>
          <a:p>
            <a:pPr marL="273685">
              <a:lnSpc>
                <a:spcPct val="100000"/>
              </a:lnSpc>
              <a:spcBef>
                <a:spcPts val="1235"/>
              </a:spcBef>
            </a:pPr>
            <a:r>
              <a:rPr sz="2000" b="1" spc="-15" dirty="0">
                <a:latin typeface="Microsoft JhengHei"/>
                <a:cs typeface="Microsoft JhengHei"/>
              </a:rPr>
              <a:t>内容节奏</a:t>
            </a:r>
            <a:endParaRPr sz="2000">
              <a:latin typeface="Microsoft JhengHei"/>
              <a:cs typeface="Microsoft JhengHei"/>
            </a:endParaRPr>
          </a:p>
          <a:p>
            <a:pPr marL="298450" marR="5080" indent="-285750">
              <a:lnSpc>
                <a:spcPct val="119800"/>
              </a:lnSpc>
              <a:spcBef>
                <a:spcPts val="515"/>
              </a:spcBef>
              <a:buFont typeface="Arial"/>
              <a:buChar char="•"/>
              <a:tabLst>
                <a:tab pos="297815" algn="l"/>
                <a:tab pos="298450" algn="l"/>
              </a:tabLst>
            </a:pPr>
            <a:r>
              <a:rPr sz="1600" spc="-25" dirty="0">
                <a:latin typeface="宋体"/>
                <a:cs typeface="宋体"/>
              </a:rPr>
              <a:t>发布频率：依据账号定位和粉丝活跃度设定</a:t>
            </a:r>
            <a:endParaRPr sz="1600">
              <a:latin typeface="宋体"/>
              <a:cs typeface="宋体"/>
            </a:endParaRPr>
          </a:p>
          <a:p>
            <a:pPr marL="298450" marR="5080" indent="-285750">
              <a:lnSpc>
                <a:spcPct val="119800"/>
              </a:lnSpc>
              <a:buFont typeface="Arial"/>
              <a:buChar char="•"/>
              <a:tabLst>
                <a:tab pos="297815" algn="l"/>
                <a:tab pos="298450" algn="l"/>
              </a:tabLst>
            </a:pPr>
            <a:r>
              <a:rPr sz="1600" spc="-25" dirty="0">
                <a:latin typeface="宋体"/>
                <a:cs typeface="宋体"/>
              </a:rPr>
              <a:t>内容分类：不同类型内容的比</a:t>
            </a:r>
            <a:r>
              <a:rPr sz="1600" spc="-35" dirty="0">
                <a:latin typeface="宋体"/>
                <a:cs typeface="宋体"/>
              </a:rPr>
              <a:t>例配置</a:t>
            </a:r>
            <a:endParaRPr sz="1600">
              <a:latin typeface="宋体"/>
              <a:cs typeface="宋体"/>
            </a:endParaRPr>
          </a:p>
          <a:p>
            <a:pPr marL="298450" marR="5080" indent="-285750">
              <a:lnSpc>
                <a:spcPct val="119800"/>
              </a:lnSpc>
              <a:buFont typeface="Arial"/>
              <a:buChar char="•"/>
              <a:tabLst>
                <a:tab pos="297815" algn="l"/>
                <a:tab pos="298450" algn="l"/>
              </a:tabLst>
            </a:pPr>
            <a:r>
              <a:rPr sz="1600" spc="-25" dirty="0">
                <a:latin typeface="宋体"/>
                <a:cs typeface="宋体"/>
              </a:rPr>
              <a:t>互动时间：明确重点互动的时</a:t>
            </a:r>
            <a:r>
              <a:rPr sz="1600" spc="-40" dirty="0">
                <a:latin typeface="宋体"/>
                <a:cs typeface="宋体"/>
              </a:rPr>
              <a:t>间段</a:t>
            </a:r>
            <a:endParaRPr sz="1600">
              <a:latin typeface="宋体"/>
              <a:cs typeface="宋体"/>
            </a:endParaRPr>
          </a:p>
        </p:txBody>
      </p:sp>
      <p:sp>
        <p:nvSpPr>
          <p:cNvPr id="12" name="object 12"/>
          <p:cNvSpPr/>
          <p:nvPr/>
        </p:nvSpPr>
        <p:spPr>
          <a:xfrm>
            <a:off x="9507855" y="1899285"/>
            <a:ext cx="2449195" cy="4789805"/>
          </a:xfrm>
          <a:custGeom>
            <a:avLst/>
            <a:gdLst/>
            <a:ahLst/>
            <a:cxnLst/>
            <a:rect l="l" t="t" r="r" b="b"/>
            <a:pathLst>
              <a:path w="2449195" h="4789805">
                <a:moveTo>
                  <a:pt x="2445385" y="4789805"/>
                </a:moveTo>
                <a:lnTo>
                  <a:pt x="3810" y="4789805"/>
                </a:lnTo>
                <a:lnTo>
                  <a:pt x="2349" y="4789512"/>
                </a:lnTo>
                <a:lnTo>
                  <a:pt x="1117" y="4788687"/>
                </a:lnTo>
                <a:lnTo>
                  <a:pt x="292" y="4787455"/>
                </a:lnTo>
                <a:lnTo>
                  <a:pt x="0" y="4785995"/>
                </a:lnTo>
                <a:lnTo>
                  <a:pt x="0" y="3809"/>
                </a:lnTo>
                <a:lnTo>
                  <a:pt x="292" y="2349"/>
                </a:lnTo>
                <a:lnTo>
                  <a:pt x="1117" y="1117"/>
                </a:lnTo>
                <a:lnTo>
                  <a:pt x="2349" y="292"/>
                </a:lnTo>
                <a:lnTo>
                  <a:pt x="3810" y="0"/>
                </a:lnTo>
                <a:lnTo>
                  <a:pt x="2445385" y="0"/>
                </a:lnTo>
                <a:lnTo>
                  <a:pt x="2446845" y="292"/>
                </a:lnTo>
                <a:lnTo>
                  <a:pt x="2448077" y="1117"/>
                </a:lnTo>
                <a:lnTo>
                  <a:pt x="2448902" y="2349"/>
                </a:lnTo>
                <a:lnTo>
                  <a:pt x="2449195" y="3809"/>
                </a:lnTo>
                <a:lnTo>
                  <a:pt x="7620" y="3809"/>
                </a:lnTo>
                <a:lnTo>
                  <a:pt x="3810" y="7619"/>
                </a:lnTo>
                <a:lnTo>
                  <a:pt x="7620" y="7619"/>
                </a:lnTo>
                <a:lnTo>
                  <a:pt x="7620" y="4782185"/>
                </a:lnTo>
                <a:lnTo>
                  <a:pt x="3810" y="4782185"/>
                </a:lnTo>
                <a:lnTo>
                  <a:pt x="7620" y="4785995"/>
                </a:lnTo>
                <a:lnTo>
                  <a:pt x="2449195" y="4785995"/>
                </a:lnTo>
                <a:lnTo>
                  <a:pt x="2448902" y="4787455"/>
                </a:lnTo>
                <a:lnTo>
                  <a:pt x="2448077" y="4788687"/>
                </a:lnTo>
                <a:lnTo>
                  <a:pt x="2446845" y="4789512"/>
                </a:lnTo>
                <a:lnTo>
                  <a:pt x="2445385" y="4789805"/>
                </a:lnTo>
                <a:close/>
              </a:path>
              <a:path w="2449195" h="4789805">
                <a:moveTo>
                  <a:pt x="7620" y="7619"/>
                </a:moveTo>
                <a:lnTo>
                  <a:pt x="3810" y="7619"/>
                </a:lnTo>
                <a:lnTo>
                  <a:pt x="7620" y="3809"/>
                </a:lnTo>
                <a:lnTo>
                  <a:pt x="7620" y="7619"/>
                </a:lnTo>
                <a:close/>
              </a:path>
              <a:path w="2449195" h="4789805">
                <a:moveTo>
                  <a:pt x="2441575" y="7619"/>
                </a:moveTo>
                <a:lnTo>
                  <a:pt x="7620" y="7619"/>
                </a:lnTo>
                <a:lnTo>
                  <a:pt x="7620" y="3809"/>
                </a:lnTo>
                <a:lnTo>
                  <a:pt x="2441575" y="3809"/>
                </a:lnTo>
                <a:lnTo>
                  <a:pt x="2441575" y="7619"/>
                </a:lnTo>
                <a:close/>
              </a:path>
              <a:path w="2449195" h="4789805">
                <a:moveTo>
                  <a:pt x="2441575" y="4785995"/>
                </a:moveTo>
                <a:lnTo>
                  <a:pt x="2441575" y="3809"/>
                </a:lnTo>
                <a:lnTo>
                  <a:pt x="2445385" y="7619"/>
                </a:lnTo>
                <a:lnTo>
                  <a:pt x="2449195" y="7619"/>
                </a:lnTo>
                <a:lnTo>
                  <a:pt x="2449195" y="4782185"/>
                </a:lnTo>
                <a:lnTo>
                  <a:pt x="2445385" y="4782185"/>
                </a:lnTo>
                <a:lnTo>
                  <a:pt x="2441575" y="4785995"/>
                </a:lnTo>
                <a:close/>
              </a:path>
              <a:path w="2449195" h="4789805">
                <a:moveTo>
                  <a:pt x="2449195" y="7619"/>
                </a:moveTo>
                <a:lnTo>
                  <a:pt x="2445385" y="7619"/>
                </a:lnTo>
                <a:lnTo>
                  <a:pt x="2441575" y="3809"/>
                </a:lnTo>
                <a:lnTo>
                  <a:pt x="2449195" y="3809"/>
                </a:lnTo>
                <a:lnTo>
                  <a:pt x="2449195" y="7619"/>
                </a:lnTo>
                <a:close/>
              </a:path>
              <a:path w="2449195" h="4789805">
                <a:moveTo>
                  <a:pt x="7620" y="4785995"/>
                </a:moveTo>
                <a:lnTo>
                  <a:pt x="3810" y="4782185"/>
                </a:lnTo>
                <a:lnTo>
                  <a:pt x="7620" y="4782185"/>
                </a:lnTo>
                <a:lnTo>
                  <a:pt x="7620" y="4785995"/>
                </a:lnTo>
                <a:close/>
              </a:path>
              <a:path w="2449195" h="4789805">
                <a:moveTo>
                  <a:pt x="2441575" y="4785995"/>
                </a:moveTo>
                <a:lnTo>
                  <a:pt x="7620" y="4785995"/>
                </a:lnTo>
                <a:lnTo>
                  <a:pt x="7620" y="4782185"/>
                </a:lnTo>
                <a:lnTo>
                  <a:pt x="2441575" y="4782185"/>
                </a:lnTo>
                <a:lnTo>
                  <a:pt x="2441575" y="4785995"/>
                </a:lnTo>
                <a:close/>
              </a:path>
              <a:path w="2449195" h="4789805">
                <a:moveTo>
                  <a:pt x="2449195" y="4785995"/>
                </a:moveTo>
                <a:lnTo>
                  <a:pt x="2441575" y="4785995"/>
                </a:lnTo>
                <a:lnTo>
                  <a:pt x="2445385" y="4782185"/>
                </a:lnTo>
                <a:lnTo>
                  <a:pt x="2449195" y="4782185"/>
                </a:lnTo>
                <a:lnTo>
                  <a:pt x="2449195" y="4785995"/>
                </a:lnTo>
                <a:close/>
              </a:path>
            </a:pathLst>
          </a:custGeom>
          <a:solidFill>
            <a:srgbClr val="E6E6E6"/>
          </a:solidFill>
        </p:spPr>
        <p:txBody>
          <a:bodyPr wrap="square" lIns="0" tIns="0" rIns="0" bIns="0" rtlCol="0"/>
          <a:lstStyle/>
          <a:p>
            <a:endParaRPr/>
          </a:p>
        </p:txBody>
      </p:sp>
      <p:sp>
        <p:nvSpPr>
          <p:cNvPr id="13" name="object 13"/>
          <p:cNvSpPr txBox="1"/>
          <p:nvPr/>
        </p:nvSpPr>
        <p:spPr>
          <a:xfrm>
            <a:off x="9590405" y="2181859"/>
            <a:ext cx="2387600" cy="4191000"/>
          </a:xfrm>
          <a:prstGeom prst="rect">
            <a:avLst/>
          </a:prstGeom>
        </p:spPr>
        <p:txBody>
          <a:bodyPr vert="horz" wrap="square" lIns="0" tIns="12700" rIns="0" bIns="0" rtlCol="0">
            <a:spAutoFit/>
          </a:bodyPr>
          <a:lstStyle/>
          <a:p>
            <a:pPr marL="12700" marR="108585">
              <a:lnSpc>
                <a:spcPct val="113900"/>
              </a:lnSpc>
              <a:spcBef>
                <a:spcPts val="100"/>
              </a:spcBef>
            </a:pPr>
            <a:r>
              <a:rPr sz="1200" spc="65" dirty="0">
                <a:latin typeface="宋体"/>
                <a:cs typeface="宋体"/>
              </a:rPr>
              <a:t>请帮我制定微博账号的内容排期</a:t>
            </a:r>
            <a:r>
              <a:rPr sz="1200" spc="-20" dirty="0">
                <a:latin typeface="宋体"/>
                <a:cs typeface="宋体"/>
              </a:rPr>
              <a:t>规划：</a:t>
            </a:r>
            <a:endParaRPr sz="1200">
              <a:latin typeface="宋体"/>
              <a:cs typeface="宋体"/>
            </a:endParaRPr>
          </a:p>
          <a:p>
            <a:pPr marL="12700">
              <a:lnSpc>
                <a:spcPct val="100000"/>
              </a:lnSpc>
              <a:spcBef>
                <a:spcPts val="200"/>
              </a:spcBef>
            </a:pPr>
            <a:r>
              <a:rPr sz="1200" spc="-10" dirty="0">
                <a:latin typeface="宋体"/>
                <a:cs typeface="宋体"/>
              </a:rPr>
              <a:t>账号信息：</a:t>
            </a:r>
            <a:endParaRPr sz="1200">
              <a:latin typeface="宋体"/>
              <a:cs typeface="宋体"/>
            </a:endParaRPr>
          </a:p>
          <a:p>
            <a:pPr marL="213360" indent="-88265">
              <a:lnSpc>
                <a:spcPct val="100000"/>
              </a:lnSpc>
              <a:spcBef>
                <a:spcPts val="200"/>
              </a:spcBef>
              <a:buChar char="-"/>
              <a:tabLst>
                <a:tab pos="213360" algn="l"/>
              </a:tabLst>
            </a:pPr>
            <a:r>
              <a:rPr sz="1200" spc="-60" dirty="0">
                <a:latin typeface="宋体"/>
                <a:cs typeface="宋体"/>
              </a:rPr>
              <a:t>定位：[</a:t>
            </a:r>
            <a:r>
              <a:rPr sz="1200" spc="-10" dirty="0">
                <a:latin typeface="宋体"/>
                <a:cs typeface="宋体"/>
              </a:rPr>
              <a:t>填写账号定位]</a:t>
            </a:r>
            <a:endParaRPr sz="1200">
              <a:latin typeface="宋体"/>
              <a:cs typeface="宋体"/>
            </a:endParaRPr>
          </a:p>
          <a:p>
            <a:pPr marL="213360" indent="-88265">
              <a:lnSpc>
                <a:spcPct val="100000"/>
              </a:lnSpc>
              <a:spcBef>
                <a:spcPts val="200"/>
              </a:spcBef>
              <a:buChar char="-"/>
              <a:tabLst>
                <a:tab pos="213360" algn="l"/>
              </a:tabLst>
            </a:pPr>
            <a:r>
              <a:rPr sz="1200" spc="-40" dirty="0">
                <a:latin typeface="宋体"/>
                <a:cs typeface="宋体"/>
              </a:rPr>
              <a:t>目标受众：[</a:t>
            </a:r>
            <a:r>
              <a:rPr sz="1200" spc="-10" dirty="0">
                <a:latin typeface="宋体"/>
                <a:cs typeface="宋体"/>
              </a:rPr>
              <a:t>受众属性]</a:t>
            </a:r>
            <a:endParaRPr sz="1200">
              <a:latin typeface="宋体"/>
              <a:cs typeface="宋体"/>
            </a:endParaRPr>
          </a:p>
          <a:p>
            <a:pPr marL="213360" indent="-88265">
              <a:lnSpc>
                <a:spcPct val="100000"/>
              </a:lnSpc>
              <a:spcBef>
                <a:spcPts val="200"/>
              </a:spcBef>
              <a:buChar char="-"/>
              <a:tabLst>
                <a:tab pos="213360" algn="l"/>
              </a:tabLst>
            </a:pPr>
            <a:r>
              <a:rPr sz="1200" spc="-35" dirty="0">
                <a:latin typeface="宋体"/>
                <a:cs typeface="宋体"/>
              </a:rPr>
              <a:t>当前粉丝量：[</a:t>
            </a:r>
            <a:r>
              <a:rPr sz="1200" spc="-20" dirty="0">
                <a:latin typeface="宋体"/>
                <a:cs typeface="宋体"/>
              </a:rPr>
              <a:t>数量]</a:t>
            </a:r>
            <a:endParaRPr sz="1200">
              <a:latin typeface="宋体"/>
              <a:cs typeface="宋体"/>
            </a:endParaRPr>
          </a:p>
          <a:p>
            <a:pPr marL="12700" marR="995680" indent="112395">
              <a:lnSpc>
                <a:spcPct val="113900"/>
              </a:lnSpc>
              <a:buChar char="-"/>
              <a:tabLst>
                <a:tab pos="213360" algn="l"/>
              </a:tabLst>
            </a:pPr>
            <a:r>
              <a:rPr sz="1200" spc="-40" dirty="0">
                <a:latin typeface="宋体"/>
                <a:cs typeface="宋体"/>
              </a:rPr>
              <a:t>内容领域：[</a:t>
            </a:r>
            <a:r>
              <a:rPr sz="1200" spc="-75" dirty="0">
                <a:latin typeface="宋体"/>
                <a:cs typeface="宋体"/>
              </a:rPr>
              <a:t>领域]</a:t>
            </a:r>
            <a:r>
              <a:rPr sz="1200" spc="-10" dirty="0">
                <a:latin typeface="宋体"/>
                <a:cs typeface="宋体"/>
              </a:rPr>
              <a:t>需要考虑以下要素：</a:t>
            </a:r>
            <a:endParaRPr sz="1200">
              <a:latin typeface="宋体"/>
              <a:cs typeface="宋体"/>
            </a:endParaRPr>
          </a:p>
          <a:p>
            <a:pPr marL="12700" marR="108585">
              <a:lnSpc>
                <a:spcPct val="113900"/>
              </a:lnSpc>
              <a:buSzPct val="91666"/>
              <a:buAutoNum type="arabicPlain"/>
              <a:tabLst>
                <a:tab pos="403225" algn="l"/>
              </a:tabLst>
            </a:pPr>
            <a:r>
              <a:rPr sz="1200" spc="-5" dirty="0">
                <a:latin typeface="宋体"/>
                <a:cs typeface="宋体"/>
              </a:rPr>
              <a:t>设计一周的发布时间表，包</a:t>
            </a:r>
            <a:r>
              <a:rPr sz="1200" spc="-25" dirty="0">
                <a:latin typeface="宋体"/>
                <a:cs typeface="宋体"/>
              </a:rPr>
              <a:t>括：</a:t>
            </a:r>
            <a:endParaRPr sz="1200">
              <a:latin typeface="宋体"/>
              <a:cs typeface="宋体"/>
            </a:endParaRPr>
          </a:p>
          <a:p>
            <a:pPr marL="213360" lvl="1" indent="-88265">
              <a:lnSpc>
                <a:spcPct val="100000"/>
              </a:lnSpc>
              <a:spcBef>
                <a:spcPts val="200"/>
              </a:spcBef>
              <a:buChar char="-"/>
              <a:tabLst>
                <a:tab pos="213360" algn="l"/>
              </a:tabLst>
            </a:pPr>
            <a:r>
              <a:rPr sz="1200" spc="-10" dirty="0">
                <a:latin typeface="宋体"/>
                <a:cs typeface="宋体"/>
              </a:rPr>
              <a:t>每天的发布频次建议</a:t>
            </a:r>
            <a:endParaRPr sz="1200">
              <a:latin typeface="宋体"/>
              <a:cs typeface="宋体"/>
            </a:endParaRPr>
          </a:p>
          <a:p>
            <a:pPr marL="213360" lvl="1" indent="-88265">
              <a:lnSpc>
                <a:spcPct val="100000"/>
              </a:lnSpc>
              <a:spcBef>
                <a:spcPts val="200"/>
              </a:spcBef>
              <a:buChar char="-"/>
              <a:tabLst>
                <a:tab pos="213360" algn="l"/>
              </a:tabLst>
            </a:pPr>
            <a:r>
              <a:rPr sz="1200" spc="-10" dirty="0">
                <a:latin typeface="宋体"/>
                <a:cs typeface="宋体"/>
              </a:rPr>
              <a:t>最佳发布时间点</a:t>
            </a:r>
            <a:endParaRPr sz="1200">
              <a:latin typeface="宋体"/>
              <a:cs typeface="宋体"/>
            </a:endParaRPr>
          </a:p>
          <a:p>
            <a:pPr marL="213360" lvl="1" indent="-88265">
              <a:lnSpc>
                <a:spcPct val="100000"/>
              </a:lnSpc>
              <a:spcBef>
                <a:spcPts val="200"/>
              </a:spcBef>
              <a:buChar char="-"/>
              <a:tabLst>
                <a:tab pos="213360" algn="l"/>
              </a:tabLst>
            </a:pPr>
            <a:r>
              <a:rPr sz="1200" spc="-10" dirty="0">
                <a:latin typeface="宋体"/>
                <a:cs typeface="宋体"/>
              </a:rPr>
              <a:t>不同时段的内容类型</a:t>
            </a:r>
            <a:endParaRPr sz="1200">
              <a:latin typeface="宋体"/>
              <a:cs typeface="宋体"/>
            </a:endParaRPr>
          </a:p>
          <a:p>
            <a:pPr marL="394335" indent="-381635">
              <a:lnSpc>
                <a:spcPct val="100000"/>
              </a:lnSpc>
              <a:spcBef>
                <a:spcPts val="200"/>
              </a:spcBef>
              <a:buSzPct val="91666"/>
              <a:buAutoNum type="arabicPlain"/>
              <a:tabLst>
                <a:tab pos="394335" algn="l"/>
              </a:tabLst>
            </a:pPr>
            <a:r>
              <a:rPr sz="1200" spc="-5" dirty="0">
                <a:latin typeface="宋体"/>
                <a:cs typeface="宋体"/>
              </a:rPr>
              <a:t>制定内容形式配比，需包含：</a:t>
            </a:r>
            <a:endParaRPr sz="1200">
              <a:latin typeface="宋体"/>
              <a:cs typeface="宋体"/>
            </a:endParaRPr>
          </a:p>
          <a:p>
            <a:pPr marL="213360" lvl="1" indent="-88265">
              <a:lnSpc>
                <a:spcPct val="100000"/>
              </a:lnSpc>
              <a:spcBef>
                <a:spcPts val="200"/>
              </a:spcBef>
              <a:buChar char="-"/>
              <a:tabLst>
                <a:tab pos="213360" algn="l"/>
              </a:tabLst>
            </a:pPr>
            <a:r>
              <a:rPr sz="1200" spc="-10" dirty="0">
                <a:latin typeface="宋体"/>
                <a:cs typeface="宋体"/>
              </a:rPr>
              <a:t>各类内容的比例分配</a:t>
            </a:r>
            <a:endParaRPr sz="1200">
              <a:latin typeface="宋体"/>
              <a:cs typeface="宋体"/>
            </a:endParaRPr>
          </a:p>
          <a:p>
            <a:pPr marL="213360" lvl="1" indent="-88265">
              <a:lnSpc>
                <a:spcPct val="100000"/>
              </a:lnSpc>
              <a:spcBef>
                <a:spcPts val="200"/>
              </a:spcBef>
              <a:buChar char="-"/>
              <a:tabLst>
                <a:tab pos="213360" algn="l"/>
              </a:tabLst>
            </a:pPr>
            <a:r>
              <a:rPr sz="1200" spc="-5" dirty="0">
                <a:latin typeface="宋体"/>
                <a:cs typeface="宋体"/>
              </a:rPr>
              <a:t>不同形式适合的发布时间</a:t>
            </a:r>
            <a:endParaRPr sz="1200">
              <a:latin typeface="宋体"/>
              <a:cs typeface="宋体"/>
            </a:endParaRPr>
          </a:p>
          <a:p>
            <a:pPr marL="213360" lvl="1" indent="-88265">
              <a:lnSpc>
                <a:spcPct val="100000"/>
              </a:lnSpc>
              <a:spcBef>
                <a:spcPts val="200"/>
              </a:spcBef>
              <a:buChar char="-"/>
              <a:tabLst>
                <a:tab pos="213360" algn="l"/>
              </a:tabLst>
            </a:pPr>
            <a:r>
              <a:rPr sz="1200" spc="-5" dirty="0">
                <a:latin typeface="宋体"/>
                <a:cs typeface="宋体"/>
              </a:rPr>
              <a:t>与粉丝互动的最佳时段</a:t>
            </a:r>
            <a:endParaRPr sz="1200">
              <a:latin typeface="宋体"/>
              <a:cs typeface="宋体"/>
            </a:endParaRPr>
          </a:p>
          <a:p>
            <a:pPr marL="12700" marR="108585" algn="just">
              <a:lnSpc>
                <a:spcPct val="113900"/>
              </a:lnSpc>
            </a:pPr>
            <a:r>
              <a:rPr sz="1200" spc="65" dirty="0">
                <a:latin typeface="宋体"/>
                <a:cs typeface="宋体"/>
              </a:rPr>
              <a:t>请给出详细的排期建议，并说明每个安排的原因。同时，提供热</a:t>
            </a:r>
            <a:r>
              <a:rPr sz="1200" spc="-10" dirty="0">
                <a:latin typeface="宋体"/>
                <a:cs typeface="宋体"/>
              </a:rPr>
              <a:t>点响应的策略建议。</a:t>
            </a:r>
            <a:endParaRPr sz="1200">
              <a:latin typeface="宋体"/>
              <a:cs typeface="宋体"/>
            </a:endParaRPr>
          </a:p>
        </p:txBody>
      </p:sp>
      <p:grpSp>
        <p:nvGrpSpPr>
          <p:cNvPr id="14" name="object 14"/>
          <p:cNvGrpSpPr/>
          <p:nvPr/>
        </p:nvGrpSpPr>
        <p:grpSpPr>
          <a:xfrm>
            <a:off x="3726815" y="4116323"/>
            <a:ext cx="5661660" cy="2573655"/>
            <a:chOff x="3726815" y="4116323"/>
            <a:chExt cx="5661660" cy="2573655"/>
          </a:xfrm>
        </p:grpSpPr>
        <p:sp>
          <p:nvSpPr>
            <p:cNvPr id="15" name="object 15"/>
            <p:cNvSpPr/>
            <p:nvPr/>
          </p:nvSpPr>
          <p:spPr>
            <a:xfrm>
              <a:off x="3726815" y="4458969"/>
              <a:ext cx="5661660" cy="2230755"/>
            </a:xfrm>
            <a:custGeom>
              <a:avLst/>
              <a:gdLst/>
              <a:ahLst/>
              <a:cxnLst/>
              <a:rect l="l" t="t" r="r" b="b"/>
              <a:pathLst>
                <a:path w="5661659" h="2230754">
                  <a:moveTo>
                    <a:pt x="5657850" y="2230754"/>
                  </a:moveTo>
                  <a:lnTo>
                    <a:pt x="3810" y="2230754"/>
                  </a:lnTo>
                  <a:lnTo>
                    <a:pt x="2349" y="2230462"/>
                  </a:lnTo>
                  <a:lnTo>
                    <a:pt x="1117" y="2229637"/>
                  </a:lnTo>
                  <a:lnTo>
                    <a:pt x="292" y="2228405"/>
                  </a:lnTo>
                  <a:lnTo>
                    <a:pt x="0" y="2226945"/>
                  </a:lnTo>
                  <a:lnTo>
                    <a:pt x="0" y="3809"/>
                  </a:lnTo>
                  <a:lnTo>
                    <a:pt x="292" y="2349"/>
                  </a:lnTo>
                  <a:lnTo>
                    <a:pt x="1117" y="1117"/>
                  </a:lnTo>
                  <a:lnTo>
                    <a:pt x="2349" y="292"/>
                  </a:lnTo>
                  <a:lnTo>
                    <a:pt x="3810" y="0"/>
                  </a:lnTo>
                  <a:lnTo>
                    <a:pt x="5657850" y="0"/>
                  </a:lnTo>
                  <a:lnTo>
                    <a:pt x="5659310" y="292"/>
                  </a:lnTo>
                  <a:lnTo>
                    <a:pt x="5660542" y="1117"/>
                  </a:lnTo>
                  <a:lnTo>
                    <a:pt x="5661367" y="2349"/>
                  </a:lnTo>
                  <a:lnTo>
                    <a:pt x="5661660" y="3809"/>
                  </a:lnTo>
                  <a:lnTo>
                    <a:pt x="7620" y="3809"/>
                  </a:lnTo>
                  <a:lnTo>
                    <a:pt x="3810" y="7619"/>
                  </a:lnTo>
                  <a:lnTo>
                    <a:pt x="7620" y="7619"/>
                  </a:lnTo>
                  <a:lnTo>
                    <a:pt x="7620" y="2223134"/>
                  </a:lnTo>
                  <a:lnTo>
                    <a:pt x="3810" y="2223134"/>
                  </a:lnTo>
                  <a:lnTo>
                    <a:pt x="7620" y="2226945"/>
                  </a:lnTo>
                  <a:lnTo>
                    <a:pt x="5661660" y="2226945"/>
                  </a:lnTo>
                  <a:lnTo>
                    <a:pt x="5661367" y="2228405"/>
                  </a:lnTo>
                  <a:lnTo>
                    <a:pt x="5660542" y="2229637"/>
                  </a:lnTo>
                  <a:lnTo>
                    <a:pt x="5659310" y="2230462"/>
                  </a:lnTo>
                  <a:lnTo>
                    <a:pt x="5657850" y="2230754"/>
                  </a:lnTo>
                  <a:close/>
                </a:path>
                <a:path w="5661659" h="2230754">
                  <a:moveTo>
                    <a:pt x="7620" y="7619"/>
                  </a:moveTo>
                  <a:lnTo>
                    <a:pt x="3810" y="7619"/>
                  </a:lnTo>
                  <a:lnTo>
                    <a:pt x="7620" y="3809"/>
                  </a:lnTo>
                  <a:lnTo>
                    <a:pt x="7620" y="7619"/>
                  </a:lnTo>
                  <a:close/>
                </a:path>
                <a:path w="5661659" h="2230754">
                  <a:moveTo>
                    <a:pt x="5654040" y="7619"/>
                  </a:moveTo>
                  <a:lnTo>
                    <a:pt x="7620" y="7619"/>
                  </a:lnTo>
                  <a:lnTo>
                    <a:pt x="7620" y="3809"/>
                  </a:lnTo>
                  <a:lnTo>
                    <a:pt x="5654040" y="3809"/>
                  </a:lnTo>
                  <a:lnTo>
                    <a:pt x="5654040" y="7619"/>
                  </a:lnTo>
                  <a:close/>
                </a:path>
                <a:path w="5661659" h="2230754">
                  <a:moveTo>
                    <a:pt x="5654040" y="2226945"/>
                  </a:moveTo>
                  <a:lnTo>
                    <a:pt x="5654040" y="3809"/>
                  </a:lnTo>
                  <a:lnTo>
                    <a:pt x="5657850" y="7619"/>
                  </a:lnTo>
                  <a:lnTo>
                    <a:pt x="5661660" y="7619"/>
                  </a:lnTo>
                  <a:lnTo>
                    <a:pt x="5661660" y="2223134"/>
                  </a:lnTo>
                  <a:lnTo>
                    <a:pt x="5657850" y="2223134"/>
                  </a:lnTo>
                  <a:lnTo>
                    <a:pt x="5654040" y="2226945"/>
                  </a:lnTo>
                  <a:close/>
                </a:path>
                <a:path w="5661659" h="2230754">
                  <a:moveTo>
                    <a:pt x="5661660" y="7619"/>
                  </a:moveTo>
                  <a:lnTo>
                    <a:pt x="5657850" y="7619"/>
                  </a:lnTo>
                  <a:lnTo>
                    <a:pt x="5654040" y="3809"/>
                  </a:lnTo>
                  <a:lnTo>
                    <a:pt x="5661660" y="3809"/>
                  </a:lnTo>
                  <a:lnTo>
                    <a:pt x="5661660" y="7619"/>
                  </a:lnTo>
                  <a:close/>
                </a:path>
                <a:path w="5661659" h="2230754">
                  <a:moveTo>
                    <a:pt x="7620" y="2226945"/>
                  </a:moveTo>
                  <a:lnTo>
                    <a:pt x="3810" y="2223134"/>
                  </a:lnTo>
                  <a:lnTo>
                    <a:pt x="7620" y="2223134"/>
                  </a:lnTo>
                  <a:lnTo>
                    <a:pt x="7620" y="2226945"/>
                  </a:lnTo>
                  <a:close/>
                </a:path>
                <a:path w="5661659" h="2230754">
                  <a:moveTo>
                    <a:pt x="5654040" y="2226945"/>
                  </a:moveTo>
                  <a:lnTo>
                    <a:pt x="7620" y="2226945"/>
                  </a:lnTo>
                  <a:lnTo>
                    <a:pt x="7620" y="2223134"/>
                  </a:lnTo>
                  <a:lnTo>
                    <a:pt x="5654040" y="2223134"/>
                  </a:lnTo>
                  <a:lnTo>
                    <a:pt x="5654040" y="2226945"/>
                  </a:lnTo>
                  <a:close/>
                </a:path>
                <a:path w="5661659" h="2230754">
                  <a:moveTo>
                    <a:pt x="5661660" y="2226945"/>
                  </a:moveTo>
                  <a:lnTo>
                    <a:pt x="5654040" y="2226945"/>
                  </a:lnTo>
                  <a:lnTo>
                    <a:pt x="5657850" y="2223134"/>
                  </a:lnTo>
                  <a:lnTo>
                    <a:pt x="5661660" y="2223134"/>
                  </a:lnTo>
                  <a:lnTo>
                    <a:pt x="5661660" y="2226945"/>
                  </a:lnTo>
                  <a:close/>
                </a:path>
              </a:pathLst>
            </a:custGeom>
            <a:solidFill>
              <a:srgbClr val="E6E6E6"/>
            </a:solidFill>
          </p:spPr>
          <p:txBody>
            <a:bodyPr wrap="square" lIns="0" tIns="0" rIns="0" bIns="0" rtlCol="0"/>
            <a:lstStyle/>
            <a:p>
              <a:endParaRPr/>
            </a:p>
          </p:txBody>
        </p:sp>
        <p:sp>
          <p:nvSpPr>
            <p:cNvPr id="16" name="object 16"/>
            <p:cNvSpPr/>
            <p:nvPr/>
          </p:nvSpPr>
          <p:spPr>
            <a:xfrm>
              <a:off x="3730752" y="4116323"/>
              <a:ext cx="2106295" cy="349250"/>
            </a:xfrm>
            <a:custGeom>
              <a:avLst/>
              <a:gdLst/>
              <a:ahLst/>
              <a:cxnLst/>
              <a:rect l="l" t="t" r="r" b="b"/>
              <a:pathLst>
                <a:path w="2106295" h="349250">
                  <a:moveTo>
                    <a:pt x="2046732" y="348996"/>
                  </a:moveTo>
                  <a:lnTo>
                    <a:pt x="57912" y="348996"/>
                  </a:lnTo>
                  <a:lnTo>
                    <a:pt x="34997" y="344783"/>
                  </a:lnTo>
                  <a:lnTo>
                    <a:pt x="16440" y="332460"/>
                  </a:lnTo>
                  <a:lnTo>
                    <a:pt x="4140" y="313927"/>
                  </a:lnTo>
                  <a:lnTo>
                    <a:pt x="0" y="291084"/>
                  </a:lnTo>
                  <a:lnTo>
                    <a:pt x="0" y="57912"/>
                  </a:lnTo>
                  <a:lnTo>
                    <a:pt x="4140" y="35640"/>
                  </a:lnTo>
                  <a:lnTo>
                    <a:pt x="16440" y="17297"/>
                  </a:lnTo>
                  <a:lnTo>
                    <a:pt x="34997" y="4783"/>
                  </a:lnTo>
                  <a:lnTo>
                    <a:pt x="57912" y="0"/>
                  </a:lnTo>
                  <a:lnTo>
                    <a:pt x="2046732" y="0"/>
                  </a:lnTo>
                  <a:lnTo>
                    <a:pt x="2069742" y="4783"/>
                  </a:lnTo>
                  <a:lnTo>
                    <a:pt x="2088489" y="17297"/>
                  </a:lnTo>
                  <a:lnTo>
                    <a:pt x="2101217" y="35640"/>
                  </a:lnTo>
                  <a:lnTo>
                    <a:pt x="2106168" y="57912"/>
                  </a:lnTo>
                  <a:lnTo>
                    <a:pt x="2106168" y="291084"/>
                  </a:lnTo>
                  <a:lnTo>
                    <a:pt x="2101217" y="313927"/>
                  </a:lnTo>
                  <a:lnTo>
                    <a:pt x="2088489" y="332460"/>
                  </a:lnTo>
                  <a:lnTo>
                    <a:pt x="2069742" y="344783"/>
                  </a:lnTo>
                  <a:lnTo>
                    <a:pt x="2046732" y="348996"/>
                  </a:lnTo>
                  <a:close/>
                </a:path>
              </a:pathLst>
            </a:custGeom>
            <a:solidFill>
              <a:srgbClr val="0A80DF"/>
            </a:solidFill>
          </p:spPr>
          <p:txBody>
            <a:bodyPr wrap="square" lIns="0" tIns="0" rIns="0" bIns="0" rtlCol="0"/>
            <a:lstStyle/>
            <a:p>
              <a:endParaRPr/>
            </a:p>
          </p:txBody>
        </p:sp>
      </p:grpSp>
      <p:sp>
        <p:nvSpPr>
          <p:cNvPr id="17" name="object 17"/>
          <p:cNvSpPr txBox="1"/>
          <p:nvPr/>
        </p:nvSpPr>
        <p:spPr>
          <a:xfrm>
            <a:off x="3809365" y="4075493"/>
            <a:ext cx="5496560" cy="2642870"/>
          </a:xfrm>
          <a:prstGeom prst="rect">
            <a:avLst/>
          </a:prstGeom>
        </p:spPr>
        <p:txBody>
          <a:bodyPr vert="horz" wrap="square" lIns="0" tIns="80010" rIns="0" bIns="0" rtlCol="0">
            <a:spAutoFit/>
          </a:bodyPr>
          <a:lstStyle/>
          <a:p>
            <a:pPr marL="514350">
              <a:lnSpc>
                <a:spcPct val="100000"/>
              </a:lnSpc>
              <a:spcBef>
                <a:spcPts val="630"/>
              </a:spcBef>
            </a:pPr>
            <a:r>
              <a:rPr sz="1800" b="1" spc="-15" dirty="0">
                <a:solidFill>
                  <a:srgbClr val="FFFFFF"/>
                </a:solidFill>
                <a:latin typeface="Microsoft JhengHei"/>
                <a:cs typeface="Microsoft JhengHei"/>
              </a:rPr>
              <a:t>应用示例</a:t>
            </a:r>
            <a:endParaRPr sz="1800">
              <a:latin typeface="Microsoft JhengHei"/>
              <a:cs typeface="Microsoft JhengHei"/>
            </a:endParaRPr>
          </a:p>
          <a:p>
            <a:pPr marL="12700" marR="3190240">
              <a:lnSpc>
                <a:spcPts val="1240"/>
              </a:lnSpc>
              <a:spcBef>
                <a:spcPts val="565"/>
              </a:spcBef>
            </a:pPr>
            <a:r>
              <a:rPr sz="1200" spc="-5" dirty="0">
                <a:latin typeface="宋体"/>
                <a:cs typeface="宋体"/>
              </a:rPr>
              <a:t>请为以下微博内容设计互动策略：</a:t>
            </a:r>
            <a:r>
              <a:rPr sz="1200" spc="-40" dirty="0">
                <a:latin typeface="宋体"/>
                <a:cs typeface="宋体"/>
              </a:rPr>
              <a:t>内容主题：[</a:t>
            </a:r>
            <a:r>
              <a:rPr sz="1200" spc="-20" dirty="0">
                <a:latin typeface="宋体"/>
                <a:cs typeface="宋体"/>
              </a:rPr>
              <a:t>主题]</a:t>
            </a:r>
            <a:endParaRPr sz="1200">
              <a:latin typeface="宋体"/>
              <a:cs typeface="宋体"/>
            </a:endParaRPr>
          </a:p>
          <a:p>
            <a:pPr marL="12700">
              <a:lnSpc>
                <a:spcPts val="1130"/>
              </a:lnSpc>
            </a:pPr>
            <a:r>
              <a:rPr sz="1200" spc="-40" dirty="0">
                <a:latin typeface="宋体"/>
                <a:cs typeface="宋体"/>
              </a:rPr>
              <a:t>内容形式：[</a:t>
            </a:r>
            <a:r>
              <a:rPr sz="1200" spc="-70" dirty="0">
                <a:latin typeface="宋体"/>
                <a:cs typeface="宋体"/>
              </a:rPr>
              <a:t>图文/视频/</a:t>
            </a:r>
            <a:r>
              <a:rPr sz="1200" spc="-20" dirty="0">
                <a:latin typeface="宋体"/>
                <a:cs typeface="宋体"/>
              </a:rPr>
              <a:t>文字]</a:t>
            </a:r>
            <a:endParaRPr sz="1200">
              <a:latin typeface="宋体"/>
              <a:cs typeface="宋体"/>
            </a:endParaRPr>
          </a:p>
          <a:p>
            <a:pPr marL="12700" marR="2984500">
              <a:lnSpc>
                <a:spcPts val="1240"/>
              </a:lnSpc>
              <a:spcBef>
                <a:spcPts val="110"/>
              </a:spcBef>
            </a:pPr>
            <a:r>
              <a:rPr sz="1200" spc="-40" dirty="0">
                <a:latin typeface="宋体"/>
                <a:cs typeface="宋体"/>
              </a:rPr>
              <a:t>互动目标：[提升评论/</a:t>
            </a:r>
            <a:r>
              <a:rPr sz="1200" spc="-70" dirty="0">
                <a:latin typeface="宋体"/>
                <a:cs typeface="宋体"/>
              </a:rPr>
              <a:t>转发/</a:t>
            </a:r>
            <a:r>
              <a:rPr sz="1200" spc="-50" dirty="0">
                <a:latin typeface="宋体"/>
                <a:cs typeface="宋体"/>
              </a:rPr>
              <a:t>话题扩散]</a:t>
            </a:r>
            <a:r>
              <a:rPr sz="1200" spc="-10" dirty="0">
                <a:latin typeface="宋体"/>
                <a:cs typeface="宋体"/>
              </a:rPr>
              <a:t>需要设计：</a:t>
            </a:r>
            <a:endParaRPr sz="1200">
              <a:latin typeface="宋体"/>
              <a:cs typeface="宋体"/>
            </a:endParaRPr>
          </a:p>
          <a:p>
            <a:pPr marL="394335" indent="-381635">
              <a:lnSpc>
                <a:spcPts val="1130"/>
              </a:lnSpc>
              <a:buSzPct val="91666"/>
              <a:buAutoNum type="arabicPlain"/>
              <a:tabLst>
                <a:tab pos="394335" algn="l"/>
              </a:tabLst>
            </a:pPr>
            <a:r>
              <a:rPr sz="1200" spc="-10" dirty="0">
                <a:latin typeface="宋体"/>
                <a:cs typeface="宋体"/>
              </a:rPr>
              <a:t>评论引导方案</a:t>
            </a:r>
            <a:endParaRPr sz="1200">
              <a:latin typeface="宋体"/>
              <a:cs typeface="宋体"/>
            </a:endParaRPr>
          </a:p>
          <a:p>
            <a:pPr marL="213360" lvl="1" indent="-88900">
              <a:lnSpc>
                <a:spcPts val="1240"/>
              </a:lnSpc>
              <a:buChar char="-"/>
              <a:tabLst>
                <a:tab pos="213360" algn="l"/>
              </a:tabLst>
            </a:pPr>
            <a:r>
              <a:rPr sz="1200" dirty="0">
                <a:latin typeface="宋体"/>
                <a:cs typeface="宋体"/>
              </a:rPr>
              <a:t>设计3</a:t>
            </a:r>
            <a:r>
              <a:rPr sz="1200" spc="-10" dirty="0">
                <a:latin typeface="宋体"/>
                <a:cs typeface="宋体"/>
              </a:rPr>
              <a:t>个能引发讨论的问题</a:t>
            </a:r>
            <a:endParaRPr sz="1200">
              <a:latin typeface="宋体"/>
              <a:cs typeface="宋体"/>
            </a:endParaRPr>
          </a:p>
          <a:p>
            <a:pPr marL="213360" lvl="1" indent="-88900">
              <a:lnSpc>
                <a:spcPts val="1240"/>
              </a:lnSpc>
              <a:buChar char="-"/>
              <a:tabLst>
                <a:tab pos="213360" algn="l"/>
              </a:tabLst>
            </a:pPr>
            <a:r>
              <a:rPr sz="1200" dirty="0">
                <a:latin typeface="宋体"/>
                <a:cs typeface="宋体"/>
              </a:rPr>
              <a:t>提供2—3</a:t>
            </a:r>
            <a:r>
              <a:rPr sz="1200" spc="-15" dirty="0">
                <a:latin typeface="宋体"/>
                <a:cs typeface="宋体"/>
              </a:rPr>
              <a:t>个争议点</a:t>
            </a:r>
            <a:endParaRPr sz="1200">
              <a:latin typeface="宋体"/>
              <a:cs typeface="宋体"/>
            </a:endParaRPr>
          </a:p>
          <a:p>
            <a:pPr marL="213360" lvl="1" indent="-88900">
              <a:lnSpc>
                <a:spcPts val="1240"/>
              </a:lnSpc>
              <a:buChar char="-"/>
              <a:tabLst>
                <a:tab pos="213360" algn="l"/>
              </a:tabLst>
            </a:pPr>
            <a:r>
              <a:rPr sz="1200" spc="-10" dirty="0">
                <a:latin typeface="宋体"/>
                <a:cs typeface="宋体"/>
              </a:rPr>
              <a:t>设计悬念或期待感</a:t>
            </a:r>
            <a:endParaRPr sz="1200">
              <a:latin typeface="宋体"/>
              <a:cs typeface="宋体"/>
            </a:endParaRPr>
          </a:p>
          <a:p>
            <a:pPr marL="394335" indent="-381635">
              <a:lnSpc>
                <a:spcPts val="1240"/>
              </a:lnSpc>
              <a:buSzPct val="91666"/>
              <a:buAutoNum type="arabicPlain"/>
              <a:tabLst>
                <a:tab pos="394335" algn="l"/>
              </a:tabLst>
            </a:pPr>
            <a:r>
              <a:rPr sz="1200" spc="-10" dirty="0">
                <a:latin typeface="宋体"/>
                <a:cs typeface="宋体"/>
              </a:rPr>
              <a:t>转发传播策略</a:t>
            </a:r>
            <a:endParaRPr sz="1200">
              <a:latin typeface="宋体"/>
              <a:cs typeface="宋体"/>
            </a:endParaRPr>
          </a:p>
          <a:p>
            <a:pPr marL="213360" lvl="1" indent="-88900">
              <a:lnSpc>
                <a:spcPts val="1240"/>
              </a:lnSpc>
              <a:buChar char="-"/>
              <a:tabLst>
                <a:tab pos="213360" algn="l"/>
              </a:tabLst>
            </a:pPr>
            <a:r>
              <a:rPr sz="1200" spc="-5" dirty="0">
                <a:latin typeface="宋体"/>
                <a:cs typeface="宋体"/>
              </a:rPr>
              <a:t>设计让用户主动转发的理由</a:t>
            </a:r>
            <a:endParaRPr sz="1200">
              <a:latin typeface="宋体"/>
              <a:cs typeface="宋体"/>
            </a:endParaRPr>
          </a:p>
          <a:p>
            <a:pPr marL="213360" lvl="1" indent="-88900">
              <a:lnSpc>
                <a:spcPts val="1240"/>
              </a:lnSpc>
              <a:buChar char="-"/>
              <a:tabLst>
                <a:tab pos="213360" algn="l"/>
              </a:tabLst>
            </a:pPr>
            <a:r>
              <a:rPr sz="1200" spc="-5" dirty="0">
                <a:latin typeface="宋体"/>
                <a:cs typeface="宋体"/>
              </a:rPr>
              <a:t>提供病毒式传播的关键点</a:t>
            </a:r>
            <a:endParaRPr sz="1200">
              <a:latin typeface="宋体"/>
              <a:cs typeface="宋体"/>
            </a:endParaRPr>
          </a:p>
          <a:p>
            <a:pPr marL="12700" marR="5080">
              <a:lnSpc>
                <a:spcPts val="1240"/>
              </a:lnSpc>
              <a:spcBef>
                <a:spcPts val="105"/>
              </a:spcBef>
            </a:pPr>
            <a:r>
              <a:rPr sz="1200" spc="-5" dirty="0">
                <a:latin typeface="宋体"/>
                <a:cs typeface="宋体"/>
              </a:rPr>
              <a:t>请确保互动设计自然融入内容，避免生硬的引导语。同时考虑话题的延展性和持</a:t>
            </a:r>
            <a:r>
              <a:rPr sz="1200" spc="-20" dirty="0">
                <a:latin typeface="宋体"/>
                <a:cs typeface="宋体"/>
              </a:rPr>
              <a:t>续性。</a:t>
            </a:r>
            <a:endParaRPr sz="1200">
              <a:latin typeface="宋体"/>
              <a:cs typeface="宋体"/>
            </a:endParaRPr>
          </a:p>
        </p:txBody>
      </p:sp>
      <p:sp>
        <p:nvSpPr>
          <p:cNvPr id="18" name="object 18"/>
          <p:cNvSpPr txBox="1"/>
          <p:nvPr/>
        </p:nvSpPr>
        <p:spPr>
          <a:xfrm>
            <a:off x="367029" y="4210050"/>
            <a:ext cx="3155315" cy="2190750"/>
          </a:xfrm>
          <a:prstGeom prst="rect">
            <a:avLst/>
          </a:prstGeom>
        </p:spPr>
        <p:txBody>
          <a:bodyPr vert="horz" wrap="square" lIns="0" tIns="13335" rIns="0" bIns="0" rtlCol="0">
            <a:spAutoFit/>
          </a:bodyPr>
          <a:lstStyle/>
          <a:p>
            <a:pPr marL="249554">
              <a:lnSpc>
                <a:spcPct val="100000"/>
              </a:lnSpc>
              <a:spcBef>
                <a:spcPts val="105"/>
              </a:spcBef>
            </a:pPr>
            <a:r>
              <a:rPr sz="2000" b="1" spc="-15" dirty="0">
                <a:latin typeface="Microsoft JhengHei"/>
                <a:cs typeface="Microsoft JhengHei"/>
              </a:rPr>
              <a:t>内容节奏</a:t>
            </a:r>
            <a:endParaRPr sz="2000">
              <a:latin typeface="Microsoft JhengHei"/>
              <a:cs typeface="Microsoft JhengHei"/>
            </a:endParaRPr>
          </a:p>
          <a:p>
            <a:pPr marL="298450" marR="5080" indent="-285750">
              <a:lnSpc>
                <a:spcPct val="119800"/>
              </a:lnSpc>
              <a:spcBef>
                <a:spcPts val="845"/>
              </a:spcBef>
              <a:buFont typeface="Arial"/>
              <a:buChar char="•"/>
              <a:tabLst>
                <a:tab pos="297815" algn="l"/>
                <a:tab pos="298450" algn="l"/>
              </a:tabLst>
            </a:pPr>
            <a:r>
              <a:rPr sz="1600" spc="-25" dirty="0">
                <a:latin typeface="宋体"/>
                <a:cs typeface="宋体"/>
              </a:rPr>
              <a:t>评论引导：设计能够激发用户表达的互动话题</a:t>
            </a:r>
            <a:endParaRPr sz="1600">
              <a:latin typeface="宋体"/>
              <a:cs typeface="宋体"/>
            </a:endParaRPr>
          </a:p>
          <a:p>
            <a:pPr marL="298450" marR="5080" indent="-285750">
              <a:lnSpc>
                <a:spcPct val="119800"/>
              </a:lnSpc>
              <a:buFont typeface="Arial"/>
              <a:buChar char="•"/>
              <a:tabLst>
                <a:tab pos="297815" algn="l"/>
                <a:tab pos="298450" algn="l"/>
              </a:tabLst>
            </a:pPr>
            <a:r>
              <a:rPr sz="1600" spc="-25" dirty="0">
                <a:latin typeface="宋体"/>
                <a:cs typeface="宋体"/>
              </a:rPr>
              <a:t>转发激励：通过悬念设置或福利机制提升转发意愿</a:t>
            </a:r>
            <a:endParaRPr sz="1600">
              <a:latin typeface="宋体"/>
              <a:cs typeface="宋体"/>
            </a:endParaRPr>
          </a:p>
          <a:p>
            <a:pPr marL="298450" marR="5080" indent="-285750">
              <a:lnSpc>
                <a:spcPct val="119800"/>
              </a:lnSpc>
              <a:buFont typeface="Arial"/>
              <a:buChar char="•"/>
              <a:tabLst>
                <a:tab pos="297815" algn="l"/>
                <a:tab pos="298450" algn="l"/>
              </a:tabLst>
            </a:pPr>
            <a:r>
              <a:rPr sz="1600" spc="-25" dirty="0">
                <a:latin typeface="宋体"/>
                <a:cs typeface="宋体"/>
              </a:rPr>
              <a:t>私信响应：规范化的私信回复策</a:t>
            </a:r>
            <a:r>
              <a:rPr sz="1600" spc="-50" dirty="0">
                <a:latin typeface="宋体"/>
                <a:cs typeface="宋体"/>
              </a:rPr>
              <a:t>略</a:t>
            </a:r>
            <a:endParaRPr sz="1600">
              <a:latin typeface="宋体"/>
              <a:cs typeface="宋体"/>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8733790" cy="634365"/>
          </a:xfrm>
          <a:prstGeom prst="rect">
            <a:avLst/>
          </a:prstGeom>
        </p:spPr>
        <p:txBody>
          <a:bodyPr vert="horz" wrap="square" lIns="0" tIns="12065" rIns="0" bIns="0" rtlCol="0">
            <a:spAutoFit/>
          </a:bodyPr>
          <a:lstStyle/>
          <a:p>
            <a:pPr marL="12700">
              <a:lnSpc>
                <a:spcPct val="100000"/>
              </a:lnSpc>
              <a:spcBef>
                <a:spcPts val="95"/>
              </a:spcBef>
            </a:pPr>
            <a:r>
              <a:rPr sz="4000" spc="270" dirty="0"/>
              <a:t>布局小红书：种草社区的提示语设</a:t>
            </a:r>
            <a:r>
              <a:rPr sz="4000" spc="-50" dirty="0"/>
              <a:t>计</a:t>
            </a:r>
            <a:endParaRPr sz="4000"/>
          </a:p>
        </p:txBody>
      </p:sp>
      <p:sp>
        <p:nvSpPr>
          <p:cNvPr id="3" name="object 3"/>
          <p:cNvSpPr txBox="1"/>
          <p:nvPr/>
        </p:nvSpPr>
        <p:spPr>
          <a:xfrm>
            <a:off x="775334" y="1268094"/>
            <a:ext cx="8971915" cy="331470"/>
          </a:xfrm>
          <a:prstGeom prst="rect">
            <a:avLst/>
          </a:prstGeom>
        </p:spPr>
        <p:txBody>
          <a:bodyPr vert="horz" wrap="square" lIns="0" tIns="13335" rIns="0" bIns="0" rtlCol="0">
            <a:spAutoFit/>
          </a:bodyPr>
          <a:lstStyle/>
          <a:p>
            <a:pPr marL="12700">
              <a:lnSpc>
                <a:spcPct val="100000"/>
              </a:lnSpc>
              <a:spcBef>
                <a:spcPts val="105"/>
              </a:spcBef>
              <a:tabLst>
                <a:tab pos="5902960" algn="l"/>
              </a:tabLst>
            </a:pPr>
            <a:r>
              <a:rPr sz="2000" b="1" dirty="0">
                <a:latin typeface="Microsoft JhengHei"/>
                <a:cs typeface="Microsoft JhengHei"/>
              </a:rPr>
              <a:t>平台特性与分发机</a:t>
            </a:r>
            <a:r>
              <a:rPr sz="2000" b="1" spc="-50" dirty="0">
                <a:latin typeface="Microsoft JhengHei"/>
                <a:cs typeface="Microsoft JhengHei"/>
              </a:rPr>
              <a:t>制</a:t>
            </a:r>
            <a:r>
              <a:rPr sz="2000" b="1" dirty="0">
                <a:latin typeface="Microsoft JhengHei"/>
                <a:cs typeface="Microsoft JhengHei"/>
              </a:rPr>
              <a:t>	小红书内容创作的核心原</a:t>
            </a:r>
            <a:r>
              <a:rPr sz="2000" b="1" spc="-50" dirty="0">
                <a:latin typeface="Microsoft JhengHei"/>
                <a:cs typeface="Microsoft JhengHei"/>
              </a:rPr>
              <a:t>则</a:t>
            </a:r>
            <a:endParaRPr sz="2000">
              <a:latin typeface="Microsoft JhengHei"/>
              <a:cs typeface="Microsoft JhengHei"/>
            </a:endParaRPr>
          </a:p>
        </p:txBody>
      </p:sp>
      <p:sp>
        <p:nvSpPr>
          <p:cNvPr id="4" name="object 4"/>
          <p:cNvSpPr/>
          <p:nvPr/>
        </p:nvSpPr>
        <p:spPr>
          <a:xfrm>
            <a:off x="547687" y="1722437"/>
            <a:ext cx="5409565" cy="2491740"/>
          </a:xfrm>
          <a:custGeom>
            <a:avLst/>
            <a:gdLst/>
            <a:ahLst/>
            <a:cxnLst/>
            <a:rect l="l" t="t" r="r" b="b"/>
            <a:pathLst>
              <a:path w="5409565" h="2491740">
                <a:moveTo>
                  <a:pt x="5409565" y="2491740"/>
                </a:moveTo>
                <a:lnTo>
                  <a:pt x="0" y="2491740"/>
                </a:lnTo>
                <a:lnTo>
                  <a:pt x="0" y="0"/>
                </a:lnTo>
                <a:lnTo>
                  <a:pt x="5409565" y="0"/>
                </a:lnTo>
                <a:lnTo>
                  <a:pt x="5409565" y="14287"/>
                </a:lnTo>
                <a:lnTo>
                  <a:pt x="28575" y="14287"/>
                </a:lnTo>
                <a:lnTo>
                  <a:pt x="14287" y="28574"/>
                </a:lnTo>
                <a:lnTo>
                  <a:pt x="28575" y="28574"/>
                </a:lnTo>
                <a:lnTo>
                  <a:pt x="28575" y="2463165"/>
                </a:lnTo>
                <a:lnTo>
                  <a:pt x="14287" y="2463165"/>
                </a:lnTo>
                <a:lnTo>
                  <a:pt x="28575" y="2477452"/>
                </a:lnTo>
                <a:lnTo>
                  <a:pt x="5409565" y="2477452"/>
                </a:lnTo>
                <a:lnTo>
                  <a:pt x="5409565" y="2491740"/>
                </a:lnTo>
                <a:close/>
              </a:path>
              <a:path w="5409565" h="2491740">
                <a:moveTo>
                  <a:pt x="28575" y="28574"/>
                </a:moveTo>
                <a:lnTo>
                  <a:pt x="14287" y="28574"/>
                </a:lnTo>
                <a:lnTo>
                  <a:pt x="28575" y="14287"/>
                </a:lnTo>
                <a:lnTo>
                  <a:pt x="28575" y="28574"/>
                </a:lnTo>
                <a:close/>
              </a:path>
              <a:path w="5409565" h="2491740">
                <a:moveTo>
                  <a:pt x="5380990" y="28574"/>
                </a:moveTo>
                <a:lnTo>
                  <a:pt x="28575" y="28574"/>
                </a:lnTo>
                <a:lnTo>
                  <a:pt x="28575" y="14287"/>
                </a:lnTo>
                <a:lnTo>
                  <a:pt x="5380990" y="14287"/>
                </a:lnTo>
                <a:lnTo>
                  <a:pt x="5380990" y="28574"/>
                </a:lnTo>
                <a:close/>
              </a:path>
              <a:path w="5409565" h="2491740">
                <a:moveTo>
                  <a:pt x="5380990" y="2477452"/>
                </a:moveTo>
                <a:lnTo>
                  <a:pt x="5380990" y="14287"/>
                </a:lnTo>
                <a:lnTo>
                  <a:pt x="5395277" y="28574"/>
                </a:lnTo>
                <a:lnTo>
                  <a:pt x="5409565" y="28574"/>
                </a:lnTo>
                <a:lnTo>
                  <a:pt x="5409565" y="2463165"/>
                </a:lnTo>
                <a:lnTo>
                  <a:pt x="5395277" y="2463165"/>
                </a:lnTo>
                <a:lnTo>
                  <a:pt x="5380990" y="2477452"/>
                </a:lnTo>
                <a:close/>
              </a:path>
              <a:path w="5409565" h="2491740">
                <a:moveTo>
                  <a:pt x="5409565" y="28574"/>
                </a:moveTo>
                <a:lnTo>
                  <a:pt x="5395277" y="28574"/>
                </a:lnTo>
                <a:lnTo>
                  <a:pt x="5380990" y="14287"/>
                </a:lnTo>
                <a:lnTo>
                  <a:pt x="5409565" y="14287"/>
                </a:lnTo>
                <a:lnTo>
                  <a:pt x="5409565" y="28574"/>
                </a:lnTo>
                <a:close/>
              </a:path>
              <a:path w="5409565" h="2491740">
                <a:moveTo>
                  <a:pt x="28575" y="2477452"/>
                </a:moveTo>
                <a:lnTo>
                  <a:pt x="14287" y="2463165"/>
                </a:lnTo>
                <a:lnTo>
                  <a:pt x="28575" y="2463165"/>
                </a:lnTo>
                <a:lnTo>
                  <a:pt x="28575" y="2477452"/>
                </a:lnTo>
                <a:close/>
              </a:path>
              <a:path w="5409565" h="2491740">
                <a:moveTo>
                  <a:pt x="5380990" y="2477452"/>
                </a:moveTo>
                <a:lnTo>
                  <a:pt x="28575" y="2477452"/>
                </a:lnTo>
                <a:lnTo>
                  <a:pt x="28575" y="2463165"/>
                </a:lnTo>
                <a:lnTo>
                  <a:pt x="5380990" y="2463165"/>
                </a:lnTo>
                <a:lnTo>
                  <a:pt x="5380990" y="2477452"/>
                </a:lnTo>
                <a:close/>
              </a:path>
              <a:path w="5409565" h="2491740">
                <a:moveTo>
                  <a:pt x="5409565" y="2477452"/>
                </a:moveTo>
                <a:lnTo>
                  <a:pt x="5380990" y="2477452"/>
                </a:lnTo>
                <a:lnTo>
                  <a:pt x="5395277" y="2463165"/>
                </a:lnTo>
                <a:lnTo>
                  <a:pt x="5409565" y="2463165"/>
                </a:lnTo>
                <a:lnTo>
                  <a:pt x="5409565" y="2477452"/>
                </a:lnTo>
                <a:close/>
              </a:path>
            </a:pathLst>
          </a:custGeom>
          <a:solidFill>
            <a:srgbClr val="2590EB"/>
          </a:solidFill>
        </p:spPr>
        <p:txBody>
          <a:bodyPr wrap="square" lIns="0" tIns="0" rIns="0" bIns="0" rtlCol="0"/>
          <a:lstStyle/>
          <a:p>
            <a:endParaRPr/>
          </a:p>
        </p:txBody>
      </p:sp>
      <p:sp>
        <p:nvSpPr>
          <p:cNvPr id="5" name="object 5"/>
          <p:cNvSpPr txBox="1"/>
          <p:nvPr/>
        </p:nvSpPr>
        <p:spPr>
          <a:xfrm>
            <a:off x="640715" y="1902333"/>
            <a:ext cx="5307965" cy="2070100"/>
          </a:xfrm>
          <a:prstGeom prst="rect">
            <a:avLst/>
          </a:prstGeom>
        </p:spPr>
        <p:txBody>
          <a:bodyPr vert="horz" wrap="square" lIns="0" tIns="12700" rIns="0" bIns="0" rtlCol="0">
            <a:spAutoFit/>
          </a:bodyPr>
          <a:lstStyle/>
          <a:p>
            <a:pPr marL="12700" marR="201295">
              <a:lnSpc>
                <a:spcPct val="119800"/>
              </a:lnSpc>
              <a:spcBef>
                <a:spcPts val="100"/>
              </a:spcBef>
            </a:pPr>
            <a:r>
              <a:rPr sz="1600" spc="-20" dirty="0">
                <a:latin typeface="宋体"/>
                <a:cs typeface="宋体"/>
              </a:rPr>
              <a:t>小红书具有三大核心特征：</a:t>
            </a:r>
            <a:r>
              <a:rPr sz="1600" b="1" spc="-10" dirty="0">
                <a:latin typeface="Microsoft JhengHei"/>
                <a:cs typeface="Microsoft JhengHei"/>
              </a:rPr>
              <a:t>种草生态、社区氛围和垂直</a:t>
            </a:r>
            <a:r>
              <a:rPr sz="1600" b="1" spc="-50" dirty="0">
                <a:latin typeface="Microsoft JhengHei"/>
                <a:cs typeface="Microsoft JhengHei"/>
              </a:rPr>
              <a:t>专</a:t>
            </a:r>
            <a:r>
              <a:rPr sz="1600" b="1" spc="-10" dirty="0">
                <a:latin typeface="Microsoft JhengHei"/>
                <a:cs typeface="Microsoft JhengHei"/>
              </a:rPr>
              <a:t>业</a:t>
            </a:r>
            <a:r>
              <a:rPr sz="1600" spc="-50" dirty="0">
                <a:latin typeface="宋体"/>
                <a:cs typeface="宋体"/>
              </a:rPr>
              <a:t>；</a:t>
            </a:r>
            <a:endParaRPr sz="1600">
              <a:latin typeface="宋体"/>
              <a:cs typeface="宋体"/>
            </a:endParaRPr>
          </a:p>
          <a:p>
            <a:pPr marL="12700" marR="204470">
              <a:lnSpc>
                <a:spcPct val="119800"/>
              </a:lnSpc>
            </a:pPr>
            <a:r>
              <a:rPr sz="1600" spc="-20" dirty="0">
                <a:latin typeface="宋体"/>
                <a:cs typeface="宋体"/>
              </a:rPr>
              <a:t>小红书的内容分发主要依赖三个层面：</a:t>
            </a:r>
            <a:r>
              <a:rPr sz="1600" b="1" spc="-10" dirty="0">
                <a:latin typeface="Microsoft JhengHei"/>
                <a:cs typeface="Microsoft JhengHei"/>
              </a:rPr>
              <a:t>关注推荐流、兴</a:t>
            </a:r>
            <a:r>
              <a:rPr sz="1600" b="1" spc="-50" dirty="0">
                <a:latin typeface="Microsoft JhengHei"/>
                <a:cs typeface="Microsoft JhengHei"/>
              </a:rPr>
              <a:t>趣</a:t>
            </a:r>
            <a:r>
              <a:rPr sz="1600" b="1" spc="-10" dirty="0">
                <a:latin typeface="Microsoft JhengHei"/>
                <a:cs typeface="Microsoft JhengHei"/>
              </a:rPr>
              <a:t>标签、搜索发现</a:t>
            </a:r>
            <a:r>
              <a:rPr sz="1600" spc="-50" dirty="0">
                <a:latin typeface="宋体"/>
                <a:cs typeface="宋体"/>
              </a:rPr>
              <a:t>。</a:t>
            </a:r>
            <a:endParaRPr sz="1600">
              <a:latin typeface="宋体"/>
              <a:cs typeface="宋体"/>
            </a:endParaRPr>
          </a:p>
          <a:p>
            <a:pPr marL="12700" marR="208279">
              <a:lnSpc>
                <a:spcPct val="119800"/>
              </a:lnSpc>
            </a:pPr>
            <a:r>
              <a:rPr sz="1600" spc="-20" dirty="0">
                <a:latin typeface="宋体"/>
                <a:cs typeface="宋体"/>
              </a:rPr>
              <a:t>其中，推荐流的展现形式要求内容必须在首图和标题上</a:t>
            </a:r>
            <a:r>
              <a:rPr sz="1600" spc="-50" dirty="0">
                <a:latin typeface="宋体"/>
                <a:cs typeface="宋体"/>
              </a:rPr>
              <a:t>具</a:t>
            </a:r>
            <a:r>
              <a:rPr sz="1600" spc="-20" dirty="0">
                <a:latin typeface="宋体"/>
                <a:cs typeface="宋体"/>
              </a:rPr>
              <a:t>备足够吸引力</a:t>
            </a:r>
            <a:r>
              <a:rPr sz="1600" spc="-50" dirty="0">
                <a:latin typeface="宋体"/>
                <a:cs typeface="宋体"/>
              </a:rPr>
              <a:t>。</a:t>
            </a:r>
            <a:endParaRPr sz="1600">
              <a:latin typeface="宋体"/>
              <a:cs typeface="宋体"/>
            </a:endParaRPr>
          </a:p>
          <a:p>
            <a:pPr marL="12700">
              <a:lnSpc>
                <a:spcPct val="100000"/>
              </a:lnSpc>
              <a:spcBef>
                <a:spcPts val="380"/>
              </a:spcBef>
            </a:pPr>
            <a:r>
              <a:rPr sz="1600" spc="-20" dirty="0">
                <a:latin typeface="宋体"/>
                <a:cs typeface="宋体"/>
              </a:rPr>
              <a:t>而搜索场景则需要考虑关键词的布局和专业信息的完整性</a:t>
            </a:r>
            <a:r>
              <a:rPr sz="1600" spc="-50" dirty="0">
                <a:latin typeface="宋体"/>
                <a:cs typeface="宋体"/>
              </a:rPr>
              <a:t>。</a:t>
            </a:r>
            <a:endParaRPr sz="1600">
              <a:latin typeface="宋体"/>
              <a:cs typeface="宋体"/>
            </a:endParaRPr>
          </a:p>
        </p:txBody>
      </p:sp>
      <p:grpSp>
        <p:nvGrpSpPr>
          <p:cNvPr id="6" name="object 6"/>
          <p:cNvGrpSpPr/>
          <p:nvPr/>
        </p:nvGrpSpPr>
        <p:grpSpPr>
          <a:xfrm>
            <a:off x="551949" y="4936288"/>
            <a:ext cx="5457190" cy="700405"/>
            <a:chOff x="551949" y="4936288"/>
            <a:chExt cx="5457190" cy="700405"/>
          </a:xfrm>
        </p:grpSpPr>
        <p:pic>
          <p:nvPicPr>
            <p:cNvPr id="7" name="object 7"/>
            <p:cNvPicPr/>
            <p:nvPr/>
          </p:nvPicPr>
          <p:blipFill>
            <a:blip r:embed="rId2" cstate="print"/>
            <a:stretch>
              <a:fillRect/>
            </a:stretch>
          </p:blipFill>
          <p:spPr>
            <a:xfrm>
              <a:off x="551949" y="4936288"/>
              <a:ext cx="2717246" cy="699924"/>
            </a:xfrm>
            <a:prstGeom prst="rect">
              <a:avLst/>
            </a:prstGeom>
          </p:spPr>
        </p:pic>
        <p:pic>
          <p:nvPicPr>
            <p:cNvPr id="8" name="object 8"/>
            <p:cNvPicPr/>
            <p:nvPr/>
          </p:nvPicPr>
          <p:blipFill>
            <a:blip r:embed="rId3" cstate="print"/>
            <a:stretch>
              <a:fillRect/>
            </a:stretch>
          </p:blipFill>
          <p:spPr>
            <a:xfrm>
              <a:off x="3291339" y="4936288"/>
              <a:ext cx="2717246" cy="699924"/>
            </a:xfrm>
            <a:prstGeom prst="rect">
              <a:avLst/>
            </a:prstGeom>
          </p:spPr>
        </p:pic>
      </p:grpSp>
      <p:sp>
        <p:nvSpPr>
          <p:cNvPr id="9" name="object 9"/>
          <p:cNvSpPr txBox="1"/>
          <p:nvPr/>
        </p:nvSpPr>
        <p:spPr>
          <a:xfrm>
            <a:off x="607059" y="4403725"/>
            <a:ext cx="4740910" cy="8909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这些特性也对提示语设计提出了具体要求</a:t>
            </a:r>
            <a:r>
              <a:rPr sz="1600" spc="-50" dirty="0">
                <a:latin typeface="宋体"/>
                <a:cs typeface="宋体"/>
              </a:rPr>
              <a:t>：</a:t>
            </a:r>
            <a:endParaRPr sz="1600">
              <a:latin typeface="宋体"/>
              <a:cs typeface="宋体"/>
            </a:endParaRPr>
          </a:p>
          <a:p>
            <a:pPr>
              <a:lnSpc>
                <a:spcPct val="100000"/>
              </a:lnSpc>
              <a:spcBef>
                <a:spcPts val="40"/>
              </a:spcBef>
            </a:pPr>
            <a:endParaRPr sz="2100">
              <a:latin typeface="宋体"/>
              <a:cs typeface="宋体"/>
            </a:endParaRPr>
          </a:p>
          <a:p>
            <a:pPr marL="154940">
              <a:lnSpc>
                <a:spcPct val="100000"/>
              </a:lnSpc>
              <a:spcBef>
                <a:spcPts val="5"/>
              </a:spcBef>
              <a:tabLst>
                <a:tab pos="3352800" algn="l"/>
              </a:tabLst>
            </a:pPr>
            <a:r>
              <a:rPr sz="1800" b="1" dirty="0">
                <a:latin typeface="Microsoft JhengHei"/>
                <a:cs typeface="Microsoft JhengHei"/>
              </a:rPr>
              <a:t>社区化与用户生成内</a:t>
            </a:r>
            <a:r>
              <a:rPr sz="1800" b="1" spc="-50" dirty="0">
                <a:latin typeface="Microsoft JhengHei"/>
                <a:cs typeface="Microsoft JhengHei"/>
              </a:rPr>
              <a:t>容</a:t>
            </a:r>
            <a:r>
              <a:rPr sz="1800" b="1" dirty="0">
                <a:latin typeface="Microsoft JhengHei"/>
                <a:cs typeface="Microsoft JhengHei"/>
              </a:rPr>
              <a:t>	情感化与共</a:t>
            </a:r>
            <a:r>
              <a:rPr sz="1800" b="1" spc="-50" dirty="0">
                <a:latin typeface="Microsoft JhengHei"/>
                <a:cs typeface="Microsoft JhengHei"/>
              </a:rPr>
              <a:t>鸣</a:t>
            </a:r>
            <a:endParaRPr sz="1800">
              <a:latin typeface="Microsoft JhengHei"/>
              <a:cs typeface="Microsoft JhengHei"/>
            </a:endParaRPr>
          </a:p>
        </p:txBody>
      </p:sp>
      <p:pic>
        <p:nvPicPr>
          <p:cNvPr id="10" name="object 10"/>
          <p:cNvPicPr/>
          <p:nvPr/>
        </p:nvPicPr>
        <p:blipFill>
          <a:blip r:embed="rId4" cstate="print"/>
          <a:stretch>
            <a:fillRect/>
          </a:stretch>
        </p:blipFill>
        <p:spPr>
          <a:xfrm>
            <a:off x="551949" y="5646853"/>
            <a:ext cx="2717246" cy="699924"/>
          </a:xfrm>
          <a:prstGeom prst="rect">
            <a:avLst/>
          </a:prstGeom>
        </p:spPr>
      </p:pic>
      <p:sp>
        <p:nvSpPr>
          <p:cNvPr id="11" name="object 11"/>
          <p:cNvSpPr txBox="1"/>
          <p:nvPr/>
        </p:nvSpPr>
        <p:spPr>
          <a:xfrm>
            <a:off x="1207833" y="5704903"/>
            <a:ext cx="140017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视觉内容导向</a:t>
            </a:r>
            <a:endParaRPr sz="1800">
              <a:latin typeface="Microsoft JhengHei"/>
              <a:cs typeface="Microsoft JhengHei"/>
            </a:endParaRPr>
          </a:p>
        </p:txBody>
      </p:sp>
      <p:pic>
        <p:nvPicPr>
          <p:cNvPr id="12" name="object 12"/>
          <p:cNvPicPr/>
          <p:nvPr/>
        </p:nvPicPr>
        <p:blipFill>
          <a:blip r:embed="rId5" cstate="print"/>
          <a:stretch>
            <a:fillRect/>
          </a:stretch>
        </p:blipFill>
        <p:spPr>
          <a:xfrm>
            <a:off x="3291339" y="5646853"/>
            <a:ext cx="2717246" cy="699924"/>
          </a:xfrm>
          <a:prstGeom prst="rect">
            <a:avLst/>
          </a:prstGeom>
        </p:spPr>
      </p:pic>
      <p:sp>
        <p:nvSpPr>
          <p:cNvPr id="13" name="object 13"/>
          <p:cNvSpPr txBox="1"/>
          <p:nvPr/>
        </p:nvSpPr>
        <p:spPr>
          <a:xfrm>
            <a:off x="3947223" y="5704903"/>
            <a:ext cx="140017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消费决策引导</a:t>
            </a:r>
            <a:endParaRPr sz="1800">
              <a:latin typeface="Microsoft JhengHei"/>
              <a:cs typeface="Microsoft JhengHei"/>
            </a:endParaRPr>
          </a:p>
        </p:txBody>
      </p:sp>
      <p:sp>
        <p:nvSpPr>
          <p:cNvPr id="14" name="object 14"/>
          <p:cNvSpPr/>
          <p:nvPr/>
        </p:nvSpPr>
        <p:spPr>
          <a:xfrm>
            <a:off x="7091464" y="2276106"/>
            <a:ext cx="3847465" cy="521970"/>
          </a:xfrm>
          <a:custGeom>
            <a:avLst/>
            <a:gdLst/>
            <a:ahLst/>
            <a:cxnLst/>
            <a:rect l="l" t="t" r="r" b="b"/>
            <a:pathLst>
              <a:path w="3847465" h="521969">
                <a:moveTo>
                  <a:pt x="3768216" y="521969"/>
                </a:moveTo>
                <a:lnTo>
                  <a:pt x="79184" y="521969"/>
                </a:lnTo>
                <a:lnTo>
                  <a:pt x="70053" y="519430"/>
                </a:lnTo>
                <a:lnTo>
                  <a:pt x="61252" y="516889"/>
                </a:lnTo>
                <a:lnTo>
                  <a:pt x="57010" y="515619"/>
                </a:lnTo>
                <a:lnTo>
                  <a:pt x="52857" y="513080"/>
                </a:lnTo>
                <a:lnTo>
                  <a:pt x="48831" y="510539"/>
                </a:lnTo>
                <a:lnTo>
                  <a:pt x="44907" y="509269"/>
                </a:lnTo>
                <a:lnTo>
                  <a:pt x="41109" y="506730"/>
                </a:lnTo>
                <a:lnTo>
                  <a:pt x="37452" y="504189"/>
                </a:lnTo>
                <a:lnTo>
                  <a:pt x="33921" y="501650"/>
                </a:lnTo>
                <a:lnTo>
                  <a:pt x="30518" y="497839"/>
                </a:lnTo>
                <a:lnTo>
                  <a:pt x="27279" y="495300"/>
                </a:lnTo>
                <a:lnTo>
                  <a:pt x="24180" y="491489"/>
                </a:lnTo>
                <a:lnTo>
                  <a:pt x="21247" y="488950"/>
                </a:lnTo>
                <a:lnTo>
                  <a:pt x="18465" y="485139"/>
                </a:lnTo>
                <a:lnTo>
                  <a:pt x="7238" y="464819"/>
                </a:lnTo>
                <a:lnTo>
                  <a:pt x="5562" y="461010"/>
                </a:lnTo>
                <a:lnTo>
                  <a:pt x="4089" y="457200"/>
                </a:lnTo>
                <a:lnTo>
                  <a:pt x="2832" y="452119"/>
                </a:lnTo>
                <a:lnTo>
                  <a:pt x="1777" y="448310"/>
                </a:lnTo>
                <a:lnTo>
                  <a:pt x="952" y="443230"/>
                </a:lnTo>
                <a:lnTo>
                  <a:pt x="368" y="438150"/>
                </a:lnTo>
                <a:lnTo>
                  <a:pt x="0" y="434339"/>
                </a:lnTo>
                <a:lnTo>
                  <a:pt x="0" y="87630"/>
                </a:lnTo>
                <a:lnTo>
                  <a:pt x="368" y="83819"/>
                </a:lnTo>
                <a:lnTo>
                  <a:pt x="952" y="78739"/>
                </a:lnTo>
                <a:lnTo>
                  <a:pt x="1777" y="73660"/>
                </a:lnTo>
                <a:lnTo>
                  <a:pt x="2832" y="69850"/>
                </a:lnTo>
                <a:lnTo>
                  <a:pt x="4089" y="64769"/>
                </a:lnTo>
                <a:lnTo>
                  <a:pt x="5562" y="60960"/>
                </a:lnTo>
                <a:lnTo>
                  <a:pt x="7238" y="55880"/>
                </a:lnTo>
                <a:lnTo>
                  <a:pt x="9105" y="52069"/>
                </a:lnTo>
                <a:lnTo>
                  <a:pt x="24180" y="30480"/>
                </a:lnTo>
                <a:lnTo>
                  <a:pt x="27279" y="26669"/>
                </a:lnTo>
                <a:lnTo>
                  <a:pt x="30518" y="24130"/>
                </a:lnTo>
                <a:lnTo>
                  <a:pt x="33921" y="20319"/>
                </a:lnTo>
                <a:lnTo>
                  <a:pt x="37452" y="17780"/>
                </a:lnTo>
                <a:lnTo>
                  <a:pt x="41109" y="15239"/>
                </a:lnTo>
                <a:lnTo>
                  <a:pt x="44907" y="12700"/>
                </a:lnTo>
                <a:lnTo>
                  <a:pt x="48831" y="10160"/>
                </a:lnTo>
                <a:lnTo>
                  <a:pt x="52857" y="8889"/>
                </a:lnTo>
                <a:lnTo>
                  <a:pt x="57010" y="6350"/>
                </a:lnTo>
                <a:lnTo>
                  <a:pt x="61252" y="5080"/>
                </a:lnTo>
                <a:lnTo>
                  <a:pt x="70053" y="2539"/>
                </a:lnTo>
                <a:lnTo>
                  <a:pt x="79184" y="0"/>
                </a:lnTo>
                <a:lnTo>
                  <a:pt x="3768216" y="0"/>
                </a:lnTo>
                <a:lnTo>
                  <a:pt x="3777360" y="2539"/>
                </a:lnTo>
                <a:lnTo>
                  <a:pt x="3786149" y="5080"/>
                </a:lnTo>
                <a:lnTo>
                  <a:pt x="3790391" y="6350"/>
                </a:lnTo>
                <a:lnTo>
                  <a:pt x="3794544" y="8889"/>
                </a:lnTo>
                <a:lnTo>
                  <a:pt x="3798582" y="10160"/>
                </a:lnTo>
                <a:lnTo>
                  <a:pt x="3802494" y="12700"/>
                </a:lnTo>
                <a:lnTo>
                  <a:pt x="3806291" y="15239"/>
                </a:lnTo>
                <a:lnTo>
                  <a:pt x="3809961" y="17780"/>
                </a:lnTo>
                <a:lnTo>
                  <a:pt x="3811727" y="19050"/>
                </a:lnTo>
                <a:lnTo>
                  <a:pt x="82296" y="19050"/>
                </a:lnTo>
                <a:lnTo>
                  <a:pt x="78155" y="20319"/>
                </a:lnTo>
                <a:lnTo>
                  <a:pt x="75018" y="20319"/>
                </a:lnTo>
                <a:lnTo>
                  <a:pt x="71043" y="21589"/>
                </a:lnTo>
                <a:lnTo>
                  <a:pt x="71488" y="21589"/>
                </a:lnTo>
                <a:lnTo>
                  <a:pt x="67589" y="22860"/>
                </a:lnTo>
                <a:lnTo>
                  <a:pt x="68021" y="22860"/>
                </a:lnTo>
                <a:lnTo>
                  <a:pt x="64211" y="24130"/>
                </a:lnTo>
                <a:lnTo>
                  <a:pt x="64642" y="24130"/>
                </a:lnTo>
                <a:lnTo>
                  <a:pt x="60921" y="25400"/>
                </a:lnTo>
                <a:lnTo>
                  <a:pt x="61340" y="25400"/>
                </a:lnTo>
                <a:lnTo>
                  <a:pt x="59531" y="26669"/>
                </a:lnTo>
                <a:lnTo>
                  <a:pt x="58115" y="26669"/>
                </a:lnTo>
                <a:lnTo>
                  <a:pt x="54597" y="29210"/>
                </a:lnTo>
                <a:lnTo>
                  <a:pt x="54990" y="29210"/>
                </a:lnTo>
                <a:lnTo>
                  <a:pt x="53289" y="30480"/>
                </a:lnTo>
                <a:lnTo>
                  <a:pt x="51968" y="30480"/>
                </a:lnTo>
                <a:lnTo>
                  <a:pt x="48679" y="33019"/>
                </a:lnTo>
                <a:lnTo>
                  <a:pt x="49034" y="33019"/>
                </a:lnTo>
                <a:lnTo>
                  <a:pt x="45859" y="35560"/>
                </a:lnTo>
                <a:lnTo>
                  <a:pt x="46215" y="35560"/>
                </a:lnTo>
                <a:lnTo>
                  <a:pt x="43167" y="38100"/>
                </a:lnTo>
                <a:lnTo>
                  <a:pt x="43510" y="38100"/>
                </a:lnTo>
                <a:lnTo>
                  <a:pt x="40589" y="40639"/>
                </a:lnTo>
                <a:lnTo>
                  <a:pt x="40906" y="40639"/>
                </a:lnTo>
                <a:lnTo>
                  <a:pt x="38125" y="43180"/>
                </a:lnTo>
                <a:lnTo>
                  <a:pt x="38430" y="43180"/>
                </a:lnTo>
                <a:lnTo>
                  <a:pt x="35788" y="45719"/>
                </a:lnTo>
                <a:lnTo>
                  <a:pt x="36080" y="45719"/>
                </a:lnTo>
                <a:lnTo>
                  <a:pt x="33591" y="48260"/>
                </a:lnTo>
                <a:lnTo>
                  <a:pt x="33858" y="48260"/>
                </a:lnTo>
                <a:lnTo>
                  <a:pt x="32300" y="50800"/>
                </a:lnTo>
                <a:lnTo>
                  <a:pt x="31775" y="50800"/>
                </a:lnTo>
                <a:lnTo>
                  <a:pt x="29590" y="54610"/>
                </a:lnTo>
                <a:lnTo>
                  <a:pt x="29832" y="54610"/>
                </a:lnTo>
                <a:lnTo>
                  <a:pt x="27800" y="57150"/>
                </a:lnTo>
                <a:lnTo>
                  <a:pt x="28028" y="57150"/>
                </a:lnTo>
                <a:lnTo>
                  <a:pt x="26174" y="60960"/>
                </a:lnTo>
                <a:lnTo>
                  <a:pt x="26377" y="60960"/>
                </a:lnTo>
                <a:lnTo>
                  <a:pt x="24688" y="63500"/>
                </a:lnTo>
                <a:lnTo>
                  <a:pt x="24866" y="63500"/>
                </a:lnTo>
                <a:lnTo>
                  <a:pt x="23367" y="67310"/>
                </a:lnTo>
                <a:lnTo>
                  <a:pt x="23533" y="67310"/>
                </a:lnTo>
                <a:lnTo>
                  <a:pt x="22212" y="71119"/>
                </a:lnTo>
                <a:lnTo>
                  <a:pt x="22351" y="71119"/>
                </a:lnTo>
                <a:lnTo>
                  <a:pt x="21598" y="73660"/>
                </a:lnTo>
                <a:lnTo>
                  <a:pt x="21335" y="73660"/>
                </a:lnTo>
                <a:lnTo>
                  <a:pt x="20396" y="77469"/>
                </a:lnTo>
                <a:lnTo>
                  <a:pt x="19748" y="81280"/>
                </a:lnTo>
                <a:lnTo>
                  <a:pt x="19291" y="85089"/>
                </a:lnTo>
                <a:lnTo>
                  <a:pt x="19121" y="87630"/>
                </a:lnTo>
                <a:lnTo>
                  <a:pt x="19037" y="88900"/>
                </a:lnTo>
                <a:lnTo>
                  <a:pt x="19011" y="433069"/>
                </a:lnTo>
                <a:lnTo>
                  <a:pt x="19342" y="436880"/>
                </a:lnTo>
                <a:lnTo>
                  <a:pt x="19824" y="440689"/>
                </a:lnTo>
                <a:lnTo>
                  <a:pt x="20497" y="444500"/>
                </a:lnTo>
                <a:lnTo>
                  <a:pt x="20631" y="444500"/>
                </a:lnTo>
                <a:lnTo>
                  <a:pt x="21335" y="448310"/>
                </a:lnTo>
                <a:lnTo>
                  <a:pt x="21598" y="448310"/>
                </a:lnTo>
                <a:lnTo>
                  <a:pt x="22351" y="450850"/>
                </a:lnTo>
                <a:lnTo>
                  <a:pt x="22212" y="450850"/>
                </a:lnTo>
                <a:lnTo>
                  <a:pt x="23533" y="454660"/>
                </a:lnTo>
                <a:lnTo>
                  <a:pt x="23367" y="454660"/>
                </a:lnTo>
                <a:lnTo>
                  <a:pt x="24866" y="458469"/>
                </a:lnTo>
                <a:lnTo>
                  <a:pt x="25251" y="458469"/>
                </a:lnTo>
                <a:lnTo>
                  <a:pt x="26377" y="461010"/>
                </a:lnTo>
                <a:lnTo>
                  <a:pt x="26174" y="461010"/>
                </a:lnTo>
                <a:lnTo>
                  <a:pt x="28028" y="464819"/>
                </a:lnTo>
                <a:lnTo>
                  <a:pt x="27800" y="464819"/>
                </a:lnTo>
                <a:lnTo>
                  <a:pt x="29832" y="467360"/>
                </a:lnTo>
                <a:lnTo>
                  <a:pt x="29590" y="467360"/>
                </a:lnTo>
                <a:lnTo>
                  <a:pt x="31775" y="471169"/>
                </a:lnTo>
                <a:lnTo>
                  <a:pt x="32300" y="471169"/>
                </a:lnTo>
                <a:lnTo>
                  <a:pt x="33858" y="473710"/>
                </a:lnTo>
                <a:lnTo>
                  <a:pt x="33591" y="473710"/>
                </a:lnTo>
                <a:lnTo>
                  <a:pt x="36080" y="476250"/>
                </a:lnTo>
                <a:lnTo>
                  <a:pt x="35788" y="476250"/>
                </a:lnTo>
                <a:lnTo>
                  <a:pt x="38430" y="478789"/>
                </a:lnTo>
                <a:lnTo>
                  <a:pt x="38125" y="478789"/>
                </a:lnTo>
                <a:lnTo>
                  <a:pt x="40906" y="481330"/>
                </a:lnTo>
                <a:lnTo>
                  <a:pt x="40589" y="481330"/>
                </a:lnTo>
                <a:lnTo>
                  <a:pt x="43510" y="483869"/>
                </a:lnTo>
                <a:lnTo>
                  <a:pt x="43167" y="483869"/>
                </a:lnTo>
                <a:lnTo>
                  <a:pt x="46215" y="486410"/>
                </a:lnTo>
                <a:lnTo>
                  <a:pt x="45859" y="486410"/>
                </a:lnTo>
                <a:lnTo>
                  <a:pt x="49034" y="488950"/>
                </a:lnTo>
                <a:lnTo>
                  <a:pt x="48679" y="488950"/>
                </a:lnTo>
                <a:lnTo>
                  <a:pt x="51968" y="490219"/>
                </a:lnTo>
                <a:lnTo>
                  <a:pt x="51587" y="490219"/>
                </a:lnTo>
                <a:lnTo>
                  <a:pt x="54990" y="492760"/>
                </a:lnTo>
                <a:lnTo>
                  <a:pt x="54597" y="492760"/>
                </a:lnTo>
                <a:lnTo>
                  <a:pt x="58115" y="494030"/>
                </a:lnTo>
                <a:lnTo>
                  <a:pt x="57721" y="494030"/>
                </a:lnTo>
                <a:lnTo>
                  <a:pt x="61340" y="496569"/>
                </a:lnTo>
                <a:lnTo>
                  <a:pt x="60921" y="496569"/>
                </a:lnTo>
                <a:lnTo>
                  <a:pt x="64642" y="497839"/>
                </a:lnTo>
                <a:lnTo>
                  <a:pt x="64211" y="497839"/>
                </a:lnTo>
                <a:lnTo>
                  <a:pt x="68021" y="499110"/>
                </a:lnTo>
                <a:lnTo>
                  <a:pt x="67589" y="499110"/>
                </a:lnTo>
                <a:lnTo>
                  <a:pt x="71488" y="500380"/>
                </a:lnTo>
                <a:lnTo>
                  <a:pt x="71043" y="500380"/>
                </a:lnTo>
                <a:lnTo>
                  <a:pt x="75018" y="501650"/>
                </a:lnTo>
                <a:lnTo>
                  <a:pt x="78155" y="501650"/>
                </a:lnTo>
                <a:lnTo>
                  <a:pt x="82296" y="502919"/>
                </a:lnTo>
                <a:lnTo>
                  <a:pt x="3811727" y="502919"/>
                </a:lnTo>
                <a:lnTo>
                  <a:pt x="3809961" y="504189"/>
                </a:lnTo>
                <a:lnTo>
                  <a:pt x="3806291" y="506730"/>
                </a:lnTo>
                <a:lnTo>
                  <a:pt x="3802494" y="509269"/>
                </a:lnTo>
                <a:lnTo>
                  <a:pt x="3798582" y="510539"/>
                </a:lnTo>
                <a:lnTo>
                  <a:pt x="3794544" y="513080"/>
                </a:lnTo>
                <a:lnTo>
                  <a:pt x="3790391" y="515619"/>
                </a:lnTo>
                <a:lnTo>
                  <a:pt x="3786149" y="516889"/>
                </a:lnTo>
                <a:lnTo>
                  <a:pt x="3777360" y="519430"/>
                </a:lnTo>
                <a:lnTo>
                  <a:pt x="3768216" y="521969"/>
                </a:lnTo>
                <a:close/>
              </a:path>
              <a:path w="3847465" h="521969">
                <a:moveTo>
                  <a:pt x="3789692" y="27939"/>
                </a:moveTo>
                <a:lnTo>
                  <a:pt x="3786060" y="25400"/>
                </a:lnTo>
                <a:lnTo>
                  <a:pt x="3786479" y="25400"/>
                </a:lnTo>
                <a:lnTo>
                  <a:pt x="3782758" y="24130"/>
                </a:lnTo>
                <a:lnTo>
                  <a:pt x="3783190" y="24130"/>
                </a:lnTo>
                <a:lnTo>
                  <a:pt x="3779380" y="22860"/>
                </a:lnTo>
                <a:lnTo>
                  <a:pt x="3779824" y="22860"/>
                </a:lnTo>
                <a:lnTo>
                  <a:pt x="3775913" y="21589"/>
                </a:lnTo>
                <a:lnTo>
                  <a:pt x="3776370" y="21589"/>
                </a:lnTo>
                <a:lnTo>
                  <a:pt x="3772382" y="20319"/>
                </a:lnTo>
                <a:lnTo>
                  <a:pt x="3769245" y="20319"/>
                </a:lnTo>
                <a:lnTo>
                  <a:pt x="3765105" y="19050"/>
                </a:lnTo>
                <a:lnTo>
                  <a:pt x="3811727" y="19050"/>
                </a:lnTo>
                <a:lnTo>
                  <a:pt x="3813492" y="20319"/>
                </a:lnTo>
                <a:lnTo>
                  <a:pt x="3816883" y="24130"/>
                </a:lnTo>
                <a:lnTo>
                  <a:pt x="3820121" y="26669"/>
                </a:lnTo>
                <a:lnTo>
                  <a:pt x="3789286" y="26669"/>
                </a:lnTo>
                <a:lnTo>
                  <a:pt x="3789692" y="27939"/>
                </a:lnTo>
                <a:close/>
              </a:path>
              <a:path w="3847465" h="521969">
                <a:moveTo>
                  <a:pt x="57721" y="27939"/>
                </a:moveTo>
                <a:lnTo>
                  <a:pt x="58115" y="26669"/>
                </a:lnTo>
                <a:lnTo>
                  <a:pt x="59531" y="26669"/>
                </a:lnTo>
                <a:lnTo>
                  <a:pt x="57721" y="27939"/>
                </a:lnTo>
                <a:close/>
              </a:path>
              <a:path w="3847465" h="521969">
                <a:moveTo>
                  <a:pt x="3795814" y="31750"/>
                </a:moveTo>
                <a:lnTo>
                  <a:pt x="3792410" y="29210"/>
                </a:lnTo>
                <a:lnTo>
                  <a:pt x="3792804" y="29210"/>
                </a:lnTo>
                <a:lnTo>
                  <a:pt x="3789286" y="26669"/>
                </a:lnTo>
                <a:lnTo>
                  <a:pt x="3820121" y="26669"/>
                </a:lnTo>
                <a:lnTo>
                  <a:pt x="3823220" y="30480"/>
                </a:lnTo>
                <a:lnTo>
                  <a:pt x="3795433" y="30480"/>
                </a:lnTo>
                <a:lnTo>
                  <a:pt x="3795814" y="31750"/>
                </a:lnTo>
                <a:close/>
              </a:path>
              <a:path w="3847465" h="521969">
                <a:moveTo>
                  <a:pt x="51587" y="31750"/>
                </a:moveTo>
                <a:lnTo>
                  <a:pt x="51968" y="30480"/>
                </a:lnTo>
                <a:lnTo>
                  <a:pt x="53289" y="30480"/>
                </a:lnTo>
                <a:lnTo>
                  <a:pt x="51587" y="31750"/>
                </a:lnTo>
                <a:close/>
              </a:path>
              <a:path w="3847465" h="521969">
                <a:moveTo>
                  <a:pt x="3815880" y="52069"/>
                </a:moveTo>
                <a:lnTo>
                  <a:pt x="3813543" y="48260"/>
                </a:lnTo>
                <a:lnTo>
                  <a:pt x="3813809" y="48260"/>
                </a:lnTo>
                <a:lnTo>
                  <a:pt x="3811320" y="45719"/>
                </a:lnTo>
                <a:lnTo>
                  <a:pt x="3811612" y="45719"/>
                </a:lnTo>
                <a:lnTo>
                  <a:pt x="3808971" y="43180"/>
                </a:lnTo>
                <a:lnTo>
                  <a:pt x="3809276" y="43180"/>
                </a:lnTo>
                <a:lnTo>
                  <a:pt x="3806494" y="40639"/>
                </a:lnTo>
                <a:lnTo>
                  <a:pt x="3806812" y="40639"/>
                </a:lnTo>
                <a:lnTo>
                  <a:pt x="3803904" y="38100"/>
                </a:lnTo>
                <a:lnTo>
                  <a:pt x="3804234" y="38100"/>
                </a:lnTo>
                <a:lnTo>
                  <a:pt x="3801186" y="35560"/>
                </a:lnTo>
                <a:lnTo>
                  <a:pt x="3801541" y="35560"/>
                </a:lnTo>
                <a:lnTo>
                  <a:pt x="3798366" y="33019"/>
                </a:lnTo>
                <a:lnTo>
                  <a:pt x="3798735" y="33019"/>
                </a:lnTo>
                <a:lnTo>
                  <a:pt x="3795433" y="30480"/>
                </a:lnTo>
                <a:lnTo>
                  <a:pt x="3823220" y="30480"/>
                </a:lnTo>
                <a:lnTo>
                  <a:pt x="3826154" y="33019"/>
                </a:lnTo>
                <a:lnTo>
                  <a:pt x="3837605" y="50800"/>
                </a:lnTo>
                <a:lnTo>
                  <a:pt x="3815626" y="50800"/>
                </a:lnTo>
                <a:lnTo>
                  <a:pt x="3815880" y="52069"/>
                </a:lnTo>
                <a:close/>
              </a:path>
              <a:path w="3847465" h="521969">
                <a:moveTo>
                  <a:pt x="31521" y="52069"/>
                </a:moveTo>
                <a:lnTo>
                  <a:pt x="31775" y="50800"/>
                </a:lnTo>
                <a:lnTo>
                  <a:pt x="32300" y="50800"/>
                </a:lnTo>
                <a:lnTo>
                  <a:pt x="31521" y="52069"/>
                </a:lnTo>
                <a:close/>
              </a:path>
              <a:path w="3847465" h="521969">
                <a:moveTo>
                  <a:pt x="3826192" y="74930"/>
                </a:moveTo>
                <a:lnTo>
                  <a:pt x="3825049" y="71119"/>
                </a:lnTo>
                <a:lnTo>
                  <a:pt x="3825189" y="71119"/>
                </a:lnTo>
                <a:lnTo>
                  <a:pt x="3823868" y="67310"/>
                </a:lnTo>
                <a:lnTo>
                  <a:pt x="3824033" y="67310"/>
                </a:lnTo>
                <a:lnTo>
                  <a:pt x="3822534" y="63500"/>
                </a:lnTo>
                <a:lnTo>
                  <a:pt x="3822712" y="63500"/>
                </a:lnTo>
                <a:lnTo>
                  <a:pt x="3821036" y="60960"/>
                </a:lnTo>
                <a:lnTo>
                  <a:pt x="3821226" y="60960"/>
                </a:lnTo>
                <a:lnTo>
                  <a:pt x="3819372" y="57150"/>
                </a:lnTo>
                <a:lnTo>
                  <a:pt x="3819601" y="57150"/>
                </a:lnTo>
                <a:lnTo>
                  <a:pt x="3817569" y="54610"/>
                </a:lnTo>
                <a:lnTo>
                  <a:pt x="3817810" y="54610"/>
                </a:lnTo>
                <a:lnTo>
                  <a:pt x="3815626" y="50800"/>
                </a:lnTo>
                <a:lnTo>
                  <a:pt x="3837605" y="50800"/>
                </a:lnTo>
                <a:lnTo>
                  <a:pt x="3838295" y="52069"/>
                </a:lnTo>
                <a:lnTo>
                  <a:pt x="3840162" y="55880"/>
                </a:lnTo>
                <a:lnTo>
                  <a:pt x="3841838" y="60960"/>
                </a:lnTo>
                <a:lnTo>
                  <a:pt x="3843312" y="64769"/>
                </a:lnTo>
                <a:lnTo>
                  <a:pt x="3844582" y="69850"/>
                </a:lnTo>
                <a:lnTo>
                  <a:pt x="3845623" y="73660"/>
                </a:lnTo>
                <a:lnTo>
                  <a:pt x="3826065" y="73660"/>
                </a:lnTo>
                <a:lnTo>
                  <a:pt x="3826192" y="74930"/>
                </a:lnTo>
                <a:close/>
              </a:path>
              <a:path w="3847465" h="521969">
                <a:moveTo>
                  <a:pt x="21221" y="74930"/>
                </a:moveTo>
                <a:lnTo>
                  <a:pt x="21335" y="73660"/>
                </a:lnTo>
                <a:lnTo>
                  <a:pt x="21598" y="73660"/>
                </a:lnTo>
                <a:lnTo>
                  <a:pt x="21221" y="74930"/>
                </a:lnTo>
                <a:close/>
              </a:path>
              <a:path w="3847465" h="521969">
                <a:moveTo>
                  <a:pt x="3846747" y="440689"/>
                </a:moveTo>
                <a:lnTo>
                  <a:pt x="3827576" y="440689"/>
                </a:lnTo>
                <a:lnTo>
                  <a:pt x="3828110" y="436880"/>
                </a:lnTo>
                <a:lnTo>
                  <a:pt x="3828389" y="433069"/>
                </a:lnTo>
                <a:lnTo>
                  <a:pt x="3828478" y="429260"/>
                </a:lnTo>
                <a:lnTo>
                  <a:pt x="3828465" y="92710"/>
                </a:lnTo>
                <a:lnTo>
                  <a:pt x="3828364" y="88900"/>
                </a:lnTo>
                <a:lnTo>
                  <a:pt x="3828279" y="87630"/>
                </a:lnTo>
                <a:lnTo>
                  <a:pt x="3828059" y="85089"/>
                </a:lnTo>
                <a:lnTo>
                  <a:pt x="3827576" y="81280"/>
                </a:lnTo>
                <a:lnTo>
                  <a:pt x="3826916" y="77469"/>
                </a:lnTo>
                <a:lnTo>
                  <a:pt x="3826065" y="73660"/>
                </a:lnTo>
                <a:lnTo>
                  <a:pt x="3845623" y="73660"/>
                </a:lnTo>
                <a:lnTo>
                  <a:pt x="3846449" y="78739"/>
                </a:lnTo>
                <a:lnTo>
                  <a:pt x="3847045" y="83819"/>
                </a:lnTo>
                <a:lnTo>
                  <a:pt x="3847401" y="87630"/>
                </a:lnTo>
                <a:lnTo>
                  <a:pt x="3847401" y="434339"/>
                </a:lnTo>
                <a:lnTo>
                  <a:pt x="3847045" y="438150"/>
                </a:lnTo>
                <a:lnTo>
                  <a:pt x="3846747" y="440689"/>
                </a:lnTo>
                <a:close/>
              </a:path>
              <a:path w="3847465" h="521969">
                <a:moveTo>
                  <a:pt x="19935" y="440689"/>
                </a:moveTo>
                <a:lnTo>
                  <a:pt x="19748" y="439419"/>
                </a:lnTo>
                <a:lnTo>
                  <a:pt x="19935" y="440689"/>
                </a:lnTo>
                <a:close/>
              </a:path>
              <a:path w="3847465" h="521969">
                <a:moveTo>
                  <a:pt x="3846242" y="444500"/>
                </a:moveTo>
                <a:lnTo>
                  <a:pt x="3826916" y="444500"/>
                </a:lnTo>
                <a:lnTo>
                  <a:pt x="3827653" y="439419"/>
                </a:lnTo>
                <a:lnTo>
                  <a:pt x="3827576" y="440689"/>
                </a:lnTo>
                <a:lnTo>
                  <a:pt x="3846747" y="440689"/>
                </a:lnTo>
                <a:lnTo>
                  <a:pt x="3846449" y="443230"/>
                </a:lnTo>
                <a:lnTo>
                  <a:pt x="3846242" y="444500"/>
                </a:lnTo>
                <a:close/>
              </a:path>
              <a:path w="3847465" h="521969">
                <a:moveTo>
                  <a:pt x="20631" y="444500"/>
                </a:moveTo>
                <a:lnTo>
                  <a:pt x="20497" y="444500"/>
                </a:lnTo>
                <a:lnTo>
                  <a:pt x="20396" y="443230"/>
                </a:lnTo>
                <a:lnTo>
                  <a:pt x="20631" y="444500"/>
                </a:lnTo>
                <a:close/>
              </a:path>
              <a:path w="3847465" h="521969">
                <a:moveTo>
                  <a:pt x="3845623" y="448310"/>
                </a:moveTo>
                <a:lnTo>
                  <a:pt x="3826065" y="448310"/>
                </a:lnTo>
                <a:lnTo>
                  <a:pt x="3827005" y="443230"/>
                </a:lnTo>
                <a:lnTo>
                  <a:pt x="3826916" y="444500"/>
                </a:lnTo>
                <a:lnTo>
                  <a:pt x="3846242" y="444500"/>
                </a:lnTo>
                <a:lnTo>
                  <a:pt x="3845623" y="448310"/>
                </a:lnTo>
                <a:close/>
              </a:path>
              <a:path w="3847465" h="521969">
                <a:moveTo>
                  <a:pt x="21598" y="448310"/>
                </a:moveTo>
                <a:lnTo>
                  <a:pt x="21335" y="448310"/>
                </a:lnTo>
                <a:lnTo>
                  <a:pt x="21221" y="447039"/>
                </a:lnTo>
                <a:lnTo>
                  <a:pt x="21598" y="448310"/>
                </a:lnTo>
                <a:close/>
              </a:path>
              <a:path w="3847465" h="521969">
                <a:moveTo>
                  <a:pt x="3842821" y="458469"/>
                </a:moveTo>
                <a:lnTo>
                  <a:pt x="3822534" y="458469"/>
                </a:lnTo>
                <a:lnTo>
                  <a:pt x="3824033" y="454660"/>
                </a:lnTo>
                <a:lnTo>
                  <a:pt x="3823868" y="454660"/>
                </a:lnTo>
                <a:lnTo>
                  <a:pt x="3825189" y="450850"/>
                </a:lnTo>
                <a:lnTo>
                  <a:pt x="3825049" y="450850"/>
                </a:lnTo>
                <a:lnTo>
                  <a:pt x="3826192" y="447039"/>
                </a:lnTo>
                <a:lnTo>
                  <a:pt x="3826065" y="448310"/>
                </a:lnTo>
                <a:lnTo>
                  <a:pt x="3845623" y="448310"/>
                </a:lnTo>
                <a:lnTo>
                  <a:pt x="3844582" y="452119"/>
                </a:lnTo>
                <a:lnTo>
                  <a:pt x="3843312" y="457200"/>
                </a:lnTo>
                <a:lnTo>
                  <a:pt x="3842821" y="458469"/>
                </a:lnTo>
                <a:close/>
              </a:path>
              <a:path w="3847465" h="521969">
                <a:moveTo>
                  <a:pt x="25251" y="458469"/>
                </a:moveTo>
                <a:lnTo>
                  <a:pt x="24866" y="458469"/>
                </a:lnTo>
                <a:lnTo>
                  <a:pt x="24688" y="457200"/>
                </a:lnTo>
                <a:lnTo>
                  <a:pt x="25251" y="458469"/>
                </a:lnTo>
                <a:close/>
              </a:path>
              <a:path w="3847465" h="521969">
                <a:moveTo>
                  <a:pt x="3837605" y="471169"/>
                </a:moveTo>
                <a:lnTo>
                  <a:pt x="3815626" y="471169"/>
                </a:lnTo>
                <a:lnTo>
                  <a:pt x="3817810" y="467360"/>
                </a:lnTo>
                <a:lnTo>
                  <a:pt x="3817569" y="467360"/>
                </a:lnTo>
                <a:lnTo>
                  <a:pt x="3819601" y="464819"/>
                </a:lnTo>
                <a:lnTo>
                  <a:pt x="3819372" y="464819"/>
                </a:lnTo>
                <a:lnTo>
                  <a:pt x="3821226" y="461010"/>
                </a:lnTo>
                <a:lnTo>
                  <a:pt x="3821036" y="461010"/>
                </a:lnTo>
                <a:lnTo>
                  <a:pt x="3822712" y="457200"/>
                </a:lnTo>
                <a:lnTo>
                  <a:pt x="3822534" y="458469"/>
                </a:lnTo>
                <a:lnTo>
                  <a:pt x="3842821" y="458469"/>
                </a:lnTo>
                <a:lnTo>
                  <a:pt x="3841838" y="461010"/>
                </a:lnTo>
                <a:lnTo>
                  <a:pt x="3840162" y="464819"/>
                </a:lnTo>
                <a:lnTo>
                  <a:pt x="3838295" y="469900"/>
                </a:lnTo>
                <a:lnTo>
                  <a:pt x="3837605" y="471169"/>
                </a:lnTo>
                <a:close/>
              </a:path>
              <a:path w="3847465" h="521969">
                <a:moveTo>
                  <a:pt x="32300" y="471169"/>
                </a:moveTo>
                <a:lnTo>
                  <a:pt x="31775" y="471169"/>
                </a:lnTo>
                <a:lnTo>
                  <a:pt x="31521" y="469900"/>
                </a:lnTo>
                <a:lnTo>
                  <a:pt x="32300" y="471169"/>
                </a:lnTo>
                <a:close/>
              </a:path>
              <a:path w="3847465" h="521969">
                <a:moveTo>
                  <a:pt x="3811727" y="502919"/>
                </a:moveTo>
                <a:lnTo>
                  <a:pt x="3765105" y="502919"/>
                </a:lnTo>
                <a:lnTo>
                  <a:pt x="3769245" y="501650"/>
                </a:lnTo>
                <a:lnTo>
                  <a:pt x="3772382" y="501650"/>
                </a:lnTo>
                <a:lnTo>
                  <a:pt x="3776370" y="500380"/>
                </a:lnTo>
                <a:lnTo>
                  <a:pt x="3775913" y="500380"/>
                </a:lnTo>
                <a:lnTo>
                  <a:pt x="3779824" y="499110"/>
                </a:lnTo>
                <a:lnTo>
                  <a:pt x="3779380" y="499110"/>
                </a:lnTo>
                <a:lnTo>
                  <a:pt x="3783190" y="497839"/>
                </a:lnTo>
                <a:lnTo>
                  <a:pt x="3782758" y="497839"/>
                </a:lnTo>
                <a:lnTo>
                  <a:pt x="3786479" y="496569"/>
                </a:lnTo>
                <a:lnTo>
                  <a:pt x="3786060" y="496569"/>
                </a:lnTo>
                <a:lnTo>
                  <a:pt x="3789692" y="494030"/>
                </a:lnTo>
                <a:lnTo>
                  <a:pt x="3789286" y="494030"/>
                </a:lnTo>
                <a:lnTo>
                  <a:pt x="3792804" y="492760"/>
                </a:lnTo>
                <a:lnTo>
                  <a:pt x="3792410" y="492760"/>
                </a:lnTo>
                <a:lnTo>
                  <a:pt x="3795814" y="490219"/>
                </a:lnTo>
                <a:lnTo>
                  <a:pt x="3795433" y="490219"/>
                </a:lnTo>
                <a:lnTo>
                  <a:pt x="3798735" y="488950"/>
                </a:lnTo>
                <a:lnTo>
                  <a:pt x="3798366" y="488950"/>
                </a:lnTo>
                <a:lnTo>
                  <a:pt x="3801541" y="486410"/>
                </a:lnTo>
                <a:lnTo>
                  <a:pt x="3801186" y="486410"/>
                </a:lnTo>
                <a:lnTo>
                  <a:pt x="3804234" y="483869"/>
                </a:lnTo>
                <a:lnTo>
                  <a:pt x="3803904" y="483869"/>
                </a:lnTo>
                <a:lnTo>
                  <a:pt x="3806812" y="481330"/>
                </a:lnTo>
                <a:lnTo>
                  <a:pt x="3806494" y="481330"/>
                </a:lnTo>
                <a:lnTo>
                  <a:pt x="3809276" y="478789"/>
                </a:lnTo>
                <a:lnTo>
                  <a:pt x="3808971" y="478789"/>
                </a:lnTo>
                <a:lnTo>
                  <a:pt x="3811612" y="476250"/>
                </a:lnTo>
                <a:lnTo>
                  <a:pt x="3811320" y="476250"/>
                </a:lnTo>
                <a:lnTo>
                  <a:pt x="3813809" y="473710"/>
                </a:lnTo>
                <a:lnTo>
                  <a:pt x="3813543" y="473710"/>
                </a:lnTo>
                <a:lnTo>
                  <a:pt x="3815880" y="469900"/>
                </a:lnTo>
                <a:lnTo>
                  <a:pt x="3815626" y="471169"/>
                </a:lnTo>
                <a:lnTo>
                  <a:pt x="3837605" y="471169"/>
                </a:lnTo>
                <a:lnTo>
                  <a:pt x="3823220" y="491489"/>
                </a:lnTo>
                <a:lnTo>
                  <a:pt x="3820121" y="495300"/>
                </a:lnTo>
                <a:lnTo>
                  <a:pt x="3816883" y="497839"/>
                </a:lnTo>
                <a:lnTo>
                  <a:pt x="3813492" y="501650"/>
                </a:lnTo>
                <a:lnTo>
                  <a:pt x="3811727" y="502919"/>
                </a:lnTo>
                <a:close/>
              </a:path>
              <a:path w="3847465" h="521969">
                <a:moveTo>
                  <a:pt x="78625" y="501650"/>
                </a:moveTo>
                <a:lnTo>
                  <a:pt x="75018" y="501650"/>
                </a:lnTo>
                <a:lnTo>
                  <a:pt x="74561" y="500380"/>
                </a:lnTo>
                <a:lnTo>
                  <a:pt x="78625" y="501650"/>
                </a:lnTo>
                <a:close/>
              </a:path>
              <a:path w="3847465" h="521969">
                <a:moveTo>
                  <a:pt x="3772382" y="501650"/>
                </a:moveTo>
                <a:lnTo>
                  <a:pt x="3768775" y="501650"/>
                </a:lnTo>
                <a:lnTo>
                  <a:pt x="3772839" y="500380"/>
                </a:lnTo>
                <a:lnTo>
                  <a:pt x="3772382" y="501650"/>
                </a:lnTo>
                <a:close/>
              </a:path>
            </a:pathLst>
          </a:custGeom>
          <a:solidFill>
            <a:srgbClr val="1D6CC2"/>
          </a:solidFill>
        </p:spPr>
        <p:txBody>
          <a:bodyPr wrap="square" lIns="0" tIns="0" rIns="0" bIns="0" rtlCol="0"/>
          <a:lstStyle/>
          <a:p>
            <a:endParaRPr/>
          </a:p>
        </p:txBody>
      </p:sp>
      <p:sp>
        <p:nvSpPr>
          <p:cNvPr id="15" name="object 15"/>
          <p:cNvSpPr txBox="1"/>
          <p:nvPr/>
        </p:nvSpPr>
        <p:spPr>
          <a:xfrm>
            <a:off x="7966188" y="2398255"/>
            <a:ext cx="2005964" cy="268605"/>
          </a:xfrm>
          <a:prstGeom prst="rect">
            <a:avLst/>
          </a:prstGeom>
        </p:spPr>
        <p:txBody>
          <a:bodyPr vert="horz" wrap="square" lIns="0" tIns="12065" rIns="0" bIns="0" rtlCol="0">
            <a:spAutoFit/>
          </a:bodyPr>
          <a:lstStyle/>
          <a:p>
            <a:pPr marL="12700">
              <a:lnSpc>
                <a:spcPct val="100000"/>
              </a:lnSpc>
              <a:spcBef>
                <a:spcPts val="95"/>
              </a:spcBef>
            </a:pPr>
            <a:r>
              <a:rPr sz="1600" spc="135" dirty="0">
                <a:latin typeface="宋体"/>
                <a:cs typeface="宋体"/>
              </a:rPr>
              <a:t>注重实用性与分享</a:t>
            </a:r>
            <a:r>
              <a:rPr sz="1600" spc="-50" dirty="0">
                <a:latin typeface="宋体"/>
                <a:cs typeface="宋体"/>
              </a:rPr>
              <a:t>性</a:t>
            </a:r>
            <a:endParaRPr sz="1600">
              <a:latin typeface="宋体"/>
              <a:cs typeface="宋体"/>
            </a:endParaRPr>
          </a:p>
        </p:txBody>
      </p:sp>
      <p:sp>
        <p:nvSpPr>
          <p:cNvPr id="16" name="object 16"/>
          <p:cNvSpPr/>
          <p:nvPr/>
        </p:nvSpPr>
        <p:spPr>
          <a:xfrm>
            <a:off x="7096112" y="2281847"/>
            <a:ext cx="390525" cy="359410"/>
          </a:xfrm>
          <a:custGeom>
            <a:avLst/>
            <a:gdLst/>
            <a:ahLst/>
            <a:cxnLst/>
            <a:rect l="l" t="t" r="r" b="b"/>
            <a:pathLst>
              <a:path w="390525" h="359410">
                <a:moveTo>
                  <a:pt x="94259" y="359270"/>
                </a:moveTo>
                <a:lnTo>
                  <a:pt x="49198" y="355862"/>
                </a:lnTo>
                <a:lnTo>
                  <a:pt x="0" y="342506"/>
                </a:lnTo>
                <a:lnTo>
                  <a:pt x="0" y="77088"/>
                </a:lnTo>
                <a:lnTo>
                  <a:pt x="24295" y="42811"/>
                </a:lnTo>
                <a:lnTo>
                  <a:pt x="67373" y="0"/>
                </a:lnTo>
                <a:lnTo>
                  <a:pt x="382904" y="0"/>
                </a:lnTo>
                <a:lnTo>
                  <a:pt x="389708" y="48213"/>
                </a:lnTo>
                <a:lnTo>
                  <a:pt x="390093" y="63436"/>
                </a:lnTo>
                <a:lnTo>
                  <a:pt x="386221" y="111422"/>
                </a:lnTo>
                <a:lnTo>
                  <a:pt x="375011" y="156943"/>
                </a:lnTo>
                <a:lnTo>
                  <a:pt x="357072" y="199389"/>
                </a:lnTo>
                <a:lnTo>
                  <a:pt x="333014" y="238152"/>
                </a:lnTo>
                <a:lnTo>
                  <a:pt x="303445" y="272622"/>
                </a:lnTo>
                <a:lnTo>
                  <a:pt x="268975" y="302191"/>
                </a:lnTo>
                <a:lnTo>
                  <a:pt x="230212" y="326250"/>
                </a:lnTo>
                <a:lnTo>
                  <a:pt x="187766" y="344188"/>
                </a:lnTo>
                <a:lnTo>
                  <a:pt x="142245" y="355398"/>
                </a:lnTo>
                <a:lnTo>
                  <a:pt x="94259" y="359270"/>
                </a:lnTo>
                <a:close/>
              </a:path>
            </a:pathLst>
          </a:custGeom>
          <a:solidFill>
            <a:srgbClr val="1D6CC2"/>
          </a:solidFill>
        </p:spPr>
        <p:txBody>
          <a:bodyPr wrap="square" lIns="0" tIns="0" rIns="0" bIns="0" rtlCol="0"/>
          <a:lstStyle/>
          <a:p>
            <a:endParaRPr/>
          </a:p>
        </p:txBody>
      </p:sp>
      <p:sp>
        <p:nvSpPr>
          <p:cNvPr id="17" name="object 17"/>
          <p:cNvSpPr txBox="1"/>
          <p:nvPr/>
        </p:nvSpPr>
        <p:spPr>
          <a:xfrm>
            <a:off x="7112799" y="2291435"/>
            <a:ext cx="3181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a:cs typeface="Arial"/>
              </a:rPr>
              <a:t>0</a:t>
            </a:r>
            <a:r>
              <a:rPr sz="1800" spc="-204" dirty="0">
                <a:solidFill>
                  <a:srgbClr val="FFFFFF"/>
                </a:solidFill>
                <a:latin typeface="Arial"/>
                <a:cs typeface="Arial"/>
              </a:rPr>
              <a:t> </a:t>
            </a:r>
            <a:r>
              <a:rPr sz="1800" spc="-60" dirty="0">
                <a:solidFill>
                  <a:srgbClr val="FFFFFF"/>
                </a:solidFill>
                <a:latin typeface="Arial"/>
                <a:cs typeface="Arial"/>
              </a:rPr>
              <a:t>1</a:t>
            </a:r>
            <a:endParaRPr sz="1800">
              <a:latin typeface="Arial"/>
              <a:cs typeface="Arial"/>
            </a:endParaRPr>
          </a:p>
        </p:txBody>
      </p:sp>
      <p:sp>
        <p:nvSpPr>
          <p:cNvPr id="18" name="object 18"/>
          <p:cNvSpPr/>
          <p:nvPr/>
        </p:nvSpPr>
        <p:spPr>
          <a:xfrm>
            <a:off x="7091464" y="3230359"/>
            <a:ext cx="3847465" cy="521970"/>
          </a:xfrm>
          <a:custGeom>
            <a:avLst/>
            <a:gdLst/>
            <a:ahLst/>
            <a:cxnLst/>
            <a:rect l="l" t="t" r="r" b="b"/>
            <a:pathLst>
              <a:path w="3847465" h="521970">
                <a:moveTo>
                  <a:pt x="3768216" y="521969"/>
                </a:moveTo>
                <a:lnTo>
                  <a:pt x="79184" y="521969"/>
                </a:lnTo>
                <a:lnTo>
                  <a:pt x="70053" y="519429"/>
                </a:lnTo>
                <a:lnTo>
                  <a:pt x="61252" y="516889"/>
                </a:lnTo>
                <a:lnTo>
                  <a:pt x="57010" y="515619"/>
                </a:lnTo>
                <a:lnTo>
                  <a:pt x="52857" y="513079"/>
                </a:lnTo>
                <a:lnTo>
                  <a:pt x="48831" y="510539"/>
                </a:lnTo>
                <a:lnTo>
                  <a:pt x="44907" y="509269"/>
                </a:lnTo>
                <a:lnTo>
                  <a:pt x="41109" y="506729"/>
                </a:lnTo>
                <a:lnTo>
                  <a:pt x="37452" y="504189"/>
                </a:lnTo>
                <a:lnTo>
                  <a:pt x="33921" y="501650"/>
                </a:lnTo>
                <a:lnTo>
                  <a:pt x="30518" y="497839"/>
                </a:lnTo>
                <a:lnTo>
                  <a:pt x="27279" y="495300"/>
                </a:lnTo>
                <a:lnTo>
                  <a:pt x="24180" y="491489"/>
                </a:lnTo>
                <a:lnTo>
                  <a:pt x="21247" y="488950"/>
                </a:lnTo>
                <a:lnTo>
                  <a:pt x="18465" y="485139"/>
                </a:lnTo>
                <a:lnTo>
                  <a:pt x="7238" y="464819"/>
                </a:lnTo>
                <a:lnTo>
                  <a:pt x="5562" y="461009"/>
                </a:lnTo>
                <a:lnTo>
                  <a:pt x="4089" y="457200"/>
                </a:lnTo>
                <a:lnTo>
                  <a:pt x="2832" y="452119"/>
                </a:lnTo>
                <a:lnTo>
                  <a:pt x="1777" y="448309"/>
                </a:lnTo>
                <a:lnTo>
                  <a:pt x="952" y="443229"/>
                </a:lnTo>
                <a:lnTo>
                  <a:pt x="368" y="438150"/>
                </a:lnTo>
                <a:lnTo>
                  <a:pt x="0" y="434339"/>
                </a:lnTo>
                <a:lnTo>
                  <a:pt x="0" y="87629"/>
                </a:lnTo>
                <a:lnTo>
                  <a:pt x="368" y="83819"/>
                </a:lnTo>
                <a:lnTo>
                  <a:pt x="952" y="78739"/>
                </a:lnTo>
                <a:lnTo>
                  <a:pt x="1777" y="73659"/>
                </a:lnTo>
                <a:lnTo>
                  <a:pt x="2832" y="69850"/>
                </a:lnTo>
                <a:lnTo>
                  <a:pt x="4089" y="64769"/>
                </a:lnTo>
                <a:lnTo>
                  <a:pt x="5562" y="60959"/>
                </a:lnTo>
                <a:lnTo>
                  <a:pt x="7238" y="55879"/>
                </a:lnTo>
                <a:lnTo>
                  <a:pt x="9105" y="52069"/>
                </a:lnTo>
                <a:lnTo>
                  <a:pt x="24180" y="30479"/>
                </a:lnTo>
                <a:lnTo>
                  <a:pt x="27279" y="26669"/>
                </a:lnTo>
                <a:lnTo>
                  <a:pt x="30518" y="24129"/>
                </a:lnTo>
                <a:lnTo>
                  <a:pt x="33921" y="20319"/>
                </a:lnTo>
                <a:lnTo>
                  <a:pt x="37452" y="17779"/>
                </a:lnTo>
                <a:lnTo>
                  <a:pt x="41109" y="15239"/>
                </a:lnTo>
                <a:lnTo>
                  <a:pt x="44907" y="12699"/>
                </a:lnTo>
                <a:lnTo>
                  <a:pt x="48831" y="10159"/>
                </a:lnTo>
                <a:lnTo>
                  <a:pt x="52857" y="8889"/>
                </a:lnTo>
                <a:lnTo>
                  <a:pt x="57010" y="6349"/>
                </a:lnTo>
                <a:lnTo>
                  <a:pt x="61252" y="5079"/>
                </a:lnTo>
                <a:lnTo>
                  <a:pt x="70053" y="2539"/>
                </a:lnTo>
                <a:lnTo>
                  <a:pt x="79184" y="0"/>
                </a:lnTo>
                <a:lnTo>
                  <a:pt x="3768216" y="0"/>
                </a:lnTo>
                <a:lnTo>
                  <a:pt x="3777360" y="2539"/>
                </a:lnTo>
                <a:lnTo>
                  <a:pt x="3786149" y="5079"/>
                </a:lnTo>
                <a:lnTo>
                  <a:pt x="3790391" y="6349"/>
                </a:lnTo>
                <a:lnTo>
                  <a:pt x="3794544" y="8889"/>
                </a:lnTo>
                <a:lnTo>
                  <a:pt x="3798582" y="10159"/>
                </a:lnTo>
                <a:lnTo>
                  <a:pt x="3802494" y="12699"/>
                </a:lnTo>
                <a:lnTo>
                  <a:pt x="3806291" y="15239"/>
                </a:lnTo>
                <a:lnTo>
                  <a:pt x="3809961" y="17779"/>
                </a:lnTo>
                <a:lnTo>
                  <a:pt x="3811727" y="19049"/>
                </a:lnTo>
                <a:lnTo>
                  <a:pt x="82296" y="19049"/>
                </a:lnTo>
                <a:lnTo>
                  <a:pt x="78155" y="20319"/>
                </a:lnTo>
                <a:lnTo>
                  <a:pt x="75018" y="20319"/>
                </a:lnTo>
                <a:lnTo>
                  <a:pt x="71043" y="21589"/>
                </a:lnTo>
                <a:lnTo>
                  <a:pt x="71488" y="21589"/>
                </a:lnTo>
                <a:lnTo>
                  <a:pt x="67589" y="22859"/>
                </a:lnTo>
                <a:lnTo>
                  <a:pt x="68021" y="22859"/>
                </a:lnTo>
                <a:lnTo>
                  <a:pt x="64211" y="24129"/>
                </a:lnTo>
                <a:lnTo>
                  <a:pt x="64642" y="24129"/>
                </a:lnTo>
                <a:lnTo>
                  <a:pt x="60921" y="25400"/>
                </a:lnTo>
                <a:lnTo>
                  <a:pt x="61340" y="25400"/>
                </a:lnTo>
                <a:lnTo>
                  <a:pt x="59531" y="26669"/>
                </a:lnTo>
                <a:lnTo>
                  <a:pt x="58115" y="26669"/>
                </a:lnTo>
                <a:lnTo>
                  <a:pt x="54597" y="29209"/>
                </a:lnTo>
                <a:lnTo>
                  <a:pt x="54990" y="29209"/>
                </a:lnTo>
                <a:lnTo>
                  <a:pt x="53289" y="30479"/>
                </a:lnTo>
                <a:lnTo>
                  <a:pt x="51968" y="30479"/>
                </a:lnTo>
                <a:lnTo>
                  <a:pt x="48679" y="33019"/>
                </a:lnTo>
                <a:lnTo>
                  <a:pt x="49034" y="33019"/>
                </a:lnTo>
                <a:lnTo>
                  <a:pt x="45859" y="35559"/>
                </a:lnTo>
                <a:lnTo>
                  <a:pt x="46215" y="35559"/>
                </a:lnTo>
                <a:lnTo>
                  <a:pt x="43167" y="38100"/>
                </a:lnTo>
                <a:lnTo>
                  <a:pt x="43510" y="38100"/>
                </a:lnTo>
                <a:lnTo>
                  <a:pt x="40589" y="40639"/>
                </a:lnTo>
                <a:lnTo>
                  <a:pt x="40906" y="40639"/>
                </a:lnTo>
                <a:lnTo>
                  <a:pt x="38125" y="43179"/>
                </a:lnTo>
                <a:lnTo>
                  <a:pt x="38430" y="43179"/>
                </a:lnTo>
                <a:lnTo>
                  <a:pt x="35788" y="45719"/>
                </a:lnTo>
                <a:lnTo>
                  <a:pt x="36080" y="45719"/>
                </a:lnTo>
                <a:lnTo>
                  <a:pt x="33591" y="48259"/>
                </a:lnTo>
                <a:lnTo>
                  <a:pt x="33858" y="48259"/>
                </a:lnTo>
                <a:lnTo>
                  <a:pt x="32300" y="50800"/>
                </a:lnTo>
                <a:lnTo>
                  <a:pt x="31775" y="50800"/>
                </a:lnTo>
                <a:lnTo>
                  <a:pt x="29590" y="54609"/>
                </a:lnTo>
                <a:lnTo>
                  <a:pt x="29832" y="54609"/>
                </a:lnTo>
                <a:lnTo>
                  <a:pt x="27800" y="57150"/>
                </a:lnTo>
                <a:lnTo>
                  <a:pt x="28028" y="57150"/>
                </a:lnTo>
                <a:lnTo>
                  <a:pt x="26174" y="60959"/>
                </a:lnTo>
                <a:lnTo>
                  <a:pt x="26377" y="60959"/>
                </a:lnTo>
                <a:lnTo>
                  <a:pt x="24688" y="63500"/>
                </a:lnTo>
                <a:lnTo>
                  <a:pt x="24866" y="63500"/>
                </a:lnTo>
                <a:lnTo>
                  <a:pt x="23367" y="67309"/>
                </a:lnTo>
                <a:lnTo>
                  <a:pt x="23533" y="67309"/>
                </a:lnTo>
                <a:lnTo>
                  <a:pt x="22212" y="71119"/>
                </a:lnTo>
                <a:lnTo>
                  <a:pt x="22351" y="71119"/>
                </a:lnTo>
                <a:lnTo>
                  <a:pt x="21598" y="73659"/>
                </a:lnTo>
                <a:lnTo>
                  <a:pt x="21335" y="73659"/>
                </a:lnTo>
                <a:lnTo>
                  <a:pt x="20631" y="77469"/>
                </a:lnTo>
                <a:lnTo>
                  <a:pt x="20497" y="77469"/>
                </a:lnTo>
                <a:lnTo>
                  <a:pt x="19748" y="81279"/>
                </a:lnTo>
                <a:lnTo>
                  <a:pt x="19291" y="85089"/>
                </a:lnTo>
                <a:lnTo>
                  <a:pt x="19121" y="87629"/>
                </a:lnTo>
                <a:lnTo>
                  <a:pt x="19037" y="88900"/>
                </a:lnTo>
                <a:lnTo>
                  <a:pt x="19011" y="433069"/>
                </a:lnTo>
                <a:lnTo>
                  <a:pt x="19342" y="436879"/>
                </a:lnTo>
                <a:lnTo>
                  <a:pt x="19824" y="440689"/>
                </a:lnTo>
                <a:lnTo>
                  <a:pt x="20497" y="444500"/>
                </a:lnTo>
                <a:lnTo>
                  <a:pt x="20631" y="444500"/>
                </a:lnTo>
                <a:lnTo>
                  <a:pt x="21335" y="448309"/>
                </a:lnTo>
                <a:lnTo>
                  <a:pt x="21598" y="448309"/>
                </a:lnTo>
                <a:lnTo>
                  <a:pt x="22351" y="450850"/>
                </a:lnTo>
                <a:lnTo>
                  <a:pt x="22212" y="450850"/>
                </a:lnTo>
                <a:lnTo>
                  <a:pt x="23533" y="454659"/>
                </a:lnTo>
                <a:lnTo>
                  <a:pt x="23367" y="454659"/>
                </a:lnTo>
                <a:lnTo>
                  <a:pt x="24866" y="458469"/>
                </a:lnTo>
                <a:lnTo>
                  <a:pt x="25251" y="458469"/>
                </a:lnTo>
                <a:lnTo>
                  <a:pt x="26377" y="461009"/>
                </a:lnTo>
                <a:lnTo>
                  <a:pt x="26174" y="461009"/>
                </a:lnTo>
                <a:lnTo>
                  <a:pt x="28028" y="464819"/>
                </a:lnTo>
                <a:lnTo>
                  <a:pt x="27800" y="464819"/>
                </a:lnTo>
                <a:lnTo>
                  <a:pt x="29832" y="467359"/>
                </a:lnTo>
                <a:lnTo>
                  <a:pt x="29590" y="467359"/>
                </a:lnTo>
                <a:lnTo>
                  <a:pt x="31775" y="471169"/>
                </a:lnTo>
                <a:lnTo>
                  <a:pt x="32300" y="471169"/>
                </a:lnTo>
                <a:lnTo>
                  <a:pt x="33858" y="473709"/>
                </a:lnTo>
                <a:lnTo>
                  <a:pt x="33591" y="473709"/>
                </a:lnTo>
                <a:lnTo>
                  <a:pt x="36080" y="476250"/>
                </a:lnTo>
                <a:lnTo>
                  <a:pt x="35788" y="476250"/>
                </a:lnTo>
                <a:lnTo>
                  <a:pt x="38430" y="478789"/>
                </a:lnTo>
                <a:lnTo>
                  <a:pt x="38125" y="478789"/>
                </a:lnTo>
                <a:lnTo>
                  <a:pt x="40906" y="481329"/>
                </a:lnTo>
                <a:lnTo>
                  <a:pt x="40589" y="481329"/>
                </a:lnTo>
                <a:lnTo>
                  <a:pt x="43510" y="483869"/>
                </a:lnTo>
                <a:lnTo>
                  <a:pt x="43167" y="483869"/>
                </a:lnTo>
                <a:lnTo>
                  <a:pt x="46215" y="486409"/>
                </a:lnTo>
                <a:lnTo>
                  <a:pt x="45859" y="486409"/>
                </a:lnTo>
                <a:lnTo>
                  <a:pt x="49034" y="488950"/>
                </a:lnTo>
                <a:lnTo>
                  <a:pt x="48679" y="488950"/>
                </a:lnTo>
                <a:lnTo>
                  <a:pt x="51968" y="490219"/>
                </a:lnTo>
                <a:lnTo>
                  <a:pt x="51587" y="490219"/>
                </a:lnTo>
                <a:lnTo>
                  <a:pt x="54990" y="492759"/>
                </a:lnTo>
                <a:lnTo>
                  <a:pt x="54597" y="492759"/>
                </a:lnTo>
                <a:lnTo>
                  <a:pt x="58115" y="494029"/>
                </a:lnTo>
                <a:lnTo>
                  <a:pt x="57721" y="494029"/>
                </a:lnTo>
                <a:lnTo>
                  <a:pt x="61340" y="496569"/>
                </a:lnTo>
                <a:lnTo>
                  <a:pt x="60921" y="496569"/>
                </a:lnTo>
                <a:lnTo>
                  <a:pt x="64642" y="497839"/>
                </a:lnTo>
                <a:lnTo>
                  <a:pt x="64211" y="497839"/>
                </a:lnTo>
                <a:lnTo>
                  <a:pt x="68021" y="499109"/>
                </a:lnTo>
                <a:lnTo>
                  <a:pt x="67589" y="499109"/>
                </a:lnTo>
                <a:lnTo>
                  <a:pt x="71488" y="500379"/>
                </a:lnTo>
                <a:lnTo>
                  <a:pt x="71043" y="500379"/>
                </a:lnTo>
                <a:lnTo>
                  <a:pt x="75018" y="501650"/>
                </a:lnTo>
                <a:lnTo>
                  <a:pt x="78155" y="501650"/>
                </a:lnTo>
                <a:lnTo>
                  <a:pt x="82296" y="502919"/>
                </a:lnTo>
                <a:lnTo>
                  <a:pt x="3811727" y="502919"/>
                </a:lnTo>
                <a:lnTo>
                  <a:pt x="3809961" y="504189"/>
                </a:lnTo>
                <a:lnTo>
                  <a:pt x="3806291" y="506729"/>
                </a:lnTo>
                <a:lnTo>
                  <a:pt x="3802494" y="509269"/>
                </a:lnTo>
                <a:lnTo>
                  <a:pt x="3798582" y="510539"/>
                </a:lnTo>
                <a:lnTo>
                  <a:pt x="3794544" y="513079"/>
                </a:lnTo>
                <a:lnTo>
                  <a:pt x="3790391" y="515619"/>
                </a:lnTo>
                <a:lnTo>
                  <a:pt x="3786149" y="516889"/>
                </a:lnTo>
                <a:lnTo>
                  <a:pt x="3777360" y="519429"/>
                </a:lnTo>
                <a:lnTo>
                  <a:pt x="3768216" y="521969"/>
                </a:lnTo>
                <a:close/>
              </a:path>
              <a:path w="3847465" h="521970">
                <a:moveTo>
                  <a:pt x="3789692" y="27939"/>
                </a:moveTo>
                <a:lnTo>
                  <a:pt x="3786060" y="25400"/>
                </a:lnTo>
                <a:lnTo>
                  <a:pt x="3786479" y="25400"/>
                </a:lnTo>
                <a:lnTo>
                  <a:pt x="3782758" y="24129"/>
                </a:lnTo>
                <a:lnTo>
                  <a:pt x="3783190" y="24129"/>
                </a:lnTo>
                <a:lnTo>
                  <a:pt x="3779380" y="22859"/>
                </a:lnTo>
                <a:lnTo>
                  <a:pt x="3779824" y="22859"/>
                </a:lnTo>
                <a:lnTo>
                  <a:pt x="3775913" y="21589"/>
                </a:lnTo>
                <a:lnTo>
                  <a:pt x="3776370" y="21589"/>
                </a:lnTo>
                <a:lnTo>
                  <a:pt x="3772382" y="20319"/>
                </a:lnTo>
                <a:lnTo>
                  <a:pt x="3769245" y="20319"/>
                </a:lnTo>
                <a:lnTo>
                  <a:pt x="3765105" y="19049"/>
                </a:lnTo>
                <a:lnTo>
                  <a:pt x="3811727" y="19049"/>
                </a:lnTo>
                <a:lnTo>
                  <a:pt x="3813492" y="20319"/>
                </a:lnTo>
                <a:lnTo>
                  <a:pt x="3816883" y="24129"/>
                </a:lnTo>
                <a:lnTo>
                  <a:pt x="3820121" y="26669"/>
                </a:lnTo>
                <a:lnTo>
                  <a:pt x="3789286" y="26669"/>
                </a:lnTo>
                <a:lnTo>
                  <a:pt x="3789692" y="27939"/>
                </a:lnTo>
                <a:close/>
              </a:path>
              <a:path w="3847465" h="521970">
                <a:moveTo>
                  <a:pt x="57721" y="27939"/>
                </a:moveTo>
                <a:lnTo>
                  <a:pt x="58115" y="26669"/>
                </a:lnTo>
                <a:lnTo>
                  <a:pt x="59531" y="26669"/>
                </a:lnTo>
                <a:lnTo>
                  <a:pt x="57721" y="27939"/>
                </a:lnTo>
                <a:close/>
              </a:path>
              <a:path w="3847465" h="521970">
                <a:moveTo>
                  <a:pt x="3795814" y="31750"/>
                </a:moveTo>
                <a:lnTo>
                  <a:pt x="3792410" y="29209"/>
                </a:lnTo>
                <a:lnTo>
                  <a:pt x="3792804" y="29209"/>
                </a:lnTo>
                <a:lnTo>
                  <a:pt x="3789286" y="26669"/>
                </a:lnTo>
                <a:lnTo>
                  <a:pt x="3820121" y="26669"/>
                </a:lnTo>
                <a:lnTo>
                  <a:pt x="3823220" y="30479"/>
                </a:lnTo>
                <a:lnTo>
                  <a:pt x="3795433" y="30479"/>
                </a:lnTo>
                <a:lnTo>
                  <a:pt x="3795814" y="31750"/>
                </a:lnTo>
                <a:close/>
              </a:path>
              <a:path w="3847465" h="521970">
                <a:moveTo>
                  <a:pt x="51587" y="31750"/>
                </a:moveTo>
                <a:lnTo>
                  <a:pt x="51968" y="30479"/>
                </a:lnTo>
                <a:lnTo>
                  <a:pt x="53289" y="30479"/>
                </a:lnTo>
                <a:lnTo>
                  <a:pt x="51587" y="31750"/>
                </a:lnTo>
                <a:close/>
              </a:path>
              <a:path w="3847465" h="521970">
                <a:moveTo>
                  <a:pt x="3815880" y="52069"/>
                </a:moveTo>
                <a:lnTo>
                  <a:pt x="3813543" y="48259"/>
                </a:lnTo>
                <a:lnTo>
                  <a:pt x="3813809" y="48259"/>
                </a:lnTo>
                <a:lnTo>
                  <a:pt x="3811320" y="45719"/>
                </a:lnTo>
                <a:lnTo>
                  <a:pt x="3811612" y="45719"/>
                </a:lnTo>
                <a:lnTo>
                  <a:pt x="3808971" y="43179"/>
                </a:lnTo>
                <a:lnTo>
                  <a:pt x="3809276" y="43179"/>
                </a:lnTo>
                <a:lnTo>
                  <a:pt x="3806494" y="40639"/>
                </a:lnTo>
                <a:lnTo>
                  <a:pt x="3806812" y="40639"/>
                </a:lnTo>
                <a:lnTo>
                  <a:pt x="3803904" y="38100"/>
                </a:lnTo>
                <a:lnTo>
                  <a:pt x="3804234" y="38100"/>
                </a:lnTo>
                <a:lnTo>
                  <a:pt x="3801186" y="35559"/>
                </a:lnTo>
                <a:lnTo>
                  <a:pt x="3801541" y="35559"/>
                </a:lnTo>
                <a:lnTo>
                  <a:pt x="3798366" y="33019"/>
                </a:lnTo>
                <a:lnTo>
                  <a:pt x="3798735" y="33019"/>
                </a:lnTo>
                <a:lnTo>
                  <a:pt x="3795433" y="30479"/>
                </a:lnTo>
                <a:lnTo>
                  <a:pt x="3823220" y="30479"/>
                </a:lnTo>
                <a:lnTo>
                  <a:pt x="3826154" y="33019"/>
                </a:lnTo>
                <a:lnTo>
                  <a:pt x="3837605" y="50800"/>
                </a:lnTo>
                <a:lnTo>
                  <a:pt x="3815626" y="50800"/>
                </a:lnTo>
                <a:lnTo>
                  <a:pt x="3815880" y="52069"/>
                </a:lnTo>
                <a:close/>
              </a:path>
              <a:path w="3847465" h="521970">
                <a:moveTo>
                  <a:pt x="31521" y="52069"/>
                </a:moveTo>
                <a:lnTo>
                  <a:pt x="31775" y="50800"/>
                </a:lnTo>
                <a:lnTo>
                  <a:pt x="32300" y="50800"/>
                </a:lnTo>
                <a:lnTo>
                  <a:pt x="31521" y="52069"/>
                </a:lnTo>
                <a:close/>
              </a:path>
              <a:path w="3847465" h="521970">
                <a:moveTo>
                  <a:pt x="3826192" y="74929"/>
                </a:moveTo>
                <a:lnTo>
                  <a:pt x="3825049" y="71119"/>
                </a:lnTo>
                <a:lnTo>
                  <a:pt x="3825189" y="71119"/>
                </a:lnTo>
                <a:lnTo>
                  <a:pt x="3823868" y="67309"/>
                </a:lnTo>
                <a:lnTo>
                  <a:pt x="3824033" y="67309"/>
                </a:lnTo>
                <a:lnTo>
                  <a:pt x="3822534" y="63500"/>
                </a:lnTo>
                <a:lnTo>
                  <a:pt x="3822712" y="63500"/>
                </a:lnTo>
                <a:lnTo>
                  <a:pt x="3821036" y="60959"/>
                </a:lnTo>
                <a:lnTo>
                  <a:pt x="3821226" y="60959"/>
                </a:lnTo>
                <a:lnTo>
                  <a:pt x="3819372" y="57150"/>
                </a:lnTo>
                <a:lnTo>
                  <a:pt x="3819601" y="57150"/>
                </a:lnTo>
                <a:lnTo>
                  <a:pt x="3817569" y="54609"/>
                </a:lnTo>
                <a:lnTo>
                  <a:pt x="3817810" y="54609"/>
                </a:lnTo>
                <a:lnTo>
                  <a:pt x="3815626" y="50800"/>
                </a:lnTo>
                <a:lnTo>
                  <a:pt x="3837605" y="50800"/>
                </a:lnTo>
                <a:lnTo>
                  <a:pt x="3838295" y="52069"/>
                </a:lnTo>
                <a:lnTo>
                  <a:pt x="3840162" y="55879"/>
                </a:lnTo>
                <a:lnTo>
                  <a:pt x="3841838" y="60959"/>
                </a:lnTo>
                <a:lnTo>
                  <a:pt x="3843312" y="64769"/>
                </a:lnTo>
                <a:lnTo>
                  <a:pt x="3844582" y="69850"/>
                </a:lnTo>
                <a:lnTo>
                  <a:pt x="3845623" y="73659"/>
                </a:lnTo>
                <a:lnTo>
                  <a:pt x="3826065" y="73659"/>
                </a:lnTo>
                <a:lnTo>
                  <a:pt x="3826192" y="74929"/>
                </a:lnTo>
                <a:close/>
              </a:path>
              <a:path w="3847465" h="521970">
                <a:moveTo>
                  <a:pt x="21221" y="74929"/>
                </a:moveTo>
                <a:lnTo>
                  <a:pt x="21335" y="73659"/>
                </a:lnTo>
                <a:lnTo>
                  <a:pt x="21598" y="73659"/>
                </a:lnTo>
                <a:lnTo>
                  <a:pt x="21221" y="74929"/>
                </a:lnTo>
                <a:close/>
              </a:path>
              <a:path w="3847465" h="521970">
                <a:moveTo>
                  <a:pt x="3827005" y="78739"/>
                </a:moveTo>
                <a:lnTo>
                  <a:pt x="3826065" y="73659"/>
                </a:lnTo>
                <a:lnTo>
                  <a:pt x="3845623" y="73659"/>
                </a:lnTo>
                <a:lnTo>
                  <a:pt x="3846242" y="77469"/>
                </a:lnTo>
                <a:lnTo>
                  <a:pt x="3826916" y="77469"/>
                </a:lnTo>
                <a:lnTo>
                  <a:pt x="3827005" y="78739"/>
                </a:lnTo>
                <a:close/>
              </a:path>
              <a:path w="3847465" h="521970">
                <a:moveTo>
                  <a:pt x="20396" y="78739"/>
                </a:moveTo>
                <a:lnTo>
                  <a:pt x="20497" y="77469"/>
                </a:lnTo>
                <a:lnTo>
                  <a:pt x="20631" y="77469"/>
                </a:lnTo>
                <a:lnTo>
                  <a:pt x="20396" y="78739"/>
                </a:lnTo>
                <a:close/>
              </a:path>
              <a:path w="3847465" h="521970">
                <a:moveTo>
                  <a:pt x="3846747" y="440689"/>
                </a:moveTo>
                <a:lnTo>
                  <a:pt x="3827576" y="440689"/>
                </a:lnTo>
                <a:lnTo>
                  <a:pt x="3828110" y="436879"/>
                </a:lnTo>
                <a:lnTo>
                  <a:pt x="3828389" y="433069"/>
                </a:lnTo>
                <a:lnTo>
                  <a:pt x="3828478" y="429259"/>
                </a:lnTo>
                <a:lnTo>
                  <a:pt x="3828465" y="92709"/>
                </a:lnTo>
                <a:lnTo>
                  <a:pt x="3828364" y="88900"/>
                </a:lnTo>
                <a:lnTo>
                  <a:pt x="3828279" y="87629"/>
                </a:lnTo>
                <a:lnTo>
                  <a:pt x="3828059" y="85089"/>
                </a:lnTo>
                <a:lnTo>
                  <a:pt x="3827576" y="81279"/>
                </a:lnTo>
                <a:lnTo>
                  <a:pt x="3826916" y="77469"/>
                </a:lnTo>
                <a:lnTo>
                  <a:pt x="3846242" y="77469"/>
                </a:lnTo>
                <a:lnTo>
                  <a:pt x="3846449" y="78739"/>
                </a:lnTo>
                <a:lnTo>
                  <a:pt x="3847045" y="83819"/>
                </a:lnTo>
                <a:lnTo>
                  <a:pt x="3847401" y="87629"/>
                </a:lnTo>
                <a:lnTo>
                  <a:pt x="3847401" y="434339"/>
                </a:lnTo>
                <a:lnTo>
                  <a:pt x="3847045" y="438150"/>
                </a:lnTo>
                <a:lnTo>
                  <a:pt x="3846747" y="440689"/>
                </a:lnTo>
                <a:close/>
              </a:path>
              <a:path w="3847465" h="521970">
                <a:moveTo>
                  <a:pt x="19935" y="440689"/>
                </a:moveTo>
                <a:lnTo>
                  <a:pt x="19748" y="439419"/>
                </a:lnTo>
                <a:lnTo>
                  <a:pt x="19935" y="440689"/>
                </a:lnTo>
                <a:close/>
              </a:path>
              <a:path w="3847465" h="521970">
                <a:moveTo>
                  <a:pt x="3846242" y="444500"/>
                </a:moveTo>
                <a:lnTo>
                  <a:pt x="3826916" y="444500"/>
                </a:lnTo>
                <a:lnTo>
                  <a:pt x="3827653" y="439419"/>
                </a:lnTo>
                <a:lnTo>
                  <a:pt x="3827576" y="440689"/>
                </a:lnTo>
                <a:lnTo>
                  <a:pt x="3846747" y="440689"/>
                </a:lnTo>
                <a:lnTo>
                  <a:pt x="3846449" y="443229"/>
                </a:lnTo>
                <a:lnTo>
                  <a:pt x="3846242" y="444500"/>
                </a:lnTo>
                <a:close/>
              </a:path>
              <a:path w="3847465" h="521970">
                <a:moveTo>
                  <a:pt x="20631" y="444500"/>
                </a:moveTo>
                <a:lnTo>
                  <a:pt x="20497" y="444500"/>
                </a:lnTo>
                <a:lnTo>
                  <a:pt x="20396" y="443229"/>
                </a:lnTo>
                <a:lnTo>
                  <a:pt x="20631" y="444500"/>
                </a:lnTo>
                <a:close/>
              </a:path>
              <a:path w="3847465" h="521970">
                <a:moveTo>
                  <a:pt x="3845623" y="448309"/>
                </a:moveTo>
                <a:lnTo>
                  <a:pt x="3826065" y="448309"/>
                </a:lnTo>
                <a:lnTo>
                  <a:pt x="3827005" y="443229"/>
                </a:lnTo>
                <a:lnTo>
                  <a:pt x="3826916" y="444500"/>
                </a:lnTo>
                <a:lnTo>
                  <a:pt x="3846242" y="444500"/>
                </a:lnTo>
                <a:lnTo>
                  <a:pt x="3845623" y="448309"/>
                </a:lnTo>
                <a:close/>
              </a:path>
              <a:path w="3847465" h="521970">
                <a:moveTo>
                  <a:pt x="21598" y="448309"/>
                </a:moveTo>
                <a:lnTo>
                  <a:pt x="21335" y="448309"/>
                </a:lnTo>
                <a:lnTo>
                  <a:pt x="21221" y="447039"/>
                </a:lnTo>
                <a:lnTo>
                  <a:pt x="21598" y="448309"/>
                </a:lnTo>
                <a:close/>
              </a:path>
              <a:path w="3847465" h="521970">
                <a:moveTo>
                  <a:pt x="3842821" y="458469"/>
                </a:moveTo>
                <a:lnTo>
                  <a:pt x="3822534" y="458469"/>
                </a:lnTo>
                <a:lnTo>
                  <a:pt x="3824033" y="454659"/>
                </a:lnTo>
                <a:lnTo>
                  <a:pt x="3823868" y="454659"/>
                </a:lnTo>
                <a:lnTo>
                  <a:pt x="3825189" y="450850"/>
                </a:lnTo>
                <a:lnTo>
                  <a:pt x="3825049" y="450850"/>
                </a:lnTo>
                <a:lnTo>
                  <a:pt x="3826192" y="447039"/>
                </a:lnTo>
                <a:lnTo>
                  <a:pt x="3826065" y="448309"/>
                </a:lnTo>
                <a:lnTo>
                  <a:pt x="3845623" y="448309"/>
                </a:lnTo>
                <a:lnTo>
                  <a:pt x="3844582" y="452119"/>
                </a:lnTo>
                <a:lnTo>
                  <a:pt x="3843312" y="457200"/>
                </a:lnTo>
                <a:lnTo>
                  <a:pt x="3842821" y="458469"/>
                </a:lnTo>
                <a:close/>
              </a:path>
              <a:path w="3847465" h="521970">
                <a:moveTo>
                  <a:pt x="25251" y="458469"/>
                </a:moveTo>
                <a:lnTo>
                  <a:pt x="24866" y="458469"/>
                </a:lnTo>
                <a:lnTo>
                  <a:pt x="24688" y="457200"/>
                </a:lnTo>
                <a:lnTo>
                  <a:pt x="25251" y="458469"/>
                </a:lnTo>
                <a:close/>
              </a:path>
              <a:path w="3847465" h="521970">
                <a:moveTo>
                  <a:pt x="3837605" y="471169"/>
                </a:moveTo>
                <a:lnTo>
                  <a:pt x="3815626" y="471169"/>
                </a:lnTo>
                <a:lnTo>
                  <a:pt x="3817810" y="467359"/>
                </a:lnTo>
                <a:lnTo>
                  <a:pt x="3817569" y="467359"/>
                </a:lnTo>
                <a:lnTo>
                  <a:pt x="3819601" y="464819"/>
                </a:lnTo>
                <a:lnTo>
                  <a:pt x="3819372" y="464819"/>
                </a:lnTo>
                <a:lnTo>
                  <a:pt x="3821226" y="461009"/>
                </a:lnTo>
                <a:lnTo>
                  <a:pt x="3821036" y="461009"/>
                </a:lnTo>
                <a:lnTo>
                  <a:pt x="3822712" y="457200"/>
                </a:lnTo>
                <a:lnTo>
                  <a:pt x="3822534" y="458469"/>
                </a:lnTo>
                <a:lnTo>
                  <a:pt x="3842821" y="458469"/>
                </a:lnTo>
                <a:lnTo>
                  <a:pt x="3841838" y="461009"/>
                </a:lnTo>
                <a:lnTo>
                  <a:pt x="3840162" y="464819"/>
                </a:lnTo>
                <a:lnTo>
                  <a:pt x="3838295" y="469900"/>
                </a:lnTo>
                <a:lnTo>
                  <a:pt x="3837605" y="471169"/>
                </a:lnTo>
                <a:close/>
              </a:path>
              <a:path w="3847465" h="521970">
                <a:moveTo>
                  <a:pt x="32300" y="471169"/>
                </a:moveTo>
                <a:lnTo>
                  <a:pt x="31775" y="471169"/>
                </a:lnTo>
                <a:lnTo>
                  <a:pt x="31521" y="469900"/>
                </a:lnTo>
                <a:lnTo>
                  <a:pt x="32300" y="471169"/>
                </a:lnTo>
                <a:close/>
              </a:path>
              <a:path w="3847465" h="521970">
                <a:moveTo>
                  <a:pt x="3811727" y="502919"/>
                </a:moveTo>
                <a:lnTo>
                  <a:pt x="3765105" y="502919"/>
                </a:lnTo>
                <a:lnTo>
                  <a:pt x="3769245" y="501650"/>
                </a:lnTo>
                <a:lnTo>
                  <a:pt x="3772382" y="501650"/>
                </a:lnTo>
                <a:lnTo>
                  <a:pt x="3776370" y="500379"/>
                </a:lnTo>
                <a:lnTo>
                  <a:pt x="3775913" y="500379"/>
                </a:lnTo>
                <a:lnTo>
                  <a:pt x="3779824" y="499109"/>
                </a:lnTo>
                <a:lnTo>
                  <a:pt x="3779380" y="499109"/>
                </a:lnTo>
                <a:lnTo>
                  <a:pt x="3783190" y="497839"/>
                </a:lnTo>
                <a:lnTo>
                  <a:pt x="3782758" y="497839"/>
                </a:lnTo>
                <a:lnTo>
                  <a:pt x="3786479" y="496569"/>
                </a:lnTo>
                <a:lnTo>
                  <a:pt x="3786060" y="496569"/>
                </a:lnTo>
                <a:lnTo>
                  <a:pt x="3789692" y="494029"/>
                </a:lnTo>
                <a:lnTo>
                  <a:pt x="3789286" y="494029"/>
                </a:lnTo>
                <a:lnTo>
                  <a:pt x="3792804" y="492759"/>
                </a:lnTo>
                <a:lnTo>
                  <a:pt x="3792410" y="492759"/>
                </a:lnTo>
                <a:lnTo>
                  <a:pt x="3795814" y="490219"/>
                </a:lnTo>
                <a:lnTo>
                  <a:pt x="3795433" y="490219"/>
                </a:lnTo>
                <a:lnTo>
                  <a:pt x="3798735" y="488950"/>
                </a:lnTo>
                <a:lnTo>
                  <a:pt x="3798366" y="488950"/>
                </a:lnTo>
                <a:lnTo>
                  <a:pt x="3801541" y="486409"/>
                </a:lnTo>
                <a:lnTo>
                  <a:pt x="3801186" y="486409"/>
                </a:lnTo>
                <a:lnTo>
                  <a:pt x="3804234" y="483869"/>
                </a:lnTo>
                <a:lnTo>
                  <a:pt x="3803904" y="483869"/>
                </a:lnTo>
                <a:lnTo>
                  <a:pt x="3806812" y="481329"/>
                </a:lnTo>
                <a:lnTo>
                  <a:pt x="3806494" y="481329"/>
                </a:lnTo>
                <a:lnTo>
                  <a:pt x="3809276" y="478789"/>
                </a:lnTo>
                <a:lnTo>
                  <a:pt x="3808971" y="478789"/>
                </a:lnTo>
                <a:lnTo>
                  <a:pt x="3811612" y="476250"/>
                </a:lnTo>
                <a:lnTo>
                  <a:pt x="3811320" y="476250"/>
                </a:lnTo>
                <a:lnTo>
                  <a:pt x="3813809" y="473709"/>
                </a:lnTo>
                <a:lnTo>
                  <a:pt x="3813543" y="473709"/>
                </a:lnTo>
                <a:lnTo>
                  <a:pt x="3815880" y="469900"/>
                </a:lnTo>
                <a:lnTo>
                  <a:pt x="3815626" y="471169"/>
                </a:lnTo>
                <a:lnTo>
                  <a:pt x="3837605" y="471169"/>
                </a:lnTo>
                <a:lnTo>
                  <a:pt x="3823220" y="491489"/>
                </a:lnTo>
                <a:lnTo>
                  <a:pt x="3820121" y="495300"/>
                </a:lnTo>
                <a:lnTo>
                  <a:pt x="3816883" y="497839"/>
                </a:lnTo>
                <a:lnTo>
                  <a:pt x="3813492" y="501650"/>
                </a:lnTo>
                <a:lnTo>
                  <a:pt x="3811727" y="502919"/>
                </a:lnTo>
                <a:close/>
              </a:path>
              <a:path w="3847465" h="521970">
                <a:moveTo>
                  <a:pt x="78625" y="501650"/>
                </a:moveTo>
                <a:lnTo>
                  <a:pt x="75018" y="501650"/>
                </a:lnTo>
                <a:lnTo>
                  <a:pt x="74561" y="500379"/>
                </a:lnTo>
                <a:lnTo>
                  <a:pt x="78625" y="501650"/>
                </a:lnTo>
                <a:close/>
              </a:path>
              <a:path w="3847465" h="521970">
                <a:moveTo>
                  <a:pt x="3772382" y="501650"/>
                </a:moveTo>
                <a:lnTo>
                  <a:pt x="3768775" y="501650"/>
                </a:lnTo>
                <a:lnTo>
                  <a:pt x="3772839" y="500379"/>
                </a:lnTo>
                <a:lnTo>
                  <a:pt x="3772382" y="501650"/>
                </a:lnTo>
                <a:close/>
              </a:path>
            </a:pathLst>
          </a:custGeom>
          <a:solidFill>
            <a:srgbClr val="E24B3E"/>
          </a:solidFill>
        </p:spPr>
        <p:txBody>
          <a:bodyPr wrap="square" lIns="0" tIns="0" rIns="0" bIns="0" rtlCol="0"/>
          <a:lstStyle/>
          <a:p>
            <a:endParaRPr/>
          </a:p>
        </p:txBody>
      </p:sp>
      <p:sp>
        <p:nvSpPr>
          <p:cNvPr id="19" name="object 19"/>
          <p:cNvSpPr txBox="1"/>
          <p:nvPr/>
        </p:nvSpPr>
        <p:spPr>
          <a:xfrm>
            <a:off x="7966188" y="3352507"/>
            <a:ext cx="2228215" cy="268605"/>
          </a:xfrm>
          <a:prstGeom prst="rect">
            <a:avLst/>
          </a:prstGeom>
        </p:spPr>
        <p:txBody>
          <a:bodyPr vert="horz" wrap="square" lIns="0" tIns="12065" rIns="0" bIns="0" rtlCol="0">
            <a:spAutoFit/>
          </a:bodyPr>
          <a:lstStyle/>
          <a:p>
            <a:pPr marL="12700">
              <a:lnSpc>
                <a:spcPct val="100000"/>
              </a:lnSpc>
              <a:spcBef>
                <a:spcPts val="95"/>
              </a:spcBef>
            </a:pPr>
            <a:r>
              <a:rPr sz="1600" spc="135" dirty="0">
                <a:latin typeface="宋体"/>
                <a:cs typeface="宋体"/>
              </a:rPr>
              <a:t>情感共鸣与个性化表</a:t>
            </a:r>
            <a:r>
              <a:rPr sz="1600" spc="-50" dirty="0">
                <a:latin typeface="宋体"/>
                <a:cs typeface="宋体"/>
              </a:rPr>
              <a:t>达</a:t>
            </a:r>
            <a:endParaRPr sz="1600">
              <a:latin typeface="宋体"/>
              <a:cs typeface="宋体"/>
            </a:endParaRPr>
          </a:p>
        </p:txBody>
      </p:sp>
      <p:sp>
        <p:nvSpPr>
          <p:cNvPr id="20" name="object 20"/>
          <p:cNvSpPr/>
          <p:nvPr/>
        </p:nvSpPr>
        <p:spPr>
          <a:xfrm>
            <a:off x="7096112" y="3236099"/>
            <a:ext cx="390525" cy="359410"/>
          </a:xfrm>
          <a:custGeom>
            <a:avLst/>
            <a:gdLst/>
            <a:ahLst/>
            <a:cxnLst/>
            <a:rect l="l" t="t" r="r" b="b"/>
            <a:pathLst>
              <a:path w="390525" h="359410">
                <a:moveTo>
                  <a:pt x="94259" y="359270"/>
                </a:moveTo>
                <a:lnTo>
                  <a:pt x="49198" y="355862"/>
                </a:lnTo>
                <a:lnTo>
                  <a:pt x="0" y="342506"/>
                </a:lnTo>
                <a:lnTo>
                  <a:pt x="0" y="77076"/>
                </a:lnTo>
                <a:lnTo>
                  <a:pt x="24295" y="42811"/>
                </a:lnTo>
                <a:lnTo>
                  <a:pt x="67373" y="0"/>
                </a:lnTo>
                <a:lnTo>
                  <a:pt x="382904" y="0"/>
                </a:lnTo>
                <a:lnTo>
                  <a:pt x="389708" y="48206"/>
                </a:lnTo>
                <a:lnTo>
                  <a:pt x="390093" y="63436"/>
                </a:lnTo>
                <a:lnTo>
                  <a:pt x="386221" y="111422"/>
                </a:lnTo>
                <a:lnTo>
                  <a:pt x="375011" y="156943"/>
                </a:lnTo>
                <a:lnTo>
                  <a:pt x="357072" y="199389"/>
                </a:lnTo>
                <a:lnTo>
                  <a:pt x="333014" y="238152"/>
                </a:lnTo>
                <a:lnTo>
                  <a:pt x="303445" y="272622"/>
                </a:lnTo>
                <a:lnTo>
                  <a:pt x="268975" y="302191"/>
                </a:lnTo>
                <a:lnTo>
                  <a:pt x="230212" y="326250"/>
                </a:lnTo>
                <a:lnTo>
                  <a:pt x="187766" y="344188"/>
                </a:lnTo>
                <a:lnTo>
                  <a:pt x="142245" y="355398"/>
                </a:lnTo>
                <a:lnTo>
                  <a:pt x="94259" y="359270"/>
                </a:lnTo>
                <a:close/>
              </a:path>
            </a:pathLst>
          </a:custGeom>
          <a:solidFill>
            <a:srgbClr val="E24B3E"/>
          </a:solidFill>
        </p:spPr>
        <p:txBody>
          <a:bodyPr wrap="square" lIns="0" tIns="0" rIns="0" bIns="0" rtlCol="0"/>
          <a:lstStyle/>
          <a:p>
            <a:endParaRPr/>
          </a:p>
        </p:txBody>
      </p:sp>
      <p:sp>
        <p:nvSpPr>
          <p:cNvPr id="21" name="object 21"/>
          <p:cNvSpPr txBox="1"/>
          <p:nvPr/>
        </p:nvSpPr>
        <p:spPr>
          <a:xfrm>
            <a:off x="7112799" y="3245675"/>
            <a:ext cx="3181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a:cs typeface="Arial"/>
              </a:rPr>
              <a:t>0</a:t>
            </a:r>
            <a:r>
              <a:rPr sz="1800" spc="-204" dirty="0">
                <a:solidFill>
                  <a:srgbClr val="FFFFFF"/>
                </a:solidFill>
                <a:latin typeface="Arial"/>
                <a:cs typeface="Arial"/>
              </a:rPr>
              <a:t> </a:t>
            </a:r>
            <a:r>
              <a:rPr sz="1800" spc="-60" dirty="0">
                <a:solidFill>
                  <a:srgbClr val="FFFFFF"/>
                </a:solidFill>
                <a:latin typeface="Arial"/>
                <a:cs typeface="Arial"/>
              </a:rPr>
              <a:t>2</a:t>
            </a:r>
            <a:endParaRPr sz="1800">
              <a:latin typeface="Arial"/>
              <a:cs typeface="Arial"/>
            </a:endParaRPr>
          </a:p>
        </p:txBody>
      </p:sp>
      <p:sp>
        <p:nvSpPr>
          <p:cNvPr id="22" name="object 22"/>
          <p:cNvSpPr/>
          <p:nvPr/>
        </p:nvSpPr>
        <p:spPr>
          <a:xfrm>
            <a:off x="7091464" y="4184612"/>
            <a:ext cx="3847465" cy="521970"/>
          </a:xfrm>
          <a:custGeom>
            <a:avLst/>
            <a:gdLst/>
            <a:ahLst/>
            <a:cxnLst/>
            <a:rect l="l" t="t" r="r" b="b"/>
            <a:pathLst>
              <a:path w="3847465" h="521970">
                <a:moveTo>
                  <a:pt x="3768216" y="521970"/>
                </a:moveTo>
                <a:lnTo>
                  <a:pt x="79184" y="521970"/>
                </a:lnTo>
                <a:lnTo>
                  <a:pt x="70053" y="519429"/>
                </a:lnTo>
                <a:lnTo>
                  <a:pt x="61252" y="516889"/>
                </a:lnTo>
                <a:lnTo>
                  <a:pt x="57010" y="515620"/>
                </a:lnTo>
                <a:lnTo>
                  <a:pt x="52857" y="513079"/>
                </a:lnTo>
                <a:lnTo>
                  <a:pt x="48831" y="510539"/>
                </a:lnTo>
                <a:lnTo>
                  <a:pt x="44907" y="509270"/>
                </a:lnTo>
                <a:lnTo>
                  <a:pt x="41109" y="506729"/>
                </a:lnTo>
                <a:lnTo>
                  <a:pt x="37452" y="504189"/>
                </a:lnTo>
                <a:lnTo>
                  <a:pt x="33921" y="501650"/>
                </a:lnTo>
                <a:lnTo>
                  <a:pt x="30518" y="497839"/>
                </a:lnTo>
                <a:lnTo>
                  <a:pt x="27279" y="495300"/>
                </a:lnTo>
                <a:lnTo>
                  <a:pt x="24180" y="491489"/>
                </a:lnTo>
                <a:lnTo>
                  <a:pt x="21247" y="488950"/>
                </a:lnTo>
                <a:lnTo>
                  <a:pt x="18465" y="485139"/>
                </a:lnTo>
                <a:lnTo>
                  <a:pt x="7238" y="464820"/>
                </a:lnTo>
                <a:lnTo>
                  <a:pt x="5562" y="461010"/>
                </a:lnTo>
                <a:lnTo>
                  <a:pt x="4089" y="457200"/>
                </a:lnTo>
                <a:lnTo>
                  <a:pt x="2832" y="452120"/>
                </a:lnTo>
                <a:lnTo>
                  <a:pt x="1777" y="448310"/>
                </a:lnTo>
                <a:lnTo>
                  <a:pt x="952" y="443229"/>
                </a:lnTo>
                <a:lnTo>
                  <a:pt x="368" y="438150"/>
                </a:lnTo>
                <a:lnTo>
                  <a:pt x="0" y="434339"/>
                </a:lnTo>
                <a:lnTo>
                  <a:pt x="0" y="87629"/>
                </a:lnTo>
                <a:lnTo>
                  <a:pt x="368" y="83820"/>
                </a:lnTo>
                <a:lnTo>
                  <a:pt x="952" y="78739"/>
                </a:lnTo>
                <a:lnTo>
                  <a:pt x="1777" y="73660"/>
                </a:lnTo>
                <a:lnTo>
                  <a:pt x="2832" y="69850"/>
                </a:lnTo>
                <a:lnTo>
                  <a:pt x="4089" y="64770"/>
                </a:lnTo>
                <a:lnTo>
                  <a:pt x="5562" y="60960"/>
                </a:lnTo>
                <a:lnTo>
                  <a:pt x="7238" y="55879"/>
                </a:lnTo>
                <a:lnTo>
                  <a:pt x="9105" y="52070"/>
                </a:lnTo>
                <a:lnTo>
                  <a:pt x="24180" y="30479"/>
                </a:lnTo>
                <a:lnTo>
                  <a:pt x="27279" y="26670"/>
                </a:lnTo>
                <a:lnTo>
                  <a:pt x="30518" y="24129"/>
                </a:lnTo>
                <a:lnTo>
                  <a:pt x="33921" y="20320"/>
                </a:lnTo>
                <a:lnTo>
                  <a:pt x="37452" y="17779"/>
                </a:lnTo>
                <a:lnTo>
                  <a:pt x="41109" y="15239"/>
                </a:lnTo>
                <a:lnTo>
                  <a:pt x="44907" y="12700"/>
                </a:lnTo>
                <a:lnTo>
                  <a:pt x="48831" y="10160"/>
                </a:lnTo>
                <a:lnTo>
                  <a:pt x="52857" y="8889"/>
                </a:lnTo>
                <a:lnTo>
                  <a:pt x="57010" y="6350"/>
                </a:lnTo>
                <a:lnTo>
                  <a:pt x="61252" y="5079"/>
                </a:lnTo>
                <a:lnTo>
                  <a:pt x="70053" y="2539"/>
                </a:lnTo>
                <a:lnTo>
                  <a:pt x="79184" y="0"/>
                </a:lnTo>
                <a:lnTo>
                  <a:pt x="3768216" y="0"/>
                </a:lnTo>
                <a:lnTo>
                  <a:pt x="3777360" y="2539"/>
                </a:lnTo>
                <a:lnTo>
                  <a:pt x="3786149" y="5079"/>
                </a:lnTo>
                <a:lnTo>
                  <a:pt x="3790391" y="6350"/>
                </a:lnTo>
                <a:lnTo>
                  <a:pt x="3794544" y="8889"/>
                </a:lnTo>
                <a:lnTo>
                  <a:pt x="3798582" y="10160"/>
                </a:lnTo>
                <a:lnTo>
                  <a:pt x="3802494" y="12700"/>
                </a:lnTo>
                <a:lnTo>
                  <a:pt x="3806291" y="15239"/>
                </a:lnTo>
                <a:lnTo>
                  <a:pt x="3809961" y="17779"/>
                </a:lnTo>
                <a:lnTo>
                  <a:pt x="3811727" y="19050"/>
                </a:lnTo>
                <a:lnTo>
                  <a:pt x="82296" y="19050"/>
                </a:lnTo>
                <a:lnTo>
                  <a:pt x="78155" y="20320"/>
                </a:lnTo>
                <a:lnTo>
                  <a:pt x="75018" y="20320"/>
                </a:lnTo>
                <a:lnTo>
                  <a:pt x="71043" y="21589"/>
                </a:lnTo>
                <a:lnTo>
                  <a:pt x="71488" y="21589"/>
                </a:lnTo>
                <a:lnTo>
                  <a:pt x="67589" y="22860"/>
                </a:lnTo>
                <a:lnTo>
                  <a:pt x="68021" y="22860"/>
                </a:lnTo>
                <a:lnTo>
                  <a:pt x="64211" y="24129"/>
                </a:lnTo>
                <a:lnTo>
                  <a:pt x="64642" y="24129"/>
                </a:lnTo>
                <a:lnTo>
                  <a:pt x="60921" y="25400"/>
                </a:lnTo>
                <a:lnTo>
                  <a:pt x="61340" y="25400"/>
                </a:lnTo>
                <a:lnTo>
                  <a:pt x="59531" y="26670"/>
                </a:lnTo>
                <a:lnTo>
                  <a:pt x="58115" y="26670"/>
                </a:lnTo>
                <a:lnTo>
                  <a:pt x="54597" y="29210"/>
                </a:lnTo>
                <a:lnTo>
                  <a:pt x="54990" y="29210"/>
                </a:lnTo>
                <a:lnTo>
                  <a:pt x="53289" y="30479"/>
                </a:lnTo>
                <a:lnTo>
                  <a:pt x="51968" y="30479"/>
                </a:lnTo>
                <a:lnTo>
                  <a:pt x="48679" y="33020"/>
                </a:lnTo>
                <a:lnTo>
                  <a:pt x="49034" y="33020"/>
                </a:lnTo>
                <a:lnTo>
                  <a:pt x="45859" y="35560"/>
                </a:lnTo>
                <a:lnTo>
                  <a:pt x="46215" y="35560"/>
                </a:lnTo>
                <a:lnTo>
                  <a:pt x="43167" y="38100"/>
                </a:lnTo>
                <a:lnTo>
                  <a:pt x="43510" y="38100"/>
                </a:lnTo>
                <a:lnTo>
                  <a:pt x="40589" y="40639"/>
                </a:lnTo>
                <a:lnTo>
                  <a:pt x="40906" y="40639"/>
                </a:lnTo>
                <a:lnTo>
                  <a:pt x="38125" y="43179"/>
                </a:lnTo>
                <a:lnTo>
                  <a:pt x="38430" y="43179"/>
                </a:lnTo>
                <a:lnTo>
                  <a:pt x="35788" y="45720"/>
                </a:lnTo>
                <a:lnTo>
                  <a:pt x="36080" y="45720"/>
                </a:lnTo>
                <a:lnTo>
                  <a:pt x="33591" y="48260"/>
                </a:lnTo>
                <a:lnTo>
                  <a:pt x="33858" y="48260"/>
                </a:lnTo>
                <a:lnTo>
                  <a:pt x="32300" y="50800"/>
                </a:lnTo>
                <a:lnTo>
                  <a:pt x="31775" y="50800"/>
                </a:lnTo>
                <a:lnTo>
                  <a:pt x="29590" y="54610"/>
                </a:lnTo>
                <a:lnTo>
                  <a:pt x="29832" y="54610"/>
                </a:lnTo>
                <a:lnTo>
                  <a:pt x="27800" y="57150"/>
                </a:lnTo>
                <a:lnTo>
                  <a:pt x="28028" y="57150"/>
                </a:lnTo>
                <a:lnTo>
                  <a:pt x="26174" y="60960"/>
                </a:lnTo>
                <a:lnTo>
                  <a:pt x="26377" y="60960"/>
                </a:lnTo>
                <a:lnTo>
                  <a:pt x="24688" y="63500"/>
                </a:lnTo>
                <a:lnTo>
                  <a:pt x="24866" y="63500"/>
                </a:lnTo>
                <a:lnTo>
                  <a:pt x="23367" y="67310"/>
                </a:lnTo>
                <a:lnTo>
                  <a:pt x="23533" y="67310"/>
                </a:lnTo>
                <a:lnTo>
                  <a:pt x="22212" y="71120"/>
                </a:lnTo>
                <a:lnTo>
                  <a:pt x="22351" y="71120"/>
                </a:lnTo>
                <a:lnTo>
                  <a:pt x="21598" y="73660"/>
                </a:lnTo>
                <a:lnTo>
                  <a:pt x="21335" y="73660"/>
                </a:lnTo>
                <a:lnTo>
                  <a:pt x="20396" y="77470"/>
                </a:lnTo>
                <a:lnTo>
                  <a:pt x="19748" y="81279"/>
                </a:lnTo>
                <a:lnTo>
                  <a:pt x="19291" y="85089"/>
                </a:lnTo>
                <a:lnTo>
                  <a:pt x="19121" y="87629"/>
                </a:lnTo>
                <a:lnTo>
                  <a:pt x="19037" y="88900"/>
                </a:lnTo>
                <a:lnTo>
                  <a:pt x="19011" y="433070"/>
                </a:lnTo>
                <a:lnTo>
                  <a:pt x="19342" y="436879"/>
                </a:lnTo>
                <a:lnTo>
                  <a:pt x="19824" y="440689"/>
                </a:lnTo>
                <a:lnTo>
                  <a:pt x="20497" y="444500"/>
                </a:lnTo>
                <a:lnTo>
                  <a:pt x="20631" y="444500"/>
                </a:lnTo>
                <a:lnTo>
                  <a:pt x="21335" y="448310"/>
                </a:lnTo>
                <a:lnTo>
                  <a:pt x="21598" y="448310"/>
                </a:lnTo>
                <a:lnTo>
                  <a:pt x="22351" y="450850"/>
                </a:lnTo>
                <a:lnTo>
                  <a:pt x="22212" y="450850"/>
                </a:lnTo>
                <a:lnTo>
                  <a:pt x="23533" y="454660"/>
                </a:lnTo>
                <a:lnTo>
                  <a:pt x="23367" y="454660"/>
                </a:lnTo>
                <a:lnTo>
                  <a:pt x="24866" y="458470"/>
                </a:lnTo>
                <a:lnTo>
                  <a:pt x="25251" y="458470"/>
                </a:lnTo>
                <a:lnTo>
                  <a:pt x="26377" y="461010"/>
                </a:lnTo>
                <a:lnTo>
                  <a:pt x="26174" y="461010"/>
                </a:lnTo>
                <a:lnTo>
                  <a:pt x="28028" y="464820"/>
                </a:lnTo>
                <a:lnTo>
                  <a:pt x="27800" y="464820"/>
                </a:lnTo>
                <a:lnTo>
                  <a:pt x="29832" y="467360"/>
                </a:lnTo>
                <a:lnTo>
                  <a:pt x="29590" y="467360"/>
                </a:lnTo>
                <a:lnTo>
                  <a:pt x="31775" y="471170"/>
                </a:lnTo>
                <a:lnTo>
                  <a:pt x="32300" y="471170"/>
                </a:lnTo>
                <a:lnTo>
                  <a:pt x="33858" y="473710"/>
                </a:lnTo>
                <a:lnTo>
                  <a:pt x="33591" y="473710"/>
                </a:lnTo>
                <a:lnTo>
                  <a:pt x="36080" y="476250"/>
                </a:lnTo>
                <a:lnTo>
                  <a:pt x="35788" y="476250"/>
                </a:lnTo>
                <a:lnTo>
                  <a:pt x="38430" y="478789"/>
                </a:lnTo>
                <a:lnTo>
                  <a:pt x="38125" y="478789"/>
                </a:lnTo>
                <a:lnTo>
                  <a:pt x="40906" y="481329"/>
                </a:lnTo>
                <a:lnTo>
                  <a:pt x="40589" y="481329"/>
                </a:lnTo>
                <a:lnTo>
                  <a:pt x="43510" y="483870"/>
                </a:lnTo>
                <a:lnTo>
                  <a:pt x="43167" y="483870"/>
                </a:lnTo>
                <a:lnTo>
                  <a:pt x="46215" y="486410"/>
                </a:lnTo>
                <a:lnTo>
                  <a:pt x="45859" y="486410"/>
                </a:lnTo>
                <a:lnTo>
                  <a:pt x="49034" y="488950"/>
                </a:lnTo>
                <a:lnTo>
                  <a:pt x="48679" y="488950"/>
                </a:lnTo>
                <a:lnTo>
                  <a:pt x="51968" y="490220"/>
                </a:lnTo>
                <a:lnTo>
                  <a:pt x="51587" y="490220"/>
                </a:lnTo>
                <a:lnTo>
                  <a:pt x="54990" y="492760"/>
                </a:lnTo>
                <a:lnTo>
                  <a:pt x="54597" y="492760"/>
                </a:lnTo>
                <a:lnTo>
                  <a:pt x="58115" y="494029"/>
                </a:lnTo>
                <a:lnTo>
                  <a:pt x="57721" y="494029"/>
                </a:lnTo>
                <a:lnTo>
                  <a:pt x="61340" y="496570"/>
                </a:lnTo>
                <a:lnTo>
                  <a:pt x="60921" y="496570"/>
                </a:lnTo>
                <a:lnTo>
                  <a:pt x="64642" y="497839"/>
                </a:lnTo>
                <a:lnTo>
                  <a:pt x="64211" y="497839"/>
                </a:lnTo>
                <a:lnTo>
                  <a:pt x="68021" y="499110"/>
                </a:lnTo>
                <a:lnTo>
                  <a:pt x="67589" y="499110"/>
                </a:lnTo>
                <a:lnTo>
                  <a:pt x="71488" y="500379"/>
                </a:lnTo>
                <a:lnTo>
                  <a:pt x="71043" y="500379"/>
                </a:lnTo>
                <a:lnTo>
                  <a:pt x="75018" y="501650"/>
                </a:lnTo>
                <a:lnTo>
                  <a:pt x="78155" y="501650"/>
                </a:lnTo>
                <a:lnTo>
                  <a:pt x="82296" y="502920"/>
                </a:lnTo>
                <a:lnTo>
                  <a:pt x="3811727" y="502920"/>
                </a:lnTo>
                <a:lnTo>
                  <a:pt x="3809961" y="504189"/>
                </a:lnTo>
                <a:lnTo>
                  <a:pt x="3806291" y="506729"/>
                </a:lnTo>
                <a:lnTo>
                  <a:pt x="3802494" y="509270"/>
                </a:lnTo>
                <a:lnTo>
                  <a:pt x="3798582" y="510539"/>
                </a:lnTo>
                <a:lnTo>
                  <a:pt x="3794544" y="513079"/>
                </a:lnTo>
                <a:lnTo>
                  <a:pt x="3790391" y="515620"/>
                </a:lnTo>
                <a:lnTo>
                  <a:pt x="3786149" y="516889"/>
                </a:lnTo>
                <a:lnTo>
                  <a:pt x="3777360" y="519429"/>
                </a:lnTo>
                <a:lnTo>
                  <a:pt x="3768216" y="521970"/>
                </a:lnTo>
                <a:close/>
              </a:path>
              <a:path w="3847465" h="521970">
                <a:moveTo>
                  <a:pt x="3789692" y="27939"/>
                </a:moveTo>
                <a:lnTo>
                  <a:pt x="3786060" y="25400"/>
                </a:lnTo>
                <a:lnTo>
                  <a:pt x="3786479" y="25400"/>
                </a:lnTo>
                <a:lnTo>
                  <a:pt x="3782758" y="24129"/>
                </a:lnTo>
                <a:lnTo>
                  <a:pt x="3783190" y="24129"/>
                </a:lnTo>
                <a:lnTo>
                  <a:pt x="3779380" y="22860"/>
                </a:lnTo>
                <a:lnTo>
                  <a:pt x="3779824" y="22860"/>
                </a:lnTo>
                <a:lnTo>
                  <a:pt x="3775913" y="21589"/>
                </a:lnTo>
                <a:lnTo>
                  <a:pt x="3776370" y="21589"/>
                </a:lnTo>
                <a:lnTo>
                  <a:pt x="3772382" y="20320"/>
                </a:lnTo>
                <a:lnTo>
                  <a:pt x="3769245" y="20320"/>
                </a:lnTo>
                <a:lnTo>
                  <a:pt x="3765105" y="19050"/>
                </a:lnTo>
                <a:lnTo>
                  <a:pt x="3811727" y="19050"/>
                </a:lnTo>
                <a:lnTo>
                  <a:pt x="3813492" y="20320"/>
                </a:lnTo>
                <a:lnTo>
                  <a:pt x="3816883" y="24129"/>
                </a:lnTo>
                <a:lnTo>
                  <a:pt x="3820121" y="26670"/>
                </a:lnTo>
                <a:lnTo>
                  <a:pt x="3789286" y="26670"/>
                </a:lnTo>
                <a:lnTo>
                  <a:pt x="3789692" y="27939"/>
                </a:lnTo>
                <a:close/>
              </a:path>
              <a:path w="3847465" h="521970">
                <a:moveTo>
                  <a:pt x="57721" y="27939"/>
                </a:moveTo>
                <a:lnTo>
                  <a:pt x="58115" y="26670"/>
                </a:lnTo>
                <a:lnTo>
                  <a:pt x="59531" y="26670"/>
                </a:lnTo>
                <a:lnTo>
                  <a:pt x="57721" y="27939"/>
                </a:lnTo>
                <a:close/>
              </a:path>
              <a:path w="3847465" h="521970">
                <a:moveTo>
                  <a:pt x="3795814" y="31750"/>
                </a:moveTo>
                <a:lnTo>
                  <a:pt x="3792410" y="29210"/>
                </a:lnTo>
                <a:lnTo>
                  <a:pt x="3792804" y="29210"/>
                </a:lnTo>
                <a:lnTo>
                  <a:pt x="3789286" y="26670"/>
                </a:lnTo>
                <a:lnTo>
                  <a:pt x="3820121" y="26670"/>
                </a:lnTo>
                <a:lnTo>
                  <a:pt x="3823220" y="30479"/>
                </a:lnTo>
                <a:lnTo>
                  <a:pt x="3795433" y="30479"/>
                </a:lnTo>
                <a:lnTo>
                  <a:pt x="3795814" y="31750"/>
                </a:lnTo>
                <a:close/>
              </a:path>
              <a:path w="3847465" h="521970">
                <a:moveTo>
                  <a:pt x="51587" y="31750"/>
                </a:moveTo>
                <a:lnTo>
                  <a:pt x="51968" y="30479"/>
                </a:lnTo>
                <a:lnTo>
                  <a:pt x="53289" y="30479"/>
                </a:lnTo>
                <a:lnTo>
                  <a:pt x="51587" y="31750"/>
                </a:lnTo>
                <a:close/>
              </a:path>
              <a:path w="3847465" h="521970">
                <a:moveTo>
                  <a:pt x="3815880" y="52070"/>
                </a:moveTo>
                <a:lnTo>
                  <a:pt x="3813543" y="48260"/>
                </a:lnTo>
                <a:lnTo>
                  <a:pt x="3813809" y="48260"/>
                </a:lnTo>
                <a:lnTo>
                  <a:pt x="3811320" y="45720"/>
                </a:lnTo>
                <a:lnTo>
                  <a:pt x="3811612" y="45720"/>
                </a:lnTo>
                <a:lnTo>
                  <a:pt x="3808971" y="43179"/>
                </a:lnTo>
                <a:lnTo>
                  <a:pt x="3809276" y="43179"/>
                </a:lnTo>
                <a:lnTo>
                  <a:pt x="3806494" y="40639"/>
                </a:lnTo>
                <a:lnTo>
                  <a:pt x="3806812" y="40639"/>
                </a:lnTo>
                <a:lnTo>
                  <a:pt x="3803904" y="38100"/>
                </a:lnTo>
                <a:lnTo>
                  <a:pt x="3804234" y="38100"/>
                </a:lnTo>
                <a:lnTo>
                  <a:pt x="3801186" y="35560"/>
                </a:lnTo>
                <a:lnTo>
                  <a:pt x="3801541" y="35560"/>
                </a:lnTo>
                <a:lnTo>
                  <a:pt x="3798366" y="33020"/>
                </a:lnTo>
                <a:lnTo>
                  <a:pt x="3798735" y="33020"/>
                </a:lnTo>
                <a:lnTo>
                  <a:pt x="3795433" y="30479"/>
                </a:lnTo>
                <a:lnTo>
                  <a:pt x="3823220" y="30479"/>
                </a:lnTo>
                <a:lnTo>
                  <a:pt x="3826154" y="33020"/>
                </a:lnTo>
                <a:lnTo>
                  <a:pt x="3837605" y="50800"/>
                </a:lnTo>
                <a:lnTo>
                  <a:pt x="3815626" y="50800"/>
                </a:lnTo>
                <a:lnTo>
                  <a:pt x="3815880" y="52070"/>
                </a:lnTo>
                <a:close/>
              </a:path>
              <a:path w="3847465" h="521970">
                <a:moveTo>
                  <a:pt x="31521" y="52070"/>
                </a:moveTo>
                <a:lnTo>
                  <a:pt x="31775" y="50800"/>
                </a:lnTo>
                <a:lnTo>
                  <a:pt x="32300" y="50800"/>
                </a:lnTo>
                <a:lnTo>
                  <a:pt x="31521" y="52070"/>
                </a:lnTo>
                <a:close/>
              </a:path>
              <a:path w="3847465" h="521970">
                <a:moveTo>
                  <a:pt x="3826192" y="74929"/>
                </a:moveTo>
                <a:lnTo>
                  <a:pt x="3825049" y="71120"/>
                </a:lnTo>
                <a:lnTo>
                  <a:pt x="3825189" y="71120"/>
                </a:lnTo>
                <a:lnTo>
                  <a:pt x="3823868" y="67310"/>
                </a:lnTo>
                <a:lnTo>
                  <a:pt x="3824033" y="67310"/>
                </a:lnTo>
                <a:lnTo>
                  <a:pt x="3822534" y="63500"/>
                </a:lnTo>
                <a:lnTo>
                  <a:pt x="3822712" y="63500"/>
                </a:lnTo>
                <a:lnTo>
                  <a:pt x="3821036" y="60960"/>
                </a:lnTo>
                <a:lnTo>
                  <a:pt x="3821226" y="60960"/>
                </a:lnTo>
                <a:lnTo>
                  <a:pt x="3819372" y="57150"/>
                </a:lnTo>
                <a:lnTo>
                  <a:pt x="3819601" y="57150"/>
                </a:lnTo>
                <a:lnTo>
                  <a:pt x="3817569" y="54610"/>
                </a:lnTo>
                <a:lnTo>
                  <a:pt x="3817810" y="54610"/>
                </a:lnTo>
                <a:lnTo>
                  <a:pt x="3815626" y="50800"/>
                </a:lnTo>
                <a:lnTo>
                  <a:pt x="3837605" y="50800"/>
                </a:lnTo>
                <a:lnTo>
                  <a:pt x="3838295" y="52070"/>
                </a:lnTo>
                <a:lnTo>
                  <a:pt x="3840162" y="55879"/>
                </a:lnTo>
                <a:lnTo>
                  <a:pt x="3841838" y="60960"/>
                </a:lnTo>
                <a:lnTo>
                  <a:pt x="3843312" y="64770"/>
                </a:lnTo>
                <a:lnTo>
                  <a:pt x="3844582" y="69850"/>
                </a:lnTo>
                <a:lnTo>
                  <a:pt x="3845623" y="73660"/>
                </a:lnTo>
                <a:lnTo>
                  <a:pt x="3826065" y="73660"/>
                </a:lnTo>
                <a:lnTo>
                  <a:pt x="3826192" y="74929"/>
                </a:lnTo>
                <a:close/>
              </a:path>
              <a:path w="3847465" h="521970">
                <a:moveTo>
                  <a:pt x="21221" y="74929"/>
                </a:moveTo>
                <a:lnTo>
                  <a:pt x="21335" y="73660"/>
                </a:lnTo>
                <a:lnTo>
                  <a:pt x="21598" y="73660"/>
                </a:lnTo>
                <a:lnTo>
                  <a:pt x="21221" y="74929"/>
                </a:lnTo>
                <a:close/>
              </a:path>
              <a:path w="3847465" h="521970">
                <a:moveTo>
                  <a:pt x="3846747" y="440689"/>
                </a:moveTo>
                <a:lnTo>
                  <a:pt x="3827576" y="440689"/>
                </a:lnTo>
                <a:lnTo>
                  <a:pt x="3828110" y="436879"/>
                </a:lnTo>
                <a:lnTo>
                  <a:pt x="3828389" y="433070"/>
                </a:lnTo>
                <a:lnTo>
                  <a:pt x="3828478" y="429260"/>
                </a:lnTo>
                <a:lnTo>
                  <a:pt x="3828465" y="92710"/>
                </a:lnTo>
                <a:lnTo>
                  <a:pt x="3828364" y="88900"/>
                </a:lnTo>
                <a:lnTo>
                  <a:pt x="3828279" y="87629"/>
                </a:lnTo>
                <a:lnTo>
                  <a:pt x="3828059" y="85089"/>
                </a:lnTo>
                <a:lnTo>
                  <a:pt x="3827576" y="81279"/>
                </a:lnTo>
                <a:lnTo>
                  <a:pt x="3826916" y="77470"/>
                </a:lnTo>
                <a:lnTo>
                  <a:pt x="3826065" y="73660"/>
                </a:lnTo>
                <a:lnTo>
                  <a:pt x="3845623" y="73660"/>
                </a:lnTo>
                <a:lnTo>
                  <a:pt x="3846449" y="78739"/>
                </a:lnTo>
                <a:lnTo>
                  <a:pt x="3847045" y="83820"/>
                </a:lnTo>
                <a:lnTo>
                  <a:pt x="3847401" y="87629"/>
                </a:lnTo>
                <a:lnTo>
                  <a:pt x="3847401" y="434339"/>
                </a:lnTo>
                <a:lnTo>
                  <a:pt x="3847045" y="438150"/>
                </a:lnTo>
                <a:lnTo>
                  <a:pt x="3846747" y="440689"/>
                </a:lnTo>
                <a:close/>
              </a:path>
              <a:path w="3847465" h="521970">
                <a:moveTo>
                  <a:pt x="19935" y="440689"/>
                </a:moveTo>
                <a:lnTo>
                  <a:pt x="19748" y="439420"/>
                </a:lnTo>
                <a:lnTo>
                  <a:pt x="19935" y="440689"/>
                </a:lnTo>
                <a:close/>
              </a:path>
              <a:path w="3847465" h="521970">
                <a:moveTo>
                  <a:pt x="3846242" y="444500"/>
                </a:moveTo>
                <a:lnTo>
                  <a:pt x="3826916" y="444500"/>
                </a:lnTo>
                <a:lnTo>
                  <a:pt x="3827653" y="439420"/>
                </a:lnTo>
                <a:lnTo>
                  <a:pt x="3827576" y="440689"/>
                </a:lnTo>
                <a:lnTo>
                  <a:pt x="3846747" y="440689"/>
                </a:lnTo>
                <a:lnTo>
                  <a:pt x="3846449" y="443229"/>
                </a:lnTo>
                <a:lnTo>
                  <a:pt x="3846242" y="444500"/>
                </a:lnTo>
                <a:close/>
              </a:path>
              <a:path w="3847465" h="521970">
                <a:moveTo>
                  <a:pt x="20631" y="444500"/>
                </a:moveTo>
                <a:lnTo>
                  <a:pt x="20497" y="444500"/>
                </a:lnTo>
                <a:lnTo>
                  <a:pt x="20396" y="443229"/>
                </a:lnTo>
                <a:lnTo>
                  <a:pt x="20631" y="444500"/>
                </a:lnTo>
                <a:close/>
              </a:path>
              <a:path w="3847465" h="521970">
                <a:moveTo>
                  <a:pt x="3845623" y="448310"/>
                </a:moveTo>
                <a:lnTo>
                  <a:pt x="3826065" y="448310"/>
                </a:lnTo>
                <a:lnTo>
                  <a:pt x="3827005" y="443229"/>
                </a:lnTo>
                <a:lnTo>
                  <a:pt x="3826916" y="444500"/>
                </a:lnTo>
                <a:lnTo>
                  <a:pt x="3846242" y="444500"/>
                </a:lnTo>
                <a:lnTo>
                  <a:pt x="3845623" y="448310"/>
                </a:lnTo>
                <a:close/>
              </a:path>
              <a:path w="3847465" h="521970">
                <a:moveTo>
                  <a:pt x="21598" y="448310"/>
                </a:moveTo>
                <a:lnTo>
                  <a:pt x="21335" y="448310"/>
                </a:lnTo>
                <a:lnTo>
                  <a:pt x="21221" y="447039"/>
                </a:lnTo>
                <a:lnTo>
                  <a:pt x="21598" y="448310"/>
                </a:lnTo>
                <a:close/>
              </a:path>
              <a:path w="3847465" h="521970">
                <a:moveTo>
                  <a:pt x="3842821" y="458470"/>
                </a:moveTo>
                <a:lnTo>
                  <a:pt x="3822534" y="458470"/>
                </a:lnTo>
                <a:lnTo>
                  <a:pt x="3824033" y="454660"/>
                </a:lnTo>
                <a:lnTo>
                  <a:pt x="3823868" y="454660"/>
                </a:lnTo>
                <a:lnTo>
                  <a:pt x="3825189" y="450850"/>
                </a:lnTo>
                <a:lnTo>
                  <a:pt x="3825049" y="450850"/>
                </a:lnTo>
                <a:lnTo>
                  <a:pt x="3826192" y="447039"/>
                </a:lnTo>
                <a:lnTo>
                  <a:pt x="3826065" y="448310"/>
                </a:lnTo>
                <a:lnTo>
                  <a:pt x="3845623" y="448310"/>
                </a:lnTo>
                <a:lnTo>
                  <a:pt x="3844582" y="452120"/>
                </a:lnTo>
                <a:lnTo>
                  <a:pt x="3843312" y="457200"/>
                </a:lnTo>
                <a:lnTo>
                  <a:pt x="3842821" y="458470"/>
                </a:lnTo>
                <a:close/>
              </a:path>
              <a:path w="3847465" h="521970">
                <a:moveTo>
                  <a:pt x="25251" y="458470"/>
                </a:moveTo>
                <a:lnTo>
                  <a:pt x="24866" y="458470"/>
                </a:lnTo>
                <a:lnTo>
                  <a:pt x="24688" y="457200"/>
                </a:lnTo>
                <a:lnTo>
                  <a:pt x="25251" y="458470"/>
                </a:lnTo>
                <a:close/>
              </a:path>
              <a:path w="3847465" h="521970">
                <a:moveTo>
                  <a:pt x="3837605" y="471170"/>
                </a:moveTo>
                <a:lnTo>
                  <a:pt x="3815626" y="471170"/>
                </a:lnTo>
                <a:lnTo>
                  <a:pt x="3817810" y="467360"/>
                </a:lnTo>
                <a:lnTo>
                  <a:pt x="3817569" y="467360"/>
                </a:lnTo>
                <a:lnTo>
                  <a:pt x="3819601" y="464820"/>
                </a:lnTo>
                <a:lnTo>
                  <a:pt x="3819372" y="464820"/>
                </a:lnTo>
                <a:lnTo>
                  <a:pt x="3821226" y="461010"/>
                </a:lnTo>
                <a:lnTo>
                  <a:pt x="3821036" y="461010"/>
                </a:lnTo>
                <a:lnTo>
                  <a:pt x="3822712" y="457200"/>
                </a:lnTo>
                <a:lnTo>
                  <a:pt x="3822534" y="458470"/>
                </a:lnTo>
                <a:lnTo>
                  <a:pt x="3842821" y="458470"/>
                </a:lnTo>
                <a:lnTo>
                  <a:pt x="3841838" y="461010"/>
                </a:lnTo>
                <a:lnTo>
                  <a:pt x="3840162" y="464820"/>
                </a:lnTo>
                <a:lnTo>
                  <a:pt x="3838295" y="469900"/>
                </a:lnTo>
                <a:lnTo>
                  <a:pt x="3837605" y="471170"/>
                </a:lnTo>
                <a:close/>
              </a:path>
              <a:path w="3847465" h="521970">
                <a:moveTo>
                  <a:pt x="32300" y="471170"/>
                </a:moveTo>
                <a:lnTo>
                  <a:pt x="31775" y="471170"/>
                </a:lnTo>
                <a:lnTo>
                  <a:pt x="31521" y="469900"/>
                </a:lnTo>
                <a:lnTo>
                  <a:pt x="32300" y="471170"/>
                </a:lnTo>
                <a:close/>
              </a:path>
              <a:path w="3847465" h="521970">
                <a:moveTo>
                  <a:pt x="3811727" y="502920"/>
                </a:moveTo>
                <a:lnTo>
                  <a:pt x="3765105" y="502920"/>
                </a:lnTo>
                <a:lnTo>
                  <a:pt x="3769245" y="501650"/>
                </a:lnTo>
                <a:lnTo>
                  <a:pt x="3772382" y="501650"/>
                </a:lnTo>
                <a:lnTo>
                  <a:pt x="3776370" y="500379"/>
                </a:lnTo>
                <a:lnTo>
                  <a:pt x="3775913" y="500379"/>
                </a:lnTo>
                <a:lnTo>
                  <a:pt x="3779824" y="499110"/>
                </a:lnTo>
                <a:lnTo>
                  <a:pt x="3779380" y="499110"/>
                </a:lnTo>
                <a:lnTo>
                  <a:pt x="3783190" y="497839"/>
                </a:lnTo>
                <a:lnTo>
                  <a:pt x="3782758" y="497839"/>
                </a:lnTo>
                <a:lnTo>
                  <a:pt x="3786479" y="496570"/>
                </a:lnTo>
                <a:lnTo>
                  <a:pt x="3786060" y="496570"/>
                </a:lnTo>
                <a:lnTo>
                  <a:pt x="3789692" y="494029"/>
                </a:lnTo>
                <a:lnTo>
                  <a:pt x="3789286" y="494029"/>
                </a:lnTo>
                <a:lnTo>
                  <a:pt x="3792804" y="492760"/>
                </a:lnTo>
                <a:lnTo>
                  <a:pt x="3792410" y="492760"/>
                </a:lnTo>
                <a:lnTo>
                  <a:pt x="3795814" y="490220"/>
                </a:lnTo>
                <a:lnTo>
                  <a:pt x="3795433" y="490220"/>
                </a:lnTo>
                <a:lnTo>
                  <a:pt x="3798735" y="488950"/>
                </a:lnTo>
                <a:lnTo>
                  <a:pt x="3798366" y="488950"/>
                </a:lnTo>
                <a:lnTo>
                  <a:pt x="3801541" y="486410"/>
                </a:lnTo>
                <a:lnTo>
                  <a:pt x="3801186" y="486410"/>
                </a:lnTo>
                <a:lnTo>
                  <a:pt x="3804234" y="483870"/>
                </a:lnTo>
                <a:lnTo>
                  <a:pt x="3803904" y="483870"/>
                </a:lnTo>
                <a:lnTo>
                  <a:pt x="3806812" y="481329"/>
                </a:lnTo>
                <a:lnTo>
                  <a:pt x="3806494" y="481329"/>
                </a:lnTo>
                <a:lnTo>
                  <a:pt x="3809276" y="478789"/>
                </a:lnTo>
                <a:lnTo>
                  <a:pt x="3808971" y="478789"/>
                </a:lnTo>
                <a:lnTo>
                  <a:pt x="3811612" y="476250"/>
                </a:lnTo>
                <a:lnTo>
                  <a:pt x="3811320" y="476250"/>
                </a:lnTo>
                <a:lnTo>
                  <a:pt x="3813809" y="473710"/>
                </a:lnTo>
                <a:lnTo>
                  <a:pt x="3813543" y="473710"/>
                </a:lnTo>
                <a:lnTo>
                  <a:pt x="3815880" y="469900"/>
                </a:lnTo>
                <a:lnTo>
                  <a:pt x="3815626" y="471170"/>
                </a:lnTo>
                <a:lnTo>
                  <a:pt x="3837605" y="471170"/>
                </a:lnTo>
                <a:lnTo>
                  <a:pt x="3823220" y="491489"/>
                </a:lnTo>
                <a:lnTo>
                  <a:pt x="3820121" y="495300"/>
                </a:lnTo>
                <a:lnTo>
                  <a:pt x="3816883" y="497839"/>
                </a:lnTo>
                <a:lnTo>
                  <a:pt x="3813492" y="501650"/>
                </a:lnTo>
                <a:lnTo>
                  <a:pt x="3811727" y="502920"/>
                </a:lnTo>
                <a:close/>
              </a:path>
              <a:path w="3847465" h="521970">
                <a:moveTo>
                  <a:pt x="78625" y="501650"/>
                </a:moveTo>
                <a:lnTo>
                  <a:pt x="75018" y="501650"/>
                </a:lnTo>
                <a:lnTo>
                  <a:pt x="74561" y="500379"/>
                </a:lnTo>
                <a:lnTo>
                  <a:pt x="78625" y="501650"/>
                </a:lnTo>
                <a:close/>
              </a:path>
              <a:path w="3847465" h="521970">
                <a:moveTo>
                  <a:pt x="3772382" y="501650"/>
                </a:moveTo>
                <a:lnTo>
                  <a:pt x="3768775" y="501650"/>
                </a:lnTo>
                <a:lnTo>
                  <a:pt x="3772839" y="500379"/>
                </a:lnTo>
                <a:lnTo>
                  <a:pt x="3772382" y="501650"/>
                </a:lnTo>
                <a:close/>
              </a:path>
            </a:pathLst>
          </a:custGeom>
          <a:solidFill>
            <a:srgbClr val="1D6CC2"/>
          </a:solidFill>
        </p:spPr>
        <p:txBody>
          <a:bodyPr wrap="square" lIns="0" tIns="0" rIns="0" bIns="0" rtlCol="0"/>
          <a:lstStyle/>
          <a:p>
            <a:endParaRPr/>
          </a:p>
        </p:txBody>
      </p:sp>
      <p:sp>
        <p:nvSpPr>
          <p:cNvPr id="23" name="object 23"/>
          <p:cNvSpPr txBox="1"/>
          <p:nvPr/>
        </p:nvSpPr>
        <p:spPr>
          <a:xfrm>
            <a:off x="7966188" y="4306760"/>
            <a:ext cx="2228215" cy="268605"/>
          </a:xfrm>
          <a:prstGeom prst="rect">
            <a:avLst/>
          </a:prstGeom>
        </p:spPr>
        <p:txBody>
          <a:bodyPr vert="horz" wrap="square" lIns="0" tIns="12065" rIns="0" bIns="0" rtlCol="0">
            <a:spAutoFit/>
          </a:bodyPr>
          <a:lstStyle/>
          <a:p>
            <a:pPr marL="12700">
              <a:lnSpc>
                <a:spcPct val="100000"/>
              </a:lnSpc>
              <a:spcBef>
                <a:spcPts val="95"/>
              </a:spcBef>
            </a:pPr>
            <a:r>
              <a:rPr sz="1600" spc="135" dirty="0">
                <a:latin typeface="宋体"/>
                <a:cs typeface="宋体"/>
              </a:rPr>
              <a:t>视觉与文字的协同设</a:t>
            </a:r>
            <a:r>
              <a:rPr sz="1600" spc="-50" dirty="0">
                <a:latin typeface="宋体"/>
                <a:cs typeface="宋体"/>
              </a:rPr>
              <a:t>计</a:t>
            </a:r>
            <a:endParaRPr sz="1600">
              <a:latin typeface="宋体"/>
              <a:cs typeface="宋体"/>
            </a:endParaRPr>
          </a:p>
        </p:txBody>
      </p:sp>
      <p:sp>
        <p:nvSpPr>
          <p:cNvPr id="24" name="object 24"/>
          <p:cNvSpPr/>
          <p:nvPr/>
        </p:nvSpPr>
        <p:spPr>
          <a:xfrm>
            <a:off x="7096112" y="4190352"/>
            <a:ext cx="390525" cy="359410"/>
          </a:xfrm>
          <a:custGeom>
            <a:avLst/>
            <a:gdLst/>
            <a:ahLst/>
            <a:cxnLst/>
            <a:rect l="l" t="t" r="r" b="b"/>
            <a:pathLst>
              <a:path w="390525" h="359410">
                <a:moveTo>
                  <a:pt x="94259" y="359270"/>
                </a:moveTo>
                <a:lnTo>
                  <a:pt x="49198" y="355862"/>
                </a:lnTo>
                <a:lnTo>
                  <a:pt x="0" y="342506"/>
                </a:lnTo>
                <a:lnTo>
                  <a:pt x="0" y="77076"/>
                </a:lnTo>
                <a:lnTo>
                  <a:pt x="24295" y="42811"/>
                </a:lnTo>
                <a:lnTo>
                  <a:pt x="67373" y="0"/>
                </a:lnTo>
                <a:lnTo>
                  <a:pt x="382904" y="0"/>
                </a:lnTo>
                <a:lnTo>
                  <a:pt x="389708" y="48206"/>
                </a:lnTo>
                <a:lnTo>
                  <a:pt x="390093" y="63436"/>
                </a:lnTo>
                <a:lnTo>
                  <a:pt x="386221" y="111422"/>
                </a:lnTo>
                <a:lnTo>
                  <a:pt x="375011" y="156943"/>
                </a:lnTo>
                <a:lnTo>
                  <a:pt x="357072" y="199389"/>
                </a:lnTo>
                <a:lnTo>
                  <a:pt x="333014" y="238152"/>
                </a:lnTo>
                <a:lnTo>
                  <a:pt x="303445" y="272622"/>
                </a:lnTo>
                <a:lnTo>
                  <a:pt x="268975" y="302191"/>
                </a:lnTo>
                <a:lnTo>
                  <a:pt x="230212" y="326250"/>
                </a:lnTo>
                <a:lnTo>
                  <a:pt x="187766" y="344188"/>
                </a:lnTo>
                <a:lnTo>
                  <a:pt x="142245" y="355398"/>
                </a:lnTo>
                <a:lnTo>
                  <a:pt x="94259" y="359270"/>
                </a:lnTo>
                <a:close/>
              </a:path>
            </a:pathLst>
          </a:custGeom>
          <a:solidFill>
            <a:srgbClr val="1D6CC2"/>
          </a:solidFill>
        </p:spPr>
        <p:txBody>
          <a:bodyPr wrap="square" lIns="0" tIns="0" rIns="0" bIns="0" rtlCol="0"/>
          <a:lstStyle/>
          <a:p>
            <a:endParaRPr/>
          </a:p>
        </p:txBody>
      </p:sp>
      <p:sp>
        <p:nvSpPr>
          <p:cNvPr id="25" name="object 25"/>
          <p:cNvSpPr txBox="1"/>
          <p:nvPr/>
        </p:nvSpPr>
        <p:spPr>
          <a:xfrm>
            <a:off x="7112799" y="4199928"/>
            <a:ext cx="3181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a:cs typeface="Arial"/>
              </a:rPr>
              <a:t>0</a:t>
            </a:r>
            <a:r>
              <a:rPr sz="1800" spc="-204" dirty="0">
                <a:solidFill>
                  <a:srgbClr val="FFFFFF"/>
                </a:solidFill>
                <a:latin typeface="Arial"/>
                <a:cs typeface="Arial"/>
              </a:rPr>
              <a:t> </a:t>
            </a:r>
            <a:r>
              <a:rPr sz="1800" spc="-60" dirty="0">
                <a:solidFill>
                  <a:srgbClr val="FFFFFF"/>
                </a:solidFill>
                <a:latin typeface="Arial"/>
                <a:cs typeface="Arial"/>
              </a:rPr>
              <a:t>3</a:t>
            </a:r>
            <a:endParaRPr sz="1800">
              <a:latin typeface="Arial"/>
              <a:cs typeface="Arial"/>
            </a:endParaRPr>
          </a:p>
        </p:txBody>
      </p:sp>
      <p:sp>
        <p:nvSpPr>
          <p:cNvPr id="26" name="object 26"/>
          <p:cNvSpPr/>
          <p:nvPr/>
        </p:nvSpPr>
        <p:spPr>
          <a:xfrm>
            <a:off x="7091464" y="5138864"/>
            <a:ext cx="3847465" cy="521970"/>
          </a:xfrm>
          <a:custGeom>
            <a:avLst/>
            <a:gdLst/>
            <a:ahLst/>
            <a:cxnLst/>
            <a:rect l="l" t="t" r="r" b="b"/>
            <a:pathLst>
              <a:path w="3847465" h="521970">
                <a:moveTo>
                  <a:pt x="3768216" y="521970"/>
                </a:moveTo>
                <a:lnTo>
                  <a:pt x="79184" y="521970"/>
                </a:lnTo>
                <a:lnTo>
                  <a:pt x="70053" y="519429"/>
                </a:lnTo>
                <a:lnTo>
                  <a:pt x="61252" y="516889"/>
                </a:lnTo>
                <a:lnTo>
                  <a:pt x="57010" y="515620"/>
                </a:lnTo>
                <a:lnTo>
                  <a:pt x="52857" y="513079"/>
                </a:lnTo>
                <a:lnTo>
                  <a:pt x="48831" y="510539"/>
                </a:lnTo>
                <a:lnTo>
                  <a:pt x="44907" y="509270"/>
                </a:lnTo>
                <a:lnTo>
                  <a:pt x="41109" y="506729"/>
                </a:lnTo>
                <a:lnTo>
                  <a:pt x="37452" y="504189"/>
                </a:lnTo>
                <a:lnTo>
                  <a:pt x="33921" y="501650"/>
                </a:lnTo>
                <a:lnTo>
                  <a:pt x="30518" y="497839"/>
                </a:lnTo>
                <a:lnTo>
                  <a:pt x="27279" y="495300"/>
                </a:lnTo>
                <a:lnTo>
                  <a:pt x="24180" y="491489"/>
                </a:lnTo>
                <a:lnTo>
                  <a:pt x="21247" y="488950"/>
                </a:lnTo>
                <a:lnTo>
                  <a:pt x="18465" y="485139"/>
                </a:lnTo>
                <a:lnTo>
                  <a:pt x="7238" y="464820"/>
                </a:lnTo>
                <a:lnTo>
                  <a:pt x="5562" y="461010"/>
                </a:lnTo>
                <a:lnTo>
                  <a:pt x="4089" y="457200"/>
                </a:lnTo>
                <a:lnTo>
                  <a:pt x="2832" y="452120"/>
                </a:lnTo>
                <a:lnTo>
                  <a:pt x="1777" y="448310"/>
                </a:lnTo>
                <a:lnTo>
                  <a:pt x="952" y="443229"/>
                </a:lnTo>
                <a:lnTo>
                  <a:pt x="368" y="438150"/>
                </a:lnTo>
                <a:lnTo>
                  <a:pt x="0" y="434339"/>
                </a:lnTo>
                <a:lnTo>
                  <a:pt x="0" y="87629"/>
                </a:lnTo>
                <a:lnTo>
                  <a:pt x="368" y="83820"/>
                </a:lnTo>
                <a:lnTo>
                  <a:pt x="952" y="78739"/>
                </a:lnTo>
                <a:lnTo>
                  <a:pt x="1777" y="73660"/>
                </a:lnTo>
                <a:lnTo>
                  <a:pt x="2832" y="69850"/>
                </a:lnTo>
                <a:lnTo>
                  <a:pt x="4089" y="64770"/>
                </a:lnTo>
                <a:lnTo>
                  <a:pt x="5562" y="60960"/>
                </a:lnTo>
                <a:lnTo>
                  <a:pt x="7238" y="55879"/>
                </a:lnTo>
                <a:lnTo>
                  <a:pt x="9105" y="52070"/>
                </a:lnTo>
                <a:lnTo>
                  <a:pt x="24180" y="30479"/>
                </a:lnTo>
                <a:lnTo>
                  <a:pt x="27279" y="26670"/>
                </a:lnTo>
                <a:lnTo>
                  <a:pt x="30518" y="24129"/>
                </a:lnTo>
                <a:lnTo>
                  <a:pt x="33921" y="20320"/>
                </a:lnTo>
                <a:lnTo>
                  <a:pt x="37452" y="17779"/>
                </a:lnTo>
                <a:lnTo>
                  <a:pt x="41109" y="15239"/>
                </a:lnTo>
                <a:lnTo>
                  <a:pt x="44907" y="12700"/>
                </a:lnTo>
                <a:lnTo>
                  <a:pt x="48831" y="10160"/>
                </a:lnTo>
                <a:lnTo>
                  <a:pt x="52857" y="8889"/>
                </a:lnTo>
                <a:lnTo>
                  <a:pt x="57010" y="6350"/>
                </a:lnTo>
                <a:lnTo>
                  <a:pt x="61252" y="5079"/>
                </a:lnTo>
                <a:lnTo>
                  <a:pt x="70053" y="2539"/>
                </a:lnTo>
                <a:lnTo>
                  <a:pt x="79184" y="0"/>
                </a:lnTo>
                <a:lnTo>
                  <a:pt x="3768216" y="0"/>
                </a:lnTo>
                <a:lnTo>
                  <a:pt x="3777360" y="2539"/>
                </a:lnTo>
                <a:lnTo>
                  <a:pt x="3786149" y="5079"/>
                </a:lnTo>
                <a:lnTo>
                  <a:pt x="3790391" y="6350"/>
                </a:lnTo>
                <a:lnTo>
                  <a:pt x="3794544" y="8889"/>
                </a:lnTo>
                <a:lnTo>
                  <a:pt x="3798582" y="10160"/>
                </a:lnTo>
                <a:lnTo>
                  <a:pt x="3802494" y="12700"/>
                </a:lnTo>
                <a:lnTo>
                  <a:pt x="3806291" y="15239"/>
                </a:lnTo>
                <a:lnTo>
                  <a:pt x="3809961" y="17779"/>
                </a:lnTo>
                <a:lnTo>
                  <a:pt x="93662" y="17779"/>
                </a:lnTo>
                <a:lnTo>
                  <a:pt x="89331" y="19050"/>
                </a:lnTo>
                <a:lnTo>
                  <a:pt x="82296" y="19050"/>
                </a:lnTo>
                <a:lnTo>
                  <a:pt x="78155" y="20320"/>
                </a:lnTo>
                <a:lnTo>
                  <a:pt x="75018" y="20320"/>
                </a:lnTo>
                <a:lnTo>
                  <a:pt x="71043" y="21589"/>
                </a:lnTo>
                <a:lnTo>
                  <a:pt x="71488" y="21589"/>
                </a:lnTo>
                <a:lnTo>
                  <a:pt x="67589" y="22860"/>
                </a:lnTo>
                <a:lnTo>
                  <a:pt x="68021" y="22860"/>
                </a:lnTo>
                <a:lnTo>
                  <a:pt x="64211" y="24129"/>
                </a:lnTo>
                <a:lnTo>
                  <a:pt x="64642" y="24129"/>
                </a:lnTo>
                <a:lnTo>
                  <a:pt x="60921" y="25400"/>
                </a:lnTo>
                <a:lnTo>
                  <a:pt x="61340" y="25400"/>
                </a:lnTo>
                <a:lnTo>
                  <a:pt x="59531" y="26670"/>
                </a:lnTo>
                <a:lnTo>
                  <a:pt x="58115" y="26670"/>
                </a:lnTo>
                <a:lnTo>
                  <a:pt x="54597" y="29210"/>
                </a:lnTo>
                <a:lnTo>
                  <a:pt x="54990" y="29210"/>
                </a:lnTo>
                <a:lnTo>
                  <a:pt x="53289" y="30479"/>
                </a:lnTo>
                <a:lnTo>
                  <a:pt x="51968" y="30479"/>
                </a:lnTo>
                <a:lnTo>
                  <a:pt x="48679" y="33020"/>
                </a:lnTo>
                <a:lnTo>
                  <a:pt x="49034" y="33020"/>
                </a:lnTo>
                <a:lnTo>
                  <a:pt x="45859" y="35560"/>
                </a:lnTo>
                <a:lnTo>
                  <a:pt x="46215" y="35560"/>
                </a:lnTo>
                <a:lnTo>
                  <a:pt x="43167" y="38100"/>
                </a:lnTo>
                <a:lnTo>
                  <a:pt x="43510" y="38100"/>
                </a:lnTo>
                <a:lnTo>
                  <a:pt x="40589" y="40639"/>
                </a:lnTo>
                <a:lnTo>
                  <a:pt x="40906" y="40639"/>
                </a:lnTo>
                <a:lnTo>
                  <a:pt x="38125" y="43179"/>
                </a:lnTo>
                <a:lnTo>
                  <a:pt x="38430" y="43179"/>
                </a:lnTo>
                <a:lnTo>
                  <a:pt x="35788" y="45720"/>
                </a:lnTo>
                <a:lnTo>
                  <a:pt x="36080" y="45720"/>
                </a:lnTo>
                <a:lnTo>
                  <a:pt x="33591" y="48260"/>
                </a:lnTo>
                <a:lnTo>
                  <a:pt x="33858" y="48260"/>
                </a:lnTo>
                <a:lnTo>
                  <a:pt x="32300" y="50800"/>
                </a:lnTo>
                <a:lnTo>
                  <a:pt x="31775" y="50800"/>
                </a:lnTo>
                <a:lnTo>
                  <a:pt x="29590" y="54610"/>
                </a:lnTo>
                <a:lnTo>
                  <a:pt x="29832" y="54610"/>
                </a:lnTo>
                <a:lnTo>
                  <a:pt x="27800" y="57150"/>
                </a:lnTo>
                <a:lnTo>
                  <a:pt x="28028" y="57150"/>
                </a:lnTo>
                <a:lnTo>
                  <a:pt x="26174" y="60960"/>
                </a:lnTo>
                <a:lnTo>
                  <a:pt x="26377" y="60960"/>
                </a:lnTo>
                <a:lnTo>
                  <a:pt x="24688" y="63500"/>
                </a:lnTo>
                <a:lnTo>
                  <a:pt x="24866" y="63500"/>
                </a:lnTo>
                <a:lnTo>
                  <a:pt x="23367" y="67310"/>
                </a:lnTo>
                <a:lnTo>
                  <a:pt x="23533" y="67310"/>
                </a:lnTo>
                <a:lnTo>
                  <a:pt x="22212" y="71120"/>
                </a:lnTo>
                <a:lnTo>
                  <a:pt x="22351" y="71120"/>
                </a:lnTo>
                <a:lnTo>
                  <a:pt x="21598" y="73660"/>
                </a:lnTo>
                <a:lnTo>
                  <a:pt x="21335" y="73660"/>
                </a:lnTo>
                <a:lnTo>
                  <a:pt x="20396" y="77470"/>
                </a:lnTo>
                <a:lnTo>
                  <a:pt x="19748" y="81279"/>
                </a:lnTo>
                <a:lnTo>
                  <a:pt x="19291" y="85089"/>
                </a:lnTo>
                <a:lnTo>
                  <a:pt x="19121" y="87629"/>
                </a:lnTo>
                <a:lnTo>
                  <a:pt x="19037" y="88900"/>
                </a:lnTo>
                <a:lnTo>
                  <a:pt x="19011" y="433070"/>
                </a:lnTo>
                <a:lnTo>
                  <a:pt x="19342" y="436879"/>
                </a:lnTo>
                <a:lnTo>
                  <a:pt x="19824" y="440689"/>
                </a:lnTo>
                <a:lnTo>
                  <a:pt x="20497" y="444500"/>
                </a:lnTo>
                <a:lnTo>
                  <a:pt x="20631" y="444500"/>
                </a:lnTo>
                <a:lnTo>
                  <a:pt x="21335" y="448310"/>
                </a:lnTo>
                <a:lnTo>
                  <a:pt x="21598" y="448310"/>
                </a:lnTo>
                <a:lnTo>
                  <a:pt x="22351" y="450850"/>
                </a:lnTo>
                <a:lnTo>
                  <a:pt x="22212" y="450850"/>
                </a:lnTo>
                <a:lnTo>
                  <a:pt x="23533" y="454660"/>
                </a:lnTo>
                <a:lnTo>
                  <a:pt x="23367" y="454660"/>
                </a:lnTo>
                <a:lnTo>
                  <a:pt x="24866" y="458470"/>
                </a:lnTo>
                <a:lnTo>
                  <a:pt x="25251" y="458470"/>
                </a:lnTo>
                <a:lnTo>
                  <a:pt x="26377" y="461010"/>
                </a:lnTo>
                <a:lnTo>
                  <a:pt x="26174" y="461010"/>
                </a:lnTo>
                <a:lnTo>
                  <a:pt x="28028" y="464820"/>
                </a:lnTo>
                <a:lnTo>
                  <a:pt x="27800" y="464820"/>
                </a:lnTo>
                <a:lnTo>
                  <a:pt x="29832" y="467360"/>
                </a:lnTo>
                <a:lnTo>
                  <a:pt x="29590" y="467360"/>
                </a:lnTo>
                <a:lnTo>
                  <a:pt x="31775" y="471170"/>
                </a:lnTo>
                <a:lnTo>
                  <a:pt x="32300" y="471170"/>
                </a:lnTo>
                <a:lnTo>
                  <a:pt x="33858" y="473710"/>
                </a:lnTo>
                <a:lnTo>
                  <a:pt x="33591" y="473710"/>
                </a:lnTo>
                <a:lnTo>
                  <a:pt x="36080" y="476250"/>
                </a:lnTo>
                <a:lnTo>
                  <a:pt x="35788" y="476250"/>
                </a:lnTo>
                <a:lnTo>
                  <a:pt x="38430" y="478789"/>
                </a:lnTo>
                <a:lnTo>
                  <a:pt x="38125" y="478789"/>
                </a:lnTo>
                <a:lnTo>
                  <a:pt x="40906" y="481329"/>
                </a:lnTo>
                <a:lnTo>
                  <a:pt x="40589" y="481329"/>
                </a:lnTo>
                <a:lnTo>
                  <a:pt x="43510" y="483870"/>
                </a:lnTo>
                <a:lnTo>
                  <a:pt x="43167" y="483870"/>
                </a:lnTo>
                <a:lnTo>
                  <a:pt x="46215" y="486410"/>
                </a:lnTo>
                <a:lnTo>
                  <a:pt x="45859" y="486410"/>
                </a:lnTo>
                <a:lnTo>
                  <a:pt x="49034" y="488950"/>
                </a:lnTo>
                <a:lnTo>
                  <a:pt x="48679" y="488950"/>
                </a:lnTo>
                <a:lnTo>
                  <a:pt x="51968" y="490220"/>
                </a:lnTo>
                <a:lnTo>
                  <a:pt x="51587" y="490220"/>
                </a:lnTo>
                <a:lnTo>
                  <a:pt x="54990" y="492760"/>
                </a:lnTo>
                <a:lnTo>
                  <a:pt x="54597" y="492760"/>
                </a:lnTo>
                <a:lnTo>
                  <a:pt x="58115" y="494029"/>
                </a:lnTo>
                <a:lnTo>
                  <a:pt x="57721" y="494029"/>
                </a:lnTo>
                <a:lnTo>
                  <a:pt x="61340" y="496570"/>
                </a:lnTo>
                <a:lnTo>
                  <a:pt x="60921" y="496570"/>
                </a:lnTo>
                <a:lnTo>
                  <a:pt x="64642" y="497839"/>
                </a:lnTo>
                <a:lnTo>
                  <a:pt x="64211" y="497839"/>
                </a:lnTo>
                <a:lnTo>
                  <a:pt x="68021" y="499110"/>
                </a:lnTo>
                <a:lnTo>
                  <a:pt x="67589" y="499110"/>
                </a:lnTo>
                <a:lnTo>
                  <a:pt x="71488" y="500379"/>
                </a:lnTo>
                <a:lnTo>
                  <a:pt x="71043" y="500379"/>
                </a:lnTo>
                <a:lnTo>
                  <a:pt x="75018" y="501650"/>
                </a:lnTo>
                <a:lnTo>
                  <a:pt x="78155" y="501650"/>
                </a:lnTo>
                <a:lnTo>
                  <a:pt x="82296" y="502920"/>
                </a:lnTo>
                <a:lnTo>
                  <a:pt x="3811727" y="502920"/>
                </a:lnTo>
                <a:lnTo>
                  <a:pt x="3809961" y="504189"/>
                </a:lnTo>
                <a:lnTo>
                  <a:pt x="3806291" y="506729"/>
                </a:lnTo>
                <a:lnTo>
                  <a:pt x="3802494" y="509270"/>
                </a:lnTo>
                <a:lnTo>
                  <a:pt x="3798582" y="510539"/>
                </a:lnTo>
                <a:lnTo>
                  <a:pt x="3794544" y="513079"/>
                </a:lnTo>
                <a:lnTo>
                  <a:pt x="3790391" y="515620"/>
                </a:lnTo>
                <a:lnTo>
                  <a:pt x="3786149" y="516889"/>
                </a:lnTo>
                <a:lnTo>
                  <a:pt x="3777360" y="519429"/>
                </a:lnTo>
                <a:lnTo>
                  <a:pt x="3768216" y="521970"/>
                </a:lnTo>
                <a:close/>
              </a:path>
              <a:path w="3847465" h="521970">
                <a:moveTo>
                  <a:pt x="3753992" y="19050"/>
                </a:moveTo>
                <a:lnTo>
                  <a:pt x="93421" y="19050"/>
                </a:lnTo>
                <a:lnTo>
                  <a:pt x="93662" y="17779"/>
                </a:lnTo>
                <a:lnTo>
                  <a:pt x="3753751" y="17779"/>
                </a:lnTo>
                <a:lnTo>
                  <a:pt x="3753992" y="19050"/>
                </a:lnTo>
                <a:close/>
              </a:path>
              <a:path w="3847465" h="521970">
                <a:moveTo>
                  <a:pt x="3789692" y="27939"/>
                </a:moveTo>
                <a:lnTo>
                  <a:pt x="3786060" y="25400"/>
                </a:lnTo>
                <a:lnTo>
                  <a:pt x="3786479" y="25400"/>
                </a:lnTo>
                <a:lnTo>
                  <a:pt x="3782758" y="24129"/>
                </a:lnTo>
                <a:lnTo>
                  <a:pt x="3783190" y="24129"/>
                </a:lnTo>
                <a:lnTo>
                  <a:pt x="3779380" y="22860"/>
                </a:lnTo>
                <a:lnTo>
                  <a:pt x="3779824" y="22860"/>
                </a:lnTo>
                <a:lnTo>
                  <a:pt x="3775913" y="21589"/>
                </a:lnTo>
                <a:lnTo>
                  <a:pt x="3776370" y="21589"/>
                </a:lnTo>
                <a:lnTo>
                  <a:pt x="3772382" y="20320"/>
                </a:lnTo>
                <a:lnTo>
                  <a:pt x="3769245" y="20320"/>
                </a:lnTo>
                <a:lnTo>
                  <a:pt x="3765105" y="19050"/>
                </a:lnTo>
                <a:lnTo>
                  <a:pt x="3758069" y="19050"/>
                </a:lnTo>
                <a:lnTo>
                  <a:pt x="3753751" y="17779"/>
                </a:lnTo>
                <a:lnTo>
                  <a:pt x="3809961" y="17779"/>
                </a:lnTo>
                <a:lnTo>
                  <a:pt x="3813492" y="20320"/>
                </a:lnTo>
                <a:lnTo>
                  <a:pt x="3816883" y="24129"/>
                </a:lnTo>
                <a:lnTo>
                  <a:pt x="3820121" y="26670"/>
                </a:lnTo>
                <a:lnTo>
                  <a:pt x="3789286" y="26670"/>
                </a:lnTo>
                <a:lnTo>
                  <a:pt x="3789692" y="27939"/>
                </a:lnTo>
                <a:close/>
              </a:path>
              <a:path w="3847465" h="521970">
                <a:moveTo>
                  <a:pt x="57721" y="27939"/>
                </a:moveTo>
                <a:lnTo>
                  <a:pt x="58115" y="26670"/>
                </a:lnTo>
                <a:lnTo>
                  <a:pt x="59531" y="26670"/>
                </a:lnTo>
                <a:lnTo>
                  <a:pt x="57721" y="27939"/>
                </a:lnTo>
                <a:close/>
              </a:path>
              <a:path w="3847465" h="521970">
                <a:moveTo>
                  <a:pt x="3795814" y="31750"/>
                </a:moveTo>
                <a:lnTo>
                  <a:pt x="3792410" y="29210"/>
                </a:lnTo>
                <a:lnTo>
                  <a:pt x="3792804" y="29210"/>
                </a:lnTo>
                <a:lnTo>
                  <a:pt x="3789286" y="26670"/>
                </a:lnTo>
                <a:lnTo>
                  <a:pt x="3820121" y="26670"/>
                </a:lnTo>
                <a:lnTo>
                  <a:pt x="3823220" y="30479"/>
                </a:lnTo>
                <a:lnTo>
                  <a:pt x="3795433" y="30479"/>
                </a:lnTo>
                <a:lnTo>
                  <a:pt x="3795814" y="31750"/>
                </a:lnTo>
                <a:close/>
              </a:path>
              <a:path w="3847465" h="521970">
                <a:moveTo>
                  <a:pt x="51587" y="31750"/>
                </a:moveTo>
                <a:lnTo>
                  <a:pt x="51968" y="30479"/>
                </a:lnTo>
                <a:lnTo>
                  <a:pt x="53289" y="30479"/>
                </a:lnTo>
                <a:lnTo>
                  <a:pt x="51587" y="31750"/>
                </a:lnTo>
                <a:close/>
              </a:path>
              <a:path w="3847465" h="521970">
                <a:moveTo>
                  <a:pt x="3815880" y="52070"/>
                </a:moveTo>
                <a:lnTo>
                  <a:pt x="3813543" y="48260"/>
                </a:lnTo>
                <a:lnTo>
                  <a:pt x="3813809" y="48260"/>
                </a:lnTo>
                <a:lnTo>
                  <a:pt x="3811320" y="45720"/>
                </a:lnTo>
                <a:lnTo>
                  <a:pt x="3811612" y="45720"/>
                </a:lnTo>
                <a:lnTo>
                  <a:pt x="3808971" y="43179"/>
                </a:lnTo>
                <a:lnTo>
                  <a:pt x="3809276" y="43179"/>
                </a:lnTo>
                <a:lnTo>
                  <a:pt x="3806494" y="40639"/>
                </a:lnTo>
                <a:lnTo>
                  <a:pt x="3806812" y="40639"/>
                </a:lnTo>
                <a:lnTo>
                  <a:pt x="3803904" y="38100"/>
                </a:lnTo>
                <a:lnTo>
                  <a:pt x="3804234" y="38100"/>
                </a:lnTo>
                <a:lnTo>
                  <a:pt x="3801186" y="35560"/>
                </a:lnTo>
                <a:lnTo>
                  <a:pt x="3801541" y="35560"/>
                </a:lnTo>
                <a:lnTo>
                  <a:pt x="3798366" y="33020"/>
                </a:lnTo>
                <a:lnTo>
                  <a:pt x="3798735" y="33020"/>
                </a:lnTo>
                <a:lnTo>
                  <a:pt x="3795433" y="30479"/>
                </a:lnTo>
                <a:lnTo>
                  <a:pt x="3823220" y="30479"/>
                </a:lnTo>
                <a:lnTo>
                  <a:pt x="3826154" y="33020"/>
                </a:lnTo>
                <a:lnTo>
                  <a:pt x="3837605" y="50800"/>
                </a:lnTo>
                <a:lnTo>
                  <a:pt x="3815626" y="50800"/>
                </a:lnTo>
                <a:lnTo>
                  <a:pt x="3815880" y="52070"/>
                </a:lnTo>
                <a:close/>
              </a:path>
              <a:path w="3847465" h="521970">
                <a:moveTo>
                  <a:pt x="31521" y="52070"/>
                </a:moveTo>
                <a:lnTo>
                  <a:pt x="31775" y="50800"/>
                </a:lnTo>
                <a:lnTo>
                  <a:pt x="32300" y="50800"/>
                </a:lnTo>
                <a:lnTo>
                  <a:pt x="31521" y="52070"/>
                </a:lnTo>
                <a:close/>
              </a:path>
              <a:path w="3847465" h="521970">
                <a:moveTo>
                  <a:pt x="3826192" y="74929"/>
                </a:moveTo>
                <a:lnTo>
                  <a:pt x="3825049" y="71120"/>
                </a:lnTo>
                <a:lnTo>
                  <a:pt x="3825189" y="71120"/>
                </a:lnTo>
                <a:lnTo>
                  <a:pt x="3823868" y="67310"/>
                </a:lnTo>
                <a:lnTo>
                  <a:pt x="3824033" y="67310"/>
                </a:lnTo>
                <a:lnTo>
                  <a:pt x="3822534" y="63500"/>
                </a:lnTo>
                <a:lnTo>
                  <a:pt x="3822712" y="63500"/>
                </a:lnTo>
                <a:lnTo>
                  <a:pt x="3821036" y="60960"/>
                </a:lnTo>
                <a:lnTo>
                  <a:pt x="3821226" y="60960"/>
                </a:lnTo>
                <a:lnTo>
                  <a:pt x="3819372" y="57150"/>
                </a:lnTo>
                <a:lnTo>
                  <a:pt x="3819601" y="57150"/>
                </a:lnTo>
                <a:lnTo>
                  <a:pt x="3817569" y="54610"/>
                </a:lnTo>
                <a:lnTo>
                  <a:pt x="3817810" y="54610"/>
                </a:lnTo>
                <a:lnTo>
                  <a:pt x="3815626" y="50800"/>
                </a:lnTo>
                <a:lnTo>
                  <a:pt x="3837605" y="50800"/>
                </a:lnTo>
                <a:lnTo>
                  <a:pt x="3838295" y="52070"/>
                </a:lnTo>
                <a:lnTo>
                  <a:pt x="3840162" y="55879"/>
                </a:lnTo>
                <a:lnTo>
                  <a:pt x="3841838" y="60960"/>
                </a:lnTo>
                <a:lnTo>
                  <a:pt x="3843312" y="64770"/>
                </a:lnTo>
                <a:lnTo>
                  <a:pt x="3844582" y="69850"/>
                </a:lnTo>
                <a:lnTo>
                  <a:pt x="3845623" y="73660"/>
                </a:lnTo>
                <a:lnTo>
                  <a:pt x="3826065" y="73660"/>
                </a:lnTo>
                <a:lnTo>
                  <a:pt x="3826192" y="74929"/>
                </a:lnTo>
                <a:close/>
              </a:path>
              <a:path w="3847465" h="521970">
                <a:moveTo>
                  <a:pt x="21221" y="74929"/>
                </a:moveTo>
                <a:lnTo>
                  <a:pt x="21335" y="73660"/>
                </a:lnTo>
                <a:lnTo>
                  <a:pt x="21598" y="73660"/>
                </a:lnTo>
                <a:lnTo>
                  <a:pt x="21221" y="74929"/>
                </a:lnTo>
                <a:close/>
              </a:path>
              <a:path w="3847465" h="521970">
                <a:moveTo>
                  <a:pt x="3846747" y="440689"/>
                </a:moveTo>
                <a:lnTo>
                  <a:pt x="3827576" y="440689"/>
                </a:lnTo>
                <a:lnTo>
                  <a:pt x="3828110" y="436879"/>
                </a:lnTo>
                <a:lnTo>
                  <a:pt x="3828389" y="433070"/>
                </a:lnTo>
                <a:lnTo>
                  <a:pt x="3828478" y="429260"/>
                </a:lnTo>
                <a:lnTo>
                  <a:pt x="3828465" y="92710"/>
                </a:lnTo>
                <a:lnTo>
                  <a:pt x="3828364" y="88900"/>
                </a:lnTo>
                <a:lnTo>
                  <a:pt x="3828279" y="87629"/>
                </a:lnTo>
                <a:lnTo>
                  <a:pt x="3828059" y="85089"/>
                </a:lnTo>
                <a:lnTo>
                  <a:pt x="3827576" y="81279"/>
                </a:lnTo>
                <a:lnTo>
                  <a:pt x="3826916" y="77470"/>
                </a:lnTo>
                <a:lnTo>
                  <a:pt x="3826065" y="73660"/>
                </a:lnTo>
                <a:lnTo>
                  <a:pt x="3845623" y="73660"/>
                </a:lnTo>
                <a:lnTo>
                  <a:pt x="3846449" y="78739"/>
                </a:lnTo>
                <a:lnTo>
                  <a:pt x="3847045" y="83820"/>
                </a:lnTo>
                <a:lnTo>
                  <a:pt x="3847401" y="87629"/>
                </a:lnTo>
                <a:lnTo>
                  <a:pt x="3847401" y="434339"/>
                </a:lnTo>
                <a:lnTo>
                  <a:pt x="3847045" y="438150"/>
                </a:lnTo>
                <a:lnTo>
                  <a:pt x="3846747" y="440689"/>
                </a:lnTo>
                <a:close/>
              </a:path>
              <a:path w="3847465" h="521970">
                <a:moveTo>
                  <a:pt x="19935" y="440689"/>
                </a:moveTo>
                <a:lnTo>
                  <a:pt x="19748" y="439420"/>
                </a:lnTo>
                <a:lnTo>
                  <a:pt x="19935" y="440689"/>
                </a:lnTo>
                <a:close/>
              </a:path>
              <a:path w="3847465" h="521970">
                <a:moveTo>
                  <a:pt x="3846242" y="444500"/>
                </a:moveTo>
                <a:lnTo>
                  <a:pt x="3826916" y="444500"/>
                </a:lnTo>
                <a:lnTo>
                  <a:pt x="3827653" y="439420"/>
                </a:lnTo>
                <a:lnTo>
                  <a:pt x="3827576" y="440689"/>
                </a:lnTo>
                <a:lnTo>
                  <a:pt x="3846747" y="440689"/>
                </a:lnTo>
                <a:lnTo>
                  <a:pt x="3846449" y="443229"/>
                </a:lnTo>
                <a:lnTo>
                  <a:pt x="3846242" y="444500"/>
                </a:lnTo>
                <a:close/>
              </a:path>
              <a:path w="3847465" h="521970">
                <a:moveTo>
                  <a:pt x="20631" y="444500"/>
                </a:moveTo>
                <a:lnTo>
                  <a:pt x="20497" y="444500"/>
                </a:lnTo>
                <a:lnTo>
                  <a:pt x="20396" y="443229"/>
                </a:lnTo>
                <a:lnTo>
                  <a:pt x="20631" y="444500"/>
                </a:lnTo>
                <a:close/>
              </a:path>
              <a:path w="3847465" h="521970">
                <a:moveTo>
                  <a:pt x="3845623" y="448310"/>
                </a:moveTo>
                <a:lnTo>
                  <a:pt x="3826065" y="448310"/>
                </a:lnTo>
                <a:lnTo>
                  <a:pt x="3827005" y="443229"/>
                </a:lnTo>
                <a:lnTo>
                  <a:pt x="3826916" y="444500"/>
                </a:lnTo>
                <a:lnTo>
                  <a:pt x="3846242" y="444500"/>
                </a:lnTo>
                <a:lnTo>
                  <a:pt x="3845623" y="448310"/>
                </a:lnTo>
                <a:close/>
              </a:path>
              <a:path w="3847465" h="521970">
                <a:moveTo>
                  <a:pt x="21598" y="448310"/>
                </a:moveTo>
                <a:lnTo>
                  <a:pt x="21335" y="448310"/>
                </a:lnTo>
                <a:lnTo>
                  <a:pt x="21221" y="447039"/>
                </a:lnTo>
                <a:lnTo>
                  <a:pt x="21598" y="448310"/>
                </a:lnTo>
                <a:close/>
              </a:path>
              <a:path w="3847465" h="521970">
                <a:moveTo>
                  <a:pt x="3842821" y="458470"/>
                </a:moveTo>
                <a:lnTo>
                  <a:pt x="3822534" y="458470"/>
                </a:lnTo>
                <a:lnTo>
                  <a:pt x="3824033" y="454660"/>
                </a:lnTo>
                <a:lnTo>
                  <a:pt x="3823868" y="454660"/>
                </a:lnTo>
                <a:lnTo>
                  <a:pt x="3825189" y="450850"/>
                </a:lnTo>
                <a:lnTo>
                  <a:pt x="3825049" y="450850"/>
                </a:lnTo>
                <a:lnTo>
                  <a:pt x="3826192" y="447039"/>
                </a:lnTo>
                <a:lnTo>
                  <a:pt x="3826065" y="448310"/>
                </a:lnTo>
                <a:lnTo>
                  <a:pt x="3845623" y="448310"/>
                </a:lnTo>
                <a:lnTo>
                  <a:pt x="3844582" y="452120"/>
                </a:lnTo>
                <a:lnTo>
                  <a:pt x="3843312" y="457200"/>
                </a:lnTo>
                <a:lnTo>
                  <a:pt x="3842821" y="458470"/>
                </a:lnTo>
                <a:close/>
              </a:path>
              <a:path w="3847465" h="521970">
                <a:moveTo>
                  <a:pt x="25251" y="458470"/>
                </a:moveTo>
                <a:lnTo>
                  <a:pt x="24866" y="458470"/>
                </a:lnTo>
                <a:lnTo>
                  <a:pt x="24688" y="457200"/>
                </a:lnTo>
                <a:lnTo>
                  <a:pt x="25251" y="458470"/>
                </a:lnTo>
                <a:close/>
              </a:path>
              <a:path w="3847465" h="521970">
                <a:moveTo>
                  <a:pt x="3837605" y="471170"/>
                </a:moveTo>
                <a:lnTo>
                  <a:pt x="3815626" y="471170"/>
                </a:lnTo>
                <a:lnTo>
                  <a:pt x="3817810" y="467360"/>
                </a:lnTo>
                <a:lnTo>
                  <a:pt x="3817569" y="467360"/>
                </a:lnTo>
                <a:lnTo>
                  <a:pt x="3819601" y="464820"/>
                </a:lnTo>
                <a:lnTo>
                  <a:pt x="3819372" y="464820"/>
                </a:lnTo>
                <a:lnTo>
                  <a:pt x="3821226" y="461010"/>
                </a:lnTo>
                <a:lnTo>
                  <a:pt x="3821036" y="461010"/>
                </a:lnTo>
                <a:lnTo>
                  <a:pt x="3822712" y="457200"/>
                </a:lnTo>
                <a:lnTo>
                  <a:pt x="3822534" y="458470"/>
                </a:lnTo>
                <a:lnTo>
                  <a:pt x="3842821" y="458470"/>
                </a:lnTo>
                <a:lnTo>
                  <a:pt x="3841838" y="461010"/>
                </a:lnTo>
                <a:lnTo>
                  <a:pt x="3840162" y="464820"/>
                </a:lnTo>
                <a:lnTo>
                  <a:pt x="3838295" y="469900"/>
                </a:lnTo>
                <a:lnTo>
                  <a:pt x="3837605" y="471170"/>
                </a:lnTo>
                <a:close/>
              </a:path>
              <a:path w="3847465" h="521970">
                <a:moveTo>
                  <a:pt x="32300" y="471170"/>
                </a:moveTo>
                <a:lnTo>
                  <a:pt x="31775" y="471170"/>
                </a:lnTo>
                <a:lnTo>
                  <a:pt x="31521" y="469900"/>
                </a:lnTo>
                <a:lnTo>
                  <a:pt x="32300" y="471170"/>
                </a:lnTo>
                <a:close/>
              </a:path>
              <a:path w="3847465" h="521970">
                <a:moveTo>
                  <a:pt x="3811727" y="502920"/>
                </a:moveTo>
                <a:lnTo>
                  <a:pt x="3765105" y="502920"/>
                </a:lnTo>
                <a:lnTo>
                  <a:pt x="3769245" y="501650"/>
                </a:lnTo>
                <a:lnTo>
                  <a:pt x="3772382" y="501650"/>
                </a:lnTo>
                <a:lnTo>
                  <a:pt x="3776370" y="500379"/>
                </a:lnTo>
                <a:lnTo>
                  <a:pt x="3775913" y="500379"/>
                </a:lnTo>
                <a:lnTo>
                  <a:pt x="3779824" y="499110"/>
                </a:lnTo>
                <a:lnTo>
                  <a:pt x="3779380" y="499110"/>
                </a:lnTo>
                <a:lnTo>
                  <a:pt x="3783190" y="497839"/>
                </a:lnTo>
                <a:lnTo>
                  <a:pt x="3782758" y="497839"/>
                </a:lnTo>
                <a:lnTo>
                  <a:pt x="3786479" y="496570"/>
                </a:lnTo>
                <a:lnTo>
                  <a:pt x="3786060" y="496570"/>
                </a:lnTo>
                <a:lnTo>
                  <a:pt x="3789692" y="494029"/>
                </a:lnTo>
                <a:lnTo>
                  <a:pt x="3789286" y="494029"/>
                </a:lnTo>
                <a:lnTo>
                  <a:pt x="3792804" y="492760"/>
                </a:lnTo>
                <a:lnTo>
                  <a:pt x="3792410" y="492760"/>
                </a:lnTo>
                <a:lnTo>
                  <a:pt x="3795814" y="490220"/>
                </a:lnTo>
                <a:lnTo>
                  <a:pt x="3795433" y="490220"/>
                </a:lnTo>
                <a:lnTo>
                  <a:pt x="3798735" y="488950"/>
                </a:lnTo>
                <a:lnTo>
                  <a:pt x="3798366" y="488950"/>
                </a:lnTo>
                <a:lnTo>
                  <a:pt x="3801541" y="486410"/>
                </a:lnTo>
                <a:lnTo>
                  <a:pt x="3801186" y="486410"/>
                </a:lnTo>
                <a:lnTo>
                  <a:pt x="3804234" y="483870"/>
                </a:lnTo>
                <a:lnTo>
                  <a:pt x="3803904" y="483870"/>
                </a:lnTo>
                <a:lnTo>
                  <a:pt x="3806812" y="481329"/>
                </a:lnTo>
                <a:lnTo>
                  <a:pt x="3806494" y="481329"/>
                </a:lnTo>
                <a:lnTo>
                  <a:pt x="3809276" y="478789"/>
                </a:lnTo>
                <a:lnTo>
                  <a:pt x="3808971" y="478789"/>
                </a:lnTo>
                <a:lnTo>
                  <a:pt x="3811612" y="476250"/>
                </a:lnTo>
                <a:lnTo>
                  <a:pt x="3811320" y="476250"/>
                </a:lnTo>
                <a:lnTo>
                  <a:pt x="3813809" y="473710"/>
                </a:lnTo>
                <a:lnTo>
                  <a:pt x="3813543" y="473710"/>
                </a:lnTo>
                <a:lnTo>
                  <a:pt x="3815880" y="469900"/>
                </a:lnTo>
                <a:lnTo>
                  <a:pt x="3815626" y="471170"/>
                </a:lnTo>
                <a:lnTo>
                  <a:pt x="3837605" y="471170"/>
                </a:lnTo>
                <a:lnTo>
                  <a:pt x="3823220" y="491489"/>
                </a:lnTo>
                <a:lnTo>
                  <a:pt x="3820121" y="495300"/>
                </a:lnTo>
                <a:lnTo>
                  <a:pt x="3816883" y="497839"/>
                </a:lnTo>
                <a:lnTo>
                  <a:pt x="3813492" y="501650"/>
                </a:lnTo>
                <a:lnTo>
                  <a:pt x="3811727" y="502920"/>
                </a:lnTo>
                <a:close/>
              </a:path>
              <a:path w="3847465" h="521970">
                <a:moveTo>
                  <a:pt x="78625" y="501650"/>
                </a:moveTo>
                <a:lnTo>
                  <a:pt x="75018" y="501650"/>
                </a:lnTo>
                <a:lnTo>
                  <a:pt x="74561" y="500379"/>
                </a:lnTo>
                <a:lnTo>
                  <a:pt x="78625" y="501650"/>
                </a:lnTo>
                <a:close/>
              </a:path>
              <a:path w="3847465" h="521970">
                <a:moveTo>
                  <a:pt x="3772382" y="501650"/>
                </a:moveTo>
                <a:lnTo>
                  <a:pt x="3768775" y="501650"/>
                </a:lnTo>
                <a:lnTo>
                  <a:pt x="3772839" y="500379"/>
                </a:lnTo>
                <a:lnTo>
                  <a:pt x="3772382" y="501650"/>
                </a:lnTo>
                <a:close/>
              </a:path>
            </a:pathLst>
          </a:custGeom>
          <a:solidFill>
            <a:srgbClr val="E24B3E"/>
          </a:solidFill>
        </p:spPr>
        <p:txBody>
          <a:bodyPr wrap="square" lIns="0" tIns="0" rIns="0" bIns="0" rtlCol="0"/>
          <a:lstStyle/>
          <a:p>
            <a:endParaRPr/>
          </a:p>
        </p:txBody>
      </p:sp>
      <p:sp>
        <p:nvSpPr>
          <p:cNvPr id="27" name="object 27"/>
          <p:cNvSpPr txBox="1"/>
          <p:nvPr/>
        </p:nvSpPr>
        <p:spPr>
          <a:xfrm>
            <a:off x="7966188" y="5261012"/>
            <a:ext cx="2005964" cy="268605"/>
          </a:xfrm>
          <a:prstGeom prst="rect">
            <a:avLst/>
          </a:prstGeom>
        </p:spPr>
        <p:txBody>
          <a:bodyPr vert="horz" wrap="square" lIns="0" tIns="12065" rIns="0" bIns="0" rtlCol="0">
            <a:spAutoFit/>
          </a:bodyPr>
          <a:lstStyle/>
          <a:p>
            <a:pPr marL="12700">
              <a:lnSpc>
                <a:spcPct val="100000"/>
              </a:lnSpc>
              <a:spcBef>
                <a:spcPts val="95"/>
              </a:spcBef>
            </a:pPr>
            <a:r>
              <a:rPr sz="1600" spc="135" dirty="0">
                <a:latin typeface="宋体"/>
                <a:cs typeface="宋体"/>
              </a:rPr>
              <a:t>简洁明了</a:t>
            </a:r>
            <a:r>
              <a:rPr sz="1600" spc="-170" dirty="0">
                <a:latin typeface="宋体"/>
                <a:cs typeface="宋体"/>
              </a:rPr>
              <a:t>， 突</a:t>
            </a:r>
            <a:r>
              <a:rPr sz="1600" spc="135" dirty="0">
                <a:latin typeface="宋体"/>
                <a:cs typeface="宋体"/>
              </a:rPr>
              <a:t>出重</a:t>
            </a:r>
            <a:r>
              <a:rPr sz="1600" spc="-50" dirty="0">
                <a:latin typeface="宋体"/>
                <a:cs typeface="宋体"/>
              </a:rPr>
              <a:t>点</a:t>
            </a:r>
            <a:endParaRPr sz="1600">
              <a:latin typeface="宋体"/>
              <a:cs typeface="宋体"/>
            </a:endParaRPr>
          </a:p>
        </p:txBody>
      </p:sp>
      <p:sp>
        <p:nvSpPr>
          <p:cNvPr id="28" name="object 28"/>
          <p:cNvSpPr/>
          <p:nvPr/>
        </p:nvSpPr>
        <p:spPr>
          <a:xfrm>
            <a:off x="7096112" y="5144604"/>
            <a:ext cx="390525" cy="359410"/>
          </a:xfrm>
          <a:custGeom>
            <a:avLst/>
            <a:gdLst/>
            <a:ahLst/>
            <a:cxnLst/>
            <a:rect l="l" t="t" r="r" b="b"/>
            <a:pathLst>
              <a:path w="390525" h="359410">
                <a:moveTo>
                  <a:pt x="94259" y="359270"/>
                </a:moveTo>
                <a:lnTo>
                  <a:pt x="49198" y="355857"/>
                </a:lnTo>
                <a:lnTo>
                  <a:pt x="0" y="342506"/>
                </a:lnTo>
                <a:lnTo>
                  <a:pt x="0" y="77076"/>
                </a:lnTo>
                <a:lnTo>
                  <a:pt x="24295" y="42811"/>
                </a:lnTo>
                <a:lnTo>
                  <a:pt x="67373" y="0"/>
                </a:lnTo>
                <a:lnTo>
                  <a:pt x="382904" y="0"/>
                </a:lnTo>
                <a:lnTo>
                  <a:pt x="389708" y="48201"/>
                </a:lnTo>
                <a:lnTo>
                  <a:pt x="390093" y="63423"/>
                </a:lnTo>
                <a:lnTo>
                  <a:pt x="386221" y="111410"/>
                </a:lnTo>
                <a:lnTo>
                  <a:pt x="375011" y="156931"/>
                </a:lnTo>
                <a:lnTo>
                  <a:pt x="357072" y="199379"/>
                </a:lnTo>
                <a:lnTo>
                  <a:pt x="333014" y="238144"/>
                </a:lnTo>
                <a:lnTo>
                  <a:pt x="303445" y="272616"/>
                </a:lnTo>
                <a:lnTo>
                  <a:pt x="268975" y="302187"/>
                </a:lnTo>
                <a:lnTo>
                  <a:pt x="230212" y="326247"/>
                </a:lnTo>
                <a:lnTo>
                  <a:pt x="187766" y="344187"/>
                </a:lnTo>
                <a:lnTo>
                  <a:pt x="142245" y="355398"/>
                </a:lnTo>
                <a:lnTo>
                  <a:pt x="94259" y="359270"/>
                </a:lnTo>
                <a:close/>
              </a:path>
            </a:pathLst>
          </a:custGeom>
          <a:solidFill>
            <a:srgbClr val="E24B3E"/>
          </a:solidFill>
        </p:spPr>
        <p:txBody>
          <a:bodyPr wrap="square" lIns="0" tIns="0" rIns="0" bIns="0" rtlCol="0"/>
          <a:lstStyle/>
          <a:p>
            <a:endParaRPr/>
          </a:p>
        </p:txBody>
      </p:sp>
      <p:sp>
        <p:nvSpPr>
          <p:cNvPr id="29" name="object 29"/>
          <p:cNvSpPr txBox="1"/>
          <p:nvPr/>
        </p:nvSpPr>
        <p:spPr>
          <a:xfrm>
            <a:off x="7112799" y="5154180"/>
            <a:ext cx="3181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a:cs typeface="Arial"/>
              </a:rPr>
              <a:t>0</a:t>
            </a:r>
            <a:r>
              <a:rPr sz="1800" spc="-204" dirty="0">
                <a:solidFill>
                  <a:srgbClr val="FFFFFF"/>
                </a:solidFill>
                <a:latin typeface="Arial"/>
                <a:cs typeface="Arial"/>
              </a:rPr>
              <a:t> </a:t>
            </a:r>
            <a:r>
              <a:rPr sz="1800" spc="-60" dirty="0">
                <a:solidFill>
                  <a:srgbClr val="FFFFFF"/>
                </a:solidFill>
                <a:latin typeface="Arial"/>
                <a:cs typeface="Arial"/>
              </a:rPr>
              <a:t>4</a:t>
            </a:r>
            <a:endParaRPr sz="1800">
              <a:latin typeface="Arial"/>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53380" cy="634365"/>
          </a:xfrm>
          <a:prstGeom prst="rect">
            <a:avLst/>
          </a:prstGeom>
        </p:spPr>
        <p:txBody>
          <a:bodyPr vert="horz" wrap="square" lIns="0" tIns="12065" rIns="0" bIns="0" rtlCol="0">
            <a:spAutoFit/>
          </a:bodyPr>
          <a:lstStyle/>
          <a:p>
            <a:pPr marL="12700">
              <a:lnSpc>
                <a:spcPct val="100000"/>
              </a:lnSpc>
              <a:spcBef>
                <a:spcPts val="95"/>
              </a:spcBef>
            </a:pPr>
            <a:r>
              <a:rPr sz="4000" spc="270" dirty="0"/>
              <a:t>种草文案的提示语设</a:t>
            </a:r>
            <a:r>
              <a:rPr sz="4000" spc="-50" dirty="0"/>
              <a:t>计</a:t>
            </a:r>
            <a:endParaRPr sz="4000"/>
          </a:p>
        </p:txBody>
      </p:sp>
      <p:sp>
        <p:nvSpPr>
          <p:cNvPr id="3" name="object 3"/>
          <p:cNvSpPr txBox="1"/>
          <p:nvPr/>
        </p:nvSpPr>
        <p:spPr>
          <a:xfrm>
            <a:off x="538480" y="1114994"/>
            <a:ext cx="5307965" cy="1141095"/>
          </a:xfrm>
          <a:prstGeom prst="rect">
            <a:avLst/>
          </a:prstGeom>
        </p:spPr>
        <p:txBody>
          <a:bodyPr vert="horz" wrap="square" lIns="0" tIns="166370" rIns="0" bIns="0" rtlCol="0">
            <a:spAutoFit/>
          </a:bodyPr>
          <a:lstStyle/>
          <a:p>
            <a:pPr marL="180975">
              <a:lnSpc>
                <a:spcPct val="100000"/>
              </a:lnSpc>
              <a:spcBef>
                <a:spcPts val="1310"/>
              </a:spcBef>
            </a:pPr>
            <a:r>
              <a:rPr sz="2000" b="1" spc="-15" dirty="0">
                <a:latin typeface="Microsoft JhengHei"/>
                <a:cs typeface="Microsoft JhengHei"/>
              </a:rPr>
              <a:t>信任建设</a:t>
            </a:r>
            <a:endParaRPr sz="2000">
              <a:latin typeface="Microsoft JhengHei"/>
              <a:cs typeface="Microsoft JhengHei"/>
            </a:endParaRPr>
          </a:p>
          <a:p>
            <a:pPr marL="12700" marR="5080">
              <a:lnSpc>
                <a:spcPct val="119800"/>
              </a:lnSpc>
              <a:spcBef>
                <a:spcPts val="575"/>
              </a:spcBef>
            </a:pPr>
            <a:r>
              <a:rPr sz="1600" spc="-20" dirty="0">
                <a:latin typeface="宋体"/>
                <a:cs typeface="宋体"/>
              </a:rPr>
              <a:t>信任建设的关键在于通过专业性与真实体验相结合，打造</a:t>
            </a:r>
            <a:r>
              <a:rPr sz="1600" spc="-50" dirty="0">
                <a:latin typeface="宋体"/>
                <a:cs typeface="宋体"/>
              </a:rPr>
              <a:t>可</a:t>
            </a:r>
            <a:r>
              <a:rPr sz="1600" spc="-20" dirty="0">
                <a:latin typeface="宋体"/>
                <a:cs typeface="宋体"/>
              </a:rPr>
              <a:t>信赖的内容框架。信任建设提示语设计</a:t>
            </a:r>
            <a:r>
              <a:rPr sz="1600" spc="-50" dirty="0">
                <a:latin typeface="宋体"/>
                <a:cs typeface="宋体"/>
              </a:rPr>
              <a:t>：</a:t>
            </a:r>
            <a:endParaRPr sz="1600">
              <a:latin typeface="宋体"/>
              <a:cs typeface="宋体"/>
            </a:endParaRPr>
          </a:p>
        </p:txBody>
      </p:sp>
      <p:graphicFrame>
        <p:nvGraphicFramePr>
          <p:cNvPr id="4" name="object 4"/>
          <p:cNvGraphicFramePr>
            <a:graphicFrameLocks noGrp="1"/>
          </p:cNvGraphicFramePr>
          <p:nvPr/>
        </p:nvGraphicFramePr>
        <p:xfrm>
          <a:off x="453390" y="2332989"/>
          <a:ext cx="5571490" cy="1289685"/>
        </p:xfrm>
        <a:graphic>
          <a:graphicData uri="http://schemas.openxmlformats.org/drawingml/2006/table">
            <a:tbl>
              <a:tblPr firstRow="1" bandRow="1">
                <a:tableStyleId>{2D5ABB26-0587-4C30-8999-92F81FD0307C}</a:tableStyleId>
              </a:tblPr>
              <a:tblGrid>
                <a:gridCol w="956944">
                  <a:extLst>
                    <a:ext uri="{9D8B030D-6E8A-4147-A177-3AD203B41FA5}">
                      <a16:colId xmlns:a16="http://schemas.microsoft.com/office/drawing/2014/main" val="20000"/>
                    </a:ext>
                  </a:extLst>
                </a:gridCol>
                <a:gridCol w="241109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265430">
                <a:tc>
                  <a:txBody>
                    <a:bodyPr/>
                    <a:lstStyle/>
                    <a:p>
                      <a:pPr algn="ctr">
                        <a:lnSpc>
                          <a:spcPct val="100000"/>
                        </a:lnSpc>
                        <a:spcBef>
                          <a:spcPts val="265"/>
                        </a:spcBef>
                      </a:pPr>
                      <a:r>
                        <a:rPr sz="1100" spc="-30" dirty="0">
                          <a:latin typeface="宋体"/>
                          <a:cs typeface="宋体"/>
                        </a:rPr>
                        <a:t>维度</a:t>
                      </a:r>
                      <a:endParaRPr sz="1100">
                        <a:latin typeface="宋体"/>
                        <a:cs typeface="宋体"/>
                      </a:endParaRPr>
                    </a:p>
                  </a:txBody>
                  <a:tcPr marL="0" marR="0" marT="336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algn="ctr">
                        <a:lnSpc>
                          <a:spcPct val="100000"/>
                        </a:lnSpc>
                        <a:spcBef>
                          <a:spcPts val="265"/>
                        </a:spcBef>
                      </a:pPr>
                      <a:r>
                        <a:rPr sz="1100" spc="-20" dirty="0">
                          <a:latin typeface="宋体"/>
                          <a:cs typeface="宋体"/>
                        </a:rPr>
                        <a:t>提示语示例</a:t>
                      </a:r>
                      <a:endParaRPr sz="1100">
                        <a:latin typeface="宋体"/>
                        <a:cs typeface="宋体"/>
                      </a:endParaRPr>
                    </a:p>
                  </a:txBody>
                  <a:tcPr marL="0" marR="0" marT="336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tc>
                  <a:txBody>
                    <a:bodyPr/>
                    <a:lstStyle/>
                    <a:p>
                      <a:pPr marL="635" algn="ctr">
                        <a:lnSpc>
                          <a:spcPct val="100000"/>
                        </a:lnSpc>
                        <a:spcBef>
                          <a:spcPts val="265"/>
                        </a:spcBef>
                      </a:pPr>
                      <a:r>
                        <a:rPr sz="1100" spc="-30" dirty="0">
                          <a:latin typeface="宋体"/>
                          <a:cs typeface="宋体"/>
                        </a:rPr>
                        <a:t>要求</a:t>
                      </a:r>
                      <a:endParaRPr sz="1100">
                        <a:latin typeface="宋体"/>
                        <a:cs typeface="宋体"/>
                      </a:endParaRPr>
                    </a:p>
                  </a:txBody>
                  <a:tcPr marL="0" marR="0" marT="3365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0A80DF"/>
                    </a:solidFill>
                  </a:tcPr>
                </a:tc>
                <a:extLst>
                  <a:ext uri="{0D108BD9-81ED-4DB2-BD59-A6C34878D82A}">
                    <a16:rowId xmlns:a16="http://schemas.microsoft.com/office/drawing/2014/main" val="10000"/>
                  </a:ext>
                </a:extLst>
              </a:tr>
              <a:tr h="344805">
                <a:tc>
                  <a:txBody>
                    <a:bodyPr/>
                    <a:lstStyle/>
                    <a:p>
                      <a:pPr algn="ctr">
                        <a:lnSpc>
                          <a:spcPct val="100000"/>
                        </a:lnSpc>
                        <a:spcBef>
                          <a:spcPts val="580"/>
                        </a:spcBef>
                      </a:pPr>
                      <a:r>
                        <a:rPr sz="1100" spc="-30" dirty="0">
                          <a:latin typeface="宋体"/>
                          <a:cs typeface="宋体"/>
                        </a:rPr>
                        <a:t>背景</a:t>
                      </a:r>
                      <a:endParaRPr sz="1100">
                        <a:latin typeface="宋体"/>
                        <a:cs typeface="宋体"/>
                      </a:endParaRPr>
                    </a:p>
                  </a:txBody>
                  <a:tcPr marL="0" marR="0" marT="7366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580"/>
                        </a:spcBef>
                      </a:pPr>
                      <a:r>
                        <a:rPr sz="1100" spc="-15" dirty="0">
                          <a:latin typeface="宋体"/>
                          <a:cs typeface="宋体"/>
                        </a:rPr>
                        <a:t>请设计一个建立信任感的内容框架</a:t>
                      </a:r>
                      <a:endParaRPr sz="1100">
                        <a:latin typeface="宋体"/>
                        <a:cs typeface="宋体"/>
                      </a:endParaRPr>
                    </a:p>
                  </a:txBody>
                  <a:tcPr marL="0" marR="0" marT="7366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ts val="1240"/>
                        </a:lnSpc>
                      </a:pPr>
                      <a:r>
                        <a:rPr sz="1100" spc="-10" dirty="0">
                          <a:latin typeface="宋体"/>
                          <a:cs typeface="宋体"/>
                        </a:rPr>
                        <a:t>产品类型：</a:t>
                      </a:r>
                      <a:r>
                        <a:rPr sz="1100" spc="-10" dirty="0">
                          <a:latin typeface="Arial"/>
                          <a:cs typeface="Arial"/>
                        </a:rPr>
                        <a:t>[</a:t>
                      </a:r>
                      <a:r>
                        <a:rPr sz="1100" spc="-10" dirty="0">
                          <a:latin typeface="宋体"/>
                          <a:cs typeface="宋体"/>
                        </a:rPr>
                        <a:t>具体品类</a:t>
                      </a:r>
                      <a:r>
                        <a:rPr sz="1100" spc="-50" dirty="0">
                          <a:latin typeface="Arial"/>
                          <a:cs typeface="Arial"/>
                        </a:rPr>
                        <a:t>]</a:t>
                      </a:r>
                      <a:endParaRPr sz="1100">
                        <a:latin typeface="Arial"/>
                        <a:cs typeface="Arial"/>
                      </a:endParaRPr>
                    </a:p>
                    <a:p>
                      <a:pPr algn="ctr">
                        <a:lnSpc>
                          <a:spcPct val="100000"/>
                        </a:lnSpc>
                      </a:pPr>
                      <a:r>
                        <a:rPr sz="1100" spc="-10" dirty="0">
                          <a:latin typeface="宋体"/>
                          <a:cs typeface="宋体"/>
                        </a:rPr>
                        <a:t>个人身份</a:t>
                      </a:r>
                      <a:r>
                        <a:rPr sz="1100" spc="-10" dirty="0">
                          <a:latin typeface="Arial"/>
                          <a:cs typeface="Arial"/>
                        </a:rPr>
                        <a:t>/</a:t>
                      </a:r>
                      <a:r>
                        <a:rPr sz="1100" spc="-10" dirty="0">
                          <a:latin typeface="宋体"/>
                          <a:cs typeface="宋体"/>
                        </a:rPr>
                        <a:t>专业领域：</a:t>
                      </a:r>
                      <a:r>
                        <a:rPr sz="1100" spc="-10" dirty="0">
                          <a:latin typeface="Arial"/>
                          <a:cs typeface="Arial"/>
                        </a:rPr>
                        <a:t>[</a:t>
                      </a:r>
                      <a:r>
                        <a:rPr sz="1100" spc="-10" dirty="0">
                          <a:latin typeface="宋体"/>
                          <a:cs typeface="宋体"/>
                        </a:rPr>
                        <a:t>具体描述</a:t>
                      </a:r>
                      <a:r>
                        <a:rPr sz="1100" spc="-50" dirty="0">
                          <a:latin typeface="Arial"/>
                          <a:cs typeface="Arial"/>
                        </a:rPr>
                        <a:t>]</a:t>
                      </a:r>
                      <a:endParaRPr sz="1100">
                        <a:latin typeface="Arial"/>
                        <a:cs typeface="Arial"/>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679450">
                <a:tc>
                  <a:txBody>
                    <a:bodyPr/>
                    <a:lstStyle/>
                    <a:p>
                      <a:pPr>
                        <a:lnSpc>
                          <a:spcPct val="100000"/>
                        </a:lnSpc>
                        <a:spcBef>
                          <a:spcPts val="55"/>
                        </a:spcBef>
                      </a:pPr>
                      <a:endParaRPr sz="1600">
                        <a:latin typeface="Times New Roman"/>
                        <a:cs typeface="Times New Roman"/>
                      </a:endParaRPr>
                    </a:p>
                    <a:p>
                      <a:pPr algn="ctr">
                        <a:lnSpc>
                          <a:spcPct val="100000"/>
                        </a:lnSpc>
                      </a:pPr>
                      <a:r>
                        <a:rPr sz="1100" spc="-20" dirty="0">
                          <a:latin typeface="宋体"/>
                          <a:cs typeface="宋体"/>
                        </a:rPr>
                        <a:t>内容构成</a:t>
                      </a:r>
                      <a:endParaRPr sz="1100">
                        <a:latin typeface="宋体"/>
                        <a:cs typeface="宋体"/>
                      </a:endParaRPr>
                    </a:p>
                  </a:txBody>
                  <a:tcPr marL="0" marR="0" marT="698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785495">
                        <a:lnSpc>
                          <a:spcPts val="1235"/>
                        </a:lnSpc>
                      </a:pPr>
                      <a:r>
                        <a:rPr sz="1100" spc="-20" dirty="0">
                          <a:latin typeface="宋体"/>
                          <a:cs typeface="宋体"/>
                        </a:rPr>
                        <a:t>专业背景展示</a:t>
                      </a:r>
                      <a:endParaRPr sz="1100">
                        <a:latin typeface="宋体"/>
                        <a:cs typeface="宋体"/>
                      </a:endParaRPr>
                    </a:p>
                    <a:p>
                      <a:pPr marL="785495" marR="779145" algn="just">
                        <a:lnSpc>
                          <a:spcPct val="100000"/>
                        </a:lnSpc>
                      </a:pPr>
                      <a:r>
                        <a:rPr sz="1100" spc="-20" dirty="0">
                          <a:latin typeface="宋体"/>
                          <a:cs typeface="宋体"/>
                        </a:rPr>
                        <a:t>个人使用历程真实体验分享对比测评内容</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676275" marR="668655" algn="just">
                        <a:lnSpc>
                          <a:spcPct val="100000"/>
                        </a:lnSpc>
                        <a:spcBef>
                          <a:spcPts val="575"/>
                        </a:spcBef>
                      </a:pPr>
                      <a:r>
                        <a:rPr sz="1100" spc="-20" dirty="0">
                          <a:latin typeface="宋体"/>
                          <a:cs typeface="宋体"/>
                        </a:rPr>
                        <a:t>避免过度吹捧呈现真实缺点保持客观态度</a:t>
                      </a:r>
                      <a:endParaRPr sz="1100">
                        <a:latin typeface="宋体"/>
                        <a:cs typeface="宋体"/>
                      </a:endParaRPr>
                    </a:p>
                  </a:txBody>
                  <a:tcPr marL="0" marR="0" marT="7302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bl>
          </a:graphicData>
        </a:graphic>
      </p:graphicFrame>
      <p:sp>
        <p:nvSpPr>
          <p:cNvPr id="5" name="object 5"/>
          <p:cNvSpPr txBox="1"/>
          <p:nvPr/>
        </p:nvSpPr>
        <p:spPr>
          <a:xfrm>
            <a:off x="6613525" y="1114994"/>
            <a:ext cx="4901565" cy="1725295"/>
          </a:xfrm>
          <a:prstGeom prst="rect">
            <a:avLst/>
          </a:prstGeom>
        </p:spPr>
        <p:txBody>
          <a:bodyPr vert="horz" wrap="square" lIns="0" tIns="166370" rIns="0" bIns="0" rtlCol="0">
            <a:spAutoFit/>
          </a:bodyPr>
          <a:lstStyle/>
          <a:p>
            <a:pPr marL="304800">
              <a:lnSpc>
                <a:spcPct val="100000"/>
              </a:lnSpc>
              <a:spcBef>
                <a:spcPts val="1310"/>
              </a:spcBef>
            </a:pPr>
            <a:r>
              <a:rPr sz="2000" b="1" spc="-10" dirty="0">
                <a:latin typeface="Microsoft JhengHei"/>
                <a:cs typeface="Microsoft JhengHei"/>
              </a:rPr>
              <a:t>场景化表达</a:t>
            </a:r>
            <a:endParaRPr sz="2000">
              <a:latin typeface="Microsoft JhengHei"/>
              <a:cs typeface="Microsoft JhengHei"/>
            </a:endParaRPr>
          </a:p>
          <a:p>
            <a:pPr marL="12700" marR="5080" algn="just">
              <a:lnSpc>
                <a:spcPct val="119800"/>
              </a:lnSpc>
              <a:spcBef>
                <a:spcPts val="575"/>
              </a:spcBef>
            </a:pPr>
            <a:r>
              <a:rPr sz="1600" spc="-20" dirty="0">
                <a:latin typeface="宋体"/>
                <a:cs typeface="宋体"/>
              </a:rPr>
              <a:t>通过具体生活场景的描绘，能让内容更具代入感，从</a:t>
            </a:r>
            <a:r>
              <a:rPr sz="1600" spc="-50" dirty="0">
                <a:latin typeface="宋体"/>
                <a:cs typeface="宋体"/>
              </a:rPr>
              <a:t>而</a:t>
            </a:r>
            <a:r>
              <a:rPr sz="1600" spc="-20" dirty="0">
                <a:latin typeface="宋体"/>
                <a:cs typeface="宋体"/>
              </a:rPr>
              <a:t>增加其说服力。场景化不仅仅是讲述使用过程，而是</a:t>
            </a:r>
            <a:r>
              <a:rPr sz="1600" spc="-50" dirty="0">
                <a:latin typeface="宋体"/>
                <a:cs typeface="宋体"/>
              </a:rPr>
              <a:t>要</a:t>
            </a:r>
            <a:r>
              <a:rPr sz="1600" spc="-20" dirty="0">
                <a:latin typeface="宋体"/>
                <a:cs typeface="宋体"/>
              </a:rPr>
              <a:t>通过具体细节描绘，帮助用户构建出真实的使用场景</a:t>
            </a:r>
            <a:r>
              <a:rPr sz="1600" spc="-50" dirty="0">
                <a:latin typeface="宋体"/>
                <a:cs typeface="宋体"/>
              </a:rPr>
              <a:t>。</a:t>
            </a:r>
            <a:r>
              <a:rPr sz="1600" spc="-20" dirty="0">
                <a:latin typeface="宋体"/>
                <a:cs typeface="宋体"/>
              </a:rPr>
              <a:t>景化表达提示语设计</a:t>
            </a:r>
            <a:r>
              <a:rPr sz="1600" spc="-50" dirty="0">
                <a:latin typeface="宋体"/>
                <a:cs typeface="宋体"/>
              </a:rPr>
              <a:t>：</a:t>
            </a:r>
            <a:endParaRPr sz="1600">
              <a:latin typeface="宋体"/>
              <a:cs typeface="宋体"/>
            </a:endParaRPr>
          </a:p>
        </p:txBody>
      </p:sp>
      <p:graphicFrame>
        <p:nvGraphicFramePr>
          <p:cNvPr id="6" name="object 6"/>
          <p:cNvGraphicFramePr>
            <a:graphicFrameLocks noGrp="1"/>
          </p:cNvGraphicFramePr>
          <p:nvPr/>
        </p:nvGraphicFramePr>
        <p:xfrm>
          <a:off x="6566534" y="3170554"/>
          <a:ext cx="5059045" cy="3245485"/>
        </p:xfrm>
        <a:graphic>
          <a:graphicData uri="http://schemas.openxmlformats.org/drawingml/2006/table">
            <a:tbl>
              <a:tblPr firstRow="1" bandRow="1">
                <a:tableStyleId>{2D5ABB26-0587-4C30-8999-92F81FD0307C}</a:tableStyleId>
              </a:tblPr>
              <a:tblGrid>
                <a:gridCol w="866775">
                  <a:extLst>
                    <a:ext uri="{9D8B030D-6E8A-4147-A177-3AD203B41FA5}">
                      <a16:colId xmlns:a16="http://schemas.microsoft.com/office/drawing/2014/main" val="20000"/>
                    </a:ext>
                  </a:extLst>
                </a:gridCol>
                <a:gridCol w="1963420">
                  <a:extLst>
                    <a:ext uri="{9D8B030D-6E8A-4147-A177-3AD203B41FA5}">
                      <a16:colId xmlns:a16="http://schemas.microsoft.com/office/drawing/2014/main" val="20001"/>
                    </a:ext>
                  </a:extLst>
                </a:gridCol>
                <a:gridCol w="2216150">
                  <a:extLst>
                    <a:ext uri="{9D8B030D-6E8A-4147-A177-3AD203B41FA5}">
                      <a16:colId xmlns:a16="http://schemas.microsoft.com/office/drawing/2014/main" val="20002"/>
                    </a:ext>
                  </a:extLst>
                </a:gridCol>
              </a:tblGrid>
              <a:tr h="345440">
                <a:tc>
                  <a:txBody>
                    <a:bodyPr/>
                    <a:lstStyle/>
                    <a:p>
                      <a:pPr algn="ctr">
                        <a:lnSpc>
                          <a:spcPct val="100000"/>
                        </a:lnSpc>
                        <a:spcBef>
                          <a:spcPts val="580"/>
                        </a:spcBef>
                      </a:pPr>
                      <a:r>
                        <a:rPr sz="1100" spc="-30" dirty="0">
                          <a:latin typeface="宋体"/>
                          <a:cs typeface="宋体"/>
                        </a:rPr>
                        <a:t>维度</a:t>
                      </a:r>
                      <a:endParaRPr sz="1100">
                        <a:latin typeface="宋体"/>
                        <a:cs typeface="宋体"/>
                      </a:endParaRPr>
                    </a:p>
                  </a:txBody>
                  <a:tcPr marL="0" marR="0" marT="7366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6F2F9F"/>
                    </a:solidFill>
                  </a:tcPr>
                </a:tc>
                <a:tc>
                  <a:txBody>
                    <a:bodyPr/>
                    <a:lstStyle/>
                    <a:p>
                      <a:pPr marR="3175" algn="ctr">
                        <a:lnSpc>
                          <a:spcPct val="100000"/>
                        </a:lnSpc>
                        <a:spcBef>
                          <a:spcPts val="580"/>
                        </a:spcBef>
                      </a:pPr>
                      <a:r>
                        <a:rPr sz="1100" spc="-20" dirty="0">
                          <a:latin typeface="宋体"/>
                          <a:cs typeface="宋体"/>
                        </a:rPr>
                        <a:t>提示语示例</a:t>
                      </a:r>
                      <a:endParaRPr sz="1100">
                        <a:latin typeface="宋体"/>
                        <a:cs typeface="宋体"/>
                      </a:endParaRPr>
                    </a:p>
                  </a:txBody>
                  <a:tcPr marL="0" marR="0" marT="7366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6F2F9F"/>
                    </a:solidFill>
                  </a:tcPr>
                </a:tc>
                <a:tc>
                  <a:txBody>
                    <a:bodyPr/>
                    <a:lstStyle/>
                    <a:p>
                      <a:pPr marL="635" algn="ctr">
                        <a:lnSpc>
                          <a:spcPct val="100000"/>
                        </a:lnSpc>
                        <a:spcBef>
                          <a:spcPts val="580"/>
                        </a:spcBef>
                      </a:pPr>
                      <a:r>
                        <a:rPr sz="1100" spc="-30" dirty="0">
                          <a:latin typeface="宋体"/>
                          <a:cs typeface="宋体"/>
                        </a:rPr>
                        <a:t>要求</a:t>
                      </a:r>
                      <a:endParaRPr sz="1100">
                        <a:latin typeface="宋体"/>
                        <a:cs typeface="宋体"/>
                      </a:endParaRPr>
                    </a:p>
                  </a:txBody>
                  <a:tcPr marL="0" marR="0" marT="7366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6F2F9F"/>
                    </a:solidFill>
                  </a:tcPr>
                </a:tc>
                <a:extLst>
                  <a:ext uri="{0D108BD9-81ED-4DB2-BD59-A6C34878D82A}">
                    <a16:rowId xmlns:a16="http://schemas.microsoft.com/office/drawing/2014/main" val="10000"/>
                  </a:ext>
                </a:extLst>
              </a:tr>
              <a:tr h="754380">
                <a:tc>
                  <a:txBody>
                    <a:bodyPr/>
                    <a:lstStyle/>
                    <a:p>
                      <a:pPr>
                        <a:lnSpc>
                          <a:spcPct val="100000"/>
                        </a:lnSpc>
                        <a:spcBef>
                          <a:spcPts val="5"/>
                        </a:spcBef>
                      </a:pPr>
                      <a:endParaRPr sz="1900">
                        <a:latin typeface="Times New Roman"/>
                        <a:cs typeface="Times New Roman"/>
                      </a:endParaRPr>
                    </a:p>
                    <a:p>
                      <a:pPr marL="635" algn="ctr">
                        <a:lnSpc>
                          <a:spcPct val="100000"/>
                        </a:lnSpc>
                      </a:pPr>
                      <a:r>
                        <a:rPr sz="1100" spc="-10" dirty="0">
                          <a:latin typeface="宋体"/>
                          <a:cs typeface="宋体"/>
                        </a:rPr>
                        <a:t>产品</a:t>
                      </a:r>
                      <a:r>
                        <a:rPr sz="1100" spc="-10" dirty="0">
                          <a:latin typeface="Arial"/>
                          <a:cs typeface="Arial"/>
                        </a:rPr>
                        <a:t>/</a:t>
                      </a:r>
                      <a:r>
                        <a:rPr sz="1100" spc="-30" dirty="0">
                          <a:latin typeface="宋体"/>
                          <a:cs typeface="宋体"/>
                        </a:rPr>
                        <a:t>服务</a:t>
                      </a:r>
                      <a:endParaRPr sz="1100">
                        <a:latin typeface="宋体"/>
                        <a:cs typeface="宋体"/>
                      </a:endParaRPr>
                    </a:p>
                  </a:txBody>
                  <a:tcPr marL="0" marR="0" marT="635"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marR="3175">
                        <a:lnSpc>
                          <a:spcPct val="100000"/>
                        </a:lnSpc>
                        <a:spcBef>
                          <a:spcPts val="35"/>
                        </a:spcBef>
                      </a:pPr>
                      <a:endParaRPr sz="1300">
                        <a:latin typeface="Times New Roman"/>
                        <a:cs typeface="Times New Roman"/>
                      </a:endParaRPr>
                    </a:p>
                    <a:p>
                      <a:pPr marL="906780" marR="71120" indent="-838200">
                        <a:lnSpc>
                          <a:spcPct val="100000"/>
                        </a:lnSpc>
                      </a:pPr>
                      <a:r>
                        <a:rPr sz="1100" spc="-15" dirty="0">
                          <a:latin typeface="宋体"/>
                          <a:cs typeface="宋体"/>
                        </a:rPr>
                        <a:t>帮我设计一个场景化的内容方</a:t>
                      </a:r>
                      <a:r>
                        <a:rPr sz="1100" spc="-50" dirty="0">
                          <a:latin typeface="宋体"/>
                          <a:cs typeface="宋体"/>
                        </a:rPr>
                        <a:t>案</a:t>
                      </a:r>
                      <a:endParaRPr sz="1100">
                        <a:latin typeface="宋体"/>
                        <a:cs typeface="宋体"/>
                      </a:endParaRPr>
                    </a:p>
                  </a:txBody>
                  <a:tcPr marL="0" marR="0" marT="4445"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marL="440690" marR="413384" indent="-19685" algn="just">
                        <a:lnSpc>
                          <a:spcPct val="100000"/>
                        </a:lnSpc>
                        <a:spcBef>
                          <a:spcPts val="869"/>
                        </a:spcBef>
                      </a:pPr>
                      <a:r>
                        <a:rPr sz="1100" spc="-10" dirty="0">
                          <a:latin typeface="宋体"/>
                          <a:cs typeface="宋体"/>
                        </a:rPr>
                        <a:t>产品</a:t>
                      </a:r>
                      <a:r>
                        <a:rPr sz="1100" spc="-10" dirty="0">
                          <a:latin typeface="Arial"/>
                          <a:cs typeface="Arial"/>
                        </a:rPr>
                        <a:t>/</a:t>
                      </a:r>
                      <a:r>
                        <a:rPr sz="1100" spc="-10" dirty="0">
                          <a:latin typeface="宋体"/>
                          <a:cs typeface="宋体"/>
                        </a:rPr>
                        <a:t>服务：</a:t>
                      </a:r>
                      <a:r>
                        <a:rPr sz="1100" spc="-10" dirty="0">
                          <a:latin typeface="Arial"/>
                          <a:cs typeface="Arial"/>
                        </a:rPr>
                        <a:t>[</a:t>
                      </a:r>
                      <a:r>
                        <a:rPr sz="1100" spc="-10" dirty="0">
                          <a:latin typeface="宋体"/>
                          <a:cs typeface="宋体"/>
                        </a:rPr>
                        <a:t>具体内容</a:t>
                      </a:r>
                      <a:r>
                        <a:rPr sz="1100" spc="-50" dirty="0">
                          <a:latin typeface="Arial"/>
                          <a:cs typeface="Arial"/>
                        </a:rPr>
                        <a:t>]</a:t>
                      </a:r>
                      <a:r>
                        <a:rPr sz="1100" spc="-10" dirty="0">
                          <a:latin typeface="宋体"/>
                          <a:cs typeface="宋体"/>
                        </a:rPr>
                        <a:t>典型场景：</a:t>
                      </a:r>
                      <a:r>
                        <a:rPr sz="1100" spc="-10" dirty="0">
                          <a:latin typeface="Arial"/>
                          <a:cs typeface="Arial"/>
                        </a:rPr>
                        <a:t>[</a:t>
                      </a:r>
                      <a:r>
                        <a:rPr sz="1100" spc="-10" dirty="0">
                          <a:latin typeface="宋体"/>
                          <a:cs typeface="宋体"/>
                        </a:rPr>
                        <a:t>使用场景</a:t>
                      </a:r>
                      <a:r>
                        <a:rPr sz="1100" spc="-50" dirty="0">
                          <a:latin typeface="Arial"/>
                          <a:cs typeface="Arial"/>
                        </a:rPr>
                        <a:t>]</a:t>
                      </a:r>
                      <a:r>
                        <a:rPr sz="1100" spc="-10" dirty="0">
                          <a:latin typeface="宋体"/>
                          <a:cs typeface="宋体"/>
                        </a:rPr>
                        <a:t>目标用户：</a:t>
                      </a:r>
                      <a:r>
                        <a:rPr sz="1100" spc="-10" dirty="0">
                          <a:latin typeface="Arial"/>
                          <a:cs typeface="Arial"/>
                        </a:rPr>
                        <a:t>[</a:t>
                      </a:r>
                      <a:r>
                        <a:rPr sz="1100" spc="-10" dirty="0">
                          <a:latin typeface="宋体"/>
                          <a:cs typeface="宋体"/>
                        </a:rPr>
                        <a:t>用户画像</a:t>
                      </a:r>
                      <a:r>
                        <a:rPr sz="1100" spc="-50" dirty="0">
                          <a:latin typeface="Arial"/>
                          <a:cs typeface="Arial"/>
                        </a:rPr>
                        <a:t>]</a:t>
                      </a:r>
                      <a:endParaRPr sz="1100">
                        <a:latin typeface="Arial"/>
                        <a:cs typeface="Arial"/>
                      </a:endParaRPr>
                    </a:p>
                  </a:txBody>
                  <a:tcPr marL="0" marR="0" marT="110489"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extLst>
                  <a:ext uri="{0D108BD9-81ED-4DB2-BD59-A6C34878D82A}">
                    <a16:rowId xmlns:a16="http://schemas.microsoft.com/office/drawing/2014/main" val="10001"/>
                  </a:ext>
                </a:extLst>
              </a:tr>
              <a:tr h="1257935">
                <a:tc>
                  <a:txBody>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spcBef>
                          <a:spcPts val="35"/>
                        </a:spcBef>
                      </a:pPr>
                      <a:endParaRPr sz="1000">
                        <a:latin typeface="Times New Roman"/>
                        <a:cs typeface="Times New Roman"/>
                      </a:endParaRPr>
                    </a:p>
                    <a:p>
                      <a:pPr algn="ctr">
                        <a:lnSpc>
                          <a:spcPct val="100000"/>
                        </a:lnSpc>
                      </a:pPr>
                      <a:r>
                        <a:rPr sz="1100" spc="-20" dirty="0">
                          <a:latin typeface="宋体"/>
                          <a:cs typeface="宋体"/>
                        </a:rPr>
                        <a:t>场景设计</a:t>
                      </a:r>
                      <a:endParaRPr sz="1100">
                        <a:latin typeface="宋体"/>
                        <a:cs typeface="宋体"/>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marR="3175">
                        <a:lnSpc>
                          <a:spcPct val="100000"/>
                        </a:lnSpc>
                      </a:pPr>
                      <a:endParaRPr sz="1300">
                        <a:latin typeface="Times New Roman"/>
                        <a:cs typeface="Times New Roman"/>
                      </a:endParaRPr>
                    </a:p>
                    <a:p>
                      <a:pPr marR="3175">
                        <a:lnSpc>
                          <a:spcPct val="100000"/>
                        </a:lnSpc>
                      </a:pPr>
                      <a:endParaRPr sz="1300">
                        <a:latin typeface="Times New Roman"/>
                        <a:cs typeface="Times New Roman"/>
                      </a:endParaRPr>
                    </a:p>
                    <a:p>
                      <a:pPr marR="3175">
                        <a:lnSpc>
                          <a:spcPct val="100000"/>
                        </a:lnSpc>
                        <a:spcBef>
                          <a:spcPts val="35"/>
                        </a:spcBef>
                      </a:pPr>
                      <a:endParaRPr sz="1000">
                        <a:latin typeface="Times New Roman"/>
                        <a:cs typeface="Times New Roman"/>
                      </a:endParaRPr>
                    </a:p>
                    <a:p>
                      <a:pPr marR="3175" algn="ctr">
                        <a:lnSpc>
                          <a:spcPct val="100000"/>
                        </a:lnSpc>
                      </a:pPr>
                      <a:r>
                        <a:rPr sz="1100" spc="-10" dirty="0">
                          <a:latin typeface="宋体"/>
                          <a:cs typeface="宋体"/>
                        </a:rPr>
                        <a:t>设计</a:t>
                      </a:r>
                      <a:r>
                        <a:rPr sz="1100" spc="-10" dirty="0">
                          <a:latin typeface="Arial"/>
                          <a:cs typeface="Arial"/>
                        </a:rPr>
                        <a:t>3</a:t>
                      </a:r>
                      <a:r>
                        <a:rPr sz="1100" spc="-20" dirty="0">
                          <a:latin typeface="宋体"/>
                          <a:cs typeface="宋体"/>
                        </a:rPr>
                        <a:t>个具体应用场景</a:t>
                      </a:r>
                      <a:endParaRPr sz="1100">
                        <a:latin typeface="宋体"/>
                        <a:cs typeface="宋体"/>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a:lnSpc>
                          <a:spcPct val="100000"/>
                        </a:lnSpc>
                        <a:spcBef>
                          <a:spcPts val="40"/>
                        </a:spcBef>
                      </a:pPr>
                      <a:endParaRPr sz="1300">
                        <a:latin typeface="Times New Roman"/>
                        <a:cs typeface="Times New Roman"/>
                      </a:endParaRPr>
                    </a:p>
                    <a:p>
                      <a:pPr marL="828675" marR="611505" indent="-209550">
                        <a:lnSpc>
                          <a:spcPct val="100000"/>
                        </a:lnSpc>
                      </a:pPr>
                      <a:r>
                        <a:rPr sz="1100" spc="-20" dirty="0">
                          <a:latin typeface="宋体"/>
                          <a:cs typeface="宋体"/>
                        </a:rPr>
                        <a:t>每个场景包含：环境描述</a:t>
                      </a:r>
                      <a:endParaRPr sz="1100">
                        <a:latin typeface="宋体"/>
                        <a:cs typeface="宋体"/>
                      </a:endParaRPr>
                    </a:p>
                    <a:p>
                      <a:pPr marL="828675" marR="821055" algn="just">
                        <a:lnSpc>
                          <a:spcPct val="100000"/>
                        </a:lnSpc>
                      </a:pPr>
                      <a:r>
                        <a:rPr sz="1100" spc="-20" dirty="0">
                          <a:latin typeface="宋体"/>
                          <a:cs typeface="宋体"/>
                        </a:rPr>
                        <a:t>痛点呈现解决过程效果展示</a:t>
                      </a:r>
                      <a:endParaRPr sz="1100">
                        <a:latin typeface="宋体"/>
                        <a:cs typeface="宋体"/>
                      </a:endParaRPr>
                    </a:p>
                  </a:txBody>
                  <a:tcPr marL="0" marR="0" marT="508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extLst>
                  <a:ext uri="{0D108BD9-81ED-4DB2-BD59-A6C34878D82A}">
                    <a16:rowId xmlns:a16="http://schemas.microsoft.com/office/drawing/2014/main" val="10002"/>
                  </a:ext>
                </a:extLst>
              </a:tr>
              <a:tr h="887730">
                <a:tc>
                  <a:txBody>
                    <a:bodyPr/>
                    <a:lstStyle/>
                    <a:p>
                      <a:pPr>
                        <a:lnSpc>
                          <a:spcPct val="100000"/>
                        </a:lnSpc>
                      </a:pPr>
                      <a:endParaRPr sz="1300">
                        <a:latin typeface="Times New Roman"/>
                        <a:cs typeface="Times New Roman"/>
                      </a:endParaRPr>
                    </a:p>
                    <a:p>
                      <a:pPr>
                        <a:lnSpc>
                          <a:spcPct val="100000"/>
                        </a:lnSpc>
                        <a:spcBef>
                          <a:spcPts val="10"/>
                        </a:spcBef>
                      </a:pPr>
                      <a:endParaRPr sz="1050">
                        <a:latin typeface="Times New Roman"/>
                        <a:cs typeface="Times New Roman"/>
                      </a:endParaRPr>
                    </a:p>
                    <a:p>
                      <a:pPr algn="ctr">
                        <a:lnSpc>
                          <a:spcPct val="100000"/>
                        </a:lnSpc>
                      </a:pPr>
                      <a:r>
                        <a:rPr sz="1100" spc="-20" dirty="0">
                          <a:latin typeface="宋体"/>
                          <a:cs typeface="宋体"/>
                        </a:rPr>
                        <a:t>表达要求</a:t>
                      </a:r>
                      <a:endParaRPr sz="1100">
                        <a:latin typeface="宋体"/>
                        <a:cs typeface="宋体"/>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algn="ctr">
                        <a:lnSpc>
                          <a:spcPct val="100000"/>
                        </a:lnSpc>
                        <a:spcBef>
                          <a:spcPts val="735"/>
                        </a:spcBef>
                      </a:pPr>
                      <a:r>
                        <a:rPr sz="1100" spc="-15" dirty="0">
                          <a:latin typeface="宋体"/>
                          <a:cs typeface="宋体"/>
                        </a:rPr>
                        <a:t>帮我描述每个场景的具体生活</a:t>
                      </a:r>
                      <a:r>
                        <a:rPr sz="1100" spc="-50" dirty="0">
                          <a:latin typeface="宋体"/>
                          <a:cs typeface="宋体"/>
                        </a:rPr>
                        <a:t> </a:t>
                      </a:r>
                      <a:r>
                        <a:rPr sz="1100" spc="-15" dirty="0">
                          <a:latin typeface="宋体"/>
                          <a:cs typeface="宋体"/>
                        </a:rPr>
                        <a:t>背景，真实呈现使用中的痛点，并详细说明使用过程及效果展</a:t>
                      </a:r>
                      <a:r>
                        <a:rPr sz="1100" spc="-50" dirty="0">
                          <a:latin typeface="宋体"/>
                          <a:cs typeface="宋体"/>
                        </a:rPr>
                        <a:t> 示</a:t>
                      </a:r>
                      <a:endParaRPr sz="1100">
                        <a:latin typeface="宋体"/>
                        <a:cs typeface="宋体"/>
                      </a:endParaRPr>
                    </a:p>
                  </a:txBody>
                  <a:tcPr marL="0" marR="0" marT="93345"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a:lnSpc>
                          <a:spcPct val="100000"/>
                        </a:lnSpc>
                        <a:spcBef>
                          <a:spcPts val="15"/>
                        </a:spcBef>
                      </a:pPr>
                      <a:endParaRPr sz="1200">
                        <a:latin typeface="Times New Roman"/>
                        <a:cs typeface="Times New Roman"/>
                      </a:endParaRPr>
                    </a:p>
                    <a:p>
                      <a:pPr marL="688975" marR="681355" algn="just">
                        <a:lnSpc>
                          <a:spcPct val="100000"/>
                        </a:lnSpc>
                      </a:pPr>
                      <a:r>
                        <a:rPr sz="1100" spc="-20" dirty="0">
                          <a:latin typeface="宋体"/>
                          <a:cs typeface="宋体"/>
                        </a:rPr>
                        <a:t>细节具体真实场景贴近生活问题解决完整</a:t>
                      </a:r>
                      <a:endParaRPr sz="1100">
                        <a:latin typeface="宋体"/>
                        <a:cs typeface="宋体"/>
                      </a:endParaRPr>
                    </a:p>
                  </a:txBody>
                  <a:tcPr marL="0" marR="0" marT="1905"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extLst>
                  <a:ext uri="{0D108BD9-81ED-4DB2-BD59-A6C34878D82A}">
                    <a16:rowId xmlns:a16="http://schemas.microsoft.com/office/drawing/2014/main" val="10003"/>
                  </a:ext>
                </a:extLst>
              </a:tr>
            </a:tbl>
          </a:graphicData>
        </a:graphic>
      </p:graphicFrame>
      <p:sp>
        <p:nvSpPr>
          <p:cNvPr id="7" name="object 7"/>
          <p:cNvSpPr txBox="1"/>
          <p:nvPr/>
        </p:nvSpPr>
        <p:spPr>
          <a:xfrm>
            <a:off x="545465" y="3555934"/>
            <a:ext cx="5307965" cy="1141095"/>
          </a:xfrm>
          <a:prstGeom prst="rect">
            <a:avLst/>
          </a:prstGeom>
        </p:spPr>
        <p:txBody>
          <a:bodyPr vert="horz" wrap="square" lIns="0" tIns="166370" rIns="0" bIns="0" rtlCol="0">
            <a:spAutoFit/>
          </a:bodyPr>
          <a:lstStyle/>
          <a:p>
            <a:pPr marL="180975">
              <a:lnSpc>
                <a:spcPct val="100000"/>
              </a:lnSpc>
              <a:spcBef>
                <a:spcPts val="1310"/>
              </a:spcBef>
            </a:pPr>
            <a:r>
              <a:rPr sz="2000" b="1" spc="-15" dirty="0">
                <a:latin typeface="Microsoft JhengHei"/>
                <a:cs typeface="Microsoft JhengHei"/>
              </a:rPr>
              <a:t>风格调性</a:t>
            </a:r>
            <a:endParaRPr sz="2000">
              <a:latin typeface="Microsoft JhengHei"/>
              <a:cs typeface="Microsoft JhengHei"/>
            </a:endParaRPr>
          </a:p>
          <a:p>
            <a:pPr marL="12700" marR="5080">
              <a:lnSpc>
                <a:spcPct val="119800"/>
              </a:lnSpc>
              <a:spcBef>
                <a:spcPts val="575"/>
              </a:spcBef>
            </a:pPr>
            <a:r>
              <a:rPr sz="1600" spc="-20" dirty="0">
                <a:latin typeface="宋体"/>
                <a:cs typeface="宋体"/>
              </a:rPr>
              <a:t>风格调性的设计不仅影响内容的呈现方式，还决定了与目</a:t>
            </a:r>
            <a:r>
              <a:rPr sz="1600" spc="-50" dirty="0">
                <a:latin typeface="宋体"/>
                <a:cs typeface="宋体"/>
              </a:rPr>
              <a:t>标</a:t>
            </a:r>
            <a:r>
              <a:rPr sz="1600" spc="-20" dirty="0">
                <a:latin typeface="宋体"/>
                <a:cs typeface="宋体"/>
              </a:rPr>
              <a:t>受众的情感共鸣。风格调性提示语设计</a:t>
            </a:r>
            <a:r>
              <a:rPr sz="1600" spc="-50" dirty="0">
                <a:latin typeface="宋体"/>
                <a:cs typeface="宋体"/>
              </a:rPr>
              <a:t>：</a:t>
            </a:r>
            <a:endParaRPr sz="1600">
              <a:latin typeface="宋体"/>
              <a:cs typeface="宋体"/>
            </a:endParaRPr>
          </a:p>
        </p:txBody>
      </p:sp>
      <p:graphicFrame>
        <p:nvGraphicFramePr>
          <p:cNvPr id="8" name="object 8"/>
          <p:cNvGraphicFramePr>
            <a:graphicFrameLocks noGrp="1"/>
          </p:cNvGraphicFramePr>
          <p:nvPr/>
        </p:nvGraphicFramePr>
        <p:xfrm>
          <a:off x="453390" y="4751704"/>
          <a:ext cx="5571490" cy="1665604"/>
        </p:xfrm>
        <a:graphic>
          <a:graphicData uri="http://schemas.openxmlformats.org/drawingml/2006/table">
            <a:tbl>
              <a:tblPr firstRow="1" bandRow="1">
                <a:tableStyleId>{2D5ABB26-0587-4C30-8999-92F81FD0307C}</a:tableStyleId>
              </a:tblPr>
              <a:tblGrid>
                <a:gridCol w="956944">
                  <a:extLst>
                    <a:ext uri="{9D8B030D-6E8A-4147-A177-3AD203B41FA5}">
                      <a16:colId xmlns:a16="http://schemas.microsoft.com/office/drawing/2014/main" val="20000"/>
                    </a:ext>
                  </a:extLst>
                </a:gridCol>
                <a:gridCol w="2155825">
                  <a:extLst>
                    <a:ext uri="{9D8B030D-6E8A-4147-A177-3AD203B41FA5}">
                      <a16:colId xmlns:a16="http://schemas.microsoft.com/office/drawing/2014/main" val="20001"/>
                    </a:ext>
                  </a:extLst>
                </a:gridCol>
                <a:gridCol w="2446020">
                  <a:extLst>
                    <a:ext uri="{9D8B030D-6E8A-4147-A177-3AD203B41FA5}">
                      <a16:colId xmlns:a16="http://schemas.microsoft.com/office/drawing/2014/main" val="20002"/>
                    </a:ext>
                  </a:extLst>
                </a:gridCol>
              </a:tblGrid>
              <a:tr h="295910">
                <a:tc>
                  <a:txBody>
                    <a:bodyPr/>
                    <a:lstStyle/>
                    <a:p>
                      <a:pPr algn="ctr">
                        <a:lnSpc>
                          <a:spcPct val="100000"/>
                        </a:lnSpc>
                        <a:spcBef>
                          <a:spcPts val="385"/>
                        </a:spcBef>
                      </a:pPr>
                      <a:r>
                        <a:rPr sz="1100" spc="-30" dirty="0">
                          <a:latin typeface="宋体"/>
                          <a:cs typeface="宋体"/>
                        </a:rPr>
                        <a:t>维度</a:t>
                      </a:r>
                      <a:endParaRPr sz="1100">
                        <a:latin typeface="宋体"/>
                        <a:cs typeface="宋体"/>
                      </a:endParaRPr>
                    </a:p>
                  </a:txBody>
                  <a:tcPr marL="0" marR="0" marT="48895"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34A370"/>
                    </a:solidFill>
                  </a:tcPr>
                </a:tc>
                <a:tc>
                  <a:txBody>
                    <a:bodyPr/>
                    <a:lstStyle/>
                    <a:p>
                      <a:pPr algn="ctr">
                        <a:lnSpc>
                          <a:spcPct val="100000"/>
                        </a:lnSpc>
                        <a:spcBef>
                          <a:spcPts val="385"/>
                        </a:spcBef>
                      </a:pPr>
                      <a:r>
                        <a:rPr sz="1100" spc="-20" dirty="0">
                          <a:latin typeface="宋体"/>
                          <a:cs typeface="宋体"/>
                        </a:rPr>
                        <a:t>提示语示例</a:t>
                      </a:r>
                      <a:endParaRPr sz="1100">
                        <a:latin typeface="宋体"/>
                        <a:cs typeface="宋体"/>
                      </a:endParaRPr>
                    </a:p>
                  </a:txBody>
                  <a:tcPr marL="0" marR="0" marT="48895"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34A370"/>
                    </a:solidFill>
                  </a:tcPr>
                </a:tc>
                <a:tc>
                  <a:txBody>
                    <a:bodyPr/>
                    <a:lstStyle/>
                    <a:p>
                      <a:pPr marL="635" algn="ctr">
                        <a:lnSpc>
                          <a:spcPct val="100000"/>
                        </a:lnSpc>
                        <a:spcBef>
                          <a:spcPts val="385"/>
                        </a:spcBef>
                      </a:pPr>
                      <a:r>
                        <a:rPr sz="1100" spc="-30" dirty="0">
                          <a:latin typeface="宋体"/>
                          <a:cs typeface="宋体"/>
                        </a:rPr>
                        <a:t>要求</a:t>
                      </a:r>
                      <a:endParaRPr sz="1100">
                        <a:latin typeface="宋体"/>
                        <a:cs typeface="宋体"/>
                      </a:endParaRPr>
                    </a:p>
                  </a:txBody>
                  <a:tcPr marL="0" marR="0" marT="48895"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34A370"/>
                    </a:solidFill>
                  </a:tcPr>
                </a:tc>
                <a:extLst>
                  <a:ext uri="{0D108BD9-81ED-4DB2-BD59-A6C34878D82A}">
                    <a16:rowId xmlns:a16="http://schemas.microsoft.com/office/drawing/2014/main" val="10000"/>
                  </a:ext>
                </a:extLst>
              </a:tr>
              <a:tr h="670560">
                <a:tc>
                  <a:txBody>
                    <a:bodyPr/>
                    <a:lstStyle/>
                    <a:p>
                      <a:pPr>
                        <a:lnSpc>
                          <a:spcPct val="100000"/>
                        </a:lnSpc>
                        <a:spcBef>
                          <a:spcPts val="20"/>
                        </a:spcBef>
                      </a:pPr>
                      <a:endParaRPr sz="1600">
                        <a:latin typeface="Times New Roman"/>
                        <a:cs typeface="Times New Roman"/>
                      </a:endParaRPr>
                    </a:p>
                    <a:p>
                      <a:pPr algn="ctr">
                        <a:lnSpc>
                          <a:spcPct val="100000"/>
                        </a:lnSpc>
                      </a:pPr>
                      <a:r>
                        <a:rPr sz="1100" spc="-20" dirty="0">
                          <a:latin typeface="宋体"/>
                          <a:cs typeface="宋体"/>
                        </a:rPr>
                        <a:t>风格设计</a:t>
                      </a:r>
                      <a:endParaRPr sz="1100">
                        <a:latin typeface="宋体"/>
                        <a:cs typeface="宋体"/>
                      </a:endParaRPr>
                    </a:p>
                  </a:txBody>
                  <a:tcPr marL="0" marR="0" marT="2540"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tc>
                  <a:txBody>
                    <a:bodyPr/>
                    <a:lstStyle/>
                    <a:p>
                      <a:pPr>
                        <a:lnSpc>
                          <a:spcPct val="100000"/>
                        </a:lnSpc>
                        <a:spcBef>
                          <a:spcPts val="50"/>
                        </a:spcBef>
                      </a:pPr>
                      <a:endParaRPr sz="1000">
                        <a:latin typeface="Times New Roman"/>
                        <a:cs typeface="Times New Roman"/>
                      </a:endParaRPr>
                    </a:p>
                    <a:p>
                      <a:pPr marL="868044" marR="85090" indent="-775970">
                        <a:lnSpc>
                          <a:spcPct val="100000"/>
                        </a:lnSpc>
                      </a:pPr>
                      <a:r>
                        <a:rPr sz="1100" spc="-10" dirty="0">
                          <a:latin typeface="宋体"/>
                          <a:cs typeface="宋体"/>
                        </a:rPr>
                        <a:t>请设计</a:t>
                      </a:r>
                      <a:r>
                        <a:rPr sz="1100" spc="-10" dirty="0">
                          <a:latin typeface="Arial"/>
                          <a:cs typeface="Arial"/>
                        </a:rPr>
                        <a:t>[</a:t>
                      </a:r>
                      <a:r>
                        <a:rPr sz="1100" spc="-10" dirty="0">
                          <a:latin typeface="宋体"/>
                          <a:cs typeface="宋体"/>
                        </a:rPr>
                        <a:t>美妆</a:t>
                      </a:r>
                      <a:r>
                        <a:rPr sz="1100" spc="-10" dirty="0">
                          <a:latin typeface="Arial"/>
                          <a:cs typeface="Arial"/>
                        </a:rPr>
                        <a:t>/</a:t>
                      </a:r>
                      <a:r>
                        <a:rPr sz="1100" spc="-10" dirty="0">
                          <a:latin typeface="宋体"/>
                          <a:cs typeface="宋体"/>
                        </a:rPr>
                        <a:t>美食</a:t>
                      </a:r>
                      <a:r>
                        <a:rPr sz="1100" spc="-10" dirty="0">
                          <a:latin typeface="Arial"/>
                          <a:cs typeface="Arial"/>
                        </a:rPr>
                        <a:t>/</a:t>
                      </a:r>
                      <a:r>
                        <a:rPr sz="1100" spc="-10" dirty="0">
                          <a:latin typeface="宋体"/>
                          <a:cs typeface="宋体"/>
                        </a:rPr>
                        <a:t>生活</a:t>
                      </a:r>
                      <a:r>
                        <a:rPr sz="1100" spc="-10" dirty="0">
                          <a:latin typeface="Arial"/>
                          <a:cs typeface="Arial"/>
                        </a:rPr>
                        <a:t>]</a:t>
                      </a:r>
                      <a:r>
                        <a:rPr sz="1100" spc="-20" dirty="0">
                          <a:latin typeface="宋体"/>
                          <a:cs typeface="宋体"/>
                        </a:rPr>
                        <a:t>领域的内</a:t>
                      </a:r>
                      <a:r>
                        <a:rPr sz="1100" spc="-25" dirty="0">
                          <a:latin typeface="宋体"/>
                          <a:cs typeface="宋体"/>
                        </a:rPr>
                        <a:t>容风格</a:t>
                      </a:r>
                      <a:endParaRPr sz="1100">
                        <a:latin typeface="宋体"/>
                        <a:cs typeface="宋体"/>
                      </a:endParaRPr>
                    </a:p>
                  </a:txBody>
                  <a:tcPr marL="0" marR="0" marT="6350"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tc>
                  <a:txBody>
                    <a:bodyPr/>
                    <a:lstStyle/>
                    <a:p>
                      <a:pPr marL="635" algn="ctr">
                        <a:lnSpc>
                          <a:spcPts val="1200"/>
                        </a:lnSpc>
                      </a:pPr>
                      <a:r>
                        <a:rPr sz="1100" spc="-20" dirty="0">
                          <a:latin typeface="宋体"/>
                          <a:cs typeface="宋体"/>
                        </a:rPr>
                        <a:t>账号定位：</a:t>
                      </a:r>
                      <a:endParaRPr sz="1100">
                        <a:latin typeface="宋体"/>
                        <a:cs typeface="宋体"/>
                      </a:endParaRPr>
                    </a:p>
                    <a:p>
                      <a:pPr marL="695325" marR="687070" algn="just">
                        <a:lnSpc>
                          <a:spcPct val="100000"/>
                        </a:lnSpc>
                      </a:pPr>
                      <a:r>
                        <a:rPr sz="1100" spc="-10" dirty="0">
                          <a:latin typeface="宋体"/>
                          <a:cs typeface="宋体"/>
                        </a:rPr>
                        <a:t>人设特征：</a:t>
                      </a:r>
                      <a:r>
                        <a:rPr sz="1100" spc="-10" dirty="0">
                          <a:latin typeface="Arial"/>
                          <a:cs typeface="Arial"/>
                        </a:rPr>
                        <a:t>[</a:t>
                      </a:r>
                      <a:r>
                        <a:rPr sz="1100" spc="-10" dirty="0">
                          <a:latin typeface="宋体"/>
                          <a:cs typeface="宋体"/>
                        </a:rPr>
                        <a:t>描述</a:t>
                      </a:r>
                      <a:r>
                        <a:rPr sz="1100" spc="-50" dirty="0">
                          <a:latin typeface="Arial"/>
                          <a:cs typeface="Arial"/>
                        </a:rPr>
                        <a:t>]</a:t>
                      </a:r>
                      <a:r>
                        <a:rPr sz="1100" spc="-10" dirty="0">
                          <a:latin typeface="宋体"/>
                          <a:cs typeface="宋体"/>
                        </a:rPr>
                        <a:t>专业背景：</a:t>
                      </a:r>
                      <a:r>
                        <a:rPr sz="1100" spc="-10" dirty="0">
                          <a:latin typeface="Arial"/>
                          <a:cs typeface="Arial"/>
                        </a:rPr>
                        <a:t>[</a:t>
                      </a:r>
                      <a:r>
                        <a:rPr sz="1100" spc="-10" dirty="0">
                          <a:latin typeface="宋体"/>
                          <a:cs typeface="宋体"/>
                        </a:rPr>
                        <a:t>描述</a:t>
                      </a:r>
                      <a:r>
                        <a:rPr sz="1100" spc="-50" dirty="0">
                          <a:latin typeface="Arial"/>
                          <a:cs typeface="Arial"/>
                        </a:rPr>
                        <a:t>]</a:t>
                      </a:r>
                      <a:r>
                        <a:rPr sz="1100" spc="-10" dirty="0">
                          <a:latin typeface="宋体"/>
                          <a:cs typeface="宋体"/>
                        </a:rPr>
                        <a:t>目标调性：</a:t>
                      </a:r>
                      <a:r>
                        <a:rPr sz="1100" spc="-10" dirty="0">
                          <a:latin typeface="Arial"/>
                          <a:cs typeface="Arial"/>
                        </a:rPr>
                        <a:t>[</a:t>
                      </a:r>
                      <a:r>
                        <a:rPr sz="1100" spc="-10" dirty="0">
                          <a:latin typeface="宋体"/>
                          <a:cs typeface="宋体"/>
                        </a:rPr>
                        <a:t>描述</a:t>
                      </a:r>
                      <a:r>
                        <a:rPr sz="1100" spc="-50" dirty="0">
                          <a:latin typeface="Arial"/>
                          <a:cs typeface="Arial"/>
                        </a:rPr>
                        <a:t>]</a:t>
                      </a:r>
                      <a:endParaRPr sz="1100">
                        <a:latin typeface="Arial"/>
                        <a:cs typeface="Arial"/>
                      </a:endParaRPr>
                    </a:p>
                  </a:txBody>
                  <a:tcPr marL="0" marR="0" marT="0"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extLst>
                  <a:ext uri="{0D108BD9-81ED-4DB2-BD59-A6C34878D82A}">
                    <a16:rowId xmlns:a16="http://schemas.microsoft.com/office/drawing/2014/main" val="10001"/>
                  </a:ext>
                </a:extLst>
              </a:tr>
              <a:tr h="699135">
                <a:tc>
                  <a:txBody>
                    <a:bodyPr/>
                    <a:lstStyle/>
                    <a:p>
                      <a:pPr>
                        <a:lnSpc>
                          <a:spcPct val="100000"/>
                        </a:lnSpc>
                        <a:spcBef>
                          <a:spcPts val="45"/>
                        </a:spcBef>
                      </a:pPr>
                      <a:endParaRPr sz="1100">
                        <a:latin typeface="Times New Roman"/>
                        <a:cs typeface="Times New Roman"/>
                      </a:endParaRPr>
                    </a:p>
                    <a:p>
                      <a:pPr marL="407670" marR="121920" indent="-279400">
                        <a:lnSpc>
                          <a:spcPct val="100000"/>
                        </a:lnSpc>
                      </a:pPr>
                      <a:r>
                        <a:rPr sz="1100" spc="-20" dirty="0">
                          <a:latin typeface="宋体"/>
                          <a:cs typeface="宋体"/>
                        </a:rPr>
                        <a:t>语言风格要</a:t>
                      </a:r>
                      <a:r>
                        <a:rPr sz="1100" spc="-50" dirty="0">
                          <a:latin typeface="宋体"/>
                          <a:cs typeface="宋体"/>
                        </a:rPr>
                        <a:t>求</a:t>
                      </a:r>
                      <a:endParaRPr sz="1100">
                        <a:latin typeface="宋体"/>
                        <a:cs typeface="宋体"/>
                      </a:endParaRPr>
                    </a:p>
                  </a:txBody>
                  <a:tcPr marL="0" marR="0" marT="5715"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tc>
                  <a:txBody>
                    <a:bodyPr/>
                    <a:lstStyle/>
                    <a:p>
                      <a:pPr marL="448309" marR="441959" algn="ctr">
                        <a:lnSpc>
                          <a:spcPts val="1320"/>
                        </a:lnSpc>
                        <a:spcBef>
                          <a:spcPts val="35"/>
                        </a:spcBef>
                      </a:pPr>
                      <a:r>
                        <a:rPr sz="1100" spc="-15" dirty="0">
                          <a:latin typeface="宋体"/>
                          <a:cs typeface="宋体"/>
                        </a:rPr>
                        <a:t>遵循以下表达特点：</a:t>
                      </a:r>
                      <a:r>
                        <a:rPr sz="1100" spc="-20" dirty="0">
                          <a:latin typeface="宋体"/>
                          <a:cs typeface="宋体"/>
                        </a:rPr>
                        <a:t>口吻设定</a:t>
                      </a:r>
                      <a:endParaRPr sz="1100">
                        <a:latin typeface="宋体"/>
                        <a:cs typeface="宋体"/>
                      </a:endParaRPr>
                    </a:p>
                    <a:p>
                      <a:pPr algn="ctr">
                        <a:lnSpc>
                          <a:spcPts val="1275"/>
                        </a:lnSpc>
                      </a:pPr>
                      <a:r>
                        <a:rPr sz="1100" spc="-20" dirty="0">
                          <a:latin typeface="宋体"/>
                          <a:cs typeface="宋体"/>
                        </a:rPr>
                        <a:t>句式特征</a:t>
                      </a:r>
                      <a:endParaRPr sz="1100">
                        <a:latin typeface="宋体"/>
                        <a:cs typeface="宋体"/>
                      </a:endParaRPr>
                    </a:p>
                    <a:p>
                      <a:pPr algn="ctr">
                        <a:lnSpc>
                          <a:spcPct val="100000"/>
                        </a:lnSpc>
                      </a:pPr>
                      <a:r>
                        <a:rPr sz="1100" spc="-20" dirty="0">
                          <a:latin typeface="宋体"/>
                          <a:cs typeface="宋体"/>
                        </a:rPr>
                        <a:t>专业术语使用度</a:t>
                      </a:r>
                      <a:endParaRPr sz="1100">
                        <a:latin typeface="宋体"/>
                        <a:cs typeface="宋体"/>
                      </a:endParaRPr>
                    </a:p>
                  </a:txBody>
                  <a:tcPr marL="0" marR="0" marT="4445"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tc>
                  <a:txBody>
                    <a:bodyPr/>
                    <a:lstStyle/>
                    <a:p>
                      <a:pPr marL="105410" marR="97790" algn="ctr">
                        <a:lnSpc>
                          <a:spcPts val="1320"/>
                        </a:lnSpc>
                        <a:spcBef>
                          <a:spcPts val="35"/>
                        </a:spcBef>
                      </a:pPr>
                      <a:r>
                        <a:rPr sz="1100" spc="-10" dirty="0">
                          <a:latin typeface="宋体"/>
                          <a:cs typeface="宋体"/>
                        </a:rPr>
                        <a:t>情感基调：（</a:t>
                      </a:r>
                      <a:r>
                        <a:rPr sz="1100" spc="-15" dirty="0">
                          <a:latin typeface="宋体"/>
                          <a:cs typeface="宋体"/>
                        </a:rPr>
                        <a:t>主要情绪色彩、互动语</a:t>
                      </a:r>
                      <a:r>
                        <a:rPr sz="1100" spc="-10" dirty="0">
                          <a:latin typeface="宋体"/>
                          <a:cs typeface="宋体"/>
                        </a:rPr>
                        <a:t>气、共情点设计</a:t>
                      </a:r>
                      <a:r>
                        <a:rPr sz="1100" spc="-50" dirty="0">
                          <a:latin typeface="宋体"/>
                          <a:cs typeface="宋体"/>
                        </a:rPr>
                        <a:t>）</a:t>
                      </a:r>
                      <a:endParaRPr sz="1100">
                        <a:latin typeface="宋体"/>
                        <a:cs typeface="宋体"/>
                      </a:endParaRPr>
                    </a:p>
                    <a:p>
                      <a:pPr marL="105410" marR="97790" algn="ctr">
                        <a:lnSpc>
                          <a:spcPts val="1320"/>
                        </a:lnSpc>
                      </a:pPr>
                      <a:r>
                        <a:rPr sz="1100" spc="-10" dirty="0">
                          <a:latin typeface="宋体"/>
                          <a:cs typeface="宋体"/>
                        </a:rPr>
                        <a:t>个性化元素：（</a:t>
                      </a:r>
                      <a:r>
                        <a:rPr sz="1100" spc="-15" dirty="0">
                          <a:latin typeface="宋体"/>
                          <a:cs typeface="宋体"/>
                        </a:rPr>
                        <a:t>固定开场语、独特表</a:t>
                      </a:r>
                      <a:r>
                        <a:rPr sz="1100" spc="-10" dirty="0">
                          <a:latin typeface="宋体"/>
                          <a:cs typeface="宋体"/>
                        </a:rPr>
                        <a:t>达方式、签名式结束语</a:t>
                      </a:r>
                      <a:r>
                        <a:rPr sz="1100" spc="-50" dirty="0">
                          <a:latin typeface="宋体"/>
                          <a:cs typeface="宋体"/>
                        </a:rPr>
                        <a:t>）</a:t>
                      </a:r>
                      <a:endParaRPr sz="1100">
                        <a:latin typeface="宋体"/>
                        <a:cs typeface="宋体"/>
                      </a:endParaRPr>
                    </a:p>
                  </a:txBody>
                  <a:tcPr marL="0" marR="0" marT="4445" marB="0">
                    <a:lnL w="12700">
                      <a:solidFill>
                        <a:srgbClr val="55C994"/>
                      </a:solidFill>
                      <a:prstDash val="solid"/>
                    </a:lnL>
                    <a:lnR w="12700">
                      <a:solidFill>
                        <a:srgbClr val="55C994"/>
                      </a:solidFill>
                      <a:prstDash val="solid"/>
                    </a:lnR>
                    <a:lnT w="12700">
                      <a:solidFill>
                        <a:srgbClr val="55C994"/>
                      </a:solidFill>
                      <a:prstDash val="solid"/>
                    </a:lnT>
                    <a:lnB w="12700">
                      <a:solidFill>
                        <a:srgbClr val="55C994"/>
                      </a:solidFill>
                      <a:prstDash val="solid"/>
                    </a:lnB>
                    <a:solidFill>
                      <a:srgbClr val="E9F6EE"/>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7093584" cy="634365"/>
          </a:xfrm>
          <a:prstGeom prst="rect">
            <a:avLst/>
          </a:prstGeom>
        </p:spPr>
        <p:txBody>
          <a:bodyPr vert="horz" wrap="square" lIns="0" tIns="12065" rIns="0" bIns="0" rtlCol="0">
            <a:spAutoFit/>
          </a:bodyPr>
          <a:lstStyle/>
          <a:p>
            <a:pPr marL="12700">
              <a:lnSpc>
                <a:spcPct val="100000"/>
              </a:lnSpc>
              <a:spcBef>
                <a:spcPts val="95"/>
              </a:spcBef>
            </a:pPr>
            <a:r>
              <a:rPr sz="4000" spc="270" dirty="0"/>
              <a:t>文案创作的提示语示例（一</a:t>
            </a:r>
            <a:r>
              <a:rPr sz="4000" spc="-50" dirty="0"/>
              <a:t>）</a:t>
            </a:r>
            <a:endParaRPr sz="4000"/>
          </a:p>
        </p:txBody>
      </p:sp>
      <p:sp>
        <p:nvSpPr>
          <p:cNvPr id="3" name="object 3"/>
          <p:cNvSpPr txBox="1"/>
          <p:nvPr/>
        </p:nvSpPr>
        <p:spPr>
          <a:xfrm>
            <a:off x="367029" y="1114994"/>
            <a:ext cx="5307965" cy="1141095"/>
          </a:xfrm>
          <a:prstGeom prst="rect">
            <a:avLst/>
          </a:prstGeom>
        </p:spPr>
        <p:txBody>
          <a:bodyPr vert="horz" wrap="square" lIns="0" tIns="166370" rIns="0" bIns="0" rtlCol="0">
            <a:spAutoFit/>
          </a:bodyPr>
          <a:lstStyle/>
          <a:p>
            <a:pPr marL="180975">
              <a:lnSpc>
                <a:spcPct val="100000"/>
              </a:lnSpc>
              <a:spcBef>
                <a:spcPts val="1310"/>
              </a:spcBef>
            </a:pPr>
            <a:r>
              <a:rPr sz="2000" b="1" spc="-15" dirty="0">
                <a:latin typeface="Microsoft JhengHei"/>
                <a:cs typeface="Microsoft JhengHei"/>
              </a:rPr>
              <a:t>标题创作</a:t>
            </a:r>
            <a:endParaRPr sz="2000">
              <a:latin typeface="Microsoft JhengHei"/>
              <a:cs typeface="Microsoft JhengHei"/>
            </a:endParaRPr>
          </a:p>
          <a:p>
            <a:pPr marL="12700" marR="5080">
              <a:lnSpc>
                <a:spcPct val="119800"/>
              </a:lnSpc>
              <a:spcBef>
                <a:spcPts val="575"/>
              </a:spcBef>
            </a:pPr>
            <a:r>
              <a:rPr sz="1600" spc="-20" dirty="0">
                <a:latin typeface="宋体"/>
                <a:cs typeface="宋体"/>
              </a:rPr>
              <a:t>标题创作的提示语设计应考虑情感共鸣、专业性、搜索优</a:t>
            </a:r>
            <a:r>
              <a:rPr sz="1600" spc="-50" dirty="0">
                <a:latin typeface="宋体"/>
                <a:cs typeface="宋体"/>
              </a:rPr>
              <a:t>化</a:t>
            </a:r>
            <a:r>
              <a:rPr sz="1600" spc="-20" dirty="0">
                <a:latin typeface="宋体"/>
                <a:cs typeface="宋体"/>
              </a:rPr>
              <a:t>和清晰的价值承诺。小红书标题创作提示语设计</a:t>
            </a:r>
            <a:r>
              <a:rPr sz="1600" spc="-50" dirty="0">
                <a:latin typeface="宋体"/>
                <a:cs typeface="宋体"/>
              </a:rPr>
              <a:t>：</a:t>
            </a:r>
            <a:endParaRPr sz="1600">
              <a:latin typeface="宋体"/>
              <a:cs typeface="宋体"/>
            </a:endParaRPr>
          </a:p>
        </p:txBody>
      </p:sp>
      <p:sp>
        <p:nvSpPr>
          <p:cNvPr id="4" name="object 4"/>
          <p:cNvSpPr txBox="1"/>
          <p:nvPr/>
        </p:nvSpPr>
        <p:spPr>
          <a:xfrm>
            <a:off x="6309359" y="1268094"/>
            <a:ext cx="1043940" cy="331470"/>
          </a:xfrm>
          <a:prstGeom prst="rect">
            <a:avLst/>
          </a:prstGeom>
        </p:spPr>
        <p:txBody>
          <a:bodyPr vert="horz" wrap="square" lIns="0" tIns="13335" rIns="0" bIns="0" rtlCol="0">
            <a:spAutoFit/>
          </a:bodyPr>
          <a:lstStyle/>
          <a:p>
            <a:pPr marL="12700">
              <a:lnSpc>
                <a:spcPct val="100000"/>
              </a:lnSpc>
              <a:spcBef>
                <a:spcPts val="105"/>
              </a:spcBef>
            </a:pPr>
            <a:r>
              <a:rPr sz="2000" b="1" spc="-15" dirty="0">
                <a:latin typeface="Microsoft JhengHei"/>
                <a:cs typeface="Microsoft JhengHei"/>
              </a:rPr>
              <a:t>图文结构</a:t>
            </a:r>
            <a:endParaRPr sz="2000">
              <a:latin typeface="Microsoft JhengHei"/>
              <a:cs typeface="Microsoft JhengHei"/>
            </a:endParaRPr>
          </a:p>
        </p:txBody>
      </p:sp>
      <p:graphicFrame>
        <p:nvGraphicFramePr>
          <p:cNvPr id="5" name="object 5"/>
          <p:cNvGraphicFramePr>
            <a:graphicFrameLocks noGrp="1"/>
          </p:cNvGraphicFramePr>
          <p:nvPr/>
        </p:nvGraphicFramePr>
        <p:xfrm>
          <a:off x="280670" y="2409825"/>
          <a:ext cx="5565140" cy="4248150"/>
        </p:xfrm>
        <a:graphic>
          <a:graphicData uri="http://schemas.openxmlformats.org/drawingml/2006/table">
            <a:tbl>
              <a:tblPr firstRow="1" bandRow="1">
                <a:tableStyleId>{2D5ABB26-0587-4C30-8999-92F81FD0307C}</a:tableStyleId>
              </a:tblPr>
              <a:tblGrid>
                <a:gridCol w="955675">
                  <a:extLst>
                    <a:ext uri="{9D8B030D-6E8A-4147-A177-3AD203B41FA5}">
                      <a16:colId xmlns:a16="http://schemas.microsoft.com/office/drawing/2014/main" val="20000"/>
                    </a:ext>
                  </a:extLst>
                </a:gridCol>
                <a:gridCol w="2153285">
                  <a:extLst>
                    <a:ext uri="{9D8B030D-6E8A-4147-A177-3AD203B41FA5}">
                      <a16:colId xmlns:a16="http://schemas.microsoft.com/office/drawing/2014/main" val="20001"/>
                    </a:ext>
                  </a:extLst>
                </a:gridCol>
                <a:gridCol w="2443480">
                  <a:extLst>
                    <a:ext uri="{9D8B030D-6E8A-4147-A177-3AD203B41FA5}">
                      <a16:colId xmlns:a16="http://schemas.microsoft.com/office/drawing/2014/main" val="20002"/>
                    </a:ext>
                  </a:extLst>
                </a:gridCol>
              </a:tblGrid>
              <a:tr h="248920">
                <a:tc>
                  <a:txBody>
                    <a:bodyPr/>
                    <a:lstStyle/>
                    <a:p>
                      <a:pPr algn="ctr">
                        <a:lnSpc>
                          <a:spcPct val="100000"/>
                        </a:lnSpc>
                        <a:spcBef>
                          <a:spcPts val="200"/>
                        </a:spcBef>
                      </a:pPr>
                      <a:r>
                        <a:rPr sz="1100" spc="-30" dirty="0">
                          <a:latin typeface="宋体"/>
                          <a:cs typeface="宋体"/>
                        </a:rPr>
                        <a:t>维度</a:t>
                      </a:r>
                      <a:endParaRPr sz="1100">
                        <a:latin typeface="宋体"/>
                        <a:cs typeface="宋体"/>
                      </a:endParaRPr>
                    </a:p>
                  </a:txBody>
                  <a:tcPr marL="0" marR="0" marT="254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2590EB"/>
                    </a:solidFill>
                  </a:tcPr>
                </a:tc>
                <a:tc>
                  <a:txBody>
                    <a:bodyPr/>
                    <a:lstStyle/>
                    <a:p>
                      <a:pPr algn="ctr">
                        <a:lnSpc>
                          <a:spcPct val="100000"/>
                        </a:lnSpc>
                        <a:spcBef>
                          <a:spcPts val="200"/>
                        </a:spcBef>
                      </a:pPr>
                      <a:r>
                        <a:rPr sz="1100" spc="-20" dirty="0">
                          <a:latin typeface="宋体"/>
                          <a:cs typeface="宋体"/>
                        </a:rPr>
                        <a:t>提示语示例</a:t>
                      </a:r>
                      <a:endParaRPr sz="1100">
                        <a:latin typeface="宋体"/>
                        <a:cs typeface="宋体"/>
                      </a:endParaRPr>
                    </a:p>
                  </a:txBody>
                  <a:tcPr marL="0" marR="0" marT="254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2590EB"/>
                    </a:solidFill>
                  </a:tcPr>
                </a:tc>
                <a:tc>
                  <a:txBody>
                    <a:bodyPr/>
                    <a:lstStyle/>
                    <a:p>
                      <a:pPr marL="635" algn="ctr">
                        <a:lnSpc>
                          <a:spcPct val="100000"/>
                        </a:lnSpc>
                        <a:spcBef>
                          <a:spcPts val="200"/>
                        </a:spcBef>
                      </a:pPr>
                      <a:r>
                        <a:rPr sz="1100" spc="-30" dirty="0">
                          <a:latin typeface="宋体"/>
                          <a:cs typeface="宋体"/>
                        </a:rPr>
                        <a:t>要求</a:t>
                      </a:r>
                      <a:endParaRPr sz="1100">
                        <a:latin typeface="宋体"/>
                        <a:cs typeface="宋体"/>
                      </a:endParaRPr>
                    </a:p>
                  </a:txBody>
                  <a:tcPr marL="0" marR="0" marT="2540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2590EB"/>
                    </a:solidFill>
                  </a:tcPr>
                </a:tc>
                <a:extLst>
                  <a:ext uri="{0D108BD9-81ED-4DB2-BD59-A6C34878D82A}">
                    <a16:rowId xmlns:a16="http://schemas.microsoft.com/office/drawing/2014/main" val="10000"/>
                  </a:ext>
                </a:extLst>
              </a:tr>
              <a:tr h="853440">
                <a:tc>
                  <a:txBody>
                    <a:bodyPr/>
                    <a:lstStyle/>
                    <a:p>
                      <a:pPr>
                        <a:lnSpc>
                          <a:spcPct val="100000"/>
                        </a:lnSpc>
                      </a:pPr>
                      <a:endParaRPr sz="1300">
                        <a:latin typeface="Times New Roman"/>
                        <a:cs typeface="Times New Roman"/>
                      </a:endParaRPr>
                    </a:p>
                    <a:p>
                      <a:pPr marL="635" algn="ctr">
                        <a:lnSpc>
                          <a:spcPct val="100000"/>
                        </a:lnSpc>
                        <a:spcBef>
                          <a:spcPts val="1085"/>
                        </a:spcBef>
                      </a:pPr>
                      <a:r>
                        <a:rPr sz="1100" spc="-10" dirty="0">
                          <a:latin typeface="宋体"/>
                          <a:cs typeface="宋体"/>
                        </a:rPr>
                        <a:t>领域</a:t>
                      </a:r>
                      <a:r>
                        <a:rPr sz="1100" spc="-10" dirty="0">
                          <a:latin typeface="Arial"/>
                          <a:cs typeface="Arial"/>
                        </a:rPr>
                        <a:t>/</a:t>
                      </a:r>
                      <a:r>
                        <a:rPr sz="1100" spc="-30" dirty="0">
                          <a:latin typeface="宋体"/>
                          <a:cs typeface="宋体"/>
                        </a:rPr>
                        <a:t>卖点</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pPr>
                      <a:endParaRPr sz="1300">
                        <a:latin typeface="Times New Roman"/>
                        <a:cs typeface="Times New Roman"/>
                      </a:endParaRPr>
                    </a:p>
                    <a:p>
                      <a:pPr algn="ctr">
                        <a:lnSpc>
                          <a:spcPct val="100000"/>
                        </a:lnSpc>
                        <a:spcBef>
                          <a:spcPts val="1085"/>
                        </a:spcBef>
                      </a:pPr>
                      <a:r>
                        <a:rPr sz="1100" spc="-15" dirty="0">
                          <a:latin typeface="宋体"/>
                          <a:cs typeface="宋体"/>
                        </a:rPr>
                        <a:t>帮我创作一篇小红书笔记的标题</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50"/>
                        </a:spcBef>
                      </a:pPr>
                      <a:endParaRPr sz="1050">
                        <a:latin typeface="Times New Roman"/>
                        <a:cs typeface="Times New Roman"/>
                      </a:endParaRPr>
                    </a:p>
                    <a:p>
                      <a:pPr marL="255270" marR="247650" indent="120650">
                        <a:lnSpc>
                          <a:spcPct val="100000"/>
                        </a:lnSpc>
                      </a:pPr>
                      <a:r>
                        <a:rPr sz="1100" spc="-5" dirty="0">
                          <a:latin typeface="宋体"/>
                          <a:cs typeface="宋体"/>
                        </a:rPr>
                        <a:t>内容领域：</a:t>
                      </a:r>
                      <a:r>
                        <a:rPr sz="1100" spc="-5" dirty="0">
                          <a:latin typeface="Arial"/>
                          <a:cs typeface="Arial"/>
                        </a:rPr>
                        <a:t>[</a:t>
                      </a:r>
                      <a:r>
                        <a:rPr sz="1100" spc="-5" dirty="0">
                          <a:latin typeface="宋体"/>
                          <a:cs typeface="宋体"/>
                        </a:rPr>
                        <a:t>美妆</a:t>
                      </a:r>
                      <a:r>
                        <a:rPr sz="1100" spc="-5" dirty="0">
                          <a:latin typeface="Arial"/>
                          <a:cs typeface="Arial"/>
                        </a:rPr>
                        <a:t>/</a:t>
                      </a:r>
                      <a:r>
                        <a:rPr sz="1100" spc="-5" dirty="0">
                          <a:latin typeface="宋体"/>
                          <a:cs typeface="宋体"/>
                        </a:rPr>
                        <a:t>美食</a:t>
                      </a:r>
                      <a:r>
                        <a:rPr sz="1100" spc="-5" dirty="0">
                          <a:latin typeface="Arial"/>
                          <a:cs typeface="Arial"/>
                        </a:rPr>
                        <a:t>/</a:t>
                      </a:r>
                      <a:r>
                        <a:rPr sz="1100" spc="-5" dirty="0">
                          <a:latin typeface="宋体"/>
                          <a:cs typeface="宋体"/>
                        </a:rPr>
                        <a:t>旅行</a:t>
                      </a:r>
                      <a:r>
                        <a:rPr sz="1100" dirty="0">
                          <a:latin typeface="Arial"/>
                          <a:cs typeface="Arial"/>
                        </a:rPr>
                        <a:t>]</a:t>
                      </a:r>
                      <a:r>
                        <a:rPr sz="1100" spc="-5" dirty="0">
                          <a:latin typeface="宋体"/>
                          <a:cs typeface="宋体"/>
                        </a:rPr>
                        <a:t>核心卖点：</a:t>
                      </a:r>
                      <a:r>
                        <a:rPr sz="1100" spc="-5" dirty="0">
                          <a:latin typeface="Arial"/>
                          <a:cs typeface="Arial"/>
                        </a:rPr>
                        <a:t>[</a:t>
                      </a:r>
                      <a:r>
                        <a:rPr sz="1100" spc="-5" dirty="0">
                          <a:latin typeface="宋体"/>
                          <a:cs typeface="宋体"/>
                        </a:rPr>
                        <a:t>具体收益</a:t>
                      </a:r>
                      <a:r>
                        <a:rPr sz="1100" spc="-5" dirty="0">
                          <a:latin typeface="Arial"/>
                          <a:cs typeface="Arial"/>
                        </a:rPr>
                        <a:t>/</a:t>
                      </a:r>
                      <a:r>
                        <a:rPr sz="1100" spc="-5" dirty="0">
                          <a:latin typeface="宋体"/>
                          <a:cs typeface="宋体"/>
                        </a:rPr>
                        <a:t>解决问题</a:t>
                      </a:r>
                      <a:r>
                        <a:rPr sz="1100" dirty="0">
                          <a:latin typeface="Arial"/>
                          <a:cs typeface="Arial"/>
                        </a:rPr>
                        <a:t>]</a:t>
                      </a:r>
                      <a:endParaRPr sz="1100">
                        <a:latin typeface="Arial"/>
                        <a:cs typeface="Arial"/>
                      </a:endParaRPr>
                    </a:p>
                    <a:p>
                      <a:pPr marL="554355">
                        <a:lnSpc>
                          <a:spcPct val="100000"/>
                        </a:lnSpc>
                      </a:pPr>
                      <a:r>
                        <a:rPr sz="1100" spc="-10" dirty="0">
                          <a:latin typeface="宋体"/>
                          <a:cs typeface="宋体"/>
                        </a:rPr>
                        <a:t>目标受众：</a:t>
                      </a:r>
                      <a:r>
                        <a:rPr sz="1100" spc="-10" dirty="0">
                          <a:latin typeface="Arial"/>
                          <a:cs typeface="Arial"/>
                        </a:rPr>
                        <a:t>[</a:t>
                      </a:r>
                      <a:r>
                        <a:rPr sz="1100" spc="-10" dirty="0">
                          <a:latin typeface="宋体"/>
                          <a:cs typeface="宋体"/>
                        </a:rPr>
                        <a:t>受众画像</a:t>
                      </a:r>
                      <a:r>
                        <a:rPr sz="1100" spc="-50" dirty="0">
                          <a:latin typeface="Arial"/>
                          <a:cs typeface="Arial"/>
                        </a:rPr>
                        <a:t>]</a:t>
                      </a:r>
                      <a:endParaRPr sz="1100">
                        <a:latin typeface="Arial"/>
                        <a:cs typeface="Arial"/>
                      </a:endParaRPr>
                    </a:p>
                  </a:txBody>
                  <a:tcPr marL="0" marR="0" marT="63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1"/>
                  </a:ext>
                </a:extLst>
              </a:tr>
              <a:tr h="854710">
                <a:tc>
                  <a:txBody>
                    <a:bodyPr/>
                    <a:lstStyle/>
                    <a:p>
                      <a:pPr>
                        <a:lnSpc>
                          <a:spcPct val="100000"/>
                        </a:lnSpc>
                        <a:spcBef>
                          <a:spcPts val="25"/>
                        </a:spcBef>
                      </a:pPr>
                      <a:endParaRPr sz="1650">
                        <a:latin typeface="Times New Roman"/>
                        <a:cs typeface="Times New Roman"/>
                      </a:endParaRPr>
                    </a:p>
                    <a:p>
                      <a:pPr marL="407670" marR="121285" indent="-279400">
                        <a:lnSpc>
                          <a:spcPct val="100000"/>
                        </a:lnSpc>
                      </a:pPr>
                      <a:r>
                        <a:rPr sz="1100" spc="-20" dirty="0">
                          <a:latin typeface="宋体"/>
                          <a:cs typeface="宋体"/>
                        </a:rPr>
                        <a:t>标题设计要</a:t>
                      </a:r>
                      <a:r>
                        <a:rPr sz="1100" spc="-50" dirty="0">
                          <a:latin typeface="宋体"/>
                          <a:cs typeface="宋体"/>
                        </a:rPr>
                        <a:t>求</a:t>
                      </a:r>
                      <a:endParaRPr sz="1100">
                        <a:latin typeface="宋体"/>
                        <a:cs typeface="宋体"/>
                      </a:endParaRPr>
                    </a:p>
                  </a:txBody>
                  <a:tcPr marL="0" marR="0" marT="317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pPr>
                      <a:endParaRPr sz="1300">
                        <a:latin typeface="Times New Roman"/>
                        <a:cs typeface="Times New Roman"/>
                      </a:endParaRPr>
                    </a:p>
                    <a:p>
                      <a:pPr algn="ctr">
                        <a:lnSpc>
                          <a:spcPct val="100000"/>
                        </a:lnSpc>
                        <a:spcBef>
                          <a:spcPts val="1090"/>
                        </a:spcBef>
                      </a:pPr>
                      <a:r>
                        <a:rPr sz="1100" spc="-10" dirty="0">
                          <a:latin typeface="宋体"/>
                          <a:cs typeface="宋体"/>
                        </a:rPr>
                        <a:t>提供</a:t>
                      </a:r>
                      <a:r>
                        <a:rPr sz="1100" spc="-10" dirty="0">
                          <a:latin typeface="Arial"/>
                          <a:cs typeface="Arial"/>
                        </a:rPr>
                        <a:t>3—5</a:t>
                      </a:r>
                      <a:r>
                        <a:rPr sz="1100" spc="-20" dirty="0">
                          <a:latin typeface="宋体"/>
                          <a:cs typeface="宋体"/>
                        </a:rPr>
                        <a:t>个标题方案</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73990" marR="166370" algn="ctr">
                        <a:lnSpc>
                          <a:spcPct val="100000"/>
                        </a:lnSpc>
                        <a:spcBef>
                          <a:spcPts val="605"/>
                        </a:spcBef>
                      </a:pPr>
                      <a:r>
                        <a:rPr sz="1100" spc="-15" dirty="0">
                          <a:latin typeface="宋体"/>
                          <a:cs typeface="宋体"/>
                        </a:rPr>
                        <a:t>每个标题包含：吸引注意的开头语</a:t>
                      </a:r>
                      <a:r>
                        <a:rPr sz="1100" spc="-20" dirty="0">
                          <a:latin typeface="宋体"/>
                          <a:cs typeface="宋体"/>
                        </a:rPr>
                        <a:t>核心关键词</a:t>
                      </a:r>
                      <a:endParaRPr sz="1100">
                        <a:latin typeface="宋体"/>
                        <a:cs typeface="宋体"/>
                      </a:endParaRPr>
                    </a:p>
                    <a:p>
                      <a:pPr marL="732790" marR="725170" indent="-635" algn="ctr">
                        <a:lnSpc>
                          <a:spcPct val="100000"/>
                        </a:lnSpc>
                      </a:pPr>
                      <a:r>
                        <a:rPr sz="1100" spc="-10" dirty="0">
                          <a:latin typeface="宋体"/>
                          <a:cs typeface="宋体"/>
                        </a:rPr>
                        <a:t>具体数字</a:t>
                      </a:r>
                      <a:r>
                        <a:rPr sz="1100" spc="-10" dirty="0">
                          <a:latin typeface="Arial"/>
                          <a:cs typeface="Arial"/>
                        </a:rPr>
                        <a:t>/</a:t>
                      </a:r>
                      <a:r>
                        <a:rPr sz="1100" spc="-35" dirty="0">
                          <a:latin typeface="宋体"/>
                          <a:cs typeface="宋体"/>
                        </a:rPr>
                        <a:t>方法</a:t>
                      </a:r>
                      <a:r>
                        <a:rPr sz="1100" spc="-20" dirty="0">
                          <a:latin typeface="宋体"/>
                          <a:cs typeface="宋体"/>
                        </a:rPr>
                        <a:t>明确的价值承诺</a:t>
                      </a:r>
                      <a:endParaRPr sz="1100">
                        <a:latin typeface="宋体"/>
                        <a:cs typeface="宋体"/>
                      </a:endParaRPr>
                    </a:p>
                  </a:txBody>
                  <a:tcPr marL="0" marR="0" marT="7683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2"/>
                  </a:ext>
                </a:extLst>
              </a:tr>
              <a:tr h="581660">
                <a:tc>
                  <a:txBody>
                    <a:bodyPr/>
                    <a:lstStyle/>
                    <a:p>
                      <a:pPr>
                        <a:lnSpc>
                          <a:spcPct val="100000"/>
                        </a:lnSpc>
                        <a:spcBef>
                          <a:spcPts val="15"/>
                        </a:spcBef>
                      </a:pPr>
                      <a:endParaRPr sz="1300">
                        <a:latin typeface="Times New Roman"/>
                        <a:cs typeface="Times New Roman"/>
                      </a:endParaRPr>
                    </a:p>
                    <a:p>
                      <a:pPr algn="ctr">
                        <a:lnSpc>
                          <a:spcPct val="100000"/>
                        </a:lnSpc>
                      </a:pPr>
                      <a:r>
                        <a:rPr sz="1100" spc="-20" dirty="0">
                          <a:latin typeface="宋体"/>
                          <a:cs typeface="宋体"/>
                        </a:rPr>
                        <a:t>标题特征</a:t>
                      </a:r>
                      <a:endParaRPr sz="1100">
                        <a:latin typeface="宋体"/>
                        <a:cs typeface="宋体"/>
                      </a:endParaRPr>
                    </a:p>
                  </a:txBody>
                  <a:tcPr marL="0" marR="0" marT="190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marL="1006475" marR="122555" indent="-876300">
                        <a:lnSpc>
                          <a:spcPct val="100000"/>
                        </a:lnSpc>
                        <a:spcBef>
                          <a:spcPts val="850"/>
                        </a:spcBef>
                      </a:pPr>
                      <a:r>
                        <a:rPr sz="1100" spc="-10" dirty="0">
                          <a:latin typeface="宋体"/>
                          <a:cs typeface="宋体"/>
                        </a:rPr>
                        <a:t>字数：</a:t>
                      </a:r>
                      <a:r>
                        <a:rPr sz="1100" spc="-10" dirty="0">
                          <a:latin typeface="Arial"/>
                          <a:cs typeface="Arial"/>
                        </a:rPr>
                        <a:t>15-25</a:t>
                      </a:r>
                      <a:r>
                        <a:rPr sz="1100" spc="-20" dirty="0">
                          <a:latin typeface="宋体"/>
                          <a:cs typeface="宋体"/>
                        </a:rPr>
                        <a:t>字语气：亲和但专</a:t>
                      </a:r>
                      <a:r>
                        <a:rPr sz="1100" spc="-50" dirty="0">
                          <a:latin typeface="宋体"/>
                          <a:cs typeface="宋体"/>
                        </a:rPr>
                        <a:t>业</a:t>
                      </a:r>
                      <a:endParaRPr sz="1100">
                        <a:latin typeface="宋体"/>
                        <a:cs typeface="宋体"/>
                      </a:endParaRPr>
                    </a:p>
                  </a:txBody>
                  <a:tcPr marL="0" marR="0" marT="1079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gn="ctr">
                        <a:lnSpc>
                          <a:spcPct val="100000"/>
                        </a:lnSpc>
                        <a:spcBef>
                          <a:spcPts val="850"/>
                        </a:spcBef>
                      </a:pPr>
                      <a:r>
                        <a:rPr sz="1100" spc="-10" dirty="0">
                          <a:latin typeface="宋体"/>
                          <a:cs typeface="宋体"/>
                        </a:rPr>
                        <a:t>必须包含的词：</a:t>
                      </a:r>
                      <a:r>
                        <a:rPr sz="1100" spc="-10" dirty="0">
                          <a:latin typeface="Arial"/>
                          <a:cs typeface="Arial"/>
                        </a:rPr>
                        <a:t>[</a:t>
                      </a:r>
                      <a:r>
                        <a:rPr sz="1100" spc="-10" dirty="0">
                          <a:latin typeface="宋体"/>
                          <a:cs typeface="宋体"/>
                        </a:rPr>
                        <a:t>关键词</a:t>
                      </a:r>
                      <a:r>
                        <a:rPr sz="1100" spc="-50" dirty="0">
                          <a:latin typeface="Arial"/>
                          <a:cs typeface="Arial"/>
                        </a:rPr>
                        <a:t>]</a:t>
                      </a:r>
                      <a:endParaRPr sz="1100">
                        <a:latin typeface="Arial"/>
                        <a:cs typeface="Arial"/>
                      </a:endParaRPr>
                    </a:p>
                    <a:p>
                      <a:pPr algn="ctr">
                        <a:lnSpc>
                          <a:spcPct val="100000"/>
                        </a:lnSpc>
                      </a:pPr>
                      <a:r>
                        <a:rPr sz="1100" spc="-10" dirty="0">
                          <a:latin typeface="宋体"/>
                          <a:cs typeface="宋体"/>
                        </a:rPr>
                        <a:t>避免使用：</a:t>
                      </a:r>
                      <a:r>
                        <a:rPr sz="1100" spc="-10" dirty="0">
                          <a:latin typeface="Arial"/>
                          <a:cs typeface="Arial"/>
                        </a:rPr>
                        <a:t>[</a:t>
                      </a:r>
                      <a:r>
                        <a:rPr sz="1100" spc="-10" dirty="0">
                          <a:latin typeface="宋体"/>
                          <a:cs typeface="宋体"/>
                        </a:rPr>
                        <a:t>禁用词</a:t>
                      </a:r>
                      <a:r>
                        <a:rPr sz="1100" spc="-10" dirty="0">
                          <a:latin typeface="Arial"/>
                          <a:cs typeface="Arial"/>
                        </a:rPr>
                        <a:t>/</a:t>
                      </a:r>
                      <a:r>
                        <a:rPr sz="1100" spc="-10" dirty="0">
                          <a:latin typeface="宋体"/>
                          <a:cs typeface="宋体"/>
                        </a:rPr>
                        <a:t>过度营销词</a:t>
                      </a:r>
                      <a:r>
                        <a:rPr sz="1100" spc="-50" dirty="0">
                          <a:latin typeface="Arial"/>
                          <a:cs typeface="Arial"/>
                        </a:rPr>
                        <a:t>]</a:t>
                      </a:r>
                      <a:endParaRPr sz="1100">
                        <a:latin typeface="Arial"/>
                        <a:cs typeface="Arial"/>
                      </a:endParaRPr>
                    </a:p>
                  </a:txBody>
                  <a:tcPr marL="0" marR="0" marT="10795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3"/>
                  </a:ext>
                </a:extLst>
              </a:tr>
              <a:tr h="1709420">
                <a:tc>
                  <a:txBody>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spcBef>
                          <a:spcPts val="25"/>
                        </a:spcBef>
                      </a:pPr>
                      <a:endParaRPr sz="1250">
                        <a:latin typeface="Times New Roman"/>
                        <a:cs typeface="Times New Roman"/>
                      </a:endParaRPr>
                    </a:p>
                    <a:p>
                      <a:pPr algn="ctr">
                        <a:lnSpc>
                          <a:spcPct val="100000"/>
                        </a:lnSpc>
                      </a:pPr>
                      <a:r>
                        <a:rPr sz="1100" spc="-20" dirty="0">
                          <a:latin typeface="宋体"/>
                          <a:cs typeface="宋体"/>
                        </a:rPr>
                        <a:t>差异化考虑</a:t>
                      </a:r>
                      <a:endParaRPr sz="1100">
                        <a:latin typeface="宋体"/>
                        <a:cs typeface="宋体"/>
                      </a:endParaRPr>
                    </a:p>
                  </a:txBody>
                  <a:tcPr marL="0" marR="0" marT="0"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35"/>
                        </a:spcBef>
                      </a:pPr>
                      <a:endParaRPr sz="1700">
                        <a:latin typeface="Times New Roman"/>
                        <a:cs typeface="Times New Roman"/>
                      </a:endParaRPr>
                    </a:p>
                    <a:p>
                      <a:pPr marL="97790" marR="91440" algn="ctr">
                        <a:lnSpc>
                          <a:spcPct val="100000"/>
                        </a:lnSpc>
                      </a:pPr>
                      <a:r>
                        <a:rPr sz="1100" spc="-10" dirty="0">
                          <a:latin typeface="宋体"/>
                          <a:cs typeface="宋体"/>
                        </a:rPr>
                        <a:t>请分析市场中</a:t>
                      </a:r>
                      <a:r>
                        <a:rPr sz="1100" spc="-10" dirty="0">
                          <a:latin typeface="Arial"/>
                          <a:cs typeface="Arial"/>
                        </a:rPr>
                        <a:t>3</a:t>
                      </a:r>
                      <a:r>
                        <a:rPr sz="1100" spc="-20" dirty="0">
                          <a:latin typeface="宋体"/>
                          <a:cs typeface="宋体"/>
                        </a:rPr>
                        <a:t>个同主题的热门</a:t>
                      </a:r>
                      <a:r>
                        <a:rPr sz="1100" spc="-15" dirty="0">
                          <a:latin typeface="宋体"/>
                          <a:cs typeface="宋体"/>
                        </a:rPr>
                        <a:t>标题，并根据其内容结构和语言风格设计一个创新的标题，确保新标题在表达上有独特性。</a:t>
                      </a:r>
                      <a:endParaRPr sz="1100">
                        <a:latin typeface="宋体"/>
                        <a:cs typeface="宋体"/>
                      </a:endParaRPr>
                    </a:p>
                    <a:p>
                      <a:pPr marL="28575" marR="21590" indent="69850" algn="just">
                        <a:lnSpc>
                          <a:spcPct val="100000"/>
                        </a:lnSpc>
                      </a:pPr>
                      <a:r>
                        <a:rPr sz="1100" spc="-15" dirty="0">
                          <a:latin typeface="宋体"/>
                          <a:cs typeface="宋体"/>
                        </a:rPr>
                        <a:t>请提供一个标题，通过与竞品对比，突显出创新性和差异化，避</a:t>
                      </a:r>
                      <a:r>
                        <a:rPr sz="1100" spc="-50" dirty="0">
                          <a:latin typeface="宋体"/>
                          <a:cs typeface="宋体"/>
                        </a:rPr>
                        <a:t> </a:t>
                      </a:r>
                      <a:r>
                        <a:rPr sz="1100" spc="-15" dirty="0">
                          <a:latin typeface="宋体"/>
                          <a:cs typeface="宋体"/>
                        </a:rPr>
                        <a:t>免与市场上已有的标题过于相似。</a:t>
                      </a:r>
                      <a:endParaRPr sz="1100">
                        <a:latin typeface="宋体"/>
                        <a:cs typeface="宋体"/>
                      </a:endParaRPr>
                    </a:p>
                  </a:txBody>
                  <a:tcPr marL="0" marR="0" marT="444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tc>
                  <a:txBody>
                    <a:bodyPr/>
                    <a:lstStyle/>
                    <a:p>
                      <a:pPr>
                        <a:lnSpc>
                          <a:spcPct val="100000"/>
                        </a:lnSpc>
                        <a:spcBef>
                          <a:spcPts val="35"/>
                        </a:spcBef>
                      </a:pPr>
                      <a:endParaRPr sz="1700">
                        <a:latin typeface="Times New Roman"/>
                        <a:cs typeface="Times New Roman"/>
                      </a:endParaRPr>
                    </a:p>
                    <a:p>
                      <a:pPr marL="76200" marR="69850" algn="ctr">
                        <a:lnSpc>
                          <a:spcPct val="100000"/>
                        </a:lnSpc>
                      </a:pPr>
                      <a:r>
                        <a:rPr sz="1100" spc="-10" dirty="0">
                          <a:latin typeface="宋体"/>
                          <a:cs typeface="宋体"/>
                        </a:rPr>
                        <a:t>竞品标题风格：</a:t>
                      </a:r>
                      <a:r>
                        <a:rPr sz="1100" spc="-10" dirty="0">
                          <a:latin typeface="Arial"/>
                          <a:cs typeface="Arial"/>
                        </a:rPr>
                        <a:t>[</a:t>
                      </a:r>
                      <a:r>
                        <a:rPr sz="1100" spc="-10" dirty="0">
                          <a:latin typeface="宋体"/>
                          <a:cs typeface="宋体"/>
                        </a:rPr>
                        <a:t>举例，分析</a:t>
                      </a:r>
                      <a:r>
                        <a:rPr sz="1100" spc="-10" dirty="0">
                          <a:latin typeface="Arial"/>
                          <a:cs typeface="Arial"/>
                        </a:rPr>
                        <a:t>3—5</a:t>
                      </a:r>
                      <a:r>
                        <a:rPr sz="1100" spc="-30" dirty="0">
                          <a:latin typeface="宋体"/>
                          <a:cs typeface="宋体"/>
                        </a:rPr>
                        <a:t>个同</a:t>
                      </a:r>
                      <a:r>
                        <a:rPr sz="1100" spc="-15" dirty="0">
                          <a:latin typeface="宋体"/>
                          <a:cs typeface="宋体"/>
                        </a:rPr>
                        <a:t>主题的热门标题，明确其常见结构和</a:t>
                      </a:r>
                      <a:r>
                        <a:rPr sz="1100" spc="-10" dirty="0">
                          <a:latin typeface="宋体"/>
                          <a:cs typeface="宋体"/>
                        </a:rPr>
                        <a:t>用词</a:t>
                      </a:r>
                      <a:r>
                        <a:rPr sz="1100" spc="-50" dirty="0">
                          <a:latin typeface="Arial"/>
                          <a:cs typeface="Arial"/>
                        </a:rPr>
                        <a:t>]</a:t>
                      </a:r>
                      <a:endParaRPr sz="1100">
                        <a:latin typeface="Arial"/>
                        <a:cs typeface="Arial"/>
                      </a:endParaRPr>
                    </a:p>
                    <a:p>
                      <a:pPr marL="34290" marR="26670" indent="-635" algn="ctr">
                        <a:lnSpc>
                          <a:spcPct val="100000"/>
                        </a:lnSpc>
                      </a:pPr>
                      <a:r>
                        <a:rPr sz="1100" spc="-10" dirty="0">
                          <a:latin typeface="宋体"/>
                          <a:cs typeface="宋体"/>
                        </a:rPr>
                        <a:t>创新表达方向：</a:t>
                      </a:r>
                      <a:r>
                        <a:rPr sz="1100" spc="-10" dirty="0">
                          <a:latin typeface="Arial"/>
                          <a:cs typeface="Arial"/>
                        </a:rPr>
                        <a:t>[</a:t>
                      </a:r>
                      <a:r>
                        <a:rPr sz="1100" spc="-15" dirty="0">
                          <a:latin typeface="宋体"/>
                          <a:cs typeface="宋体"/>
                        </a:rPr>
                        <a:t>说明新标题在情感表达、信息传递、创意表达等方面的创</a:t>
                      </a:r>
                      <a:r>
                        <a:rPr sz="1100" spc="-50" dirty="0">
                          <a:latin typeface="宋体"/>
                          <a:cs typeface="宋体"/>
                        </a:rPr>
                        <a:t> </a:t>
                      </a:r>
                      <a:r>
                        <a:rPr sz="1100" spc="-15" dirty="0">
                          <a:latin typeface="宋体"/>
                          <a:cs typeface="宋体"/>
                        </a:rPr>
                        <a:t>新点，例如通过加入数字、问题设定、</a:t>
                      </a:r>
                      <a:r>
                        <a:rPr sz="1100" spc="-10" dirty="0">
                          <a:latin typeface="宋体"/>
                          <a:cs typeface="宋体"/>
                        </a:rPr>
                        <a:t>独特观点或特色语言来创新</a:t>
                      </a:r>
                      <a:r>
                        <a:rPr sz="1100" spc="-50" dirty="0">
                          <a:latin typeface="Arial"/>
                          <a:cs typeface="Arial"/>
                        </a:rPr>
                        <a:t>]</a:t>
                      </a:r>
                      <a:endParaRPr sz="1100">
                        <a:latin typeface="Arial"/>
                        <a:cs typeface="Arial"/>
                      </a:endParaRPr>
                    </a:p>
                  </a:txBody>
                  <a:tcPr marL="0" marR="0" marT="4445" marB="0">
                    <a:lnL w="12700">
                      <a:solidFill>
                        <a:srgbClr val="57B6E4"/>
                      </a:solidFill>
                      <a:prstDash val="solid"/>
                    </a:lnL>
                    <a:lnR w="12700">
                      <a:solidFill>
                        <a:srgbClr val="57B6E4"/>
                      </a:solidFill>
                      <a:prstDash val="solid"/>
                    </a:lnR>
                    <a:lnT w="12700">
                      <a:solidFill>
                        <a:srgbClr val="57B6E4"/>
                      </a:solidFill>
                      <a:prstDash val="solid"/>
                    </a:lnT>
                    <a:lnB w="12700">
                      <a:solidFill>
                        <a:srgbClr val="57B6E4"/>
                      </a:solidFill>
                      <a:prstDash val="solid"/>
                    </a:lnB>
                    <a:solidFill>
                      <a:srgbClr val="EAF3F9"/>
                    </a:solidFill>
                  </a:tcPr>
                </a:tc>
                <a:extLst>
                  <a:ext uri="{0D108BD9-81ED-4DB2-BD59-A6C34878D82A}">
                    <a16:rowId xmlns:a16="http://schemas.microsoft.com/office/drawing/2014/main" val="10004"/>
                  </a:ext>
                </a:extLst>
              </a:tr>
            </a:tbl>
          </a:graphicData>
        </a:graphic>
      </p:graphicFrame>
      <p:sp>
        <p:nvSpPr>
          <p:cNvPr id="6" name="object 6"/>
          <p:cNvSpPr txBox="1"/>
          <p:nvPr/>
        </p:nvSpPr>
        <p:spPr>
          <a:xfrm>
            <a:off x="11006455" y="1615439"/>
            <a:ext cx="305435" cy="194310"/>
          </a:xfrm>
          <a:prstGeom prst="rect">
            <a:avLst/>
          </a:prstGeom>
        </p:spPr>
        <p:txBody>
          <a:bodyPr vert="horz" wrap="square" lIns="0" tIns="13335" rIns="0" bIns="0" rtlCol="0">
            <a:spAutoFit/>
          </a:bodyPr>
          <a:lstStyle/>
          <a:p>
            <a:pPr marL="12700">
              <a:lnSpc>
                <a:spcPct val="100000"/>
              </a:lnSpc>
              <a:spcBef>
                <a:spcPts val="105"/>
              </a:spcBef>
            </a:pPr>
            <a:r>
              <a:rPr sz="1100" spc="-30" dirty="0">
                <a:latin typeface="宋体"/>
                <a:cs typeface="宋体"/>
              </a:rPr>
              <a:t>要求</a:t>
            </a:r>
            <a:endParaRPr sz="1100">
              <a:latin typeface="宋体"/>
              <a:cs typeface="宋体"/>
            </a:endParaRPr>
          </a:p>
        </p:txBody>
      </p:sp>
      <p:graphicFrame>
        <p:nvGraphicFramePr>
          <p:cNvPr id="7" name="object 7"/>
          <p:cNvGraphicFramePr>
            <a:graphicFrameLocks noGrp="1"/>
          </p:cNvGraphicFramePr>
          <p:nvPr/>
        </p:nvGraphicFramePr>
        <p:xfrm>
          <a:off x="6038215" y="1637664"/>
          <a:ext cx="5967095" cy="5020310"/>
        </p:xfrm>
        <a:graphic>
          <a:graphicData uri="http://schemas.openxmlformats.org/drawingml/2006/table">
            <a:tbl>
              <a:tblPr firstRow="1" bandRow="1">
                <a:tableStyleId>{2D5ABB26-0587-4C30-8999-92F81FD0307C}</a:tableStyleId>
              </a:tblPr>
              <a:tblGrid>
                <a:gridCol w="657860">
                  <a:extLst>
                    <a:ext uri="{9D8B030D-6E8A-4147-A177-3AD203B41FA5}">
                      <a16:colId xmlns:a16="http://schemas.microsoft.com/office/drawing/2014/main" val="20000"/>
                    </a:ext>
                  </a:extLst>
                </a:gridCol>
                <a:gridCol w="3708400">
                  <a:extLst>
                    <a:ext uri="{9D8B030D-6E8A-4147-A177-3AD203B41FA5}">
                      <a16:colId xmlns:a16="http://schemas.microsoft.com/office/drawing/2014/main" val="20001"/>
                    </a:ext>
                  </a:extLst>
                </a:gridCol>
                <a:gridCol w="1588135">
                  <a:extLst>
                    <a:ext uri="{9D8B030D-6E8A-4147-A177-3AD203B41FA5}">
                      <a16:colId xmlns:a16="http://schemas.microsoft.com/office/drawing/2014/main" val="20002"/>
                    </a:ext>
                  </a:extLst>
                </a:gridCol>
              </a:tblGrid>
              <a:tr h="167005">
                <a:tc>
                  <a:txBody>
                    <a:bodyPr/>
                    <a:lstStyle/>
                    <a:p>
                      <a:pPr marL="189230">
                        <a:lnSpc>
                          <a:spcPts val="1200"/>
                        </a:lnSpc>
                      </a:pPr>
                      <a:r>
                        <a:rPr sz="1100" spc="-30" dirty="0">
                          <a:latin typeface="宋体"/>
                          <a:cs typeface="宋体"/>
                        </a:rPr>
                        <a:t>维度</a:t>
                      </a:r>
                      <a:endParaRPr sz="1100">
                        <a:latin typeface="宋体"/>
                        <a:cs typeface="宋体"/>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6F2F9F"/>
                    </a:solidFill>
                  </a:tcPr>
                </a:tc>
                <a:tc>
                  <a:txBody>
                    <a:bodyPr/>
                    <a:lstStyle/>
                    <a:p>
                      <a:pPr marL="635" marR="39370" algn="ctr">
                        <a:lnSpc>
                          <a:spcPts val="1200"/>
                        </a:lnSpc>
                      </a:pPr>
                      <a:r>
                        <a:rPr sz="1100" spc="-20" dirty="0">
                          <a:latin typeface="宋体"/>
                          <a:cs typeface="宋体"/>
                        </a:rPr>
                        <a:t>提示语示例</a:t>
                      </a:r>
                      <a:endParaRPr sz="1100">
                        <a:latin typeface="宋体"/>
                        <a:cs typeface="宋体"/>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6F2F9F"/>
                    </a:solidFill>
                  </a:tcPr>
                </a:tc>
                <a:tc>
                  <a:txBody>
                    <a:bodyPr/>
                    <a:lstStyle/>
                    <a:p>
                      <a:pPr>
                        <a:lnSpc>
                          <a:spcPct val="100000"/>
                        </a:lnSpc>
                      </a:pPr>
                      <a:endParaRPr sz="900">
                        <a:latin typeface="Times New Roman"/>
                        <a:cs typeface="Times New Roman"/>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6F2F9F"/>
                    </a:solidFill>
                  </a:tcPr>
                </a:tc>
                <a:extLst>
                  <a:ext uri="{0D108BD9-81ED-4DB2-BD59-A6C34878D82A}">
                    <a16:rowId xmlns:a16="http://schemas.microsoft.com/office/drawing/2014/main" val="10000"/>
                  </a:ext>
                </a:extLst>
              </a:tr>
              <a:tr h="1005840">
                <a:tc>
                  <a:txBody>
                    <a:bodyPr/>
                    <a:lstStyle/>
                    <a:p>
                      <a:pPr>
                        <a:lnSpc>
                          <a:spcPct val="100000"/>
                        </a:lnSpc>
                      </a:pPr>
                      <a:endParaRPr sz="1300">
                        <a:latin typeface="Times New Roman"/>
                        <a:cs typeface="Times New Roman"/>
                      </a:endParaRPr>
                    </a:p>
                    <a:p>
                      <a:pPr marL="119380" marR="111760">
                        <a:lnSpc>
                          <a:spcPct val="100000"/>
                        </a:lnSpc>
                        <a:spcBef>
                          <a:spcPts val="1025"/>
                        </a:spcBef>
                      </a:pPr>
                      <a:r>
                        <a:rPr sz="1100" spc="-25" dirty="0">
                          <a:latin typeface="宋体"/>
                          <a:cs typeface="宋体"/>
                        </a:rPr>
                        <a:t>图文结构要求</a:t>
                      </a:r>
                      <a:endParaRPr sz="1100">
                        <a:latin typeface="宋体"/>
                        <a:cs typeface="宋体"/>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marR="39370">
                        <a:lnSpc>
                          <a:spcPct val="100000"/>
                        </a:lnSpc>
                      </a:pPr>
                      <a:endParaRPr sz="1300">
                        <a:latin typeface="Times New Roman"/>
                        <a:cs typeface="Times New Roman"/>
                      </a:endParaRPr>
                    </a:p>
                    <a:p>
                      <a:pPr marR="39370">
                        <a:lnSpc>
                          <a:spcPct val="100000"/>
                        </a:lnSpc>
                        <a:spcBef>
                          <a:spcPts val="15"/>
                        </a:spcBef>
                      </a:pPr>
                      <a:endParaRPr sz="1450">
                        <a:latin typeface="Times New Roman"/>
                        <a:cs typeface="Times New Roman"/>
                      </a:endParaRPr>
                    </a:p>
                    <a:p>
                      <a:pPr marL="635" marR="39370" algn="ctr">
                        <a:lnSpc>
                          <a:spcPct val="100000"/>
                        </a:lnSpc>
                      </a:pPr>
                      <a:r>
                        <a:rPr sz="1100" spc="-15" dirty="0">
                          <a:latin typeface="宋体"/>
                          <a:cs typeface="宋体"/>
                        </a:rPr>
                        <a:t>请生成一篇小红书种草笔记大纲</a:t>
                      </a:r>
                      <a:endParaRPr sz="1100">
                        <a:latin typeface="宋体"/>
                        <a:cs typeface="宋体"/>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marL="126364">
                        <a:lnSpc>
                          <a:spcPts val="1200"/>
                        </a:lnSpc>
                      </a:pPr>
                      <a:r>
                        <a:rPr sz="1100" spc="-10" dirty="0">
                          <a:latin typeface="宋体"/>
                          <a:cs typeface="宋体"/>
                        </a:rPr>
                        <a:t>商品</a:t>
                      </a:r>
                      <a:r>
                        <a:rPr sz="1100" spc="-10" dirty="0">
                          <a:latin typeface="Arial"/>
                          <a:cs typeface="Arial"/>
                        </a:rPr>
                        <a:t>/</a:t>
                      </a:r>
                      <a:r>
                        <a:rPr sz="1100" spc="-10" dirty="0">
                          <a:latin typeface="宋体"/>
                          <a:cs typeface="宋体"/>
                        </a:rPr>
                        <a:t>服务类型：</a:t>
                      </a:r>
                      <a:r>
                        <a:rPr sz="1100" spc="-10" dirty="0">
                          <a:latin typeface="Arial"/>
                          <a:cs typeface="Arial"/>
                        </a:rPr>
                        <a:t>[</a:t>
                      </a:r>
                      <a:r>
                        <a:rPr sz="1100" spc="-30" dirty="0">
                          <a:latin typeface="宋体"/>
                          <a:cs typeface="宋体"/>
                        </a:rPr>
                        <a:t>产品</a:t>
                      </a:r>
                      <a:endParaRPr sz="1100">
                        <a:latin typeface="宋体"/>
                        <a:cs typeface="宋体"/>
                      </a:endParaRPr>
                    </a:p>
                    <a:p>
                      <a:pPr marL="95250" marR="18415" indent="-69850">
                        <a:lnSpc>
                          <a:spcPct val="100000"/>
                        </a:lnSpc>
                      </a:pPr>
                      <a:r>
                        <a:rPr sz="1100" spc="-5" dirty="0">
                          <a:latin typeface="宋体"/>
                          <a:cs typeface="宋体"/>
                        </a:rPr>
                        <a:t>类型，例：美妆、家居、食品等</a:t>
                      </a:r>
                      <a:r>
                        <a:rPr sz="1100" spc="-5" dirty="0">
                          <a:latin typeface="Arial"/>
                          <a:cs typeface="Arial"/>
                        </a:rPr>
                        <a:t>]</a:t>
                      </a:r>
                      <a:r>
                        <a:rPr sz="1100" spc="-5" dirty="0">
                          <a:latin typeface="宋体"/>
                          <a:cs typeface="宋体"/>
                        </a:rPr>
                        <a:t>目标效果：</a:t>
                      </a:r>
                      <a:r>
                        <a:rPr sz="1100" spc="-5" dirty="0">
                          <a:latin typeface="Arial"/>
                          <a:cs typeface="Arial"/>
                        </a:rPr>
                        <a:t>[</a:t>
                      </a:r>
                      <a:r>
                        <a:rPr sz="1100" spc="-5" dirty="0">
                          <a:latin typeface="宋体"/>
                          <a:cs typeface="宋体"/>
                        </a:rPr>
                        <a:t>期望达成的转化目标，如 </a:t>
                      </a:r>
                      <a:r>
                        <a:rPr sz="1100" spc="-5" dirty="0">
                          <a:latin typeface="Arial"/>
                          <a:cs typeface="Arial"/>
                        </a:rPr>
                        <a:t>“</a:t>
                      </a:r>
                      <a:r>
                        <a:rPr sz="1100" spc="-5" dirty="0">
                          <a:latin typeface="宋体"/>
                          <a:cs typeface="宋体"/>
                        </a:rPr>
                        <a:t>提高购买转化率</a:t>
                      </a:r>
                      <a:r>
                        <a:rPr sz="1100" spc="-5" dirty="0">
                          <a:latin typeface="Arial"/>
                          <a:cs typeface="Arial"/>
                        </a:rPr>
                        <a:t>”“</a:t>
                      </a:r>
                      <a:r>
                        <a:rPr sz="1100" spc="-5" dirty="0">
                          <a:latin typeface="宋体"/>
                          <a:cs typeface="宋体"/>
                        </a:rPr>
                        <a:t>增加</a:t>
                      </a:r>
                      <a:endParaRPr sz="1100">
                        <a:latin typeface="宋体"/>
                        <a:cs typeface="宋体"/>
                      </a:endParaRPr>
                    </a:p>
                    <a:p>
                      <a:pPr marL="471170">
                        <a:lnSpc>
                          <a:spcPct val="100000"/>
                        </a:lnSpc>
                      </a:pPr>
                      <a:r>
                        <a:rPr sz="1100" spc="-10" dirty="0">
                          <a:latin typeface="宋体"/>
                          <a:cs typeface="宋体"/>
                        </a:rPr>
                        <a:t>品牌曝光</a:t>
                      </a:r>
                      <a:r>
                        <a:rPr sz="1100" spc="-25" dirty="0">
                          <a:latin typeface="Arial"/>
                          <a:cs typeface="Arial"/>
                        </a:rPr>
                        <a:t>”]</a:t>
                      </a:r>
                      <a:endParaRPr sz="1100">
                        <a:latin typeface="Arial"/>
                        <a:cs typeface="Arial"/>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extLst>
                  <a:ext uri="{0D108BD9-81ED-4DB2-BD59-A6C34878D82A}">
                    <a16:rowId xmlns:a16="http://schemas.microsoft.com/office/drawing/2014/main" val="10001"/>
                  </a:ext>
                </a:extLst>
              </a:tr>
              <a:tr h="1313815">
                <a:tc>
                  <a:txBody>
                    <a:bodyPr/>
                    <a:lstStyle/>
                    <a:p>
                      <a:pPr>
                        <a:lnSpc>
                          <a:spcPct val="100000"/>
                        </a:lnSpc>
                      </a:pPr>
                      <a:endParaRPr sz="1300">
                        <a:latin typeface="Times New Roman"/>
                        <a:cs typeface="Times New Roman"/>
                      </a:endParaRPr>
                    </a:p>
                    <a:p>
                      <a:pPr>
                        <a:lnSpc>
                          <a:spcPct val="100000"/>
                        </a:lnSpc>
                        <a:spcBef>
                          <a:spcPts val="50"/>
                        </a:spcBef>
                      </a:pPr>
                      <a:endParaRPr sz="1900">
                        <a:latin typeface="Times New Roman"/>
                        <a:cs typeface="Times New Roman"/>
                      </a:endParaRPr>
                    </a:p>
                    <a:p>
                      <a:pPr marL="259079" marR="111760" indent="-139700">
                        <a:lnSpc>
                          <a:spcPct val="100000"/>
                        </a:lnSpc>
                      </a:pPr>
                      <a:r>
                        <a:rPr sz="1100" spc="-25" dirty="0">
                          <a:latin typeface="宋体"/>
                          <a:cs typeface="宋体"/>
                        </a:rPr>
                        <a:t>图片安</a:t>
                      </a:r>
                      <a:r>
                        <a:rPr sz="1100" spc="-50" dirty="0">
                          <a:latin typeface="宋体"/>
                          <a:cs typeface="宋体"/>
                        </a:rPr>
                        <a:t>排</a:t>
                      </a:r>
                      <a:endParaRPr sz="1100">
                        <a:latin typeface="宋体"/>
                        <a:cs typeface="宋体"/>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marR="39370">
                        <a:lnSpc>
                          <a:spcPct val="100000"/>
                        </a:lnSpc>
                        <a:spcBef>
                          <a:spcPts val="25"/>
                        </a:spcBef>
                      </a:pPr>
                      <a:endParaRPr sz="1500">
                        <a:latin typeface="Times New Roman"/>
                        <a:cs typeface="Times New Roman"/>
                      </a:endParaRPr>
                    </a:p>
                    <a:p>
                      <a:pPr marL="67945" marR="139700">
                        <a:lnSpc>
                          <a:spcPct val="100000"/>
                        </a:lnSpc>
                      </a:pPr>
                      <a:r>
                        <a:rPr sz="1100" spc="-15" dirty="0">
                          <a:latin typeface="宋体"/>
                          <a:cs typeface="宋体"/>
                        </a:rPr>
                        <a:t>封面图：要求高质量且具吸引力，能体现产品特点或创作</a:t>
                      </a:r>
                      <a:r>
                        <a:rPr sz="1100" spc="-25" dirty="0">
                          <a:latin typeface="宋体"/>
                          <a:cs typeface="宋体"/>
                        </a:rPr>
                        <a:t>者个性</a:t>
                      </a:r>
                      <a:endParaRPr sz="1100">
                        <a:latin typeface="宋体"/>
                        <a:cs typeface="宋体"/>
                      </a:endParaRPr>
                    </a:p>
                    <a:p>
                      <a:pPr marL="67945" marR="139700" algn="just">
                        <a:lnSpc>
                          <a:spcPct val="100000"/>
                        </a:lnSpc>
                      </a:pPr>
                      <a:r>
                        <a:rPr sz="1100" spc="-15" dirty="0">
                          <a:latin typeface="宋体"/>
                          <a:cs typeface="宋体"/>
                        </a:rPr>
                        <a:t>细节图：展示产品的使用细节或特征，增强产品的可信度场景图：展示产品使用的实际场景，帮助读者产生代入感效果对比图：展示产品使用前后的明显变化，增强说服力</a:t>
                      </a:r>
                      <a:endParaRPr sz="1100">
                        <a:latin typeface="宋体"/>
                        <a:cs typeface="宋体"/>
                      </a:endParaRPr>
                    </a:p>
                  </a:txBody>
                  <a:tcPr marL="0" marR="0" marT="3175"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a:lnSpc>
                          <a:spcPct val="100000"/>
                        </a:lnSpc>
                      </a:pPr>
                      <a:endParaRPr sz="1300">
                        <a:latin typeface="Times New Roman"/>
                        <a:cs typeface="Times New Roman"/>
                      </a:endParaRPr>
                    </a:p>
                    <a:p>
                      <a:pPr marL="25400" marR="18415" algn="ctr">
                        <a:lnSpc>
                          <a:spcPct val="100000"/>
                        </a:lnSpc>
                        <a:spcBef>
                          <a:spcPts val="915"/>
                        </a:spcBef>
                      </a:pPr>
                      <a:r>
                        <a:rPr sz="1100" spc="-15" dirty="0">
                          <a:latin typeface="宋体"/>
                          <a:cs typeface="宋体"/>
                        </a:rPr>
                        <a:t>图片质量：清晰、专业，避免低质量模糊图像场</a:t>
                      </a:r>
                      <a:r>
                        <a:rPr sz="1100" spc="-50" dirty="0">
                          <a:latin typeface="宋体"/>
                          <a:cs typeface="宋体"/>
                        </a:rPr>
                        <a:t> </a:t>
                      </a:r>
                      <a:r>
                        <a:rPr sz="1100" spc="-15" dirty="0">
                          <a:latin typeface="宋体"/>
                          <a:cs typeface="宋体"/>
                        </a:rPr>
                        <a:t>景和效果图要有真实感</a:t>
                      </a:r>
                      <a:r>
                        <a:rPr sz="1100" spc="-50" dirty="0">
                          <a:latin typeface="宋体"/>
                          <a:cs typeface="宋体"/>
                        </a:rPr>
                        <a:t> </a:t>
                      </a:r>
                      <a:r>
                        <a:rPr sz="1100" spc="-20" dirty="0">
                          <a:latin typeface="宋体"/>
                          <a:cs typeface="宋体"/>
                        </a:rPr>
                        <a:t>和可操作性</a:t>
                      </a:r>
                      <a:endParaRPr sz="1100">
                        <a:latin typeface="宋体"/>
                        <a:cs typeface="宋体"/>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extLst>
                  <a:ext uri="{0D108BD9-81ED-4DB2-BD59-A6C34878D82A}">
                    <a16:rowId xmlns:a16="http://schemas.microsoft.com/office/drawing/2014/main" val="10002"/>
                  </a:ext>
                </a:extLst>
              </a:tr>
              <a:tr h="1219835">
                <a:tc>
                  <a:txBody>
                    <a:bodyPr/>
                    <a:lstStyle/>
                    <a:p>
                      <a:pPr>
                        <a:lnSpc>
                          <a:spcPct val="100000"/>
                        </a:lnSpc>
                      </a:pPr>
                      <a:endParaRPr sz="1300">
                        <a:latin typeface="Times New Roman"/>
                        <a:cs typeface="Times New Roman"/>
                      </a:endParaRPr>
                    </a:p>
                    <a:p>
                      <a:pPr>
                        <a:lnSpc>
                          <a:spcPct val="100000"/>
                        </a:lnSpc>
                        <a:spcBef>
                          <a:spcPts val="30"/>
                        </a:spcBef>
                      </a:pPr>
                      <a:endParaRPr sz="1600">
                        <a:latin typeface="Times New Roman"/>
                        <a:cs typeface="Times New Roman"/>
                      </a:endParaRPr>
                    </a:p>
                    <a:p>
                      <a:pPr marL="259079" marR="111760" indent="-139700">
                        <a:lnSpc>
                          <a:spcPct val="100000"/>
                        </a:lnSpc>
                      </a:pPr>
                      <a:r>
                        <a:rPr sz="1100" spc="-25" dirty="0">
                          <a:latin typeface="宋体"/>
                          <a:cs typeface="宋体"/>
                        </a:rPr>
                        <a:t>文案结</a:t>
                      </a:r>
                      <a:r>
                        <a:rPr sz="1100" spc="-50" dirty="0">
                          <a:latin typeface="宋体"/>
                          <a:cs typeface="宋体"/>
                        </a:rPr>
                        <a:t>构</a:t>
                      </a:r>
                      <a:endParaRPr sz="1100">
                        <a:latin typeface="宋体"/>
                        <a:cs typeface="宋体"/>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marR="39370">
                        <a:lnSpc>
                          <a:spcPct val="100000"/>
                        </a:lnSpc>
                        <a:spcBef>
                          <a:spcPts val="5"/>
                        </a:spcBef>
                      </a:pPr>
                      <a:endParaRPr sz="1200">
                        <a:latin typeface="Times New Roman"/>
                        <a:cs typeface="Times New Roman"/>
                      </a:endParaRPr>
                    </a:p>
                    <a:p>
                      <a:pPr marL="67945" marR="39370">
                        <a:lnSpc>
                          <a:spcPct val="100000"/>
                        </a:lnSpc>
                      </a:pPr>
                      <a:r>
                        <a:rPr sz="1100" spc="-15" dirty="0">
                          <a:latin typeface="宋体"/>
                          <a:cs typeface="宋体"/>
                        </a:rPr>
                        <a:t>开篇吸引力设计：通过引人注目的开头吸引读者注意</a:t>
                      </a:r>
                      <a:endParaRPr sz="1100">
                        <a:latin typeface="宋体"/>
                        <a:cs typeface="宋体"/>
                      </a:endParaRPr>
                    </a:p>
                    <a:p>
                      <a:pPr marL="67945" marR="139700">
                        <a:lnSpc>
                          <a:spcPct val="100000"/>
                        </a:lnSpc>
                      </a:pPr>
                      <a:r>
                        <a:rPr sz="1100" spc="-15" dirty="0">
                          <a:latin typeface="宋体"/>
                          <a:cs typeface="宋体"/>
                        </a:rPr>
                        <a:t>个人经验铺垫：分享作者的使用感受或故事，增强亲和力使用方法说明：详细介绍如何使用产品，确保信息清晰</a:t>
                      </a:r>
                      <a:r>
                        <a:rPr sz="1100" spc="-60" dirty="0">
                          <a:latin typeface="宋体"/>
                          <a:cs typeface="宋体"/>
                        </a:rPr>
                        <a:t> </a:t>
                      </a:r>
                      <a:r>
                        <a:rPr sz="1100" spc="-15" dirty="0">
                          <a:latin typeface="宋体"/>
                          <a:cs typeface="宋体"/>
                        </a:rPr>
                        <a:t>效果总结：总结使用产品后的具体效果，强化转化诉求</a:t>
                      </a:r>
                      <a:r>
                        <a:rPr sz="1100" spc="-60" dirty="0">
                          <a:latin typeface="宋体"/>
                          <a:cs typeface="宋体"/>
                        </a:rPr>
                        <a:t> </a:t>
                      </a:r>
                      <a:r>
                        <a:rPr sz="1100" spc="-15" dirty="0">
                          <a:latin typeface="宋体"/>
                          <a:cs typeface="宋体"/>
                        </a:rPr>
                        <a:t>购买建议：给出购买推荐或附带优惠信息，引导决策</a:t>
                      </a:r>
                      <a:endParaRPr sz="1100">
                        <a:latin typeface="宋体"/>
                        <a:cs typeface="宋体"/>
                      </a:endParaRPr>
                    </a:p>
                  </a:txBody>
                  <a:tcPr marL="0" marR="0" marT="635"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marL="25400" marR="18415" algn="ctr">
                        <a:lnSpc>
                          <a:spcPct val="100000"/>
                        </a:lnSpc>
                        <a:spcBef>
                          <a:spcPts val="725"/>
                        </a:spcBef>
                      </a:pPr>
                      <a:r>
                        <a:rPr sz="1100" spc="-15" dirty="0">
                          <a:latin typeface="宋体"/>
                          <a:cs typeface="宋体"/>
                        </a:rPr>
                        <a:t>开篇需简洁明了，直接</a:t>
                      </a:r>
                      <a:r>
                        <a:rPr sz="1100" spc="-50" dirty="0">
                          <a:latin typeface="宋体"/>
                          <a:cs typeface="宋体"/>
                        </a:rPr>
                        <a:t> </a:t>
                      </a:r>
                      <a:r>
                        <a:rPr sz="1100" spc="-15" dirty="0">
                          <a:latin typeface="宋体"/>
                          <a:cs typeface="宋体"/>
                        </a:rPr>
                        <a:t>点明内容亮点中间部分</a:t>
                      </a:r>
                      <a:r>
                        <a:rPr sz="1100" spc="-50" dirty="0">
                          <a:latin typeface="宋体"/>
                          <a:cs typeface="宋体"/>
                        </a:rPr>
                        <a:t> </a:t>
                      </a:r>
                      <a:r>
                        <a:rPr sz="1100" spc="-15" dirty="0">
                          <a:latin typeface="宋体"/>
                          <a:cs typeface="宋体"/>
                        </a:rPr>
                        <a:t>详尽描述使用方法与效</a:t>
                      </a:r>
                      <a:r>
                        <a:rPr sz="1100" spc="-50" dirty="0">
                          <a:latin typeface="宋体"/>
                          <a:cs typeface="宋体"/>
                        </a:rPr>
                        <a:t> </a:t>
                      </a:r>
                      <a:r>
                        <a:rPr sz="1100" spc="-15" dirty="0">
                          <a:latin typeface="宋体"/>
                          <a:cs typeface="宋体"/>
                        </a:rPr>
                        <a:t>果，避免空洞的描述购</a:t>
                      </a:r>
                      <a:r>
                        <a:rPr sz="1100" spc="-50" dirty="0">
                          <a:latin typeface="宋体"/>
                          <a:cs typeface="宋体"/>
                        </a:rPr>
                        <a:t> </a:t>
                      </a:r>
                      <a:r>
                        <a:rPr sz="1100" spc="-15" dirty="0">
                          <a:latin typeface="宋体"/>
                          <a:cs typeface="宋体"/>
                        </a:rPr>
                        <a:t>买建议要具备实际价值，</a:t>
                      </a:r>
                      <a:r>
                        <a:rPr sz="1100" spc="-20" dirty="0">
                          <a:latin typeface="宋体"/>
                          <a:cs typeface="宋体"/>
                        </a:rPr>
                        <a:t>避免过度推销</a:t>
                      </a:r>
                      <a:endParaRPr sz="1100">
                        <a:latin typeface="宋体"/>
                        <a:cs typeface="宋体"/>
                      </a:endParaRPr>
                    </a:p>
                  </a:txBody>
                  <a:tcPr marL="0" marR="0" marT="92075"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extLst>
                  <a:ext uri="{0D108BD9-81ED-4DB2-BD59-A6C34878D82A}">
                    <a16:rowId xmlns:a16="http://schemas.microsoft.com/office/drawing/2014/main" val="10003"/>
                  </a:ext>
                </a:extLst>
              </a:tr>
              <a:tr h="1313815">
                <a:tc>
                  <a:txBody>
                    <a:bodyPr/>
                    <a:lstStyle/>
                    <a:p>
                      <a:pPr>
                        <a:lnSpc>
                          <a:spcPct val="100000"/>
                        </a:lnSpc>
                      </a:pPr>
                      <a:endParaRPr sz="1300">
                        <a:latin typeface="Times New Roman"/>
                        <a:cs typeface="Times New Roman"/>
                      </a:endParaRPr>
                    </a:p>
                    <a:p>
                      <a:pPr>
                        <a:lnSpc>
                          <a:spcPct val="100000"/>
                        </a:lnSpc>
                        <a:spcBef>
                          <a:spcPts val="50"/>
                        </a:spcBef>
                      </a:pPr>
                      <a:endParaRPr sz="1900">
                        <a:latin typeface="Times New Roman"/>
                        <a:cs typeface="Times New Roman"/>
                      </a:endParaRPr>
                    </a:p>
                    <a:p>
                      <a:pPr marL="189230" marR="111760" indent="-69850">
                        <a:lnSpc>
                          <a:spcPct val="100000"/>
                        </a:lnSpc>
                      </a:pPr>
                      <a:r>
                        <a:rPr sz="1100" spc="-25" dirty="0">
                          <a:latin typeface="宋体"/>
                          <a:cs typeface="宋体"/>
                        </a:rPr>
                        <a:t>差异化</a:t>
                      </a:r>
                      <a:r>
                        <a:rPr sz="1100" spc="-30" dirty="0">
                          <a:latin typeface="宋体"/>
                          <a:cs typeface="宋体"/>
                        </a:rPr>
                        <a:t>考虑</a:t>
                      </a:r>
                      <a:endParaRPr sz="1100">
                        <a:latin typeface="宋体"/>
                        <a:cs typeface="宋体"/>
                      </a:endParaRPr>
                    </a:p>
                  </a:txBody>
                  <a:tcPr marL="0" marR="0" marT="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marL="67945" marR="139700" algn="just">
                        <a:lnSpc>
                          <a:spcPct val="100000"/>
                        </a:lnSpc>
                        <a:spcBef>
                          <a:spcPts val="430"/>
                        </a:spcBef>
                      </a:pPr>
                      <a:r>
                        <a:rPr sz="1100" spc="-15" dirty="0">
                          <a:latin typeface="宋体"/>
                          <a:cs typeface="宋体"/>
                        </a:rPr>
                        <a:t>真实感塑造：避免过度修饰，保持内容的真实性与亲和力专业性体现：通过数据、用户反馈或专家认证增强内容的</a:t>
                      </a:r>
                      <a:r>
                        <a:rPr sz="1100" spc="-25" dirty="0">
                          <a:latin typeface="宋体"/>
                          <a:cs typeface="宋体"/>
                        </a:rPr>
                        <a:t>专业感</a:t>
                      </a:r>
                      <a:endParaRPr sz="1100">
                        <a:latin typeface="宋体"/>
                        <a:cs typeface="宋体"/>
                      </a:endParaRPr>
                    </a:p>
                    <a:p>
                      <a:pPr marL="67945" marR="139700">
                        <a:lnSpc>
                          <a:spcPct val="100000"/>
                        </a:lnSpc>
                      </a:pPr>
                      <a:r>
                        <a:rPr sz="1100" spc="-15" dirty="0">
                          <a:latin typeface="宋体"/>
                          <a:cs typeface="宋体"/>
                        </a:rPr>
                        <a:t>种草自然度：确保文案与图片配合自然，避免过度营销或</a:t>
                      </a:r>
                      <a:r>
                        <a:rPr sz="1100" spc="-20" dirty="0">
                          <a:latin typeface="宋体"/>
                          <a:cs typeface="宋体"/>
                        </a:rPr>
                        <a:t>生硬的推销</a:t>
                      </a:r>
                      <a:endParaRPr sz="1100">
                        <a:latin typeface="宋体"/>
                        <a:cs typeface="宋体"/>
                      </a:endParaRPr>
                    </a:p>
                    <a:p>
                      <a:pPr marL="67945">
                        <a:lnSpc>
                          <a:spcPct val="100000"/>
                        </a:lnSpc>
                      </a:pPr>
                      <a:r>
                        <a:rPr sz="1100" spc="-15" dirty="0">
                          <a:latin typeface="宋体"/>
                          <a:cs typeface="宋体"/>
                        </a:rPr>
                        <a:t>互动引导设计：结尾部分需鼓励读者参与互动，例如评论、</a:t>
                      </a:r>
                      <a:r>
                        <a:rPr sz="1100" spc="-20" dirty="0">
                          <a:latin typeface="宋体"/>
                          <a:cs typeface="宋体"/>
                        </a:rPr>
                        <a:t>点赞或分享</a:t>
                      </a:r>
                      <a:endParaRPr sz="1100">
                        <a:latin typeface="宋体"/>
                        <a:cs typeface="宋体"/>
                      </a:endParaRPr>
                    </a:p>
                  </a:txBody>
                  <a:tcPr marL="0" marR="0" marT="54610"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tc>
                  <a:txBody>
                    <a:bodyPr/>
                    <a:lstStyle/>
                    <a:p>
                      <a:pPr>
                        <a:lnSpc>
                          <a:spcPct val="100000"/>
                        </a:lnSpc>
                        <a:spcBef>
                          <a:spcPts val="25"/>
                        </a:spcBef>
                      </a:pPr>
                      <a:endParaRPr sz="1500">
                        <a:latin typeface="Times New Roman"/>
                        <a:cs typeface="Times New Roman"/>
                      </a:endParaRPr>
                    </a:p>
                    <a:p>
                      <a:pPr marL="95250" marR="88265" algn="ctr">
                        <a:lnSpc>
                          <a:spcPct val="100000"/>
                        </a:lnSpc>
                      </a:pPr>
                      <a:r>
                        <a:rPr sz="1100" spc="-15" dirty="0">
                          <a:latin typeface="宋体"/>
                          <a:cs typeface="宋体"/>
                        </a:rPr>
                        <a:t>保持平衡，既不夸大其词，也不过于保守在效果展示和互动设计时要自然流畅，避免强硬促</a:t>
                      </a:r>
                      <a:r>
                        <a:rPr sz="1100" spc="-50" dirty="0">
                          <a:latin typeface="宋体"/>
                          <a:cs typeface="宋体"/>
                        </a:rPr>
                        <a:t>销</a:t>
                      </a:r>
                      <a:endParaRPr sz="1100">
                        <a:latin typeface="宋体"/>
                        <a:cs typeface="宋体"/>
                      </a:endParaRPr>
                    </a:p>
                  </a:txBody>
                  <a:tcPr marL="0" marR="0" marT="3175" marB="0">
                    <a:lnL w="12700">
                      <a:solidFill>
                        <a:srgbClr val="5F95E6"/>
                      </a:solidFill>
                      <a:prstDash val="solid"/>
                    </a:lnL>
                    <a:lnR w="12700">
                      <a:solidFill>
                        <a:srgbClr val="5F95E6"/>
                      </a:solidFill>
                      <a:prstDash val="solid"/>
                    </a:lnR>
                    <a:lnT w="12700">
                      <a:solidFill>
                        <a:srgbClr val="5F95E6"/>
                      </a:solidFill>
                      <a:prstDash val="solid"/>
                    </a:lnT>
                    <a:lnB w="12700">
                      <a:solidFill>
                        <a:srgbClr val="5F95E6"/>
                      </a:solidFill>
                      <a:prstDash val="solid"/>
                    </a:lnB>
                    <a:solidFill>
                      <a:srgbClr val="EAEE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7093584" cy="634365"/>
          </a:xfrm>
          <a:prstGeom prst="rect">
            <a:avLst/>
          </a:prstGeom>
        </p:spPr>
        <p:txBody>
          <a:bodyPr vert="horz" wrap="square" lIns="0" tIns="12065" rIns="0" bIns="0" rtlCol="0">
            <a:spAutoFit/>
          </a:bodyPr>
          <a:lstStyle/>
          <a:p>
            <a:pPr marL="12700">
              <a:lnSpc>
                <a:spcPct val="100000"/>
              </a:lnSpc>
              <a:spcBef>
                <a:spcPts val="95"/>
              </a:spcBef>
            </a:pPr>
            <a:r>
              <a:rPr sz="4000" spc="270" dirty="0"/>
              <a:t>文案创作的提示语示例（二</a:t>
            </a:r>
            <a:r>
              <a:rPr sz="4000" spc="-50" dirty="0"/>
              <a:t>）</a:t>
            </a:r>
            <a:endParaRPr sz="4000"/>
          </a:p>
        </p:txBody>
      </p:sp>
      <p:sp>
        <p:nvSpPr>
          <p:cNvPr id="3" name="object 3"/>
          <p:cNvSpPr txBox="1"/>
          <p:nvPr/>
        </p:nvSpPr>
        <p:spPr>
          <a:xfrm>
            <a:off x="535305" y="1201203"/>
            <a:ext cx="11063605" cy="694690"/>
          </a:xfrm>
          <a:prstGeom prst="rect">
            <a:avLst/>
          </a:prstGeom>
        </p:spPr>
        <p:txBody>
          <a:bodyPr vert="horz" wrap="square" lIns="0" tIns="80010" rIns="0" bIns="0" rtlCol="0">
            <a:spAutoFit/>
          </a:bodyPr>
          <a:lstStyle/>
          <a:p>
            <a:pPr marL="12700">
              <a:lnSpc>
                <a:spcPct val="100000"/>
              </a:lnSpc>
              <a:spcBef>
                <a:spcPts val="630"/>
              </a:spcBef>
            </a:pPr>
            <a:r>
              <a:rPr sz="2000" b="1" spc="-15" dirty="0">
                <a:latin typeface="Microsoft JhengHei"/>
                <a:cs typeface="Microsoft JhengHei"/>
              </a:rPr>
              <a:t>主体内容</a:t>
            </a:r>
            <a:endParaRPr sz="2000">
              <a:latin typeface="Microsoft JhengHei"/>
              <a:cs typeface="Microsoft JhengHei"/>
            </a:endParaRPr>
          </a:p>
          <a:p>
            <a:pPr marL="3544570">
              <a:lnSpc>
                <a:spcPct val="100000"/>
              </a:lnSpc>
              <a:spcBef>
                <a:spcPts val="415"/>
              </a:spcBef>
            </a:pPr>
            <a:r>
              <a:rPr sz="1600" spc="-20" dirty="0">
                <a:latin typeface="宋体"/>
                <a:cs typeface="宋体"/>
              </a:rPr>
              <a:t>这种提示语能够帮助</a:t>
            </a:r>
            <a:r>
              <a:rPr sz="1600" spc="-10" dirty="0">
                <a:latin typeface="Arial"/>
                <a:cs typeface="Arial"/>
              </a:rPr>
              <a:t>AI</a:t>
            </a:r>
            <a:r>
              <a:rPr sz="1600" spc="-20" dirty="0">
                <a:latin typeface="宋体"/>
                <a:cs typeface="宋体"/>
              </a:rPr>
              <a:t>生成具有情感化且富有个性化的内容，让读者感受到作者的</a:t>
            </a:r>
            <a:r>
              <a:rPr sz="1600" spc="-50" dirty="0">
                <a:latin typeface="宋体"/>
                <a:cs typeface="宋体"/>
              </a:rPr>
              <a:t>真</a:t>
            </a:r>
            <a:endParaRPr sz="1600">
              <a:latin typeface="宋体"/>
              <a:cs typeface="宋体"/>
            </a:endParaRPr>
          </a:p>
        </p:txBody>
      </p:sp>
      <p:sp>
        <p:nvSpPr>
          <p:cNvPr id="4" name="object 4"/>
          <p:cNvSpPr txBox="1"/>
          <p:nvPr/>
        </p:nvSpPr>
        <p:spPr>
          <a:xfrm>
            <a:off x="4067175" y="1918969"/>
            <a:ext cx="3275965" cy="268605"/>
          </a:xfrm>
          <a:prstGeom prst="rect">
            <a:avLst/>
          </a:prstGeom>
        </p:spPr>
        <p:txBody>
          <a:bodyPr vert="horz" wrap="square" lIns="0" tIns="12065" rIns="0" bIns="0" rtlCol="0">
            <a:spAutoFit/>
          </a:bodyPr>
          <a:lstStyle/>
          <a:p>
            <a:pPr marL="12700">
              <a:lnSpc>
                <a:spcPct val="100000"/>
              </a:lnSpc>
              <a:spcBef>
                <a:spcPts val="95"/>
              </a:spcBef>
            </a:pPr>
            <a:r>
              <a:rPr sz="1600" spc="-20" dirty="0">
                <a:latin typeface="宋体"/>
                <a:cs typeface="宋体"/>
              </a:rPr>
              <a:t>实情感，从而增强用户的情感认同</a:t>
            </a:r>
            <a:r>
              <a:rPr sz="1600" spc="-50" dirty="0">
                <a:latin typeface="宋体"/>
                <a:cs typeface="宋体"/>
              </a:rPr>
              <a:t>。</a:t>
            </a:r>
            <a:endParaRPr sz="1600">
              <a:latin typeface="宋体"/>
              <a:cs typeface="宋体"/>
            </a:endParaRPr>
          </a:p>
        </p:txBody>
      </p:sp>
      <p:pic>
        <p:nvPicPr>
          <p:cNvPr id="5" name="object 5"/>
          <p:cNvPicPr/>
          <p:nvPr/>
        </p:nvPicPr>
        <p:blipFill>
          <a:blip r:embed="rId2" cstate="print"/>
          <a:stretch>
            <a:fillRect/>
          </a:stretch>
        </p:blipFill>
        <p:spPr>
          <a:xfrm>
            <a:off x="343306" y="1686362"/>
            <a:ext cx="3521184" cy="696001"/>
          </a:xfrm>
          <a:prstGeom prst="rect">
            <a:avLst/>
          </a:prstGeom>
        </p:spPr>
      </p:pic>
      <p:sp>
        <p:nvSpPr>
          <p:cNvPr id="6" name="object 6"/>
          <p:cNvSpPr txBox="1"/>
          <p:nvPr/>
        </p:nvSpPr>
        <p:spPr>
          <a:xfrm>
            <a:off x="603224" y="1743684"/>
            <a:ext cx="300482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Microsoft JhengHei"/>
                <a:cs typeface="Microsoft JhengHei"/>
              </a:rPr>
              <a:t>个人化体验分享的提示语设计</a:t>
            </a:r>
            <a:endParaRPr sz="1800">
              <a:latin typeface="Microsoft JhengHei"/>
              <a:cs typeface="Microsoft JhengHei"/>
            </a:endParaRPr>
          </a:p>
        </p:txBody>
      </p:sp>
      <p:grpSp>
        <p:nvGrpSpPr>
          <p:cNvPr id="7" name="object 7"/>
          <p:cNvGrpSpPr/>
          <p:nvPr/>
        </p:nvGrpSpPr>
        <p:grpSpPr>
          <a:xfrm>
            <a:off x="1932304" y="2313939"/>
            <a:ext cx="9704070" cy="462915"/>
            <a:chOff x="1932304" y="2313939"/>
            <a:chExt cx="9704070" cy="462915"/>
          </a:xfrm>
        </p:grpSpPr>
        <p:sp>
          <p:nvSpPr>
            <p:cNvPr id="8" name="object 8"/>
            <p:cNvSpPr/>
            <p:nvPr/>
          </p:nvSpPr>
          <p:spPr>
            <a:xfrm>
              <a:off x="1935479" y="2318003"/>
              <a:ext cx="9697720" cy="455930"/>
            </a:xfrm>
            <a:custGeom>
              <a:avLst/>
              <a:gdLst/>
              <a:ahLst/>
              <a:cxnLst/>
              <a:rect l="l" t="t" r="r" b="b"/>
              <a:pathLst>
                <a:path w="9697720" h="455930">
                  <a:moveTo>
                    <a:pt x="9697212" y="455676"/>
                  </a:moveTo>
                  <a:lnTo>
                    <a:pt x="0" y="455676"/>
                  </a:lnTo>
                  <a:lnTo>
                    <a:pt x="0" y="0"/>
                  </a:lnTo>
                  <a:lnTo>
                    <a:pt x="9697212" y="0"/>
                  </a:lnTo>
                  <a:lnTo>
                    <a:pt x="9697212" y="455676"/>
                  </a:lnTo>
                  <a:close/>
                </a:path>
              </a:pathLst>
            </a:custGeom>
            <a:solidFill>
              <a:srgbClr val="FFFFFF"/>
            </a:solidFill>
          </p:spPr>
          <p:txBody>
            <a:bodyPr wrap="square" lIns="0" tIns="0" rIns="0" bIns="0" rtlCol="0"/>
            <a:lstStyle/>
            <a:p>
              <a:endParaRPr/>
            </a:p>
          </p:txBody>
        </p:sp>
        <p:sp>
          <p:nvSpPr>
            <p:cNvPr id="9" name="object 9"/>
            <p:cNvSpPr/>
            <p:nvPr/>
          </p:nvSpPr>
          <p:spPr>
            <a:xfrm>
              <a:off x="1932304" y="2313939"/>
              <a:ext cx="9704070" cy="462915"/>
            </a:xfrm>
            <a:custGeom>
              <a:avLst/>
              <a:gdLst/>
              <a:ahLst/>
              <a:cxnLst/>
              <a:rect l="l" t="t" r="r" b="b"/>
              <a:pathLst>
                <a:path w="9704070" h="462914">
                  <a:moveTo>
                    <a:pt x="9700260" y="462915"/>
                  </a:moveTo>
                  <a:lnTo>
                    <a:pt x="3809" y="462915"/>
                  </a:lnTo>
                  <a:lnTo>
                    <a:pt x="2349" y="462622"/>
                  </a:lnTo>
                  <a:lnTo>
                    <a:pt x="1117" y="461797"/>
                  </a:lnTo>
                  <a:lnTo>
                    <a:pt x="292" y="460565"/>
                  </a:lnTo>
                  <a:lnTo>
                    <a:pt x="0" y="459105"/>
                  </a:lnTo>
                  <a:lnTo>
                    <a:pt x="0" y="3810"/>
                  </a:lnTo>
                  <a:lnTo>
                    <a:pt x="292" y="2349"/>
                  </a:lnTo>
                  <a:lnTo>
                    <a:pt x="1117" y="1117"/>
                  </a:lnTo>
                  <a:lnTo>
                    <a:pt x="2349" y="292"/>
                  </a:lnTo>
                  <a:lnTo>
                    <a:pt x="3809" y="0"/>
                  </a:lnTo>
                  <a:lnTo>
                    <a:pt x="9700260" y="0"/>
                  </a:lnTo>
                  <a:lnTo>
                    <a:pt x="9701720" y="292"/>
                  </a:lnTo>
                  <a:lnTo>
                    <a:pt x="9702952" y="1117"/>
                  </a:lnTo>
                  <a:lnTo>
                    <a:pt x="9703777" y="2349"/>
                  </a:lnTo>
                  <a:lnTo>
                    <a:pt x="9704070" y="3810"/>
                  </a:lnTo>
                  <a:lnTo>
                    <a:pt x="7619" y="3810"/>
                  </a:lnTo>
                  <a:lnTo>
                    <a:pt x="3809" y="7620"/>
                  </a:lnTo>
                  <a:lnTo>
                    <a:pt x="7619" y="7620"/>
                  </a:lnTo>
                  <a:lnTo>
                    <a:pt x="7619" y="455295"/>
                  </a:lnTo>
                  <a:lnTo>
                    <a:pt x="3809" y="455295"/>
                  </a:lnTo>
                  <a:lnTo>
                    <a:pt x="7619" y="459105"/>
                  </a:lnTo>
                  <a:lnTo>
                    <a:pt x="9704070" y="459105"/>
                  </a:lnTo>
                  <a:lnTo>
                    <a:pt x="9703777" y="460565"/>
                  </a:lnTo>
                  <a:lnTo>
                    <a:pt x="9702952" y="461797"/>
                  </a:lnTo>
                  <a:lnTo>
                    <a:pt x="9701720" y="462622"/>
                  </a:lnTo>
                  <a:lnTo>
                    <a:pt x="9700260" y="462915"/>
                  </a:lnTo>
                  <a:close/>
                </a:path>
                <a:path w="9704070" h="462914">
                  <a:moveTo>
                    <a:pt x="7619" y="7620"/>
                  </a:moveTo>
                  <a:lnTo>
                    <a:pt x="3809" y="7620"/>
                  </a:lnTo>
                  <a:lnTo>
                    <a:pt x="7619" y="3810"/>
                  </a:lnTo>
                  <a:lnTo>
                    <a:pt x="7619" y="7620"/>
                  </a:lnTo>
                  <a:close/>
                </a:path>
                <a:path w="9704070" h="462914">
                  <a:moveTo>
                    <a:pt x="9696450" y="7620"/>
                  </a:moveTo>
                  <a:lnTo>
                    <a:pt x="7619" y="7620"/>
                  </a:lnTo>
                  <a:lnTo>
                    <a:pt x="7619" y="3810"/>
                  </a:lnTo>
                  <a:lnTo>
                    <a:pt x="9696450" y="3810"/>
                  </a:lnTo>
                  <a:lnTo>
                    <a:pt x="9696450" y="7620"/>
                  </a:lnTo>
                  <a:close/>
                </a:path>
                <a:path w="9704070" h="462914">
                  <a:moveTo>
                    <a:pt x="9696450" y="459105"/>
                  </a:moveTo>
                  <a:lnTo>
                    <a:pt x="9696450" y="3810"/>
                  </a:lnTo>
                  <a:lnTo>
                    <a:pt x="9700260" y="7620"/>
                  </a:lnTo>
                  <a:lnTo>
                    <a:pt x="9704070" y="7620"/>
                  </a:lnTo>
                  <a:lnTo>
                    <a:pt x="9704070" y="455295"/>
                  </a:lnTo>
                  <a:lnTo>
                    <a:pt x="9700260" y="455295"/>
                  </a:lnTo>
                  <a:lnTo>
                    <a:pt x="9696450" y="459105"/>
                  </a:lnTo>
                  <a:close/>
                </a:path>
                <a:path w="9704070" h="462914">
                  <a:moveTo>
                    <a:pt x="9704070" y="7620"/>
                  </a:moveTo>
                  <a:lnTo>
                    <a:pt x="9700260" y="7620"/>
                  </a:lnTo>
                  <a:lnTo>
                    <a:pt x="9696450" y="3810"/>
                  </a:lnTo>
                  <a:lnTo>
                    <a:pt x="9704070" y="3810"/>
                  </a:lnTo>
                  <a:lnTo>
                    <a:pt x="9704070" y="7620"/>
                  </a:lnTo>
                  <a:close/>
                </a:path>
                <a:path w="9704070" h="462914">
                  <a:moveTo>
                    <a:pt x="7619" y="459105"/>
                  </a:moveTo>
                  <a:lnTo>
                    <a:pt x="3809" y="455295"/>
                  </a:lnTo>
                  <a:lnTo>
                    <a:pt x="7619" y="455295"/>
                  </a:lnTo>
                  <a:lnTo>
                    <a:pt x="7619" y="459105"/>
                  </a:lnTo>
                  <a:close/>
                </a:path>
                <a:path w="9704070" h="462914">
                  <a:moveTo>
                    <a:pt x="9696450" y="459105"/>
                  </a:moveTo>
                  <a:lnTo>
                    <a:pt x="7619" y="459105"/>
                  </a:lnTo>
                  <a:lnTo>
                    <a:pt x="7619" y="455295"/>
                  </a:lnTo>
                  <a:lnTo>
                    <a:pt x="9696450" y="455295"/>
                  </a:lnTo>
                  <a:lnTo>
                    <a:pt x="9696450" y="459105"/>
                  </a:lnTo>
                  <a:close/>
                </a:path>
                <a:path w="9704070" h="462914">
                  <a:moveTo>
                    <a:pt x="9704070" y="459105"/>
                  </a:moveTo>
                  <a:lnTo>
                    <a:pt x="9696450" y="459105"/>
                  </a:lnTo>
                  <a:lnTo>
                    <a:pt x="9700260" y="455295"/>
                  </a:lnTo>
                  <a:lnTo>
                    <a:pt x="9704070" y="455295"/>
                  </a:lnTo>
                  <a:lnTo>
                    <a:pt x="9704070" y="459105"/>
                  </a:lnTo>
                  <a:close/>
                </a:path>
              </a:pathLst>
            </a:custGeom>
            <a:solidFill>
              <a:srgbClr val="E6E6E6"/>
            </a:solidFill>
          </p:spPr>
          <p:txBody>
            <a:bodyPr wrap="square" lIns="0" tIns="0" rIns="0" bIns="0" rtlCol="0"/>
            <a:lstStyle/>
            <a:p>
              <a:endParaRPr/>
            </a:p>
          </p:txBody>
        </p:sp>
      </p:grpSp>
      <p:sp>
        <p:nvSpPr>
          <p:cNvPr id="10" name="object 10"/>
          <p:cNvSpPr txBox="1"/>
          <p:nvPr/>
        </p:nvSpPr>
        <p:spPr>
          <a:xfrm>
            <a:off x="2052320" y="2418715"/>
            <a:ext cx="7137400" cy="208279"/>
          </a:xfrm>
          <a:prstGeom prst="rect">
            <a:avLst/>
          </a:prstGeom>
        </p:spPr>
        <p:txBody>
          <a:bodyPr vert="horz" wrap="square" lIns="0" tIns="12700" rIns="0" bIns="0" rtlCol="0">
            <a:spAutoFit/>
          </a:bodyPr>
          <a:lstStyle/>
          <a:p>
            <a:pPr marL="12700">
              <a:lnSpc>
                <a:spcPct val="100000"/>
              </a:lnSpc>
              <a:spcBef>
                <a:spcPts val="100"/>
              </a:spcBef>
            </a:pPr>
            <a:r>
              <a:rPr sz="1200" spc="-45" dirty="0">
                <a:latin typeface="宋体"/>
                <a:cs typeface="宋体"/>
              </a:rPr>
              <a:t>生成关于[个人经历]</a:t>
            </a:r>
            <a:r>
              <a:rPr sz="1200" spc="-5" dirty="0">
                <a:latin typeface="宋体"/>
                <a:cs typeface="宋体"/>
              </a:rPr>
              <a:t>的分享内容，需描述具体的体验过程，突显个人情感变化，使内容更具温度和真实感。</a:t>
            </a:r>
            <a:endParaRPr sz="1200">
              <a:latin typeface="宋体"/>
              <a:cs typeface="宋体"/>
            </a:endParaRPr>
          </a:p>
        </p:txBody>
      </p:sp>
      <p:sp>
        <p:nvSpPr>
          <p:cNvPr id="11" name="object 11"/>
          <p:cNvSpPr/>
          <p:nvPr/>
        </p:nvSpPr>
        <p:spPr>
          <a:xfrm>
            <a:off x="358140" y="2305811"/>
            <a:ext cx="1577340" cy="454659"/>
          </a:xfrm>
          <a:custGeom>
            <a:avLst/>
            <a:gdLst/>
            <a:ahLst/>
            <a:cxnLst/>
            <a:rect l="l" t="t" r="r" b="b"/>
            <a:pathLst>
              <a:path w="1577339" h="454660">
                <a:moveTo>
                  <a:pt x="1502664" y="454151"/>
                </a:moveTo>
                <a:lnTo>
                  <a:pt x="74675" y="454151"/>
                </a:lnTo>
                <a:lnTo>
                  <a:pt x="45457" y="448429"/>
                </a:lnTo>
                <a:lnTo>
                  <a:pt x="21578" y="432382"/>
                </a:lnTo>
                <a:lnTo>
                  <a:pt x="5579" y="408551"/>
                </a:lnTo>
                <a:lnTo>
                  <a:pt x="0" y="379475"/>
                </a:lnTo>
                <a:lnTo>
                  <a:pt x="0" y="76200"/>
                </a:lnTo>
                <a:lnTo>
                  <a:pt x="5579" y="46386"/>
                </a:lnTo>
                <a:lnTo>
                  <a:pt x="21578" y="22150"/>
                </a:lnTo>
                <a:lnTo>
                  <a:pt x="45457" y="5889"/>
                </a:lnTo>
                <a:lnTo>
                  <a:pt x="74675" y="0"/>
                </a:lnTo>
                <a:lnTo>
                  <a:pt x="1502664" y="0"/>
                </a:lnTo>
                <a:lnTo>
                  <a:pt x="1531882" y="5889"/>
                </a:lnTo>
                <a:lnTo>
                  <a:pt x="1555761" y="22150"/>
                </a:lnTo>
                <a:lnTo>
                  <a:pt x="1571760" y="46386"/>
                </a:lnTo>
                <a:lnTo>
                  <a:pt x="1577340" y="76200"/>
                </a:lnTo>
                <a:lnTo>
                  <a:pt x="1577340" y="379475"/>
                </a:lnTo>
                <a:lnTo>
                  <a:pt x="1571760" y="408551"/>
                </a:lnTo>
                <a:lnTo>
                  <a:pt x="1555761" y="432382"/>
                </a:lnTo>
                <a:lnTo>
                  <a:pt x="1531882" y="448429"/>
                </a:lnTo>
                <a:lnTo>
                  <a:pt x="1502664" y="454151"/>
                </a:lnTo>
                <a:close/>
              </a:path>
            </a:pathLst>
          </a:custGeom>
          <a:solidFill>
            <a:srgbClr val="0A80DF"/>
          </a:solidFill>
        </p:spPr>
        <p:txBody>
          <a:bodyPr wrap="square" lIns="0" tIns="0" rIns="0" bIns="0" rtlCol="0"/>
          <a:lstStyle/>
          <a:p>
            <a:endParaRPr/>
          </a:p>
        </p:txBody>
      </p:sp>
      <p:sp>
        <p:nvSpPr>
          <p:cNvPr id="12" name="object 12"/>
          <p:cNvSpPr txBox="1"/>
          <p:nvPr/>
        </p:nvSpPr>
        <p:spPr>
          <a:xfrm>
            <a:off x="675614" y="2385034"/>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13" name="object 13"/>
          <p:cNvSpPr txBox="1"/>
          <p:nvPr/>
        </p:nvSpPr>
        <p:spPr>
          <a:xfrm>
            <a:off x="4067175" y="2838958"/>
            <a:ext cx="7531734" cy="609600"/>
          </a:xfrm>
          <a:prstGeom prst="rect">
            <a:avLst/>
          </a:prstGeom>
        </p:spPr>
        <p:txBody>
          <a:bodyPr vert="horz" wrap="square" lIns="0" tIns="12700" rIns="0" bIns="0" rtlCol="0">
            <a:spAutoFit/>
          </a:bodyPr>
          <a:lstStyle/>
          <a:p>
            <a:pPr marL="12700" marR="5080">
              <a:lnSpc>
                <a:spcPct val="119800"/>
              </a:lnSpc>
              <a:spcBef>
                <a:spcPts val="100"/>
              </a:spcBef>
            </a:pPr>
            <a:r>
              <a:rPr sz="1600" spc="-20" dirty="0">
                <a:latin typeface="宋体"/>
                <a:cs typeface="宋体"/>
              </a:rPr>
              <a:t>这种提示语将引导</a:t>
            </a:r>
            <a:r>
              <a:rPr sz="1600" spc="-10" dirty="0">
                <a:latin typeface="Arial"/>
                <a:cs typeface="Arial"/>
              </a:rPr>
              <a:t>AI</a:t>
            </a:r>
            <a:r>
              <a:rPr sz="1600" spc="-20" dirty="0">
                <a:latin typeface="宋体"/>
                <a:cs typeface="宋体"/>
              </a:rPr>
              <a:t>使用温暖的语言和情感化的表达方式，帮助内容打动读者，引</a:t>
            </a:r>
            <a:r>
              <a:rPr sz="1600" spc="-50" dirty="0">
                <a:latin typeface="宋体"/>
                <a:cs typeface="宋体"/>
              </a:rPr>
              <a:t>发</a:t>
            </a:r>
            <a:r>
              <a:rPr sz="1600" spc="-20" dirty="0">
                <a:latin typeface="宋体"/>
                <a:cs typeface="宋体"/>
              </a:rPr>
              <a:t>共鸣，提升内容的互动性</a:t>
            </a:r>
            <a:r>
              <a:rPr sz="1600" spc="-50" dirty="0">
                <a:latin typeface="宋体"/>
                <a:cs typeface="宋体"/>
              </a:rPr>
              <a:t>。</a:t>
            </a:r>
            <a:endParaRPr sz="1600">
              <a:latin typeface="宋体"/>
              <a:cs typeface="宋体"/>
            </a:endParaRPr>
          </a:p>
        </p:txBody>
      </p:sp>
      <p:pic>
        <p:nvPicPr>
          <p:cNvPr id="14" name="object 14"/>
          <p:cNvPicPr/>
          <p:nvPr/>
        </p:nvPicPr>
        <p:blipFill>
          <a:blip r:embed="rId3" cstate="print"/>
          <a:stretch>
            <a:fillRect/>
          </a:stretch>
        </p:blipFill>
        <p:spPr>
          <a:xfrm>
            <a:off x="343306" y="2951640"/>
            <a:ext cx="3521184" cy="691833"/>
          </a:xfrm>
          <a:prstGeom prst="rect">
            <a:avLst/>
          </a:prstGeom>
        </p:spPr>
      </p:pic>
      <p:sp>
        <p:nvSpPr>
          <p:cNvPr id="15" name="object 15"/>
          <p:cNvSpPr txBox="1"/>
          <p:nvPr/>
        </p:nvSpPr>
        <p:spPr>
          <a:xfrm>
            <a:off x="946759" y="3004794"/>
            <a:ext cx="231711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Microsoft JhengHei"/>
                <a:cs typeface="Microsoft JhengHei"/>
              </a:rPr>
              <a:t>情感共鸣型提示语设计</a:t>
            </a:r>
            <a:endParaRPr sz="1800">
              <a:latin typeface="Microsoft JhengHei"/>
              <a:cs typeface="Microsoft JhengHei"/>
            </a:endParaRPr>
          </a:p>
        </p:txBody>
      </p:sp>
      <p:sp>
        <p:nvSpPr>
          <p:cNvPr id="16" name="object 16"/>
          <p:cNvSpPr/>
          <p:nvPr/>
        </p:nvSpPr>
        <p:spPr>
          <a:xfrm>
            <a:off x="358140" y="3566159"/>
            <a:ext cx="1577340" cy="455930"/>
          </a:xfrm>
          <a:custGeom>
            <a:avLst/>
            <a:gdLst/>
            <a:ahLst/>
            <a:cxnLst/>
            <a:rect l="l" t="t" r="r" b="b"/>
            <a:pathLst>
              <a:path w="1577339" h="455929">
                <a:moveTo>
                  <a:pt x="1502664" y="455675"/>
                </a:moveTo>
                <a:lnTo>
                  <a:pt x="74675" y="455675"/>
                </a:lnTo>
                <a:lnTo>
                  <a:pt x="45457" y="449500"/>
                </a:lnTo>
                <a:lnTo>
                  <a:pt x="21578" y="433144"/>
                </a:lnTo>
                <a:lnTo>
                  <a:pt x="5579" y="409004"/>
                </a:lnTo>
                <a:lnTo>
                  <a:pt x="0" y="379475"/>
                </a:lnTo>
                <a:lnTo>
                  <a:pt x="0" y="76200"/>
                </a:lnTo>
                <a:lnTo>
                  <a:pt x="5579" y="46814"/>
                </a:lnTo>
                <a:lnTo>
                  <a:pt x="21578" y="22721"/>
                </a:lnTo>
                <a:lnTo>
                  <a:pt x="45457" y="6318"/>
                </a:lnTo>
                <a:lnTo>
                  <a:pt x="74675" y="0"/>
                </a:lnTo>
                <a:lnTo>
                  <a:pt x="1502664" y="0"/>
                </a:lnTo>
                <a:lnTo>
                  <a:pt x="1531882" y="6318"/>
                </a:lnTo>
                <a:lnTo>
                  <a:pt x="1555761" y="22721"/>
                </a:lnTo>
                <a:lnTo>
                  <a:pt x="1571760" y="46814"/>
                </a:lnTo>
                <a:lnTo>
                  <a:pt x="1577340" y="76200"/>
                </a:lnTo>
                <a:lnTo>
                  <a:pt x="1577340" y="379475"/>
                </a:lnTo>
                <a:lnTo>
                  <a:pt x="1571760" y="409004"/>
                </a:lnTo>
                <a:lnTo>
                  <a:pt x="1555761" y="433144"/>
                </a:lnTo>
                <a:lnTo>
                  <a:pt x="1531882" y="449500"/>
                </a:lnTo>
                <a:lnTo>
                  <a:pt x="1502664" y="455675"/>
                </a:lnTo>
                <a:close/>
              </a:path>
            </a:pathLst>
          </a:custGeom>
          <a:solidFill>
            <a:srgbClr val="0A80DF"/>
          </a:solidFill>
        </p:spPr>
        <p:txBody>
          <a:bodyPr wrap="square" lIns="0" tIns="0" rIns="0" bIns="0" rtlCol="0"/>
          <a:lstStyle/>
          <a:p>
            <a:endParaRPr/>
          </a:p>
        </p:txBody>
      </p:sp>
      <p:sp>
        <p:nvSpPr>
          <p:cNvPr id="17" name="object 17"/>
          <p:cNvSpPr txBox="1"/>
          <p:nvPr/>
        </p:nvSpPr>
        <p:spPr>
          <a:xfrm>
            <a:off x="675614" y="3646144"/>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18" name="object 18"/>
          <p:cNvSpPr txBox="1"/>
          <p:nvPr/>
        </p:nvSpPr>
        <p:spPr>
          <a:xfrm>
            <a:off x="4067175" y="4100067"/>
            <a:ext cx="7531734" cy="609600"/>
          </a:xfrm>
          <a:prstGeom prst="rect">
            <a:avLst/>
          </a:prstGeom>
        </p:spPr>
        <p:txBody>
          <a:bodyPr vert="horz" wrap="square" lIns="0" tIns="12700" rIns="0" bIns="0" rtlCol="0">
            <a:spAutoFit/>
          </a:bodyPr>
          <a:lstStyle/>
          <a:p>
            <a:pPr marL="12700" marR="5080">
              <a:lnSpc>
                <a:spcPct val="119800"/>
              </a:lnSpc>
              <a:spcBef>
                <a:spcPts val="100"/>
              </a:spcBef>
            </a:pPr>
            <a:r>
              <a:rPr sz="1600" spc="-20" dirty="0">
                <a:latin typeface="宋体"/>
                <a:cs typeface="宋体"/>
              </a:rPr>
              <a:t>这种提示语帮助</a:t>
            </a:r>
            <a:r>
              <a:rPr sz="1600" spc="-10" dirty="0">
                <a:latin typeface="Arial"/>
                <a:cs typeface="Arial"/>
              </a:rPr>
              <a:t>AI</a:t>
            </a:r>
            <a:r>
              <a:rPr sz="1600" spc="-20" dirty="0">
                <a:latin typeface="宋体"/>
                <a:cs typeface="宋体"/>
              </a:rPr>
              <a:t>聚焦在产品的实际体验与优势上，使得内容既具实用性，又能引</a:t>
            </a:r>
            <a:r>
              <a:rPr sz="1600" spc="-50" dirty="0">
                <a:latin typeface="宋体"/>
                <a:cs typeface="宋体"/>
              </a:rPr>
              <a:t>导</a:t>
            </a:r>
            <a:r>
              <a:rPr sz="1600" spc="-20" dirty="0">
                <a:latin typeface="宋体"/>
                <a:cs typeface="宋体"/>
              </a:rPr>
              <a:t>用户产生购买兴趣</a:t>
            </a:r>
            <a:r>
              <a:rPr sz="1600" spc="-50" dirty="0">
                <a:latin typeface="宋体"/>
                <a:cs typeface="宋体"/>
              </a:rPr>
              <a:t>。</a:t>
            </a:r>
            <a:endParaRPr sz="1600">
              <a:latin typeface="宋体"/>
              <a:cs typeface="宋体"/>
            </a:endParaRPr>
          </a:p>
        </p:txBody>
      </p:sp>
      <p:pic>
        <p:nvPicPr>
          <p:cNvPr id="19" name="object 19"/>
          <p:cNvPicPr/>
          <p:nvPr/>
        </p:nvPicPr>
        <p:blipFill>
          <a:blip r:embed="rId4" cstate="print"/>
          <a:stretch>
            <a:fillRect/>
          </a:stretch>
        </p:blipFill>
        <p:spPr>
          <a:xfrm>
            <a:off x="343306" y="4208583"/>
            <a:ext cx="3521184" cy="696001"/>
          </a:xfrm>
          <a:prstGeom prst="rect">
            <a:avLst/>
          </a:prstGeom>
        </p:spPr>
      </p:pic>
      <p:sp>
        <p:nvSpPr>
          <p:cNvPr id="20" name="object 20"/>
          <p:cNvSpPr txBox="1"/>
          <p:nvPr/>
        </p:nvSpPr>
        <p:spPr>
          <a:xfrm>
            <a:off x="603224" y="4265904"/>
            <a:ext cx="300482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Microsoft JhengHei"/>
                <a:cs typeface="Microsoft JhengHei"/>
              </a:rPr>
              <a:t>购物推荐与评测的提示语设计</a:t>
            </a:r>
            <a:endParaRPr sz="1800">
              <a:latin typeface="Microsoft JhengHei"/>
              <a:cs typeface="Microsoft JhengHei"/>
            </a:endParaRPr>
          </a:p>
        </p:txBody>
      </p:sp>
      <p:sp>
        <p:nvSpPr>
          <p:cNvPr id="21" name="object 21"/>
          <p:cNvSpPr/>
          <p:nvPr/>
        </p:nvSpPr>
        <p:spPr>
          <a:xfrm>
            <a:off x="358140" y="4828032"/>
            <a:ext cx="1577340" cy="454659"/>
          </a:xfrm>
          <a:custGeom>
            <a:avLst/>
            <a:gdLst/>
            <a:ahLst/>
            <a:cxnLst/>
            <a:rect l="l" t="t" r="r" b="b"/>
            <a:pathLst>
              <a:path w="1577339" h="454660">
                <a:moveTo>
                  <a:pt x="1502664" y="454151"/>
                </a:moveTo>
                <a:lnTo>
                  <a:pt x="74675" y="454151"/>
                </a:lnTo>
                <a:lnTo>
                  <a:pt x="45457" y="448429"/>
                </a:lnTo>
                <a:lnTo>
                  <a:pt x="21578" y="432382"/>
                </a:lnTo>
                <a:lnTo>
                  <a:pt x="5579" y="408551"/>
                </a:lnTo>
                <a:lnTo>
                  <a:pt x="0" y="379475"/>
                </a:lnTo>
                <a:lnTo>
                  <a:pt x="0" y="76200"/>
                </a:lnTo>
                <a:lnTo>
                  <a:pt x="5579" y="46386"/>
                </a:lnTo>
                <a:lnTo>
                  <a:pt x="21578" y="22150"/>
                </a:lnTo>
                <a:lnTo>
                  <a:pt x="45457" y="5889"/>
                </a:lnTo>
                <a:lnTo>
                  <a:pt x="74675" y="0"/>
                </a:lnTo>
                <a:lnTo>
                  <a:pt x="1502664" y="0"/>
                </a:lnTo>
                <a:lnTo>
                  <a:pt x="1531882" y="5889"/>
                </a:lnTo>
                <a:lnTo>
                  <a:pt x="1555761" y="22150"/>
                </a:lnTo>
                <a:lnTo>
                  <a:pt x="1571760" y="46386"/>
                </a:lnTo>
                <a:lnTo>
                  <a:pt x="1577340" y="76200"/>
                </a:lnTo>
                <a:lnTo>
                  <a:pt x="1577340" y="379475"/>
                </a:lnTo>
                <a:lnTo>
                  <a:pt x="1571760" y="408551"/>
                </a:lnTo>
                <a:lnTo>
                  <a:pt x="1555761" y="432382"/>
                </a:lnTo>
                <a:lnTo>
                  <a:pt x="1531882" y="448429"/>
                </a:lnTo>
                <a:lnTo>
                  <a:pt x="1502664" y="454151"/>
                </a:lnTo>
                <a:close/>
              </a:path>
            </a:pathLst>
          </a:custGeom>
          <a:solidFill>
            <a:srgbClr val="0A80DF"/>
          </a:solidFill>
        </p:spPr>
        <p:txBody>
          <a:bodyPr wrap="square" lIns="0" tIns="0" rIns="0" bIns="0" rtlCol="0"/>
          <a:lstStyle/>
          <a:p>
            <a:endParaRPr/>
          </a:p>
        </p:txBody>
      </p:sp>
      <p:sp>
        <p:nvSpPr>
          <p:cNvPr id="22" name="object 22"/>
          <p:cNvSpPr txBox="1"/>
          <p:nvPr/>
        </p:nvSpPr>
        <p:spPr>
          <a:xfrm>
            <a:off x="675614" y="4907254"/>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sp>
        <p:nvSpPr>
          <p:cNvPr id="23" name="object 23"/>
          <p:cNvSpPr txBox="1"/>
          <p:nvPr/>
        </p:nvSpPr>
        <p:spPr>
          <a:xfrm>
            <a:off x="4067175" y="5361177"/>
            <a:ext cx="7531734" cy="609600"/>
          </a:xfrm>
          <a:prstGeom prst="rect">
            <a:avLst/>
          </a:prstGeom>
        </p:spPr>
        <p:txBody>
          <a:bodyPr vert="horz" wrap="square" lIns="0" tIns="12700" rIns="0" bIns="0" rtlCol="0">
            <a:spAutoFit/>
          </a:bodyPr>
          <a:lstStyle/>
          <a:p>
            <a:pPr marL="12700" marR="5080">
              <a:lnSpc>
                <a:spcPct val="119800"/>
              </a:lnSpc>
              <a:spcBef>
                <a:spcPts val="100"/>
              </a:spcBef>
            </a:pPr>
            <a:r>
              <a:rPr sz="1600" spc="-20" dirty="0">
                <a:latin typeface="宋体"/>
                <a:cs typeface="宋体"/>
              </a:rPr>
              <a:t>通过在提示语中加入互动引导元素，能够让</a:t>
            </a:r>
            <a:r>
              <a:rPr sz="1600" spc="-10" dirty="0">
                <a:latin typeface="Arial"/>
                <a:cs typeface="Arial"/>
              </a:rPr>
              <a:t>AI</a:t>
            </a:r>
            <a:r>
              <a:rPr sz="1600" spc="-20" dirty="0">
                <a:latin typeface="宋体"/>
                <a:cs typeface="宋体"/>
              </a:rPr>
              <a:t>生成的内容更加符合小红书平台的互</a:t>
            </a:r>
            <a:r>
              <a:rPr sz="1600" spc="-50" dirty="0">
                <a:latin typeface="宋体"/>
                <a:cs typeface="宋体"/>
              </a:rPr>
              <a:t>动</a:t>
            </a:r>
            <a:r>
              <a:rPr sz="1600" spc="-20" dirty="0">
                <a:latin typeface="宋体"/>
                <a:cs typeface="宋体"/>
              </a:rPr>
              <a:t>特点，吸引读者评论和参与讨论</a:t>
            </a:r>
            <a:r>
              <a:rPr sz="1600" spc="-50" dirty="0">
                <a:latin typeface="宋体"/>
                <a:cs typeface="宋体"/>
              </a:rPr>
              <a:t>。</a:t>
            </a:r>
            <a:endParaRPr sz="1600">
              <a:latin typeface="宋体"/>
              <a:cs typeface="宋体"/>
            </a:endParaRPr>
          </a:p>
        </p:txBody>
      </p:sp>
      <p:pic>
        <p:nvPicPr>
          <p:cNvPr id="24" name="object 24"/>
          <p:cNvPicPr/>
          <p:nvPr/>
        </p:nvPicPr>
        <p:blipFill>
          <a:blip r:embed="rId5" cstate="print"/>
          <a:stretch>
            <a:fillRect/>
          </a:stretch>
        </p:blipFill>
        <p:spPr>
          <a:xfrm>
            <a:off x="343306" y="5473860"/>
            <a:ext cx="3521184" cy="691833"/>
          </a:xfrm>
          <a:prstGeom prst="rect">
            <a:avLst/>
          </a:prstGeom>
        </p:spPr>
      </p:pic>
      <p:sp>
        <p:nvSpPr>
          <p:cNvPr id="25" name="object 25"/>
          <p:cNvSpPr txBox="1"/>
          <p:nvPr/>
        </p:nvSpPr>
        <p:spPr>
          <a:xfrm>
            <a:off x="946759" y="5527014"/>
            <a:ext cx="231711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Microsoft JhengHei"/>
                <a:cs typeface="Microsoft JhengHei"/>
              </a:rPr>
              <a:t>互动性强的提示语设计</a:t>
            </a:r>
            <a:endParaRPr sz="1800">
              <a:latin typeface="Microsoft JhengHei"/>
              <a:cs typeface="Microsoft JhengHei"/>
            </a:endParaRPr>
          </a:p>
        </p:txBody>
      </p:sp>
      <p:sp>
        <p:nvSpPr>
          <p:cNvPr id="26" name="object 26"/>
          <p:cNvSpPr/>
          <p:nvPr/>
        </p:nvSpPr>
        <p:spPr>
          <a:xfrm>
            <a:off x="358140" y="6088379"/>
            <a:ext cx="1577340" cy="455930"/>
          </a:xfrm>
          <a:custGeom>
            <a:avLst/>
            <a:gdLst/>
            <a:ahLst/>
            <a:cxnLst/>
            <a:rect l="l" t="t" r="r" b="b"/>
            <a:pathLst>
              <a:path w="1577339" h="455929">
                <a:moveTo>
                  <a:pt x="1502664" y="455675"/>
                </a:moveTo>
                <a:lnTo>
                  <a:pt x="74675" y="455675"/>
                </a:lnTo>
                <a:lnTo>
                  <a:pt x="45457" y="449500"/>
                </a:lnTo>
                <a:lnTo>
                  <a:pt x="21578" y="433144"/>
                </a:lnTo>
                <a:lnTo>
                  <a:pt x="5579" y="409004"/>
                </a:lnTo>
                <a:lnTo>
                  <a:pt x="0" y="379475"/>
                </a:lnTo>
                <a:lnTo>
                  <a:pt x="0" y="76200"/>
                </a:lnTo>
                <a:lnTo>
                  <a:pt x="5579" y="46814"/>
                </a:lnTo>
                <a:lnTo>
                  <a:pt x="21578" y="22721"/>
                </a:lnTo>
                <a:lnTo>
                  <a:pt x="45457" y="6318"/>
                </a:lnTo>
                <a:lnTo>
                  <a:pt x="74675" y="0"/>
                </a:lnTo>
                <a:lnTo>
                  <a:pt x="1502664" y="0"/>
                </a:lnTo>
                <a:lnTo>
                  <a:pt x="1531882" y="6318"/>
                </a:lnTo>
                <a:lnTo>
                  <a:pt x="1555761" y="22721"/>
                </a:lnTo>
                <a:lnTo>
                  <a:pt x="1571760" y="46814"/>
                </a:lnTo>
                <a:lnTo>
                  <a:pt x="1577340" y="76200"/>
                </a:lnTo>
                <a:lnTo>
                  <a:pt x="1577340" y="379475"/>
                </a:lnTo>
                <a:lnTo>
                  <a:pt x="1571760" y="409004"/>
                </a:lnTo>
                <a:lnTo>
                  <a:pt x="1555761" y="433144"/>
                </a:lnTo>
                <a:lnTo>
                  <a:pt x="1531882" y="449500"/>
                </a:lnTo>
                <a:lnTo>
                  <a:pt x="1502664" y="455675"/>
                </a:lnTo>
                <a:close/>
              </a:path>
            </a:pathLst>
          </a:custGeom>
          <a:solidFill>
            <a:srgbClr val="0A80DF"/>
          </a:solidFill>
        </p:spPr>
        <p:txBody>
          <a:bodyPr wrap="square" lIns="0" tIns="0" rIns="0" bIns="0" rtlCol="0"/>
          <a:lstStyle/>
          <a:p>
            <a:endParaRPr/>
          </a:p>
        </p:txBody>
      </p:sp>
      <p:sp>
        <p:nvSpPr>
          <p:cNvPr id="27" name="object 27"/>
          <p:cNvSpPr txBox="1"/>
          <p:nvPr/>
        </p:nvSpPr>
        <p:spPr>
          <a:xfrm>
            <a:off x="675614" y="6168364"/>
            <a:ext cx="941705" cy="29972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FFFFFF"/>
                </a:solidFill>
                <a:latin typeface="Microsoft JhengHei"/>
                <a:cs typeface="Microsoft JhengHei"/>
              </a:rPr>
              <a:t>应用示例</a:t>
            </a:r>
            <a:endParaRPr sz="1800">
              <a:latin typeface="Microsoft JhengHei"/>
              <a:cs typeface="Microsoft JhengHei"/>
            </a:endParaRPr>
          </a:p>
        </p:txBody>
      </p:sp>
      <p:grpSp>
        <p:nvGrpSpPr>
          <p:cNvPr id="28" name="object 28"/>
          <p:cNvGrpSpPr/>
          <p:nvPr/>
        </p:nvGrpSpPr>
        <p:grpSpPr>
          <a:xfrm>
            <a:off x="1932304" y="3571875"/>
            <a:ext cx="9704070" cy="452120"/>
            <a:chOff x="1932304" y="3571875"/>
            <a:chExt cx="9704070" cy="452120"/>
          </a:xfrm>
        </p:grpSpPr>
        <p:sp>
          <p:nvSpPr>
            <p:cNvPr id="29" name="object 29"/>
            <p:cNvSpPr/>
            <p:nvPr/>
          </p:nvSpPr>
          <p:spPr>
            <a:xfrm>
              <a:off x="1935479" y="3575304"/>
              <a:ext cx="9697720" cy="445134"/>
            </a:xfrm>
            <a:custGeom>
              <a:avLst/>
              <a:gdLst/>
              <a:ahLst/>
              <a:cxnLst/>
              <a:rect l="l" t="t" r="r" b="b"/>
              <a:pathLst>
                <a:path w="9697720" h="445135">
                  <a:moveTo>
                    <a:pt x="9697212" y="445008"/>
                  </a:moveTo>
                  <a:lnTo>
                    <a:pt x="0" y="445008"/>
                  </a:lnTo>
                  <a:lnTo>
                    <a:pt x="0" y="0"/>
                  </a:lnTo>
                  <a:lnTo>
                    <a:pt x="9697212" y="0"/>
                  </a:lnTo>
                  <a:lnTo>
                    <a:pt x="9697212" y="445008"/>
                  </a:lnTo>
                  <a:close/>
                </a:path>
              </a:pathLst>
            </a:custGeom>
            <a:solidFill>
              <a:srgbClr val="FFFFFF"/>
            </a:solidFill>
          </p:spPr>
          <p:txBody>
            <a:bodyPr wrap="square" lIns="0" tIns="0" rIns="0" bIns="0" rtlCol="0"/>
            <a:lstStyle/>
            <a:p>
              <a:endParaRPr/>
            </a:p>
          </p:txBody>
        </p:sp>
        <p:sp>
          <p:nvSpPr>
            <p:cNvPr id="30" name="object 30"/>
            <p:cNvSpPr/>
            <p:nvPr/>
          </p:nvSpPr>
          <p:spPr>
            <a:xfrm>
              <a:off x="1932304" y="3571875"/>
              <a:ext cx="9704070" cy="452120"/>
            </a:xfrm>
            <a:custGeom>
              <a:avLst/>
              <a:gdLst/>
              <a:ahLst/>
              <a:cxnLst/>
              <a:rect l="l" t="t" r="r" b="b"/>
              <a:pathLst>
                <a:path w="9704070" h="452120">
                  <a:moveTo>
                    <a:pt x="9700260" y="452120"/>
                  </a:moveTo>
                  <a:lnTo>
                    <a:pt x="3809" y="452120"/>
                  </a:lnTo>
                  <a:lnTo>
                    <a:pt x="2349" y="451827"/>
                  </a:lnTo>
                  <a:lnTo>
                    <a:pt x="1117" y="451002"/>
                  </a:lnTo>
                  <a:lnTo>
                    <a:pt x="292" y="449770"/>
                  </a:lnTo>
                  <a:lnTo>
                    <a:pt x="0" y="448310"/>
                  </a:lnTo>
                  <a:lnTo>
                    <a:pt x="0" y="3810"/>
                  </a:lnTo>
                  <a:lnTo>
                    <a:pt x="292" y="2349"/>
                  </a:lnTo>
                  <a:lnTo>
                    <a:pt x="1117" y="1117"/>
                  </a:lnTo>
                  <a:lnTo>
                    <a:pt x="2349" y="292"/>
                  </a:lnTo>
                  <a:lnTo>
                    <a:pt x="3809" y="0"/>
                  </a:lnTo>
                  <a:lnTo>
                    <a:pt x="9700260" y="0"/>
                  </a:lnTo>
                  <a:lnTo>
                    <a:pt x="9701720" y="292"/>
                  </a:lnTo>
                  <a:lnTo>
                    <a:pt x="9702952" y="1117"/>
                  </a:lnTo>
                  <a:lnTo>
                    <a:pt x="9703777" y="2349"/>
                  </a:lnTo>
                  <a:lnTo>
                    <a:pt x="9704070" y="3810"/>
                  </a:lnTo>
                  <a:lnTo>
                    <a:pt x="7619" y="3810"/>
                  </a:lnTo>
                  <a:lnTo>
                    <a:pt x="3809" y="7620"/>
                  </a:lnTo>
                  <a:lnTo>
                    <a:pt x="7619" y="7620"/>
                  </a:lnTo>
                  <a:lnTo>
                    <a:pt x="7619" y="444500"/>
                  </a:lnTo>
                  <a:lnTo>
                    <a:pt x="3809" y="444500"/>
                  </a:lnTo>
                  <a:lnTo>
                    <a:pt x="7619" y="448310"/>
                  </a:lnTo>
                  <a:lnTo>
                    <a:pt x="9704070" y="448310"/>
                  </a:lnTo>
                  <a:lnTo>
                    <a:pt x="9703777" y="449770"/>
                  </a:lnTo>
                  <a:lnTo>
                    <a:pt x="9702952" y="451002"/>
                  </a:lnTo>
                  <a:lnTo>
                    <a:pt x="9701720" y="451827"/>
                  </a:lnTo>
                  <a:lnTo>
                    <a:pt x="9700260" y="452120"/>
                  </a:lnTo>
                  <a:close/>
                </a:path>
                <a:path w="9704070" h="452120">
                  <a:moveTo>
                    <a:pt x="7619" y="7620"/>
                  </a:moveTo>
                  <a:lnTo>
                    <a:pt x="3809" y="7620"/>
                  </a:lnTo>
                  <a:lnTo>
                    <a:pt x="7619" y="3810"/>
                  </a:lnTo>
                  <a:lnTo>
                    <a:pt x="7619" y="7620"/>
                  </a:lnTo>
                  <a:close/>
                </a:path>
                <a:path w="9704070" h="452120">
                  <a:moveTo>
                    <a:pt x="9696450" y="7620"/>
                  </a:moveTo>
                  <a:lnTo>
                    <a:pt x="7619" y="7620"/>
                  </a:lnTo>
                  <a:lnTo>
                    <a:pt x="7619" y="3810"/>
                  </a:lnTo>
                  <a:lnTo>
                    <a:pt x="9696450" y="3810"/>
                  </a:lnTo>
                  <a:lnTo>
                    <a:pt x="9696450" y="7620"/>
                  </a:lnTo>
                  <a:close/>
                </a:path>
                <a:path w="9704070" h="452120">
                  <a:moveTo>
                    <a:pt x="9696450" y="448310"/>
                  </a:moveTo>
                  <a:lnTo>
                    <a:pt x="9696450" y="3810"/>
                  </a:lnTo>
                  <a:lnTo>
                    <a:pt x="9700260" y="7620"/>
                  </a:lnTo>
                  <a:lnTo>
                    <a:pt x="9704070" y="7620"/>
                  </a:lnTo>
                  <a:lnTo>
                    <a:pt x="9704070" y="444500"/>
                  </a:lnTo>
                  <a:lnTo>
                    <a:pt x="9700260" y="444500"/>
                  </a:lnTo>
                  <a:lnTo>
                    <a:pt x="9696450" y="448310"/>
                  </a:lnTo>
                  <a:close/>
                </a:path>
                <a:path w="9704070" h="452120">
                  <a:moveTo>
                    <a:pt x="9704070" y="7620"/>
                  </a:moveTo>
                  <a:lnTo>
                    <a:pt x="9700260" y="7620"/>
                  </a:lnTo>
                  <a:lnTo>
                    <a:pt x="9696450" y="3810"/>
                  </a:lnTo>
                  <a:lnTo>
                    <a:pt x="9704070" y="3810"/>
                  </a:lnTo>
                  <a:lnTo>
                    <a:pt x="9704070" y="7620"/>
                  </a:lnTo>
                  <a:close/>
                </a:path>
                <a:path w="9704070" h="452120">
                  <a:moveTo>
                    <a:pt x="7619" y="448310"/>
                  </a:moveTo>
                  <a:lnTo>
                    <a:pt x="3809" y="444500"/>
                  </a:lnTo>
                  <a:lnTo>
                    <a:pt x="7619" y="444500"/>
                  </a:lnTo>
                  <a:lnTo>
                    <a:pt x="7619" y="448310"/>
                  </a:lnTo>
                  <a:close/>
                </a:path>
                <a:path w="9704070" h="452120">
                  <a:moveTo>
                    <a:pt x="9696450" y="448310"/>
                  </a:moveTo>
                  <a:lnTo>
                    <a:pt x="7619" y="448310"/>
                  </a:lnTo>
                  <a:lnTo>
                    <a:pt x="7619" y="444500"/>
                  </a:lnTo>
                  <a:lnTo>
                    <a:pt x="9696450" y="444500"/>
                  </a:lnTo>
                  <a:lnTo>
                    <a:pt x="9696450" y="448310"/>
                  </a:lnTo>
                  <a:close/>
                </a:path>
                <a:path w="9704070" h="452120">
                  <a:moveTo>
                    <a:pt x="9704070" y="448310"/>
                  </a:moveTo>
                  <a:lnTo>
                    <a:pt x="9696450" y="448310"/>
                  </a:lnTo>
                  <a:lnTo>
                    <a:pt x="9700260" y="444500"/>
                  </a:lnTo>
                  <a:lnTo>
                    <a:pt x="9704070" y="444500"/>
                  </a:lnTo>
                  <a:lnTo>
                    <a:pt x="9704070" y="448310"/>
                  </a:lnTo>
                  <a:close/>
                </a:path>
              </a:pathLst>
            </a:custGeom>
            <a:solidFill>
              <a:srgbClr val="E6E6E6"/>
            </a:solidFill>
          </p:spPr>
          <p:txBody>
            <a:bodyPr wrap="square" lIns="0" tIns="0" rIns="0" bIns="0" rtlCol="0"/>
            <a:lstStyle/>
            <a:p>
              <a:endParaRPr/>
            </a:p>
          </p:txBody>
        </p:sp>
      </p:grpSp>
      <p:sp>
        <p:nvSpPr>
          <p:cNvPr id="31" name="object 31"/>
          <p:cNvSpPr txBox="1"/>
          <p:nvPr/>
        </p:nvSpPr>
        <p:spPr>
          <a:xfrm>
            <a:off x="2052320" y="3676650"/>
            <a:ext cx="5765800" cy="208279"/>
          </a:xfrm>
          <a:prstGeom prst="rect">
            <a:avLst/>
          </a:prstGeom>
        </p:spPr>
        <p:txBody>
          <a:bodyPr vert="horz" wrap="square" lIns="0" tIns="12700" rIns="0" bIns="0" rtlCol="0">
            <a:spAutoFit/>
          </a:bodyPr>
          <a:lstStyle/>
          <a:p>
            <a:pPr marL="12700">
              <a:lnSpc>
                <a:spcPct val="100000"/>
              </a:lnSpc>
              <a:spcBef>
                <a:spcPts val="100"/>
              </a:spcBef>
            </a:pPr>
            <a:r>
              <a:rPr sz="1200" spc="-30" dirty="0">
                <a:latin typeface="宋体"/>
                <a:cs typeface="宋体"/>
              </a:rPr>
              <a:t>生成一个关于[</a:t>
            </a:r>
            <a:r>
              <a:rPr sz="1200" spc="-45" dirty="0">
                <a:latin typeface="宋体"/>
                <a:cs typeface="宋体"/>
              </a:rPr>
              <a:t>情感话题]</a:t>
            </a:r>
            <a:r>
              <a:rPr sz="1200" spc="-5" dirty="0">
                <a:latin typeface="宋体"/>
                <a:cs typeface="宋体"/>
              </a:rPr>
              <a:t>的分享内容，采用温暖和鼓励的语气，激发读者的情感共鸣。</a:t>
            </a:r>
            <a:endParaRPr sz="1200">
              <a:latin typeface="宋体"/>
              <a:cs typeface="宋体"/>
            </a:endParaRPr>
          </a:p>
        </p:txBody>
      </p:sp>
      <p:grpSp>
        <p:nvGrpSpPr>
          <p:cNvPr id="32" name="object 32"/>
          <p:cNvGrpSpPr/>
          <p:nvPr/>
        </p:nvGrpSpPr>
        <p:grpSpPr>
          <a:xfrm>
            <a:off x="1932304" y="4832984"/>
            <a:ext cx="9704070" cy="452120"/>
            <a:chOff x="1932304" y="4832984"/>
            <a:chExt cx="9704070" cy="452120"/>
          </a:xfrm>
        </p:grpSpPr>
        <p:sp>
          <p:nvSpPr>
            <p:cNvPr id="33" name="object 33"/>
            <p:cNvSpPr/>
            <p:nvPr/>
          </p:nvSpPr>
          <p:spPr>
            <a:xfrm>
              <a:off x="1935479" y="4837175"/>
              <a:ext cx="9697720" cy="443865"/>
            </a:xfrm>
            <a:custGeom>
              <a:avLst/>
              <a:gdLst/>
              <a:ahLst/>
              <a:cxnLst/>
              <a:rect l="l" t="t" r="r" b="b"/>
              <a:pathLst>
                <a:path w="9697720" h="443864">
                  <a:moveTo>
                    <a:pt x="9697212" y="443484"/>
                  </a:moveTo>
                  <a:lnTo>
                    <a:pt x="0" y="443484"/>
                  </a:lnTo>
                  <a:lnTo>
                    <a:pt x="0" y="0"/>
                  </a:lnTo>
                  <a:lnTo>
                    <a:pt x="9697212" y="0"/>
                  </a:lnTo>
                  <a:lnTo>
                    <a:pt x="9697212" y="443484"/>
                  </a:lnTo>
                  <a:close/>
                </a:path>
              </a:pathLst>
            </a:custGeom>
            <a:solidFill>
              <a:srgbClr val="FFFFFF"/>
            </a:solidFill>
          </p:spPr>
          <p:txBody>
            <a:bodyPr wrap="square" lIns="0" tIns="0" rIns="0" bIns="0" rtlCol="0"/>
            <a:lstStyle/>
            <a:p>
              <a:endParaRPr/>
            </a:p>
          </p:txBody>
        </p:sp>
        <p:sp>
          <p:nvSpPr>
            <p:cNvPr id="34" name="object 34"/>
            <p:cNvSpPr/>
            <p:nvPr/>
          </p:nvSpPr>
          <p:spPr>
            <a:xfrm>
              <a:off x="1932304" y="4832984"/>
              <a:ext cx="9704070" cy="452120"/>
            </a:xfrm>
            <a:custGeom>
              <a:avLst/>
              <a:gdLst/>
              <a:ahLst/>
              <a:cxnLst/>
              <a:rect l="l" t="t" r="r" b="b"/>
              <a:pathLst>
                <a:path w="9704070" h="452120">
                  <a:moveTo>
                    <a:pt x="9700260" y="452119"/>
                  </a:moveTo>
                  <a:lnTo>
                    <a:pt x="3809" y="452119"/>
                  </a:lnTo>
                  <a:lnTo>
                    <a:pt x="2349" y="451827"/>
                  </a:lnTo>
                  <a:lnTo>
                    <a:pt x="1117" y="451002"/>
                  </a:lnTo>
                  <a:lnTo>
                    <a:pt x="292" y="449770"/>
                  </a:lnTo>
                  <a:lnTo>
                    <a:pt x="0" y="448310"/>
                  </a:lnTo>
                  <a:lnTo>
                    <a:pt x="0" y="3810"/>
                  </a:lnTo>
                  <a:lnTo>
                    <a:pt x="292" y="2349"/>
                  </a:lnTo>
                  <a:lnTo>
                    <a:pt x="1117" y="1117"/>
                  </a:lnTo>
                  <a:lnTo>
                    <a:pt x="2349" y="292"/>
                  </a:lnTo>
                  <a:lnTo>
                    <a:pt x="3809" y="0"/>
                  </a:lnTo>
                  <a:lnTo>
                    <a:pt x="9700260" y="0"/>
                  </a:lnTo>
                  <a:lnTo>
                    <a:pt x="9701720" y="292"/>
                  </a:lnTo>
                  <a:lnTo>
                    <a:pt x="9702952" y="1117"/>
                  </a:lnTo>
                  <a:lnTo>
                    <a:pt x="9703777" y="2349"/>
                  </a:lnTo>
                  <a:lnTo>
                    <a:pt x="9704070" y="3810"/>
                  </a:lnTo>
                  <a:lnTo>
                    <a:pt x="7619" y="3810"/>
                  </a:lnTo>
                  <a:lnTo>
                    <a:pt x="3809" y="7619"/>
                  </a:lnTo>
                  <a:lnTo>
                    <a:pt x="7619" y="7619"/>
                  </a:lnTo>
                  <a:lnTo>
                    <a:pt x="7619" y="444500"/>
                  </a:lnTo>
                  <a:lnTo>
                    <a:pt x="3809" y="444500"/>
                  </a:lnTo>
                  <a:lnTo>
                    <a:pt x="7619" y="448310"/>
                  </a:lnTo>
                  <a:lnTo>
                    <a:pt x="9704070" y="448310"/>
                  </a:lnTo>
                  <a:lnTo>
                    <a:pt x="9703777" y="449770"/>
                  </a:lnTo>
                  <a:lnTo>
                    <a:pt x="9702952" y="451002"/>
                  </a:lnTo>
                  <a:lnTo>
                    <a:pt x="9701720" y="451827"/>
                  </a:lnTo>
                  <a:lnTo>
                    <a:pt x="9700260" y="452119"/>
                  </a:lnTo>
                  <a:close/>
                </a:path>
                <a:path w="9704070" h="452120">
                  <a:moveTo>
                    <a:pt x="7619" y="7619"/>
                  </a:moveTo>
                  <a:lnTo>
                    <a:pt x="3809" y="7619"/>
                  </a:lnTo>
                  <a:lnTo>
                    <a:pt x="7619" y="3810"/>
                  </a:lnTo>
                  <a:lnTo>
                    <a:pt x="7619" y="7619"/>
                  </a:lnTo>
                  <a:close/>
                </a:path>
                <a:path w="9704070" h="452120">
                  <a:moveTo>
                    <a:pt x="9696450" y="7619"/>
                  </a:moveTo>
                  <a:lnTo>
                    <a:pt x="7619" y="7619"/>
                  </a:lnTo>
                  <a:lnTo>
                    <a:pt x="7619" y="3810"/>
                  </a:lnTo>
                  <a:lnTo>
                    <a:pt x="9696450" y="3810"/>
                  </a:lnTo>
                  <a:lnTo>
                    <a:pt x="9696450" y="7619"/>
                  </a:lnTo>
                  <a:close/>
                </a:path>
                <a:path w="9704070" h="452120">
                  <a:moveTo>
                    <a:pt x="9696450" y="448310"/>
                  </a:moveTo>
                  <a:lnTo>
                    <a:pt x="9696450" y="3810"/>
                  </a:lnTo>
                  <a:lnTo>
                    <a:pt x="9700260" y="7619"/>
                  </a:lnTo>
                  <a:lnTo>
                    <a:pt x="9704070" y="7619"/>
                  </a:lnTo>
                  <a:lnTo>
                    <a:pt x="9704070" y="444500"/>
                  </a:lnTo>
                  <a:lnTo>
                    <a:pt x="9700260" y="444500"/>
                  </a:lnTo>
                  <a:lnTo>
                    <a:pt x="9696450" y="448310"/>
                  </a:lnTo>
                  <a:close/>
                </a:path>
                <a:path w="9704070" h="452120">
                  <a:moveTo>
                    <a:pt x="9704070" y="7619"/>
                  </a:moveTo>
                  <a:lnTo>
                    <a:pt x="9700260" y="7619"/>
                  </a:lnTo>
                  <a:lnTo>
                    <a:pt x="9696450" y="3810"/>
                  </a:lnTo>
                  <a:lnTo>
                    <a:pt x="9704070" y="3810"/>
                  </a:lnTo>
                  <a:lnTo>
                    <a:pt x="9704070" y="7619"/>
                  </a:lnTo>
                  <a:close/>
                </a:path>
                <a:path w="9704070" h="452120">
                  <a:moveTo>
                    <a:pt x="7619" y="448310"/>
                  </a:moveTo>
                  <a:lnTo>
                    <a:pt x="3809" y="444500"/>
                  </a:lnTo>
                  <a:lnTo>
                    <a:pt x="7619" y="444500"/>
                  </a:lnTo>
                  <a:lnTo>
                    <a:pt x="7619" y="448310"/>
                  </a:lnTo>
                  <a:close/>
                </a:path>
                <a:path w="9704070" h="452120">
                  <a:moveTo>
                    <a:pt x="9696450" y="448310"/>
                  </a:moveTo>
                  <a:lnTo>
                    <a:pt x="7619" y="448310"/>
                  </a:lnTo>
                  <a:lnTo>
                    <a:pt x="7619" y="444500"/>
                  </a:lnTo>
                  <a:lnTo>
                    <a:pt x="9696450" y="444500"/>
                  </a:lnTo>
                  <a:lnTo>
                    <a:pt x="9696450" y="448310"/>
                  </a:lnTo>
                  <a:close/>
                </a:path>
                <a:path w="9704070" h="452120">
                  <a:moveTo>
                    <a:pt x="9704070" y="448310"/>
                  </a:moveTo>
                  <a:lnTo>
                    <a:pt x="9696450" y="448310"/>
                  </a:lnTo>
                  <a:lnTo>
                    <a:pt x="9700260" y="444500"/>
                  </a:lnTo>
                  <a:lnTo>
                    <a:pt x="9704070" y="444500"/>
                  </a:lnTo>
                  <a:lnTo>
                    <a:pt x="9704070" y="448310"/>
                  </a:lnTo>
                  <a:close/>
                </a:path>
              </a:pathLst>
            </a:custGeom>
            <a:solidFill>
              <a:srgbClr val="E6E6E6"/>
            </a:solidFill>
          </p:spPr>
          <p:txBody>
            <a:bodyPr wrap="square" lIns="0" tIns="0" rIns="0" bIns="0" rtlCol="0"/>
            <a:lstStyle/>
            <a:p>
              <a:endParaRPr/>
            </a:p>
          </p:txBody>
        </p:sp>
      </p:grpSp>
      <p:sp>
        <p:nvSpPr>
          <p:cNvPr id="35" name="object 35"/>
          <p:cNvSpPr txBox="1"/>
          <p:nvPr/>
        </p:nvSpPr>
        <p:spPr>
          <a:xfrm>
            <a:off x="2052320" y="4937759"/>
            <a:ext cx="8713470" cy="208279"/>
          </a:xfrm>
          <a:prstGeom prst="rect">
            <a:avLst/>
          </a:prstGeom>
        </p:spPr>
        <p:txBody>
          <a:bodyPr vert="horz" wrap="square" lIns="0" tIns="12700" rIns="0" bIns="0" rtlCol="0">
            <a:spAutoFit/>
          </a:bodyPr>
          <a:lstStyle/>
          <a:p>
            <a:pPr marL="12700">
              <a:lnSpc>
                <a:spcPct val="100000"/>
              </a:lnSpc>
              <a:spcBef>
                <a:spcPts val="100"/>
              </a:spcBef>
            </a:pPr>
            <a:r>
              <a:rPr sz="1200" spc="-30" dirty="0">
                <a:latin typeface="宋体"/>
                <a:cs typeface="宋体"/>
              </a:rPr>
              <a:t>生成一个关于[</a:t>
            </a:r>
            <a:r>
              <a:rPr sz="1200" spc="-70" dirty="0">
                <a:latin typeface="宋体"/>
                <a:cs typeface="宋体"/>
              </a:rPr>
              <a:t>产品/服务]</a:t>
            </a:r>
            <a:r>
              <a:rPr sz="1200" spc="-5" dirty="0">
                <a:latin typeface="宋体"/>
                <a:cs typeface="宋体"/>
              </a:rPr>
              <a:t>的评测内容，需详细描述产品特点、使用体验，并加入个人使用后的真实感受，帮助读者做出购买决策。</a:t>
            </a:r>
            <a:endParaRPr sz="1200">
              <a:latin typeface="宋体"/>
              <a:cs typeface="宋体"/>
            </a:endParaRPr>
          </a:p>
        </p:txBody>
      </p:sp>
      <p:grpSp>
        <p:nvGrpSpPr>
          <p:cNvPr id="36" name="object 36"/>
          <p:cNvGrpSpPr/>
          <p:nvPr/>
        </p:nvGrpSpPr>
        <p:grpSpPr>
          <a:xfrm>
            <a:off x="1932304" y="6094095"/>
            <a:ext cx="9704070" cy="463550"/>
            <a:chOff x="1932304" y="6094095"/>
            <a:chExt cx="9704070" cy="463550"/>
          </a:xfrm>
        </p:grpSpPr>
        <p:sp>
          <p:nvSpPr>
            <p:cNvPr id="37" name="object 37"/>
            <p:cNvSpPr/>
            <p:nvPr/>
          </p:nvSpPr>
          <p:spPr>
            <a:xfrm>
              <a:off x="1935479" y="6097524"/>
              <a:ext cx="9697720" cy="455930"/>
            </a:xfrm>
            <a:custGeom>
              <a:avLst/>
              <a:gdLst/>
              <a:ahLst/>
              <a:cxnLst/>
              <a:rect l="l" t="t" r="r" b="b"/>
              <a:pathLst>
                <a:path w="9697720" h="455929">
                  <a:moveTo>
                    <a:pt x="9697212" y="455675"/>
                  </a:moveTo>
                  <a:lnTo>
                    <a:pt x="0" y="455675"/>
                  </a:lnTo>
                  <a:lnTo>
                    <a:pt x="0" y="0"/>
                  </a:lnTo>
                  <a:lnTo>
                    <a:pt x="9697212" y="0"/>
                  </a:lnTo>
                  <a:lnTo>
                    <a:pt x="9697212" y="455675"/>
                  </a:lnTo>
                  <a:close/>
                </a:path>
              </a:pathLst>
            </a:custGeom>
            <a:solidFill>
              <a:srgbClr val="FFFFFF"/>
            </a:solidFill>
          </p:spPr>
          <p:txBody>
            <a:bodyPr wrap="square" lIns="0" tIns="0" rIns="0" bIns="0" rtlCol="0"/>
            <a:lstStyle/>
            <a:p>
              <a:endParaRPr/>
            </a:p>
          </p:txBody>
        </p:sp>
        <p:sp>
          <p:nvSpPr>
            <p:cNvPr id="38" name="object 38"/>
            <p:cNvSpPr/>
            <p:nvPr/>
          </p:nvSpPr>
          <p:spPr>
            <a:xfrm>
              <a:off x="1932304" y="6094095"/>
              <a:ext cx="9704070" cy="463550"/>
            </a:xfrm>
            <a:custGeom>
              <a:avLst/>
              <a:gdLst/>
              <a:ahLst/>
              <a:cxnLst/>
              <a:rect l="l" t="t" r="r" b="b"/>
              <a:pathLst>
                <a:path w="9704070" h="463550">
                  <a:moveTo>
                    <a:pt x="9700260" y="463550"/>
                  </a:moveTo>
                  <a:lnTo>
                    <a:pt x="3809" y="463550"/>
                  </a:lnTo>
                  <a:lnTo>
                    <a:pt x="2349" y="463257"/>
                  </a:lnTo>
                  <a:lnTo>
                    <a:pt x="1117" y="462432"/>
                  </a:lnTo>
                  <a:lnTo>
                    <a:pt x="292" y="461200"/>
                  </a:lnTo>
                  <a:lnTo>
                    <a:pt x="0" y="459739"/>
                  </a:lnTo>
                  <a:lnTo>
                    <a:pt x="0" y="3809"/>
                  </a:lnTo>
                  <a:lnTo>
                    <a:pt x="292" y="2349"/>
                  </a:lnTo>
                  <a:lnTo>
                    <a:pt x="1117" y="1117"/>
                  </a:lnTo>
                  <a:lnTo>
                    <a:pt x="2349" y="292"/>
                  </a:lnTo>
                  <a:lnTo>
                    <a:pt x="3809" y="0"/>
                  </a:lnTo>
                  <a:lnTo>
                    <a:pt x="9700260" y="0"/>
                  </a:lnTo>
                  <a:lnTo>
                    <a:pt x="9701720" y="292"/>
                  </a:lnTo>
                  <a:lnTo>
                    <a:pt x="9702952" y="1117"/>
                  </a:lnTo>
                  <a:lnTo>
                    <a:pt x="9703777" y="2349"/>
                  </a:lnTo>
                  <a:lnTo>
                    <a:pt x="9704070" y="3809"/>
                  </a:lnTo>
                  <a:lnTo>
                    <a:pt x="7619" y="3809"/>
                  </a:lnTo>
                  <a:lnTo>
                    <a:pt x="3809" y="7619"/>
                  </a:lnTo>
                  <a:lnTo>
                    <a:pt x="7619" y="7619"/>
                  </a:lnTo>
                  <a:lnTo>
                    <a:pt x="7619" y="455929"/>
                  </a:lnTo>
                  <a:lnTo>
                    <a:pt x="3809" y="455929"/>
                  </a:lnTo>
                  <a:lnTo>
                    <a:pt x="7619" y="459739"/>
                  </a:lnTo>
                  <a:lnTo>
                    <a:pt x="9704070" y="459739"/>
                  </a:lnTo>
                  <a:lnTo>
                    <a:pt x="9703777" y="461200"/>
                  </a:lnTo>
                  <a:lnTo>
                    <a:pt x="9702952" y="462432"/>
                  </a:lnTo>
                  <a:lnTo>
                    <a:pt x="9701720" y="463257"/>
                  </a:lnTo>
                  <a:lnTo>
                    <a:pt x="9700260" y="463550"/>
                  </a:lnTo>
                  <a:close/>
                </a:path>
                <a:path w="9704070" h="463550">
                  <a:moveTo>
                    <a:pt x="7619" y="7619"/>
                  </a:moveTo>
                  <a:lnTo>
                    <a:pt x="3809" y="7619"/>
                  </a:lnTo>
                  <a:lnTo>
                    <a:pt x="7619" y="3809"/>
                  </a:lnTo>
                  <a:lnTo>
                    <a:pt x="7619" y="7619"/>
                  </a:lnTo>
                  <a:close/>
                </a:path>
                <a:path w="9704070" h="463550">
                  <a:moveTo>
                    <a:pt x="9696450" y="7619"/>
                  </a:moveTo>
                  <a:lnTo>
                    <a:pt x="7619" y="7619"/>
                  </a:lnTo>
                  <a:lnTo>
                    <a:pt x="7619" y="3809"/>
                  </a:lnTo>
                  <a:lnTo>
                    <a:pt x="9696450" y="3809"/>
                  </a:lnTo>
                  <a:lnTo>
                    <a:pt x="9696450" y="7619"/>
                  </a:lnTo>
                  <a:close/>
                </a:path>
                <a:path w="9704070" h="463550">
                  <a:moveTo>
                    <a:pt x="9696450" y="459739"/>
                  </a:moveTo>
                  <a:lnTo>
                    <a:pt x="9696450" y="3809"/>
                  </a:lnTo>
                  <a:lnTo>
                    <a:pt x="9700260" y="7619"/>
                  </a:lnTo>
                  <a:lnTo>
                    <a:pt x="9704070" y="7619"/>
                  </a:lnTo>
                  <a:lnTo>
                    <a:pt x="9704070" y="455929"/>
                  </a:lnTo>
                  <a:lnTo>
                    <a:pt x="9700260" y="455929"/>
                  </a:lnTo>
                  <a:lnTo>
                    <a:pt x="9696450" y="459739"/>
                  </a:lnTo>
                  <a:close/>
                </a:path>
                <a:path w="9704070" h="463550">
                  <a:moveTo>
                    <a:pt x="9704070" y="7619"/>
                  </a:moveTo>
                  <a:lnTo>
                    <a:pt x="9700260" y="7619"/>
                  </a:lnTo>
                  <a:lnTo>
                    <a:pt x="9696450" y="3809"/>
                  </a:lnTo>
                  <a:lnTo>
                    <a:pt x="9704070" y="3809"/>
                  </a:lnTo>
                  <a:lnTo>
                    <a:pt x="9704070" y="7619"/>
                  </a:lnTo>
                  <a:close/>
                </a:path>
                <a:path w="9704070" h="463550">
                  <a:moveTo>
                    <a:pt x="7619" y="459739"/>
                  </a:moveTo>
                  <a:lnTo>
                    <a:pt x="3809" y="455929"/>
                  </a:lnTo>
                  <a:lnTo>
                    <a:pt x="7619" y="455929"/>
                  </a:lnTo>
                  <a:lnTo>
                    <a:pt x="7619" y="459739"/>
                  </a:lnTo>
                  <a:close/>
                </a:path>
                <a:path w="9704070" h="463550">
                  <a:moveTo>
                    <a:pt x="9696450" y="459739"/>
                  </a:moveTo>
                  <a:lnTo>
                    <a:pt x="7619" y="459739"/>
                  </a:lnTo>
                  <a:lnTo>
                    <a:pt x="7619" y="455929"/>
                  </a:lnTo>
                  <a:lnTo>
                    <a:pt x="9696450" y="455929"/>
                  </a:lnTo>
                  <a:lnTo>
                    <a:pt x="9696450" y="459739"/>
                  </a:lnTo>
                  <a:close/>
                </a:path>
                <a:path w="9704070" h="463550">
                  <a:moveTo>
                    <a:pt x="9704070" y="459739"/>
                  </a:moveTo>
                  <a:lnTo>
                    <a:pt x="9696450" y="459739"/>
                  </a:lnTo>
                  <a:lnTo>
                    <a:pt x="9700260" y="455929"/>
                  </a:lnTo>
                  <a:lnTo>
                    <a:pt x="9704070" y="455929"/>
                  </a:lnTo>
                  <a:lnTo>
                    <a:pt x="9704070" y="459739"/>
                  </a:lnTo>
                  <a:close/>
                </a:path>
              </a:pathLst>
            </a:custGeom>
            <a:solidFill>
              <a:srgbClr val="E6E6E6"/>
            </a:solidFill>
          </p:spPr>
          <p:txBody>
            <a:bodyPr wrap="square" lIns="0" tIns="0" rIns="0" bIns="0" rtlCol="0"/>
            <a:lstStyle/>
            <a:p>
              <a:endParaRPr/>
            </a:p>
          </p:txBody>
        </p:sp>
      </p:grpSp>
      <p:sp>
        <p:nvSpPr>
          <p:cNvPr id="39" name="object 39"/>
          <p:cNvSpPr txBox="1"/>
          <p:nvPr/>
        </p:nvSpPr>
        <p:spPr>
          <a:xfrm>
            <a:off x="2052320" y="6198870"/>
            <a:ext cx="6070600" cy="208279"/>
          </a:xfrm>
          <a:prstGeom prst="rect">
            <a:avLst/>
          </a:prstGeom>
        </p:spPr>
        <p:txBody>
          <a:bodyPr vert="horz" wrap="square" lIns="0" tIns="12700" rIns="0" bIns="0" rtlCol="0">
            <a:spAutoFit/>
          </a:bodyPr>
          <a:lstStyle/>
          <a:p>
            <a:pPr marL="12700">
              <a:lnSpc>
                <a:spcPct val="100000"/>
              </a:lnSpc>
              <a:spcBef>
                <a:spcPts val="100"/>
              </a:spcBef>
            </a:pPr>
            <a:r>
              <a:rPr sz="1200" spc="-30" dirty="0">
                <a:latin typeface="宋体"/>
                <a:cs typeface="宋体"/>
              </a:rPr>
              <a:t>生成一个关于[</a:t>
            </a:r>
            <a:r>
              <a:rPr sz="1200" spc="-75" dirty="0">
                <a:latin typeface="宋体"/>
                <a:cs typeface="宋体"/>
              </a:rPr>
              <a:t>话题]</a:t>
            </a:r>
            <a:r>
              <a:rPr sz="1200" spc="-5" dirty="0">
                <a:latin typeface="宋体"/>
                <a:cs typeface="宋体"/>
              </a:rPr>
              <a:t>的内容，结尾处提出问题或鼓励读者分享他们的看法，以增强互动性。</a:t>
            </a:r>
            <a:endParaRPr sz="1200">
              <a:latin typeface="宋体"/>
              <a:cs typeface="宋体"/>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8733790" cy="634365"/>
          </a:xfrm>
          <a:prstGeom prst="rect">
            <a:avLst/>
          </a:prstGeom>
        </p:spPr>
        <p:txBody>
          <a:bodyPr vert="horz" wrap="square" lIns="0" tIns="12065" rIns="0" bIns="0" rtlCol="0">
            <a:spAutoFit/>
          </a:bodyPr>
          <a:lstStyle/>
          <a:p>
            <a:pPr marL="12700">
              <a:lnSpc>
                <a:spcPct val="100000"/>
              </a:lnSpc>
              <a:spcBef>
                <a:spcPts val="95"/>
              </a:spcBef>
            </a:pPr>
            <a:r>
              <a:rPr sz="4000" spc="270" dirty="0"/>
              <a:t>掌握抖音：短视频内容的提示语设</a:t>
            </a:r>
            <a:r>
              <a:rPr sz="4000" spc="-50" dirty="0"/>
              <a:t>计</a:t>
            </a:r>
            <a:endParaRPr sz="4000"/>
          </a:p>
        </p:txBody>
      </p:sp>
      <p:sp>
        <p:nvSpPr>
          <p:cNvPr id="3" name="object 3"/>
          <p:cNvSpPr txBox="1"/>
          <p:nvPr/>
        </p:nvSpPr>
        <p:spPr>
          <a:xfrm>
            <a:off x="535305" y="1268094"/>
            <a:ext cx="2571750"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抖音平台内容特性分析</a:t>
            </a:r>
            <a:endParaRPr sz="2000">
              <a:latin typeface="Microsoft JhengHei"/>
              <a:cs typeface="Microsoft JhengHei"/>
            </a:endParaRPr>
          </a:p>
        </p:txBody>
      </p:sp>
      <p:sp>
        <p:nvSpPr>
          <p:cNvPr id="4" name="object 4"/>
          <p:cNvSpPr/>
          <p:nvPr/>
        </p:nvSpPr>
        <p:spPr>
          <a:xfrm>
            <a:off x="3225800" y="4744084"/>
            <a:ext cx="2875915" cy="1737360"/>
          </a:xfrm>
          <a:custGeom>
            <a:avLst/>
            <a:gdLst/>
            <a:ahLst/>
            <a:cxnLst/>
            <a:rect l="l" t="t" r="r" b="b"/>
            <a:pathLst>
              <a:path w="2875915" h="1737360">
                <a:moveTo>
                  <a:pt x="2875915" y="1737360"/>
                </a:moveTo>
                <a:lnTo>
                  <a:pt x="0" y="1737360"/>
                </a:lnTo>
                <a:lnTo>
                  <a:pt x="0" y="0"/>
                </a:lnTo>
                <a:lnTo>
                  <a:pt x="2875915" y="0"/>
                </a:lnTo>
                <a:lnTo>
                  <a:pt x="2875915" y="63500"/>
                </a:lnTo>
                <a:lnTo>
                  <a:pt x="127000" y="63500"/>
                </a:lnTo>
                <a:lnTo>
                  <a:pt x="63500" y="127000"/>
                </a:lnTo>
                <a:lnTo>
                  <a:pt x="127000" y="127000"/>
                </a:lnTo>
                <a:lnTo>
                  <a:pt x="127000" y="1610360"/>
                </a:lnTo>
                <a:lnTo>
                  <a:pt x="63500" y="1610360"/>
                </a:lnTo>
                <a:lnTo>
                  <a:pt x="127000" y="1673860"/>
                </a:lnTo>
                <a:lnTo>
                  <a:pt x="2875915" y="1673860"/>
                </a:lnTo>
                <a:lnTo>
                  <a:pt x="2875915" y="1737360"/>
                </a:lnTo>
                <a:close/>
              </a:path>
              <a:path w="2875915" h="1737360">
                <a:moveTo>
                  <a:pt x="127000" y="127000"/>
                </a:moveTo>
                <a:lnTo>
                  <a:pt x="63500" y="127000"/>
                </a:lnTo>
                <a:lnTo>
                  <a:pt x="127000" y="63500"/>
                </a:lnTo>
                <a:lnTo>
                  <a:pt x="127000" y="127000"/>
                </a:lnTo>
                <a:close/>
              </a:path>
              <a:path w="2875915" h="1737360">
                <a:moveTo>
                  <a:pt x="2748915" y="127000"/>
                </a:moveTo>
                <a:lnTo>
                  <a:pt x="127000" y="127000"/>
                </a:lnTo>
                <a:lnTo>
                  <a:pt x="127000" y="63500"/>
                </a:lnTo>
                <a:lnTo>
                  <a:pt x="2748915" y="63500"/>
                </a:lnTo>
                <a:lnTo>
                  <a:pt x="2748915" y="127000"/>
                </a:lnTo>
                <a:close/>
              </a:path>
              <a:path w="2875915" h="1737360">
                <a:moveTo>
                  <a:pt x="2748915" y="1673860"/>
                </a:moveTo>
                <a:lnTo>
                  <a:pt x="2748915" y="63500"/>
                </a:lnTo>
                <a:lnTo>
                  <a:pt x="2812415" y="127000"/>
                </a:lnTo>
                <a:lnTo>
                  <a:pt x="2875915" y="127000"/>
                </a:lnTo>
                <a:lnTo>
                  <a:pt x="2875915" y="1610360"/>
                </a:lnTo>
                <a:lnTo>
                  <a:pt x="2812415" y="1610360"/>
                </a:lnTo>
                <a:lnTo>
                  <a:pt x="2748915" y="1673860"/>
                </a:lnTo>
                <a:close/>
              </a:path>
              <a:path w="2875915" h="1737360">
                <a:moveTo>
                  <a:pt x="2875915" y="127000"/>
                </a:moveTo>
                <a:lnTo>
                  <a:pt x="2812415" y="127000"/>
                </a:lnTo>
                <a:lnTo>
                  <a:pt x="2748915" y="63500"/>
                </a:lnTo>
                <a:lnTo>
                  <a:pt x="2875915" y="63500"/>
                </a:lnTo>
                <a:lnTo>
                  <a:pt x="2875915" y="127000"/>
                </a:lnTo>
                <a:close/>
              </a:path>
              <a:path w="2875915" h="1737360">
                <a:moveTo>
                  <a:pt x="127000" y="1673860"/>
                </a:moveTo>
                <a:lnTo>
                  <a:pt x="63500" y="1610360"/>
                </a:lnTo>
                <a:lnTo>
                  <a:pt x="127000" y="1610360"/>
                </a:lnTo>
                <a:lnTo>
                  <a:pt x="127000" y="1673860"/>
                </a:lnTo>
                <a:close/>
              </a:path>
              <a:path w="2875915" h="1737360">
                <a:moveTo>
                  <a:pt x="2748915" y="1673860"/>
                </a:moveTo>
                <a:lnTo>
                  <a:pt x="127000" y="1673860"/>
                </a:lnTo>
                <a:lnTo>
                  <a:pt x="127000" y="1610360"/>
                </a:lnTo>
                <a:lnTo>
                  <a:pt x="2748915" y="1610360"/>
                </a:lnTo>
                <a:lnTo>
                  <a:pt x="2748915" y="1673860"/>
                </a:lnTo>
                <a:close/>
              </a:path>
              <a:path w="2875915" h="1737360">
                <a:moveTo>
                  <a:pt x="2875915" y="1673860"/>
                </a:moveTo>
                <a:lnTo>
                  <a:pt x="2748915" y="1673860"/>
                </a:lnTo>
                <a:lnTo>
                  <a:pt x="2812415" y="1610360"/>
                </a:lnTo>
                <a:lnTo>
                  <a:pt x="2875915" y="1610360"/>
                </a:lnTo>
                <a:lnTo>
                  <a:pt x="2875915" y="1673860"/>
                </a:lnTo>
                <a:close/>
              </a:path>
            </a:pathLst>
          </a:custGeom>
          <a:solidFill>
            <a:srgbClr val="D9D9D9">
              <a:alpha val="39999"/>
            </a:srgbClr>
          </a:solidFill>
        </p:spPr>
        <p:txBody>
          <a:bodyPr wrap="square" lIns="0" tIns="0" rIns="0" bIns="0" rtlCol="0"/>
          <a:lstStyle/>
          <a:p>
            <a:endParaRPr/>
          </a:p>
        </p:txBody>
      </p:sp>
      <p:sp>
        <p:nvSpPr>
          <p:cNvPr id="5" name="object 5"/>
          <p:cNvSpPr txBox="1"/>
          <p:nvPr/>
        </p:nvSpPr>
        <p:spPr>
          <a:xfrm>
            <a:off x="3464559" y="4902342"/>
            <a:ext cx="2409190" cy="1290320"/>
          </a:xfrm>
          <a:prstGeom prst="rect">
            <a:avLst/>
          </a:prstGeom>
        </p:spPr>
        <p:txBody>
          <a:bodyPr vert="horz" wrap="square" lIns="0" tIns="138430" rIns="0" bIns="0" rtlCol="0">
            <a:spAutoFit/>
          </a:bodyPr>
          <a:lstStyle/>
          <a:p>
            <a:pPr marL="384175">
              <a:lnSpc>
                <a:spcPct val="100000"/>
              </a:lnSpc>
              <a:spcBef>
                <a:spcPts val="1090"/>
              </a:spcBef>
            </a:pPr>
            <a:r>
              <a:rPr sz="1600" b="1" spc="290" dirty="0">
                <a:solidFill>
                  <a:srgbClr val="1D6CC2"/>
                </a:solidFill>
                <a:latin typeface="Microsoft JhengHei"/>
                <a:cs typeface="Microsoft JhengHei"/>
              </a:rPr>
              <a:t>引导参与与互</a:t>
            </a:r>
            <a:r>
              <a:rPr sz="1600" b="1" spc="-50" dirty="0">
                <a:solidFill>
                  <a:srgbClr val="1D6CC2"/>
                </a:solidFill>
                <a:latin typeface="Microsoft JhengHei"/>
                <a:cs typeface="Microsoft JhengHei"/>
              </a:rPr>
              <a:t>动</a:t>
            </a:r>
            <a:endParaRPr sz="1600">
              <a:latin typeface="Microsoft JhengHei"/>
              <a:cs typeface="Microsoft JhengHei"/>
            </a:endParaRPr>
          </a:p>
          <a:p>
            <a:pPr marL="12700" marR="5080" algn="just">
              <a:lnSpc>
                <a:spcPct val="100000"/>
              </a:lnSpc>
              <a:spcBef>
                <a:spcPts val="805"/>
              </a:spcBef>
            </a:pPr>
            <a:r>
              <a:rPr sz="1300" spc="140" dirty="0">
                <a:solidFill>
                  <a:srgbClr val="585858"/>
                </a:solidFill>
                <a:latin typeface="宋体"/>
                <a:cs typeface="宋体"/>
              </a:rPr>
              <a:t>提示语应引导</a:t>
            </a:r>
            <a:r>
              <a:rPr sz="1300" spc="140" dirty="0">
                <a:solidFill>
                  <a:srgbClr val="585858"/>
                </a:solidFill>
                <a:latin typeface="Arial"/>
                <a:cs typeface="Arial"/>
              </a:rPr>
              <a:t>AI</a:t>
            </a:r>
            <a:r>
              <a:rPr sz="1300" spc="140" dirty="0">
                <a:solidFill>
                  <a:srgbClr val="585858"/>
                </a:solidFill>
                <a:latin typeface="宋体"/>
                <a:cs typeface="宋体"/>
              </a:rPr>
              <a:t>生成具有互</a:t>
            </a:r>
            <a:r>
              <a:rPr sz="1300" spc="-15" dirty="0">
                <a:solidFill>
                  <a:srgbClr val="585858"/>
                </a:solidFill>
                <a:latin typeface="宋体"/>
                <a:cs typeface="宋体"/>
              </a:rPr>
              <a:t>动</a:t>
            </a:r>
            <a:r>
              <a:rPr sz="1300" spc="140" dirty="0">
                <a:solidFill>
                  <a:srgbClr val="585858"/>
                </a:solidFill>
                <a:latin typeface="宋体"/>
                <a:cs typeface="宋体"/>
              </a:rPr>
              <a:t>性的脚本和文案</a:t>
            </a:r>
            <a:r>
              <a:rPr sz="1300" spc="-130" dirty="0">
                <a:solidFill>
                  <a:srgbClr val="585858"/>
                </a:solidFill>
                <a:latin typeface="宋体"/>
                <a:cs typeface="宋体"/>
              </a:rPr>
              <a:t>， 通</a:t>
            </a:r>
            <a:r>
              <a:rPr sz="1300" spc="140" dirty="0">
                <a:solidFill>
                  <a:srgbClr val="585858"/>
                </a:solidFill>
                <a:latin typeface="宋体"/>
                <a:cs typeface="宋体"/>
              </a:rPr>
              <a:t>过设问</a:t>
            </a:r>
            <a:r>
              <a:rPr sz="1300" spc="-15" dirty="0">
                <a:solidFill>
                  <a:srgbClr val="585858"/>
                </a:solidFill>
                <a:latin typeface="宋体"/>
                <a:cs typeface="宋体"/>
              </a:rPr>
              <a:t>、</a:t>
            </a:r>
            <a:r>
              <a:rPr sz="1300" spc="140" dirty="0">
                <a:solidFill>
                  <a:srgbClr val="585858"/>
                </a:solidFill>
                <a:latin typeface="宋体"/>
                <a:cs typeface="宋体"/>
              </a:rPr>
              <a:t>挑战等方式</a:t>
            </a:r>
            <a:r>
              <a:rPr sz="1300" spc="-130" dirty="0">
                <a:solidFill>
                  <a:srgbClr val="585858"/>
                </a:solidFill>
                <a:latin typeface="宋体"/>
                <a:cs typeface="宋体"/>
              </a:rPr>
              <a:t>， 吸</a:t>
            </a:r>
            <a:r>
              <a:rPr sz="1300" spc="140" dirty="0">
                <a:solidFill>
                  <a:srgbClr val="585858"/>
                </a:solidFill>
                <a:latin typeface="宋体"/>
                <a:cs typeface="宋体"/>
              </a:rPr>
              <a:t>引用户积极</a:t>
            </a:r>
            <a:r>
              <a:rPr sz="1300" spc="-15" dirty="0">
                <a:solidFill>
                  <a:srgbClr val="585858"/>
                </a:solidFill>
                <a:latin typeface="宋体"/>
                <a:cs typeface="宋体"/>
              </a:rPr>
              <a:t>参</a:t>
            </a:r>
            <a:r>
              <a:rPr sz="1300" spc="60" dirty="0">
                <a:solidFill>
                  <a:srgbClr val="585858"/>
                </a:solidFill>
                <a:latin typeface="宋体"/>
                <a:cs typeface="宋体"/>
              </a:rPr>
              <a:t>与。</a:t>
            </a:r>
            <a:endParaRPr sz="1300">
              <a:latin typeface="宋体"/>
              <a:cs typeface="宋体"/>
            </a:endParaRPr>
          </a:p>
        </p:txBody>
      </p:sp>
      <p:sp>
        <p:nvSpPr>
          <p:cNvPr id="6" name="object 6"/>
          <p:cNvSpPr/>
          <p:nvPr/>
        </p:nvSpPr>
        <p:spPr>
          <a:xfrm>
            <a:off x="350520" y="4751070"/>
            <a:ext cx="2875915" cy="1737360"/>
          </a:xfrm>
          <a:custGeom>
            <a:avLst/>
            <a:gdLst/>
            <a:ahLst/>
            <a:cxnLst/>
            <a:rect l="l" t="t" r="r" b="b"/>
            <a:pathLst>
              <a:path w="2875915" h="1737360">
                <a:moveTo>
                  <a:pt x="2875915" y="1737359"/>
                </a:moveTo>
                <a:lnTo>
                  <a:pt x="0" y="1737359"/>
                </a:lnTo>
                <a:lnTo>
                  <a:pt x="0" y="0"/>
                </a:lnTo>
                <a:lnTo>
                  <a:pt x="2875915" y="0"/>
                </a:lnTo>
                <a:lnTo>
                  <a:pt x="2875915" y="63500"/>
                </a:lnTo>
                <a:lnTo>
                  <a:pt x="127000" y="63500"/>
                </a:lnTo>
                <a:lnTo>
                  <a:pt x="63500" y="127000"/>
                </a:lnTo>
                <a:lnTo>
                  <a:pt x="127000" y="127000"/>
                </a:lnTo>
                <a:lnTo>
                  <a:pt x="127000" y="1610359"/>
                </a:lnTo>
                <a:lnTo>
                  <a:pt x="63500" y="1610359"/>
                </a:lnTo>
                <a:lnTo>
                  <a:pt x="127000" y="1673859"/>
                </a:lnTo>
                <a:lnTo>
                  <a:pt x="2875915" y="1673859"/>
                </a:lnTo>
                <a:lnTo>
                  <a:pt x="2875915" y="1737359"/>
                </a:lnTo>
                <a:close/>
              </a:path>
              <a:path w="2875915" h="1737360">
                <a:moveTo>
                  <a:pt x="127000" y="127000"/>
                </a:moveTo>
                <a:lnTo>
                  <a:pt x="63500" y="127000"/>
                </a:lnTo>
                <a:lnTo>
                  <a:pt x="127000" y="63500"/>
                </a:lnTo>
                <a:lnTo>
                  <a:pt x="127000" y="127000"/>
                </a:lnTo>
                <a:close/>
              </a:path>
              <a:path w="2875915" h="1737360">
                <a:moveTo>
                  <a:pt x="2748915" y="127000"/>
                </a:moveTo>
                <a:lnTo>
                  <a:pt x="127000" y="127000"/>
                </a:lnTo>
                <a:lnTo>
                  <a:pt x="127000" y="63500"/>
                </a:lnTo>
                <a:lnTo>
                  <a:pt x="2748915" y="63500"/>
                </a:lnTo>
                <a:lnTo>
                  <a:pt x="2748915" y="127000"/>
                </a:lnTo>
                <a:close/>
              </a:path>
              <a:path w="2875915" h="1737360">
                <a:moveTo>
                  <a:pt x="2748915" y="1673859"/>
                </a:moveTo>
                <a:lnTo>
                  <a:pt x="2748915" y="63500"/>
                </a:lnTo>
                <a:lnTo>
                  <a:pt x="2812415" y="127000"/>
                </a:lnTo>
                <a:lnTo>
                  <a:pt x="2875915" y="127000"/>
                </a:lnTo>
                <a:lnTo>
                  <a:pt x="2875915" y="1610359"/>
                </a:lnTo>
                <a:lnTo>
                  <a:pt x="2812415" y="1610359"/>
                </a:lnTo>
                <a:lnTo>
                  <a:pt x="2748915" y="1673859"/>
                </a:lnTo>
                <a:close/>
              </a:path>
              <a:path w="2875915" h="1737360">
                <a:moveTo>
                  <a:pt x="2875915" y="127000"/>
                </a:moveTo>
                <a:lnTo>
                  <a:pt x="2812415" y="127000"/>
                </a:lnTo>
                <a:lnTo>
                  <a:pt x="2748915" y="63500"/>
                </a:lnTo>
                <a:lnTo>
                  <a:pt x="2875915" y="63500"/>
                </a:lnTo>
                <a:lnTo>
                  <a:pt x="2875915" y="127000"/>
                </a:lnTo>
                <a:close/>
              </a:path>
              <a:path w="2875915" h="1737360">
                <a:moveTo>
                  <a:pt x="127000" y="1673859"/>
                </a:moveTo>
                <a:lnTo>
                  <a:pt x="63500" y="1610359"/>
                </a:lnTo>
                <a:lnTo>
                  <a:pt x="127000" y="1610359"/>
                </a:lnTo>
                <a:lnTo>
                  <a:pt x="127000" y="1673859"/>
                </a:lnTo>
                <a:close/>
              </a:path>
              <a:path w="2875915" h="1737360">
                <a:moveTo>
                  <a:pt x="2748915" y="1673859"/>
                </a:moveTo>
                <a:lnTo>
                  <a:pt x="127000" y="1673859"/>
                </a:lnTo>
                <a:lnTo>
                  <a:pt x="127000" y="1610359"/>
                </a:lnTo>
                <a:lnTo>
                  <a:pt x="2748915" y="1610359"/>
                </a:lnTo>
                <a:lnTo>
                  <a:pt x="2748915" y="1673859"/>
                </a:lnTo>
                <a:close/>
              </a:path>
              <a:path w="2875915" h="1737360">
                <a:moveTo>
                  <a:pt x="2875915" y="1673859"/>
                </a:moveTo>
                <a:lnTo>
                  <a:pt x="2748915" y="1673859"/>
                </a:lnTo>
                <a:lnTo>
                  <a:pt x="2812415" y="1610359"/>
                </a:lnTo>
                <a:lnTo>
                  <a:pt x="2875915" y="1610359"/>
                </a:lnTo>
                <a:lnTo>
                  <a:pt x="2875915" y="1673859"/>
                </a:lnTo>
                <a:close/>
              </a:path>
            </a:pathLst>
          </a:custGeom>
          <a:solidFill>
            <a:srgbClr val="D9D9D9">
              <a:alpha val="39999"/>
            </a:srgbClr>
          </a:solidFill>
        </p:spPr>
        <p:txBody>
          <a:bodyPr wrap="square" lIns="0" tIns="0" rIns="0" bIns="0" rtlCol="0"/>
          <a:lstStyle/>
          <a:p>
            <a:endParaRPr/>
          </a:p>
        </p:txBody>
      </p:sp>
      <p:sp>
        <p:nvSpPr>
          <p:cNvPr id="7" name="object 7"/>
          <p:cNvSpPr txBox="1"/>
          <p:nvPr/>
        </p:nvSpPr>
        <p:spPr>
          <a:xfrm>
            <a:off x="570865" y="5013325"/>
            <a:ext cx="2369185" cy="1071880"/>
          </a:xfrm>
          <a:prstGeom prst="rect">
            <a:avLst/>
          </a:prstGeom>
        </p:spPr>
        <p:txBody>
          <a:bodyPr vert="horz" wrap="square" lIns="0" tIns="12065" rIns="0" bIns="0" rtlCol="0">
            <a:spAutoFit/>
          </a:bodyPr>
          <a:lstStyle/>
          <a:p>
            <a:pPr marL="280035">
              <a:lnSpc>
                <a:spcPct val="100000"/>
              </a:lnSpc>
              <a:spcBef>
                <a:spcPts val="95"/>
              </a:spcBef>
            </a:pPr>
            <a:r>
              <a:rPr sz="1600" b="1" spc="290" dirty="0">
                <a:solidFill>
                  <a:srgbClr val="1D6CC2"/>
                </a:solidFill>
                <a:latin typeface="Microsoft JhengHei"/>
                <a:cs typeface="Microsoft JhengHei"/>
              </a:rPr>
              <a:t>视觉冲击与情绪</a:t>
            </a:r>
            <a:r>
              <a:rPr sz="1600" b="1" spc="-50" dirty="0">
                <a:solidFill>
                  <a:srgbClr val="1D6CC2"/>
                </a:solidFill>
                <a:latin typeface="Microsoft JhengHei"/>
                <a:cs typeface="Microsoft JhengHei"/>
              </a:rPr>
              <a:t>感</a:t>
            </a:r>
            <a:endParaRPr sz="1600">
              <a:latin typeface="Microsoft JhengHei"/>
              <a:cs typeface="Microsoft JhengHei"/>
            </a:endParaRPr>
          </a:p>
          <a:p>
            <a:pPr>
              <a:lnSpc>
                <a:spcPct val="100000"/>
              </a:lnSpc>
              <a:spcBef>
                <a:spcPts val="65"/>
              </a:spcBef>
            </a:pPr>
            <a:endParaRPr sz="950">
              <a:latin typeface="Microsoft JhengHei"/>
              <a:cs typeface="Microsoft JhengHei"/>
            </a:endParaRPr>
          </a:p>
          <a:p>
            <a:pPr marL="12700" marR="5080" algn="just">
              <a:lnSpc>
                <a:spcPts val="1510"/>
              </a:lnSpc>
            </a:pPr>
            <a:r>
              <a:rPr sz="1400" spc="130" dirty="0">
                <a:solidFill>
                  <a:srgbClr val="585858"/>
                </a:solidFill>
                <a:latin typeface="宋体"/>
                <a:cs typeface="宋体"/>
              </a:rPr>
              <a:t>提示语设计应突出场景描述</a:t>
            </a:r>
            <a:r>
              <a:rPr sz="1400" spc="60" dirty="0">
                <a:solidFill>
                  <a:srgbClr val="585858"/>
                </a:solidFill>
                <a:latin typeface="宋体"/>
                <a:cs typeface="宋体"/>
              </a:rPr>
              <a:t>和情绪表达， 使内容富有感</a:t>
            </a:r>
            <a:r>
              <a:rPr sz="1400" spc="95" dirty="0">
                <a:solidFill>
                  <a:srgbClr val="585858"/>
                </a:solidFill>
                <a:latin typeface="宋体"/>
                <a:cs typeface="宋体"/>
              </a:rPr>
              <a:t>染力。</a:t>
            </a:r>
            <a:endParaRPr sz="1400">
              <a:latin typeface="宋体"/>
              <a:cs typeface="宋体"/>
            </a:endParaRPr>
          </a:p>
        </p:txBody>
      </p:sp>
      <p:sp>
        <p:nvSpPr>
          <p:cNvPr id="8" name="object 8"/>
          <p:cNvSpPr/>
          <p:nvPr/>
        </p:nvSpPr>
        <p:spPr>
          <a:xfrm>
            <a:off x="6103620" y="4744084"/>
            <a:ext cx="5736590" cy="1737360"/>
          </a:xfrm>
          <a:custGeom>
            <a:avLst/>
            <a:gdLst/>
            <a:ahLst/>
            <a:cxnLst/>
            <a:rect l="l" t="t" r="r" b="b"/>
            <a:pathLst>
              <a:path w="5736590" h="1737360">
                <a:moveTo>
                  <a:pt x="5736590" y="0"/>
                </a:moveTo>
                <a:lnTo>
                  <a:pt x="5609590" y="0"/>
                </a:lnTo>
                <a:lnTo>
                  <a:pt x="5609590" y="127000"/>
                </a:lnTo>
                <a:lnTo>
                  <a:pt x="5609590" y="1610360"/>
                </a:lnTo>
                <a:lnTo>
                  <a:pt x="2987675" y="1610360"/>
                </a:lnTo>
                <a:lnTo>
                  <a:pt x="2987675" y="127000"/>
                </a:lnTo>
                <a:lnTo>
                  <a:pt x="5609590" y="127000"/>
                </a:lnTo>
                <a:lnTo>
                  <a:pt x="5609590" y="0"/>
                </a:lnTo>
                <a:lnTo>
                  <a:pt x="2875915" y="0"/>
                </a:lnTo>
                <a:lnTo>
                  <a:pt x="2860675" y="0"/>
                </a:lnTo>
                <a:lnTo>
                  <a:pt x="2748915" y="0"/>
                </a:lnTo>
                <a:lnTo>
                  <a:pt x="2748915" y="127000"/>
                </a:lnTo>
                <a:lnTo>
                  <a:pt x="2748915" y="1610360"/>
                </a:lnTo>
                <a:lnTo>
                  <a:pt x="127000" y="1610360"/>
                </a:lnTo>
                <a:lnTo>
                  <a:pt x="127000" y="127000"/>
                </a:lnTo>
                <a:lnTo>
                  <a:pt x="2748915" y="127000"/>
                </a:lnTo>
                <a:lnTo>
                  <a:pt x="2748915" y="0"/>
                </a:lnTo>
                <a:lnTo>
                  <a:pt x="0" y="0"/>
                </a:lnTo>
                <a:lnTo>
                  <a:pt x="0" y="1737360"/>
                </a:lnTo>
                <a:lnTo>
                  <a:pt x="2860675" y="1737360"/>
                </a:lnTo>
                <a:lnTo>
                  <a:pt x="2875915" y="1737360"/>
                </a:lnTo>
                <a:lnTo>
                  <a:pt x="5736590" y="1737360"/>
                </a:lnTo>
                <a:lnTo>
                  <a:pt x="5736590" y="1673860"/>
                </a:lnTo>
                <a:lnTo>
                  <a:pt x="5736590" y="1610360"/>
                </a:lnTo>
                <a:lnTo>
                  <a:pt x="5736590" y="127000"/>
                </a:lnTo>
                <a:lnTo>
                  <a:pt x="5736590" y="63500"/>
                </a:lnTo>
                <a:lnTo>
                  <a:pt x="5736590" y="0"/>
                </a:lnTo>
                <a:close/>
              </a:path>
            </a:pathLst>
          </a:custGeom>
          <a:solidFill>
            <a:srgbClr val="D9D9D9">
              <a:alpha val="39999"/>
            </a:srgbClr>
          </a:solidFill>
        </p:spPr>
        <p:txBody>
          <a:bodyPr wrap="square" lIns="0" tIns="0" rIns="0" bIns="0" rtlCol="0"/>
          <a:lstStyle/>
          <a:p>
            <a:endParaRPr/>
          </a:p>
        </p:txBody>
      </p:sp>
      <p:sp>
        <p:nvSpPr>
          <p:cNvPr id="9" name="object 9"/>
          <p:cNvSpPr txBox="1"/>
          <p:nvPr/>
        </p:nvSpPr>
        <p:spPr>
          <a:xfrm>
            <a:off x="6324600" y="4931017"/>
            <a:ext cx="2378710" cy="1242695"/>
          </a:xfrm>
          <a:prstGeom prst="rect">
            <a:avLst/>
          </a:prstGeom>
        </p:spPr>
        <p:txBody>
          <a:bodyPr vert="horz" wrap="square" lIns="0" tIns="109855" rIns="0" bIns="0" rtlCol="0">
            <a:spAutoFit/>
          </a:bodyPr>
          <a:lstStyle/>
          <a:p>
            <a:pPr marL="12700" indent="106680" algn="just">
              <a:lnSpc>
                <a:spcPct val="100000"/>
              </a:lnSpc>
              <a:spcBef>
                <a:spcPts val="865"/>
              </a:spcBef>
            </a:pPr>
            <a:r>
              <a:rPr sz="1600" b="1" spc="290" dirty="0">
                <a:solidFill>
                  <a:srgbClr val="1D6CC2"/>
                </a:solidFill>
                <a:latin typeface="Microsoft JhengHei"/>
                <a:cs typeface="Microsoft JhengHei"/>
              </a:rPr>
              <a:t>节奏鲜明与简洁高</a:t>
            </a:r>
            <a:r>
              <a:rPr sz="1600" b="1" spc="-50" dirty="0">
                <a:solidFill>
                  <a:srgbClr val="1D6CC2"/>
                </a:solidFill>
                <a:latin typeface="Microsoft JhengHei"/>
                <a:cs typeface="Microsoft JhengHei"/>
              </a:rPr>
              <a:t>效</a:t>
            </a:r>
            <a:endParaRPr sz="1600">
              <a:latin typeface="Microsoft JhengHei"/>
              <a:cs typeface="Microsoft JhengHei"/>
            </a:endParaRPr>
          </a:p>
          <a:p>
            <a:pPr marL="12700" marR="5080" algn="just">
              <a:lnSpc>
                <a:spcPts val="1510"/>
              </a:lnSpc>
              <a:spcBef>
                <a:spcPts val="880"/>
              </a:spcBef>
            </a:pPr>
            <a:r>
              <a:rPr sz="1400" spc="145" dirty="0">
                <a:solidFill>
                  <a:srgbClr val="585858"/>
                </a:solidFill>
                <a:latin typeface="宋体"/>
                <a:cs typeface="宋体"/>
              </a:rPr>
              <a:t>提示语应帮助</a:t>
            </a:r>
            <a:r>
              <a:rPr sz="1400" spc="145" dirty="0">
                <a:solidFill>
                  <a:srgbClr val="585858"/>
                </a:solidFill>
                <a:latin typeface="Arial"/>
                <a:cs typeface="Arial"/>
              </a:rPr>
              <a:t>AI</a:t>
            </a:r>
            <a:r>
              <a:rPr sz="1400" spc="114" dirty="0">
                <a:solidFill>
                  <a:srgbClr val="585858"/>
                </a:solidFill>
                <a:latin typeface="宋体"/>
                <a:cs typeface="宋体"/>
              </a:rPr>
              <a:t>生成节奏明</a:t>
            </a:r>
            <a:r>
              <a:rPr sz="1400" spc="60" dirty="0">
                <a:solidFill>
                  <a:srgbClr val="585858"/>
                </a:solidFill>
                <a:latin typeface="宋体"/>
                <a:cs typeface="宋体"/>
              </a:rPr>
              <a:t>快、表达简洁的内容， 去除冗余信息， 确保信息传递高</a:t>
            </a:r>
            <a:r>
              <a:rPr sz="1400" spc="120" dirty="0">
                <a:solidFill>
                  <a:srgbClr val="585858"/>
                </a:solidFill>
                <a:latin typeface="宋体"/>
                <a:cs typeface="宋体"/>
              </a:rPr>
              <a:t>效且不失趣味。</a:t>
            </a:r>
            <a:endParaRPr sz="1400">
              <a:latin typeface="宋体"/>
              <a:cs typeface="宋体"/>
            </a:endParaRPr>
          </a:p>
        </p:txBody>
      </p:sp>
      <p:sp>
        <p:nvSpPr>
          <p:cNvPr id="10" name="object 10"/>
          <p:cNvSpPr txBox="1"/>
          <p:nvPr/>
        </p:nvSpPr>
        <p:spPr>
          <a:xfrm>
            <a:off x="9178925" y="5029200"/>
            <a:ext cx="2378710" cy="1073150"/>
          </a:xfrm>
          <a:prstGeom prst="rect">
            <a:avLst/>
          </a:prstGeom>
        </p:spPr>
        <p:txBody>
          <a:bodyPr vert="horz" wrap="square" lIns="0" tIns="12065" rIns="0" bIns="0" rtlCol="0">
            <a:spAutoFit/>
          </a:bodyPr>
          <a:lstStyle/>
          <a:p>
            <a:pPr marL="130175">
              <a:lnSpc>
                <a:spcPct val="100000"/>
              </a:lnSpc>
              <a:spcBef>
                <a:spcPts val="95"/>
              </a:spcBef>
            </a:pPr>
            <a:r>
              <a:rPr sz="1600" b="1" spc="290" dirty="0">
                <a:solidFill>
                  <a:srgbClr val="1D6CC2"/>
                </a:solidFill>
                <a:latin typeface="Microsoft JhengHei"/>
                <a:cs typeface="Microsoft JhengHei"/>
              </a:rPr>
              <a:t>贴近热点与用户需</a:t>
            </a:r>
            <a:r>
              <a:rPr sz="1600" b="1" spc="-50" dirty="0">
                <a:solidFill>
                  <a:srgbClr val="1D6CC2"/>
                </a:solidFill>
                <a:latin typeface="Microsoft JhengHei"/>
                <a:cs typeface="Microsoft JhengHei"/>
              </a:rPr>
              <a:t>求</a:t>
            </a:r>
            <a:endParaRPr sz="1600">
              <a:latin typeface="Microsoft JhengHei"/>
              <a:cs typeface="Microsoft JhengHei"/>
            </a:endParaRPr>
          </a:p>
          <a:p>
            <a:pPr>
              <a:lnSpc>
                <a:spcPct val="100000"/>
              </a:lnSpc>
              <a:spcBef>
                <a:spcPts val="75"/>
              </a:spcBef>
            </a:pPr>
            <a:endParaRPr sz="950">
              <a:latin typeface="Microsoft JhengHei"/>
              <a:cs typeface="Microsoft JhengHei"/>
            </a:endParaRPr>
          </a:p>
          <a:p>
            <a:pPr marL="12700" marR="5080" algn="just">
              <a:lnSpc>
                <a:spcPts val="1510"/>
              </a:lnSpc>
            </a:pPr>
            <a:r>
              <a:rPr sz="1400" spc="145" dirty="0">
                <a:solidFill>
                  <a:srgbClr val="585858"/>
                </a:solidFill>
                <a:latin typeface="宋体"/>
                <a:cs typeface="宋体"/>
              </a:rPr>
              <a:t>提示语设计需引导</a:t>
            </a:r>
            <a:r>
              <a:rPr sz="1400" spc="145" dirty="0">
                <a:solidFill>
                  <a:srgbClr val="585858"/>
                </a:solidFill>
                <a:latin typeface="Arial"/>
                <a:cs typeface="Arial"/>
              </a:rPr>
              <a:t>AI</a:t>
            </a:r>
            <a:r>
              <a:rPr sz="1400" spc="95" dirty="0">
                <a:solidFill>
                  <a:srgbClr val="585858"/>
                </a:solidFill>
                <a:latin typeface="宋体"/>
                <a:cs typeface="宋体"/>
              </a:rPr>
              <a:t>关注当</a:t>
            </a:r>
            <a:r>
              <a:rPr sz="1400" spc="60" dirty="0">
                <a:solidFill>
                  <a:srgbClr val="585858"/>
                </a:solidFill>
                <a:latin typeface="宋体"/>
                <a:cs typeface="宋体"/>
              </a:rPr>
              <a:t>下流行话题， 创作具有话题</a:t>
            </a:r>
            <a:r>
              <a:rPr sz="1400" spc="125" dirty="0">
                <a:solidFill>
                  <a:srgbClr val="585858"/>
                </a:solidFill>
                <a:latin typeface="宋体"/>
                <a:cs typeface="宋体"/>
              </a:rPr>
              <a:t>性和吸引力的内容。</a:t>
            </a:r>
            <a:endParaRPr sz="1400">
              <a:latin typeface="宋体"/>
              <a:cs typeface="宋体"/>
            </a:endParaRPr>
          </a:p>
        </p:txBody>
      </p:sp>
      <p:sp>
        <p:nvSpPr>
          <p:cNvPr id="11" name="object 11"/>
          <p:cNvSpPr txBox="1"/>
          <p:nvPr/>
        </p:nvSpPr>
        <p:spPr>
          <a:xfrm>
            <a:off x="610869" y="4187190"/>
            <a:ext cx="2826385" cy="331470"/>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Microsoft JhengHei"/>
                <a:cs typeface="Microsoft JhengHei"/>
              </a:rPr>
              <a:t>抖音内容创作的核心原则</a:t>
            </a:r>
            <a:endParaRPr sz="2000">
              <a:latin typeface="Microsoft JhengHei"/>
              <a:cs typeface="Microsoft JhengHei"/>
            </a:endParaRPr>
          </a:p>
        </p:txBody>
      </p:sp>
      <p:grpSp>
        <p:nvGrpSpPr>
          <p:cNvPr id="12" name="object 12"/>
          <p:cNvGrpSpPr/>
          <p:nvPr/>
        </p:nvGrpSpPr>
        <p:grpSpPr>
          <a:xfrm>
            <a:off x="1403603" y="1807464"/>
            <a:ext cx="3956685" cy="876300"/>
            <a:chOff x="1403603" y="1807464"/>
            <a:chExt cx="3956685" cy="876300"/>
          </a:xfrm>
        </p:grpSpPr>
        <p:sp>
          <p:nvSpPr>
            <p:cNvPr id="13" name="object 13"/>
            <p:cNvSpPr/>
            <p:nvPr/>
          </p:nvSpPr>
          <p:spPr>
            <a:xfrm>
              <a:off x="1403603" y="1807464"/>
              <a:ext cx="3956685" cy="876300"/>
            </a:xfrm>
            <a:custGeom>
              <a:avLst/>
              <a:gdLst/>
              <a:ahLst/>
              <a:cxnLst/>
              <a:rect l="l" t="t" r="r" b="b"/>
              <a:pathLst>
                <a:path w="3956685" h="876300">
                  <a:moveTo>
                    <a:pt x="3796284" y="876300"/>
                  </a:moveTo>
                  <a:lnTo>
                    <a:pt x="0" y="876300"/>
                  </a:lnTo>
                  <a:lnTo>
                    <a:pt x="0" y="160019"/>
                  </a:lnTo>
                  <a:lnTo>
                    <a:pt x="8033" y="109613"/>
                  </a:lnTo>
                  <a:lnTo>
                    <a:pt x="30683" y="65776"/>
                  </a:lnTo>
                  <a:lnTo>
                    <a:pt x="65319" y="31140"/>
                  </a:lnTo>
                  <a:lnTo>
                    <a:pt x="109308" y="8338"/>
                  </a:lnTo>
                  <a:lnTo>
                    <a:pt x="160020" y="0"/>
                  </a:lnTo>
                  <a:lnTo>
                    <a:pt x="3956304" y="0"/>
                  </a:lnTo>
                  <a:lnTo>
                    <a:pt x="3956304" y="716280"/>
                  </a:lnTo>
                  <a:lnTo>
                    <a:pt x="3948209" y="767052"/>
                  </a:lnTo>
                  <a:lnTo>
                    <a:pt x="3925528" y="811072"/>
                  </a:lnTo>
                  <a:lnTo>
                    <a:pt x="3890893" y="845707"/>
                  </a:lnTo>
                  <a:lnTo>
                    <a:pt x="3846934" y="868327"/>
                  </a:lnTo>
                  <a:lnTo>
                    <a:pt x="3796284" y="876300"/>
                  </a:lnTo>
                  <a:close/>
                </a:path>
              </a:pathLst>
            </a:custGeom>
            <a:solidFill>
              <a:srgbClr val="F1F1F1">
                <a:alpha val="50199"/>
              </a:srgbClr>
            </a:solidFill>
          </p:spPr>
          <p:txBody>
            <a:bodyPr wrap="square" lIns="0" tIns="0" rIns="0" bIns="0" rtlCol="0"/>
            <a:lstStyle/>
            <a:p>
              <a:endParaRPr/>
            </a:p>
          </p:txBody>
        </p:sp>
        <p:sp>
          <p:nvSpPr>
            <p:cNvPr id="14" name="object 14"/>
            <p:cNvSpPr/>
            <p:nvPr/>
          </p:nvSpPr>
          <p:spPr>
            <a:xfrm>
              <a:off x="1507235" y="1943696"/>
              <a:ext cx="608330" cy="604520"/>
            </a:xfrm>
            <a:custGeom>
              <a:avLst/>
              <a:gdLst/>
              <a:ahLst/>
              <a:cxnLst/>
              <a:rect l="l" t="t" r="r" b="b"/>
              <a:pathLst>
                <a:path w="608330" h="604519">
                  <a:moveTo>
                    <a:pt x="304063" y="604100"/>
                  </a:moveTo>
                  <a:lnTo>
                    <a:pt x="254808" y="600147"/>
                  </a:lnTo>
                  <a:lnTo>
                    <a:pt x="208081" y="588706"/>
                  </a:lnTo>
                  <a:lnTo>
                    <a:pt x="164505" y="570401"/>
                  </a:lnTo>
                  <a:lnTo>
                    <a:pt x="124702" y="545860"/>
                  </a:lnTo>
                  <a:lnTo>
                    <a:pt x="89295" y="515707"/>
                  </a:lnTo>
                  <a:lnTo>
                    <a:pt x="58907" y="480569"/>
                  </a:lnTo>
                  <a:lnTo>
                    <a:pt x="34160" y="441071"/>
                  </a:lnTo>
                  <a:lnTo>
                    <a:pt x="15679" y="397839"/>
                  </a:lnTo>
                  <a:lnTo>
                    <a:pt x="4084" y="351500"/>
                  </a:lnTo>
                  <a:lnTo>
                    <a:pt x="0" y="302679"/>
                  </a:lnTo>
                  <a:lnTo>
                    <a:pt x="4084" y="253513"/>
                  </a:lnTo>
                  <a:lnTo>
                    <a:pt x="15679" y="206899"/>
                  </a:lnTo>
                  <a:lnTo>
                    <a:pt x="34160" y="163455"/>
                  </a:lnTo>
                  <a:lnTo>
                    <a:pt x="58907" y="123797"/>
                  </a:lnTo>
                  <a:lnTo>
                    <a:pt x="89295" y="88545"/>
                  </a:lnTo>
                  <a:lnTo>
                    <a:pt x="124702" y="58317"/>
                  </a:lnTo>
                  <a:lnTo>
                    <a:pt x="164505" y="33730"/>
                  </a:lnTo>
                  <a:lnTo>
                    <a:pt x="208081" y="15403"/>
                  </a:lnTo>
                  <a:lnTo>
                    <a:pt x="254808" y="3953"/>
                  </a:lnTo>
                  <a:lnTo>
                    <a:pt x="304063" y="0"/>
                  </a:lnTo>
                  <a:lnTo>
                    <a:pt x="353317" y="3953"/>
                  </a:lnTo>
                  <a:lnTo>
                    <a:pt x="400041" y="15398"/>
                  </a:lnTo>
                  <a:lnTo>
                    <a:pt x="443610" y="33713"/>
                  </a:lnTo>
                  <a:lnTo>
                    <a:pt x="483398" y="58276"/>
                  </a:lnTo>
                  <a:lnTo>
                    <a:pt x="518780" y="88466"/>
                  </a:lnTo>
                  <a:lnTo>
                    <a:pt x="549131" y="123660"/>
                  </a:lnTo>
                  <a:lnTo>
                    <a:pt x="573826" y="163237"/>
                  </a:lnTo>
                  <a:lnTo>
                    <a:pt x="592239" y="206574"/>
                  </a:lnTo>
                  <a:lnTo>
                    <a:pt x="603745" y="253050"/>
                  </a:lnTo>
                  <a:lnTo>
                    <a:pt x="607720" y="302044"/>
                  </a:lnTo>
                  <a:lnTo>
                    <a:pt x="603745" y="351037"/>
                  </a:lnTo>
                  <a:lnTo>
                    <a:pt x="592239" y="397514"/>
                  </a:lnTo>
                  <a:lnTo>
                    <a:pt x="573826" y="440853"/>
                  </a:lnTo>
                  <a:lnTo>
                    <a:pt x="549131" y="480431"/>
                  </a:lnTo>
                  <a:lnTo>
                    <a:pt x="518780" y="515627"/>
                  </a:lnTo>
                  <a:lnTo>
                    <a:pt x="483398" y="545819"/>
                  </a:lnTo>
                  <a:lnTo>
                    <a:pt x="443610" y="570384"/>
                  </a:lnTo>
                  <a:lnTo>
                    <a:pt x="400041" y="588701"/>
                  </a:lnTo>
                  <a:lnTo>
                    <a:pt x="353317" y="600147"/>
                  </a:lnTo>
                  <a:lnTo>
                    <a:pt x="304063" y="604100"/>
                  </a:lnTo>
                  <a:close/>
                </a:path>
              </a:pathLst>
            </a:custGeom>
            <a:solidFill>
              <a:srgbClr val="3C90B8"/>
            </a:solidFill>
          </p:spPr>
          <p:txBody>
            <a:bodyPr wrap="square" lIns="0" tIns="0" rIns="0" bIns="0" rtlCol="0"/>
            <a:lstStyle/>
            <a:p>
              <a:endParaRPr/>
            </a:p>
          </p:txBody>
        </p:sp>
      </p:grpSp>
      <p:sp>
        <p:nvSpPr>
          <p:cNvPr id="15" name="object 15"/>
          <p:cNvSpPr txBox="1"/>
          <p:nvPr/>
        </p:nvSpPr>
        <p:spPr>
          <a:xfrm>
            <a:off x="1728025" y="2067089"/>
            <a:ext cx="167640"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Arial"/>
                <a:cs typeface="Arial"/>
              </a:rPr>
              <a:t>1</a:t>
            </a:r>
            <a:endParaRPr sz="2000">
              <a:latin typeface="Arial"/>
              <a:cs typeface="Arial"/>
            </a:endParaRPr>
          </a:p>
        </p:txBody>
      </p:sp>
      <p:sp>
        <p:nvSpPr>
          <p:cNvPr id="16" name="object 16"/>
          <p:cNvSpPr txBox="1"/>
          <p:nvPr/>
        </p:nvSpPr>
        <p:spPr>
          <a:xfrm>
            <a:off x="2345689" y="2105660"/>
            <a:ext cx="2450465" cy="268605"/>
          </a:xfrm>
          <a:prstGeom prst="rect">
            <a:avLst/>
          </a:prstGeom>
        </p:spPr>
        <p:txBody>
          <a:bodyPr vert="horz" wrap="square" lIns="0" tIns="12065" rIns="0" bIns="0" rtlCol="0">
            <a:spAutoFit/>
          </a:bodyPr>
          <a:lstStyle/>
          <a:p>
            <a:pPr marL="12700">
              <a:lnSpc>
                <a:spcPct val="100000"/>
              </a:lnSpc>
              <a:spcBef>
                <a:spcPts val="95"/>
              </a:spcBef>
            </a:pPr>
            <a:r>
              <a:rPr sz="1600" spc="135" dirty="0">
                <a:solidFill>
                  <a:srgbClr val="252525"/>
                </a:solidFill>
                <a:latin typeface="宋体"/>
                <a:cs typeface="宋体"/>
              </a:rPr>
              <a:t>高度视觉化与短时吸引</a:t>
            </a:r>
            <a:r>
              <a:rPr sz="1600" spc="-50" dirty="0">
                <a:solidFill>
                  <a:srgbClr val="252525"/>
                </a:solidFill>
                <a:latin typeface="宋体"/>
                <a:cs typeface="宋体"/>
              </a:rPr>
              <a:t>力</a:t>
            </a:r>
            <a:endParaRPr sz="1600">
              <a:latin typeface="宋体"/>
              <a:cs typeface="宋体"/>
            </a:endParaRPr>
          </a:p>
        </p:txBody>
      </p:sp>
      <p:grpSp>
        <p:nvGrpSpPr>
          <p:cNvPr id="17" name="object 17"/>
          <p:cNvGrpSpPr/>
          <p:nvPr/>
        </p:nvGrpSpPr>
        <p:grpSpPr>
          <a:xfrm>
            <a:off x="1403603" y="2977895"/>
            <a:ext cx="3956685" cy="840105"/>
            <a:chOff x="1403603" y="2977895"/>
            <a:chExt cx="3956685" cy="840105"/>
          </a:xfrm>
        </p:grpSpPr>
        <p:sp>
          <p:nvSpPr>
            <p:cNvPr id="18" name="object 18"/>
            <p:cNvSpPr/>
            <p:nvPr/>
          </p:nvSpPr>
          <p:spPr>
            <a:xfrm>
              <a:off x="1403603" y="2977895"/>
              <a:ext cx="3956685" cy="840105"/>
            </a:xfrm>
            <a:custGeom>
              <a:avLst/>
              <a:gdLst/>
              <a:ahLst/>
              <a:cxnLst/>
              <a:rect l="l" t="t" r="r" b="b"/>
              <a:pathLst>
                <a:path w="3956685" h="840104">
                  <a:moveTo>
                    <a:pt x="3802380" y="839724"/>
                  </a:moveTo>
                  <a:lnTo>
                    <a:pt x="0" y="839724"/>
                  </a:lnTo>
                  <a:lnTo>
                    <a:pt x="0" y="152399"/>
                  </a:lnTo>
                  <a:lnTo>
                    <a:pt x="7706" y="104234"/>
                  </a:lnTo>
                  <a:lnTo>
                    <a:pt x="29459" y="62330"/>
                  </a:lnTo>
                  <a:lnTo>
                    <a:pt x="62751" y="29270"/>
                  </a:lnTo>
                  <a:lnTo>
                    <a:pt x="105075" y="7633"/>
                  </a:lnTo>
                  <a:lnTo>
                    <a:pt x="153924" y="0"/>
                  </a:lnTo>
                  <a:lnTo>
                    <a:pt x="3956304" y="0"/>
                  </a:lnTo>
                  <a:lnTo>
                    <a:pt x="3956304" y="687324"/>
                  </a:lnTo>
                  <a:lnTo>
                    <a:pt x="3948536" y="735611"/>
                  </a:lnTo>
                  <a:lnTo>
                    <a:pt x="3926753" y="777575"/>
                  </a:lnTo>
                  <a:lnTo>
                    <a:pt x="3893460" y="810636"/>
                  </a:lnTo>
                  <a:lnTo>
                    <a:pt x="3851167" y="832212"/>
                  </a:lnTo>
                  <a:lnTo>
                    <a:pt x="3802380" y="839724"/>
                  </a:lnTo>
                  <a:close/>
                </a:path>
              </a:pathLst>
            </a:custGeom>
            <a:solidFill>
              <a:srgbClr val="F1F1F1">
                <a:alpha val="50199"/>
              </a:srgbClr>
            </a:solidFill>
          </p:spPr>
          <p:txBody>
            <a:bodyPr wrap="square" lIns="0" tIns="0" rIns="0" bIns="0" rtlCol="0"/>
            <a:lstStyle/>
            <a:p>
              <a:endParaRPr/>
            </a:p>
          </p:txBody>
        </p:sp>
        <p:sp>
          <p:nvSpPr>
            <p:cNvPr id="19" name="object 19"/>
            <p:cNvSpPr/>
            <p:nvPr/>
          </p:nvSpPr>
          <p:spPr>
            <a:xfrm>
              <a:off x="1507235" y="3094354"/>
              <a:ext cx="607695" cy="603885"/>
            </a:xfrm>
            <a:custGeom>
              <a:avLst/>
              <a:gdLst/>
              <a:ahLst/>
              <a:cxnLst/>
              <a:rect l="l" t="t" r="r" b="b"/>
              <a:pathLst>
                <a:path w="607694" h="603885">
                  <a:moveTo>
                    <a:pt x="303783" y="603885"/>
                  </a:moveTo>
                  <a:lnTo>
                    <a:pt x="254548" y="599933"/>
                  </a:lnTo>
                  <a:lnTo>
                    <a:pt x="207841" y="588497"/>
                  </a:lnTo>
                  <a:lnTo>
                    <a:pt x="164285" y="570202"/>
                  </a:lnTo>
                  <a:lnTo>
                    <a:pt x="124504" y="545673"/>
                  </a:lnTo>
                  <a:lnTo>
                    <a:pt x="89122" y="515537"/>
                  </a:lnTo>
                  <a:lnTo>
                    <a:pt x="58761" y="480419"/>
                  </a:lnTo>
                  <a:lnTo>
                    <a:pt x="34045" y="440944"/>
                  </a:lnTo>
                  <a:lnTo>
                    <a:pt x="15597" y="397739"/>
                  </a:lnTo>
                  <a:lnTo>
                    <a:pt x="4041" y="351429"/>
                  </a:lnTo>
                  <a:lnTo>
                    <a:pt x="0" y="302641"/>
                  </a:lnTo>
                  <a:lnTo>
                    <a:pt x="4041" y="253473"/>
                  </a:lnTo>
                  <a:lnTo>
                    <a:pt x="15597" y="206860"/>
                  </a:lnTo>
                  <a:lnTo>
                    <a:pt x="34045" y="163419"/>
                  </a:lnTo>
                  <a:lnTo>
                    <a:pt x="58761" y="123767"/>
                  </a:lnTo>
                  <a:lnTo>
                    <a:pt x="89122" y="88522"/>
                  </a:lnTo>
                  <a:lnTo>
                    <a:pt x="124504" y="58300"/>
                  </a:lnTo>
                  <a:lnTo>
                    <a:pt x="164285" y="33720"/>
                  </a:lnTo>
                  <a:lnTo>
                    <a:pt x="207841" y="15398"/>
                  </a:lnTo>
                  <a:lnTo>
                    <a:pt x="254548" y="3952"/>
                  </a:lnTo>
                  <a:lnTo>
                    <a:pt x="303783" y="0"/>
                  </a:lnTo>
                  <a:lnTo>
                    <a:pt x="353019" y="3951"/>
                  </a:lnTo>
                  <a:lnTo>
                    <a:pt x="399724" y="15392"/>
                  </a:lnTo>
                  <a:lnTo>
                    <a:pt x="443275" y="33701"/>
                  </a:lnTo>
                  <a:lnTo>
                    <a:pt x="483047" y="58255"/>
                  </a:lnTo>
                  <a:lnTo>
                    <a:pt x="518413" y="88434"/>
                  </a:lnTo>
                  <a:lnTo>
                    <a:pt x="548751" y="123616"/>
                  </a:lnTo>
                  <a:lnTo>
                    <a:pt x="573435" y="163180"/>
                  </a:lnTo>
                  <a:lnTo>
                    <a:pt x="591840" y="206503"/>
                  </a:lnTo>
                  <a:lnTo>
                    <a:pt x="603341" y="252964"/>
                  </a:lnTo>
                  <a:lnTo>
                    <a:pt x="607313" y="301942"/>
                  </a:lnTo>
                  <a:lnTo>
                    <a:pt x="603341" y="350920"/>
                  </a:lnTo>
                  <a:lnTo>
                    <a:pt x="591840" y="397381"/>
                  </a:lnTo>
                  <a:lnTo>
                    <a:pt x="573435" y="440704"/>
                  </a:lnTo>
                  <a:lnTo>
                    <a:pt x="548751" y="480268"/>
                  </a:lnTo>
                  <a:lnTo>
                    <a:pt x="518413" y="515450"/>
                  </a:lnTo>
                  <a:lnTo>
                    <a:pt x="483047" y="545629"/>
                  </a:lnTo>
                  <a:lnTo>
                    <a:pt x="443275" y="570183"/>
                  </a:lnTo>
                  <a:lnTo>
                    <a:pt x="399724" y="588492"/>
                  </a:lnTo>
                  <a:lnTo>
                    <a:pt x="353019" y="599933"/>
                  </a:lnTo>
                  <a:lnTo>
                    <a:pt x="303783" y="603885"/>
                  </a:lnTo>
                  <a:close/>
                </a:path>
              </a:pathLst>
            </a:custGeom>
            <a:solidFill>
              <a:srgbClr val="386489"/>
            </a:solidFill>
          </p:spPr>
          <p:txBody>
            <a:bodyPr wrap="square" lIns="0" tIns="0" rIns="0" bIns="0" rtlCol="0"/>
            <a:lstStyle/>
            <a:p>
              <a:endParaRPr/>
            </a:p>
          </p:txBody>
        </p:sp>
      </p:grpSp>
      <p:sp>
        <p:nvSpPr>
          <p:cNvPr id="20" name="object 20"/>
          <p:cNvSpPr txBox="1"/>
          <p:nvPr/>
        </p:nvSpPr>
        <p:spPr>
          <a:xfrm>
            <a:off x="1727200" y="3217709"/>
            <a:ext cx="167640"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Arial"/>
                <a:cs typeface="Arial"/>
              </a:rPr>
              <a:t>3</a:t>
            </a:r>
            <a:endParaRPr sz="2000">
              <a:latin typeface="Arial"/>
              <a:cs typeface="Arial"/>
            </a:endParaRPr>
          </a:p>
        </p:txBody>
      </p:sp>
      <p:sp>
        <p:nvSpPr>
          <p:cNvPr id="21" name="object 21"/>
          <p:cNvSpPr txBox="1"/>
          <p:nvPr/>
        </p:nvSpPr>
        <p:spPr>
          <a:xfrm>
            <a:off x="2345689" y="3255644"/>
            <a:ext cx="1783714" cy="268605"/>
          </a:xfrm>
          <a:prstGeom prst="rect">
            <a:avLst/>
          </a:prstGeom>
        </p:spPr>
        <p:txBody>
          <a:bodyPr vert="horz" wrap="square" lIns="0" tIns="12065" rIns="0" bIns="0" rtlCol="0">
            <a:spAutoFit/>
          </a:bodyPr>
          <a:lstStyle/>
          <a:p>
            <a:pPr marL="12700">
              <a:lnSpc>
                <a:spcPct val="100000"/>
              </a:lnSpc>
              <a:spcBef>
                <a:spcPts val="95"/>
              </a:spcBef>
            </a:pPr>
            <a:r>
              <a:rPr sz="1600" spc="135" dirty="0">
                <a:solidFill>
                  <a:srgbClr val="252525"/>
                </a:solidFill>
                <a:latin typeface="宋体"/>
                <a:cs typeface="宋体"/>
              </a:rPr>
              <a:t>强互动性与挑战</a:t>
            </a:r>
            <a:r>
              <a:rPr sz="1600" spc="-50" dirty="0">
                <a:solidFill>
                  <a:srgbClr val="252525"/>
                </a:solidFill>
                <a:latin typeface="宋体"/>
                <a:cs typeface="宋体"/>
              </a:rPr>
              <a:t>性</a:t>
            </a:r>
            <a:endParaRPr sz="1600">
              <a:latin typeface="宋体"/>
              <a:cs typeface="宋体"/>
            </a:endParaRPr>
          </a:p>
        </p:txBody>
      </p:sp>
      <p:grpSp>
        <p:nvGrpSpPr>
          <p:cNvPr id="22" name="object 22"/>
          <p:cNvGrpSpPr/>
          <p:nvPr/>
        </p:nvGrpSpPr>
        <p:grpSpPr>
          <a:xfrm>
            <a:off x="6248400" y="1807464"/>
            <a:ext cx="3956685" cy="906780"/>
            <a:chOff x="6248400" y="1807464"/>
            <a:chExt cx="3956685" cy="906780"/>
          </a:xfrm>
        </p:grpSpPr>
        <p:sp>
          <p:nvSpPr>
            <p:cNvPr id="23" name="object 23"/>
            <p:cNvSpPr/>
            <p:nvPr/>
          </p:nvSpPr>
          <p:spPr>
            <a:xfrm>
              <a:off x="6248400" y="1807464"/>
              <a:ext cx="3956685" cy="906780"/>
            </a:xfrm>
            <a:custGeom>
              <a:avLst/>
              <a:gdLst/>
              <a:ahLst/>
              <a:cxnLst/>
              <a:rect l="l" t="t" r="r" b="b"/>
              <a:pathLst>
                <a:path w="3956684" h="906780">
                  <a:moveTo>
                    <a:pt x="3791711" y="906780"/>
                  </a:moveTo>
                  <a:lnTo>
                    <a:pt x="0" y="906780"/>
                  </a:lnTo>
                  <a:lnTo>
                    <a:pt x="0" y="166116"/>
                  </a:lnTo>
                  <a:lnTo>
                    <a:pt x="5911" y="122003"/>
                  </a:lnTo>
                  <a:lnTo>
                    <a:pt x="22608" y="82386"/>
                  </a:lnTo>
                  <a:lnTo>
                    <a:pt x="48534" y="48820"/>
                  </a:lnTo>
                  <a:lnTo>
                    <a:pt x="82132" y="22862"/>
                  </a:lnTo>
                  <a:lnTo>
                    <a:pt x="121845" y="6070"/>
                  </a:lnTo>
                  <a:lnTo>
                    <a:pt x="166115" y="0"/>
                  </a:lnTo>
                  <a:lnTo>
                    <a:pt x="3956304" y="0"/>
                  </a:lnTo>
                  <a:lnTo>
                    <a:pt x="3956304" y="740663"/>
                  </a:lnTo>
                  <a:lnTo>
                    <a:pt x="3950558" y="784829"/>
                  </a:lnTo>
                  <a:lnTo>
                    <a:pt x="3934005" y="824478"/>
                  </a:lnTo>
                  <a:lnTo>
                    <a:pt x="3908245" y="858054"/>
                  </a:lnTo>
                  <a:lnTo>
                    <a:pt x="3874877" y="884001"/>
                  </a:lnTo>
                  <a:lnTo>
                    <a:pt x="3835499" y="900762"/>
                  </a:lnTo>
                  <a:lnTo>
                    <a:pt x="3791711" y="906780"/>
                  </a:lnTo>
                  <a:close/>
                </a:path>
              </a:pathLst>
            </a:custGeom>
            <a:solidFill>
              <a:srgbClr val="F1F1F1">
                <a:alpha val="50199"/>
              </a:srgbClr>
            </a:solidFill>
          </p:spPr>
          <p:txBody>
            <a:bodyPr wrap="square" lIns="0" tIns="0" rIns="0" bIns="0" rtlCol="0"/>
            <a:lstStyle/>
            <a:p>
              <a:endParaRPr/>
            </a:p>
          </p:txBody>
        </p:sp>
        <p:sp>
          <p:nvSpPr>
            <p:cNvPr id="24" name="object 24"/>
            <p:cNvSpPr/>
            <p:nvPr/>
          </p:nvSpPr>
          <p:spPr>
            <a:xfrm>
              <a:off x="6376415" y="1954491"/>
              <a:ext cx="607695" cy="604520"/>
            </a:xfrm>
            <a:custGeom>
              <a:avLst/>
              <a:gdLst/>
              <a:ahLst/>
              <a:cxnLst/>
              <a:rect l="l" t="t" r="r" b="b"/>
              <a:pathLst>
                <a:path w="607695" h="604519">
                  <a:moveTo>
                    <a:pt x="303517" y="604100"/>
                  </a:moveTo>
                  <a:lnTo>
                    <a:pt x="254263" y="600147"/>
                  </a:lnTo>
                  <a:lnTo>
                    <a:pt x="207539" y="588705"/>
                  </a:lnTo>
                  <a:lnTo>
                    <a:pt x="163973" y="570398"/>
                  </a:lnTo>
                  <a:lnTo>
                    <a:pt x="124191" y="545851"/>
                  </a:lnTo>
                  <a:lnTo>
                    <a:pt x="88817" y="515691"/>
                  </a:lnTo>
                  <a:lnTo>
                    <a:pt x="58479" y="480541"/>
                  </a:lnTo>
                  <a:lnTo>
                    <a:pt x="33802" y="441027"/>
                  </a:lnTo>
                  <a:lnTo>
                    <a:pt x="15412" y="397774"/>
                  </a:lnTo>
                  <a:lnTo>
                    <a:pt x="3936" y="351407"/>
                  </a:lnTo>
                  <a:lnTo>
                    <a:pt x="0" y="302552"/>
                  </a:lnTo>
                  <a:lnTo>
                    <a:pt x="3936" y="253421"/>
                  </a:lnTo>
                  <a:lnTo>
                    <a:pt x="15412" y="206834"/>
                  </a:lnTo>
                  <a:lnTo>
                    <a:pt x="33802" y="163411"/>
                  </a:lnTo>
                  <a:lnTo>
                    <a:pt x="58479" y="123770"/>
                  </a:lnTo>
                  <a:lnTo>
                    <a:pt x="88817" y="88530"/>
                  </a:lnTo>
                  <a:lnTo>
                    <a:pt x="124191" y="58309"/>
                  </a:lnTo>
                  <a:lnTo>
                    <a:pt x="163973" y="33727"/>
                  </a:lnTo>
                  <a:lnTo>
                    <a:pt x="207539" y="15402"/>
                  </a:lnTo>
                  <a:lnTo>
                    <a:pt x="254263" y="3953"/>
                  </a:lnTo>
                  <a:lnTo>
                    <a:pt x="303517" y="0"/>
                  </a:lnTo>
                  <a:lnTo>
                    <a:pt x="352771" y="3953"/>
                  </a:lnTo>
                  <a:lnTo>
                    <a:pt x="399495" y="15398"/>
                  </a:lnTo>
                  <a:lnTo>
                    <a:pt x="443064" y="33713"/>
                  </a:lnTo>
                  <a:lnTo>
                    <a:pt x="482852" y="58276"/>
                  </a:lnTo>
                  <a:lnTo>
                    <a:pt x="518234" y="88466"/>
                  </a:lnTo>
                  <a:lnTo>
                    <a:pt x="548585" y="123660"/>
                  </a:lnTo>
                  <a:lnTo>
                    <a:pt x="573280" y="163237"/>
                  </a:lnTo>
                  <a:lnTo>
                    <a:pt x="591693" y="206574"/>
                  </a:lnTo>
                  <a:lnTo>
                    <a:pt x="603199" y="253050"/>
                  </a:lnTo>
                  <a:lnTo>
                    <a:pt x="607174" y="302044"/>
                  </a:lnTo>
                  <a:lnTo>
                    <a:pt x="603199" y="351037"/>
                  </a:lnTo>
                  <a:lnTo>
                    <a:pt x="591693" y="397514"/>
                  </a:lnTo>
                  <a:lnTo>
                    <a:pt x="573280" y="440853"/>
                  </a:lnTo>
                  <a:lnTo>
                    <a:pt x="548585" y="480431"/>
                  </a:lnTo>
                  <a:lnTo>
                    <a:pt x="518234" y="515627"/>
                  </a:lnTo>
                  <a:lnTo>
                    <a:pt x="482852" y="545819"/>
                  </a:lnTo>
                  <a:lnTo>
                    <a:pt x="443064" y="570384"/>
                  </a:lnTo>
                  <a:lnTo>
                    <a:pt x="399495" y="588701"/>
                  </a:lnTo>
                  <a:lnTo>
                    <a:pt x="352771" y="600147"/>
                  </a:lnTo>
                  <a:lnTo>
                    <a:pt x="303517" y="604100"/>
                  </a:lnTo>
                  <a:close/>
                </a:path>
              </a:pathLst>
            </a:custGeom>
            <a:solidFill>
              <a:srgbClr val="5178A3"/>
            </a:solidFill>
          </p:spPr>
          <p:txBody>
            <a:bodyPr wrap="square" lIns="0" tIns="0" rIns="0" bIns="0" rtlCol="0"/>
            <a:lstStyle/>
            <a:p>
              <a:endParaRPr/>
            </a:p>
          </p:txBody>
        </p:sp>
      </p:grpSp>
      <p:sp>
        <p:nvSpPr>
          <p:cNvPr id="25" name="object 25"/>
          <p:cNvSpPr txBox="1"/>
          <p:nvPr/>
        </p:nvSpPr>
        <p:spPr>
          <a:xfrm>
            <a:off x="6596659" y="2077884"/>
            <a:ext cx="167640"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Arial"/>
                <a:cs typeface="Arial"/>
              </a:rPr>
              <a:t>2</a:t>
            </a:r>
            <a:endParaRPr sz="2000">
              <a:latin typeface="Arial"/>
              <a:cs typeface="Arial"/>
            </a:endParaRPr>
          </a:p>
        </p:txBody>
      </p:sp>
      <p:sp>
        <p:nvSpPr>
          <p:cNvPr id="26" name="object 26"/>
          <p:cNvSpPr txBox="1"/>
          <p:nvPr/>
        </p:nvSpPr>
        <p:spPr>
          <a:xfrm>
            <a:off x="7190105" y="2104389"/>
            <a:ext cx="1783714" cy="268605"/>
          </a:xfrm>
          <a:prstGeom prst="rect">
            <a:avLst/>
          </a:prstGeom>
        </p:spPr>
        <p:txBody>
          <a:bodyPr vert="horz" wrap="square" lIns="0" tIns="12065" rIns="0" bIns="0" rtlCol="0">
            <a:spAutoFit/>
          </a:bodyPr>
          <a:lstStyle/>
          <a:p>
            <a:pPr marL="12700">
              <a:lnSpc>
                <a:spcPct val="100000"/>
              </a:lnSpc>
              <a:spcBef>
                <a:spcPts val="95"/>
              </a:spcBef>
            </a:pPr>
            <a:r>
              <a:rPr sz="1600" spc="135" dirty="0">
                <a:solidFill>
                  <a:srgbClr val="252525"/>
                </a:solidFill>
                <a:latin typeface="宋体"/>
                <a:cs typeface="宋体"/>
              </a:rPr>
              <a:t>情绪饱满与娱乐</a:t>
            </a:r>
            <a:r>
              <a:rPr sz="1600" spc="-50" dirty="0">
                <a:solidFill>
                  <a:srgbClr val="252525"/>
                </a:solidFill>
                <a:latin typeface="宋体"/>
                <a:cs typeface="宋体"/>
              </a:rPr>
              <a:t>性</a:t>
            </a:r>
            <a:endParaRPr sz="1600">
              <a:latin typeface="宋体"/>
              <a:cs typeface="宋体"/>
            </a:endParaRPr>
          </a:p>
        </p:txBody>
      </p:sp>
      <p:grpSp>
        <p:nvGrpSpPr>
          <p:cNvPr id="27" name="object 27"/>
          <p:cNvGrpSpPr/>
          <p:nvPr/>
        </p:nvGrpSpPr>
        <p:grpSpPr>
          <a:xfrm>
            <a:off x="6248400" y="2977895"/>
            <a:ext cx="3956685" cy="840105"/>
            <a:chOff x="6248400" y="2977895"/>
            <a:chExt cx="3956685" cy="840105"/>
          </a:xfrm>
        </p:grpSpPr>
        <p:sp>
          <p:nvSpPr>
            <p:cNvPr id="28" name="object 28"/>
            <p:cNvSpPr/>
            <p:nvPr/>
          </p:nvSpPr>
          <p:spPr>
            <a:xfrm>
              <a:off x="6248400" y="2977895"/>
              <a:ext cx="3956685" cy="840105"/>
            </a:xfrm>
            <a:custGeom>
              <a:avLst/>
              <a:gdLst/>
              <a:ahLst/>
              <a:cxnLst/>
              <a:rect l="l" t="t" r="r" b="b"/>
              <a:pathLst>
                <a:path w="3956684" h="840104">
                  <a:moveTo>
                    <a:pt x="3803904" y="839724"/>
                  </a:moveTo>
                  <a:lnTo>
                    <a:pt x="0" y="839724"/>
                  </a:lnTo>
                  <a:lnTo>
                    <a:pt x="0" y="152399"/>
                  </a:lnTo>
                  <a:lnTo>
                    <a:pt x="7828" y="104234"/>
                  </a:lnTo>
                  <a:lnTo>
                    <a:pt x="29642" y="62330"/>
                  </a:lnTo>
                  <a:lnTo>
                    <a:pt x="62934" y="29270"/>
                  </a:lnTo>
                  <a:lnTo>
                    <a:pt x="105197" y="7633"/>
                  </a:lnTo>
                  <a:lnTo>
                    <a:pt x="153924" y="0"/>
                  </a:lnTo>
                  <a:lnTo>
                    <a:pt x="3956304" y="0"/>
                  </a:lnTo>
                  <a:lnTo>
                    <a:pt x="3956304" y="687324"/>
                  </a:lnTo>
                  <a:lnTo>
                    <a:pt x="3948670" y="735611"/>
                  </a:lnTo>
                  <a:lnTo>
                    <a:pt x="3927033" y="777575"/>
                  </a:lnTo>
                  <a:lnTo>
                    <a:pt x="3893973" y="810636"/>
                  </a:lnTo>
                  <a:lnTo>
                    <a:pt x="3852069" y="832212"/>
                  </a:lnTo>
                  <a:lnTo>
                    <a:pt x="3803904" y="839724"/>
                  </a:lnTo>
                  <a:close/>
                </a:path>
              </a:pathLst>
            </a:custGeom>
            <a:solidFill>
              <a:srgbClr val="F1F1F1">
                <a:alpha val="50199"/>
              </a:srgbClr>
            </a:solidFill>
          </p:spPr>
          <p:txBody>
            <a:bodyPr wrap="square" lIns="0" tIns="0" rIns="0" bIns="0" rtlCol="0"/>
            <a:lstStyle/>
            <a:p>
              <a:endParaRPr/>
            </a:p>
          </p:txBody>
        </p:sp>
        <p:sp>
          <p:nvSpPr>
            <p:cNvPr id="29" name="object 29"/>
            <p:cNvSpPr/>
            <p:nvPr/>
          </p:nvSpPr>
          <p:spPr>
            <a:xfrm>
              <a:off x="6376415" y="3094139"/>
              <a:ext cx="608330" cy="604520"/>
            </a:xfrm>
            <a:custGeom>
              <a:avLst/>
              <a:gdLst/>
              <a:ahLst/>
              <a:cxnLst/>
              <a:rect l="l" t="t" r="r" b="b"/>
              <a:pathLst>
                <a:path w="608329" h="604520">
                  <a:moveTo>
                    <a:pt x="304152" y="604088"/>
                  </a:moveTo>
                  <a:lnTo>
                    <a:pt x="254897" y="600134"/>
                  </a:lnTo>
                  <a:lnTo>
                    <a:pt x="208169" y="588684"/>
                  </a:lnTo>
                  <a:lnTo>
                    <a:pt x="164591" y="570355"/>
                  </a:lnTo>
                  <a:lnTo>
                    <a:pt x="124785" y="545765"/>
                  </a:lnTo>
                  <a:lnTo>
                    <a:pt x="89373" y="515532"/>
                  </a:lnTo>
                  <a:lnTo>
                    <a:pt x="58976" y="480273"/>
                  </a:lnTo>
                  <a:lnTo>
                    <a:pt x="34219" y="440606"/>
                  </a:lnTo>
                  <a:lnTo>
                    <a:pt x="15722" y="397149"/>
                  </a:lnTo>
                  <a:lnTo>
                    <a:pt x="4108" y="350518"/>
                  </a:lnTo>
                  <a:lnTo>
                    <a:pt x="0" y="301332"/>
                  </a:lnTo>
                  <a:lnTo>
                    <a:pt x="4108" y="252532"/>
                  </a:lnTo>
                  <a:lnTo>
                    <a:pt x="15722" y="206210"/>
                  </a:lnTo>
                  <a:lnTo>
                    <a:pt x="34219" y="162993"/>
                  </a:lnTo>
                  <a:lnTo>
                    <a:pt x="58976" y="123507"/>
                  </a:lnTo>
                  <a:lnTo>
                    <a:pt x="89373" y="88377"/>
                  </a:lnTo>
                  <a:lnTo>
                    <a:pt x="124785" y="58231"/>
                  </a:lnTo>
                  <a:lnTo>
                    <a:pt x="164591" y="33694"/>
                  </a:lnTo>
                  <a:lnTo>
                    <a:pt x="208169" y="15392"/>
                  </a:lnTo>
                  <a:lnTo>
                    <a:pt x="254897" y="3952"/>
                  </a:lnTo>
                  <a:lnTo>
                    <a:pt x="304152" y="0"/>
                  </a:lnTo>
                  <a:lnTo>
                    <a:pt x="353406" y="3953"/>
                  </a:lnTo>
                  <a:lnTo>
                    <a:pt x="400130" y="15398"/>
                  </a:lnTo>
                  <a:lnTo>
                    <a:pt x="443699" y="33713"/>
                  </a:lnTo>
                  <a:lnTo>
                    <a:pt x="483487" y="58276"/>
                  </a:lnTo>
                  <a:lnTo>
                    <a:pt x="518869" y="88466"/>
                  </a:lnTo>
                  <a:lnTo>
                    <a:pt x="549220" y="123660"/>
                  </a:lnTo>
                  <a:lnTo>
                    <a:pt x="573915" y="163237"/>
                  </a:lnTo>
                  <a:lnTo>
                    <a:pt x="592328" y="206574"/>
                  </a:lnTo>
                  <a:lnTo>
                    <a:pt x="603834" y="253050"/>
                  </a:lnTo>
                  <a:lnTo>
                    <a:pt x="607809" y="302044"/>
                  </a:lnTo>
                  <a:lnTo>
                    <a:pt x="603834" y="351037"/>
                  </a:lnTo>
                  <a:lnTo>
                    <a:pt x="592328" y="397513"/>
                  </a:lnTo>
                  <a:lnTo>
                    <a:pt x="573915" y="440850"/>
                  </a:lnTo>
                  <a:lnTo>
                    <a:pt x="549220" y="480427"/>
                  </a:lnTo>
                  <a:lnTo>
                    <a:pt x="518869" y="515621"/>
                  </a:lnTo>
                  <a:lnTo>
                    <a:pt x="483487" y="545811"/>
                  </a:lnTo>
                  <a:lnTo>
                    <a:pt x="443699" y="570374"/>
                  </a:lnTo>
                  <a:lnTo>
                    <a:pt x="400130" y="588689"/>
                  </a:lnTo>
                  <a:lnTo>
                    <a:pt x="353406" y="600134"/>
                  </a:lnTo>
                  <a:lnTo>
                    <a:pt x="304152" y="604088"/>
                  </a:lnTo>
                  <a:close/>
                </a:path>
              </a:pathLst>
            </a:custGeom>
            <a:solidFill>
              <a:srgbClr val="415494"/>
            </a:solidFill>
          </p:spPr>
          <p:txBody>
            <a:bodyPr wrap="square" lIns="0" tIns="0" rIns="0" bIns="0" rtlCol="0"/>
            <a:lstStyle/>
            <a:p>
              <a:endParaRPr/>
            </a:p>
          </p:txBody>
        </p:sp>
      </p:grpSp>
      <p:sp>
        <p:nvSpPr>
          <p:cNvPr id="30" name="object 30"/>
          <p:cNvSpPr txBox="1"/>
          <p:nvPr/>
        </p:nvSpPr>
        <p:spPr>
          <a:xfrm>
            <a:off x="6597294" y="3217532"/>
            <a:ext cx="167640"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Arial"/>
                <a:cs typeface="Arial"/>
              </a:rPr>
              <a:t>4</a:t>
            </a:r>
            <a:endParaRPr sz="2000">
              <a:latin typeface="Arial"/>
              <a:cs typeface="Arial"/>
            </a:endParaRPr>
          </a:p>
        </p:txBody>
      </p:sp>
      <p:sp>
        <p:nvSpPr>
          <p:cNvPr id="31" name="object 31"/>
          <p:cNvSpPr txBox="1"/>
          <p:nvPr/>
        </p:nvSpPr>
        <p:spPr>
          <a:xfrm>
            <a:off x="7190105" y="3303269"/>
            <a:ext cx="1339215" cy="268605"/>
          </a:xfrm>
          <a:prstGeom prst="rect">
            <a:avLst/>
          </a:prstGeom>
        </p:spPr>
        <p:txBody>
          <a:bodyPr vert="horz" wrap="square" lIns="0" tIns="12065" rIns="0" bIns="0" rtlCol="0">
            <a:spAutoFit/>
          </a:bodyPr>
          <a:lstStyle/>
          <a:p>
            <a:pPr marL="12700">
              <a:lnSpc>
                <a:spcPct val="100000"/>
              </a:lnSpc>
              <a:spcBef>
                <a:spcPts val="95"/>
              </a:spcBef>
            </a:pPr>
            <a:r>
              <a:rPr sz="1600" spc="135" dirty="0">
                <a:solidFill>
                  <a:srgbClr val="252525"/>
                </a:solidFill>
                <a:latin typeface="宋体"/>
                <a:cs typeface="宋体"/>
              </a:rPr>
              <a:t>剧情与故事</a:t>
            </a:r>
            <a:r>
              <a:rPr sz="1600" spc="-50" dirty="0">
                <a:solidFill>
                  <a:srgbClr val="252525"/>
                </a:solidFill>
                <a:latin typeface="宋体"/>
                <a:cs typeface="宋体"/>
              </a:rPr>
              <a:t>性</a:t>
            </a:r>
            <a:endParaRPr sz="1600">
              <a:latin typeface="宋体"/>
              <a:cs typeface="宋体"/>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301625"/>
            <a:ext cx="10438765" cy="574040"/>
          </a:xfrm>
          <a:prstGeom prst="rect">
            <a:avLst/>
          </a:prstGeom>
        </p:spPr>
        <p:txBody>
          <a:bodyPr vert="horz" wrap="square" lIns="0" tIns="12700" rIns="0" bIns="0" rtlCol="0">
            <a:spAutoFit/>
          </a:bodyPr>
          <a:lstStyle/>
          <a:p>
            <a:pPr marL="12700">
              <a:lnSpc>
                <a:spcPct val="100000"/>
              </a:lnSpc>
              <a:spcBef>
                <a:spcPts val="100"/>
              </a:spcBef>
            </a:pPr>
            <a:r>
              <a:rPr spc="305" dirty="0"/>
              <a:t>提示语策略：提升</a:t>
            </a:r>
            <a:r>
              <a:rPr spc="295" dirty="0">
                <a:latin typeface="Arial"/>
                <a:cs typeface="Arial"/>
              </a:rPr>
              <a:t>AI</a:t>
            </a:r>
            <a:r>
              <a:rPr spc="275" dirty="0"/>
              <a:t>生成抖音文案与脚本的技巧</a:t>
            </a:r>
          </a:p>
        </p:txBody>
      </p:sp>
      <p:pic>
        <p:nvPicPr>
          <p:cNvPr id="3" name="object 3"/>
          <p:cNvPicPr/>
          <p:nvPr/>
        </p:nvPicPr>
        <p:blipFill>
          <a:blip r:embed="rId2" cstate="print"/>
          <a:stretch>
            <a:fillRect/>
          </a:stretch>
        </p:blipFill>
        <p:spPr>
          <a:xfrm>
            <a:off x="1106291" y="1394897"/>
            <a:ext cx="4432404" cy="696001"/>
          </a:xfrm>
          <a:prstGeom prst="rect">
            <a:avLst/>
          </a:prstGeom>
        </p:spPr>
      </p:pic>
      <p:sp>
        <p:nvSpPr>
          <p:cNvPr id="4" name="object 4"/>
          <p:cNvSpPr/>
          <p:nvPr/>
        </p:nvSpPr>
        <p:spPr>
          <a:xfrm>
            <a:off x="1109344" y="3035935"/>
            <a:ext cx="4487545" cy="691515"/>
          </a:xfrm>
          <a:custGeom>
            <a:avLst/>
            <a:gdLst/>
            <a:ahLst/>
            <a:cxnLst/>
            <a:rect l="l" t="t" r="r" b="b"/>
            <a:pathLst>
              <a:path w="4487545" h="691514">
                <a:moveTo>
                  <a:pt x="4483734" y="691514"/>
                </a:moveTo>
                <a:lnTo>
                  <a:pt x="3810" y="691514"/>
                </a:lnTo>
                <a:lnTo>
                  <a:pt x="2349" y="691222"/>
                </a:lnTo>
                <a:lnTo>
                  <a:pt x="1117" y="690397"/>
                </a:lnTo>
                <a:lnTo>
                  <a:pt x="292" y="689165"/>
                </a:lnTo>
                <a:lnTo>
                  <a:pt x="0" y="687704"/>
                </a:lnTo>
                <a:lnTo>
                  <a:pt x="0" y="3809"/>
                </a:lnTo>
                <a:lnTo>
                  <a:pt x="292" y="2349"/>
                </a:lnTo>
                <a:lnTo>
                  <a:pt x="1117" y="1117"/>
                </a:lnTo>
                <a:lnTo>
                  <a:pt x="2349" y="292"/>
                </a:lnTo>
                <a:lnTo>
                  <a:pt x="3810" y="0"/>
                </a:lnTo>
                <a:lnTo>
                  <a:pt x="4483734" y="0"/>
                </a:lnTo>
                <a:lnTo>
                  <a:pt x="4485195" y="292"/>
                </a:lnTo>
                <a:lnTo>
                  <a:pt x="4486427" y="1117"/>
                </a:lnTo>
                <a:lnTo>
                  <a:pt x="4487252" y="2349"/>
                </a:lnTo>
                <a:lnTo>
                  <a:pt x="4487545" y="3809"/>
                </a:lnTo>
                <a:lnTo>
                  <a:pt x="7620" y="3809"/>
                </a:lnTo>
                <a:lnTo>
                  <a:pt x="3810" y="7619"/>
                </a:lnTo>
                <a:lnTo>
                  <a:pt x="7620" y="7619"/>
                </a:lnTo>
                <a:lnTo>
                  <a:pt x="7620" y="683894"/>
                </a:lnTo>
                <a:lnTo>
                  <a:pt x="3810" y="683894"/>
                </a:lnTo>
                <a:lnTo>
                  <a:pt x="7620" y="687704"/>
                </a:lnTo>
                <a:lnTo>
                  <a:pt x="4487545" y="687704"/>
                </a:lnTo>
                <a:lnTo>
                  <a:pt x="4487252" y="689165"/>
                </a:lnTo>
                <a:lnTo>
                  <a:pt x="4486427" y="690397"/>
                </a:lnTo>
                <a:lnTo>
                  <a:pt x="4485195" y="691222"/>
                </a:lnTo>
                <a:lnTo>
                  <a:pt x="4483734" y="691514"/>
                </a:lnTo>
                <a:close/>
              </a:path>
              <a:path w="4487545" h="691514">
                <a:moveTo>
                  <a:pt x="7620" y="7619"/>
                </a:moveTo>
                <a:lnTo>
                  <a:pt x="3810" y="7619"/>
                </a:lnTo>
                <a:lnTo>
                  <a:pt x="7620" y="3809"/>
                </a:lnTo>
                <a:lnTo>
                  <a:pt x="7620" y="7619"/>
                </a:lnTo>
                <a:close/>
              </a:path>
              <a:path w="4487545" h="691514">
                <a:moveTo>
                  <a:pt x="4479925" y="7619"/>
                </a:moveTo>
                <a:lnTo>
                  <a:pt x="7620" y="7619"/>
                </a:lnTo>
                <a:lnTo>
                  <a:pt x="7620" y="3809"/>
                </a:lnTo>
                <a:lnTo>
                  <a:pt x="4479925" y="3809"/>
                </a:lnTo>
                <a:lnTo>
                  <a:pt x="4479925" y="7619"/>
                </a:lnTo>
                <a:close/>
              </a:path>
              <a:path w="4487545" h="691514">
                <a:moveTo>
                  <a:pt x="4479925" y="687704"/>
                </a:moveTo>
                <a:lnTo>
                  <a:pt x="4479925" y="3809"/>
                </a:lnTo>
                <a:lnTo>
                  <a:pt x="4483734" y="7619"/>
                </a:lnTo>
                <a:lnTo>
                  <a:pt x="4487545" y="7619"/>
                </a:lnTo>
                <a:lnTo>
                  <a:pt x="4487545" y="683894"/>
                </a:lnTo>
                <a:lnTo>
                  <a:pt x="4483734" y="683894"/>
                </a:lnTo>
                <a:lnTo>
                  <a:pt x="4479925" y="687704"/>
                </a:lnTo>
                <a:close/>
              </a:path>
              <a:path w="4487545" h="691514">
                <a:moveTo>
                  <a:pt x="4487545" y="7619"/>
                </a:moveTo>
                <a:lnTo>
                  <a:pt x="4483734" y="7619"/>
                </a:lnTo>
                <a:lnTo>
                  <a:pt x="4479925" y="3809"/>
                </a:lnTo>
                <a:lnTo>
                  <a:pt x="4487545" y="3809"/>
                </a:lnTo>
                <a:lnTo>
                  <a:pt x="4487545" y="7619"/>
                </a:lnTo>
                <a:close/>
              </a:path>
              <a:path w="4487545" h="691514">
                <a:moveTo>
                  <a:pt x="7620" y="687704"/>
                </a:moveTo>
                <a:lnTo>
                  <a:pt x="3810" y="683894"/>
                </a:lnTo>
                <a:lnTo>
                  <a:pt x="7620" y="683894"/>
                </a:lnTo>
                <a:lnTo>
                  <a:pt x="7620" y="687704"/>
                </a:lnTo>
                <a:close/>
              </a:path>
              <a:path w="4487545" h="691514">
                <a:moveTo>
                  <a:pt x="4479925" y="687704"/>
                </a:moveTo>
                <a:lnTo>
                  <a:pt x="7620" y="687704"/>
                </a:lnTo>
                <a:lnTo>
                  <a:pt x="7620" y="683894"/>
                </a:lnTo>
                <a:lnTo>
                  <a:pt x="4479925" y="683894"/>
                </a:lnTo>
                <a:lnTo>
                  <a:pt x="4479925" y="687704"/>
                </a:lnTo>
                <a:close/>
              </a:path>
              <a:path w="4487545" h="691514">
                <a:moveTo>
                  <a:pt x="4487545" y="687704"/>
                </a:moveTo>
                <a:lnTo>
                  <a:pt x="4479925" y="687704"/>
                </a:lnTo>
                <a:lnTo>
                  <a:pt x="4483734" y="683894"/>
                </a:lnTo>
                <a:lnTo>
                  <a:pt x="4487545" y="683894"/>
                </a:lnTo>
                <a:lnTo>
                  <a:pt x="4487545" y="687704"/>
                </a:lnTo>
                <a:close/>
              </a:path>
            </a:pathLst>
          </a:custGeom>
          <a:solidFill>
            <a:srgbClr val="E6E6E6"/>
          </a:solidFill>
        </p:spPr>
        <p:txBody>
          <a:bodyPr wrap="square" lIns="0" tIns="0" rIns="0" bIns="0" rtlCol="0"/>
          <a:lstStyle/>
          <a:p>
            <a:endParaRPr/>
          </a:p>
        </p:txBody>
      </p:sp>
      <p:pic>
        <p:nvPicPr>
          <p:cNvPr id="5" name="object 5"/>
          <p:cNvPicPr/>
          <p:nvPr/>
        </p:nvPicPr>
        <p:blipFill>
          <a:blip r:embed="rId3" cstate="print"/>
          <a:stretch>
            <a:fillRect/>
          </a:stretch>
        </p:blipFill>
        <p:spPr>
          <a:xfrm>
            <a:off x="1099595" y="4078130"/>
            <a:ext cx="4503521" cy="696001"/>
          </a:xfrm>
          <a:prstGeom prst="rect">
            <a:avLst/>
          </a:prstGeom>
        </p:spPr>
      </p:pic>
      <p:pic>
        <p:nvPicPr>
          <p:cNvPr id="6" name="object 6"/>
          <p:cNvPicPr/>
          <p:nvPr/>
        </p:nvPicPr>
        <p:blipFill>
          <a:blip r:embed="rId4" cstate="print"/>
          <a:stretch>
            <a:fillRect/>
          </a:stretch>
        </p:blipFill>
        <p:spPr>
          <a:xfrm>
            <a:off x="6517127" y="1394897"/>
            <a:ext cx="4432404" cy="696001"/>
          </a:xfrm>
          <a:prstGeom prst="rect">
            <a:avLst/>
          </a:prstGeom>
        </p:spPr>
      </p:pic>
      <p:pic>
        <p:nvPicPr>
          <p:cNvPr id="7" name="object 7"/>
          <p:cNvPicPr/>
          <p:nvPr/>
        </p:nvPicPr>
        <p:blipFill>
          <a:blip r:embed="rId5" cstate="print"/>
          <a:stretch>
            <a:fillRect/>
          </a:stretch>
        </p:blipFill>
        <p:spPr>
          <a:xfrm>
            <a:off x="6514588" y="4078130"/>
            <a:ext cx="4503521" cy="696001"/>
          </a:xfrm>
          <a:prstGeom prst="rect">
            <a:avLst/>
          </a:prstGeom>
        </p:spPr>
      </p:pic>
      <p:sp>
        <p:nvSpPr>
          <p:cNvPr id="8" name="object 8"/>
          <p:cNvSpPr/>
          <p:nvPr/>
        </p:nvSpPr>
        <p:spPr>
          <a:xfrm>
            <a:off x="6523355" y="3035935"/>
            <a:ext cx="4488815" cy="691515"/>
          </a:xfrm>
          <a:custGeom>
            <a:avLst/>
            <a:gdLst/>
            <a:ahLst/>
            <a:cxnLst/>
            <a:rect l="l" t="t" r="r" b="b"/>
            <a:pathLst>
              <a:path w="4488815" h="691514">
                <a:moveTo>
                  <a:pt x="4485005" y="691514"/>
                </a:moveTo>
                <a:lnTo>
                  <a:pt x="3810" y="691514"/>
                </a:lnTo>
                <a:lnTo>
                  <a:pt x="2349" y="691222"/>
                </a:lnTo>
                <a:lnTo>
                  <a:pt x="1117" y="690397"/>
                </a:lnTo>
                <a:lnTo>
                  <a:pt x="292" y="689165"/>
                </a:lnTo>
                <a:lnTo>
                  <a:pt x="0" y="687704"/>
                </a:lnTo>
                <a:lnTo>
                  <a:pt x="0" y="3809"/>
                </a:lnTo>
                <a:lnTo>
                  <a:pt x="292" y="2349"/>
                </a:lnTo>
                <a:lnTo>
                  <a:pt x="1117" y="1117"/>
                </a:lnTo>
                <a:lnTo>
                  <a:pt x="2349" y="292"/>
                </a:lnTo>
                <a:lnTo>
                  <a:pt x="3810" y="0"/>
                </a:lnTo>
                <a:lnTo>
                  <a:pt x="4485005" y="0"/>
                </a:lnTo>
                <a:lnTo>
                  <a:pt x="4486465" y="292"/>
                </a:lnTo>
                <a:lnTo>
                  <a:pt x="4487697" y="1117"/>
                </a:lnTo>
                <a:lnTo>
                  <a:pt x="4488522" y="2349"/>
                </a:lnTo>
                <a:lnTo>
                  <a:pt x="4488815" y="3809"/>
                </a:lnTo>
                <a:lnTo>
                  <a:pt x="7620" y="3809"/>
                </a:lnTo>
                <a:lnTo>
                  <a:pt x="3810" y="7619"/>
                </a:lnTo>
                <a:lnTo>
                  <a:pt x="7620" y="7619"/>
                </a:lnTo>
                <a:lnTo>
                  <a:pt x="7620" y="683894"/>
                </a:lnTo>
                <a:lnTo>
                  <a:pt x="3810" y="683894"/>
                </a:lnTo>
                <a:lnTo>
                  <a:pt x="7620" y="687704"/>
                </a:lnTo>
                <a:lnTo>
                  <a:pt x="4488815" y="687704"/>
                </a:lnTo>
                <a:lnTo>
                  <a:pt x="4488522" y="689165"/>
                </a:lnTo>
                <a:lnTo>
                  <a:pt x="4487697" y="690397"/>
                </a:lnTo>
                <a:lnTo>
                  <a:pt x="4486465" y="691222"/>
                </a:lnTo>
                <a:lnTo>
                  <a:pt x="4485005" y="691514"/>
                </a:lnTo>
                <a:close/>
              </a:path>
              <a:path w="4488815" h="691514">
                <a:moveTo>
                  <a:pt x="7620" y="7619"/>
                </a:moveTo>
                <a:lnTo>
                  <a:pt x="3810" y="7619"/>
                </a:lnTo>
                <a:lnTo>
                  <a:pt x="7620" y="3809"/>
                </a:lnTo>
                <a:lnTo>
                  <a:pt x="7620" y="7619"/>
                </a:lnTo>
                <a:close/>
              </a:path>
              <a:path w="4488815" h="691514">
                <a:moveTo>
                  <a:pt x="4481195" y="7619"/>
                </a:moveTo>
                <a:lnTo>
                  <a:pt x="7620" y="7619"/>
                </a:lnTo>
                <a:lnTo>
                  <a:pt x="7620" y="3809"/>
                </a:lnTo>
                <a:lnTo>
                  <a:pt x="4481195" y="3809"/>
                </a:lnTo>
                <a:lnTo>
                  <a:pt x="4481195" y="7619"/>
                </a:lnTo>
                <a:close/>
              </a:path>
              <a:path w="4488815" h="691514">
                <a:moveTo>
                  <a:pt x="4481195" y="687704"/>
                </a:moveTo>
                <a:lnTo>
                  <a:pt x="4481195" y="3809"/>
                </a:lnTo>
                <a:lnTo>
                  <a:pt x="4485005" y="7619"/>
                </a:lnTo>
                <a:lnTo>
                  <a:pt x="4488815" y="7619"/>
                </a:lnTo>
                <a:lnTo>
                  <a:pt x="4488815" y="683894"/>
                </a:lnTo>
                <a:lnTo>
                  <a:pt x="4485005" y="683894"/>
                </a:lnTo>
                <a:lnTo>
                  <a:pt x="4481195" y="687704"/>
                </a:lnTo>
                <a:close/>
              </a:path>
              <a:path w="4488815" h="691514">
                <a:moveTo>
                  <a:pt x="4488815" y="7619"/>
                </a:moveTo>
                <a:lnTo>
                  <a:pt x="4485005" y="7619"/>
                </a:lnTo>
                <a:lnTo>
                  <a:pt x="4481195" y="3809"/>
                </a:lnTo>
                <a:lnTo>
                  <a:pt x="4488815" y="3809"/>
                </a:lnTo>
                <a:lnTo>
                  <a:pt x="4488815" y="7619"/>
                </a:lnTo>
                <a:close/>
              </a:path>
              <a:path w="4488815" h="691514">
                <a:moveTo>
                  <a:pt x="7620" y="687704"/>
                </a:moveTo>
                <a:lnTo>
                  <a:pt x="3810" y="683894"/>
                </a:lnTo>
                <a:lnTo>
                  <a:pt x="7620" y="683894"/>
                </a:lnTo>
                <a:lnTo>
                  <a:pt x="7620" y="687704"/>
                </a:lnTo>
                <a:close/>
              </a:path>
              <a:path w="4488815" h="691514">
                <a:moveTo>
                  <a:pt x="4481195" y="687704"/>
                </a:moveTo>
                <a:lnTo>
                  <a:pt x="7620" y="687704"/>
                </a:lnTo>
                <a:lnTo>
                  <a:pt x="7620" y="683894"/>
                </a:lnTo>
                <a:lnTo>
                  <a:pt x="4481195" y="683894"/>
                </a:lnTo>
                <a:lnTo>
                  <a:pt x="4481195" y="687704"/>
                </a:lnTo>
                <a:close/>
              </a:path>
              <a:path w="4488815" h="691514">
                <a:moveTo>
                  <a:pt x="4488815" y="687704"/>
                </a:moveTo>
                <a:lnTo>
                  <a:pt x="4481195" y="687704"/>
                </a:lnTo>
                <a:lnTo>
                  <a:pt x="4485005" y="683894"/>
                </a:lnTo>
                <a:lnTo>
                  <a:pt x="4488815" y="683894"/>
                </a:lnTo>
                <a:lnTo>
                  <a:pt x="4488815" y="687704"/>
                </a:lnTo>
                <a:close/>
              </a:path>
            </a:pathLst>
          </a:custGeom>
          <a:solidFill>
            <a:srgbClr val="E6E6E6"/>
          </a:solidFill>
        </p:spPr>
        <p:txBody>
          <a:bodyPr wrap="square" lIns="0" tIns="0" rIns="0" bIns="0" rtlCol="0"/>
          <a:lstStyle/>
          <a:p>
            <a:endParaRPr/>
          </a:p>
        </p:txBody>
      </p:sp>
      <p:sp>
        <p:nvSpPr>
          <p:cNvPr id="9" name="object 9"/>
          <p:cNvSpPr/>
          <p:nvPr/>
        </p:nvSpPr>
        <p:spPr>
          <a:xfrm>
            <a:off x="1108075" y="5697854"/>
            <a:ext cx="4488815" cy="690880"/>
          </a:xfrm>
          <a:custGeom>
            <a:avLst/>
            <a:gdLst/>
            <a:ahLst/>
            <a:cxnLst/>
            <a:rect l="l" t="t" r="r" b="b"/>
            <a:pathLst>
              <a:path w="4488815" h="690879">
                <a:moveTo>
                  <a:pt x="4485005" y="690880"/>
                </a:moveTo>
                <a:lnTo>
                  <a:pt x="3809" y="690880"/>
                </a:lnTo>
                <a:lnTo>
                  <a:pt x="2349" y="690587"/>
                </a:lnTo>
                <a:lnTo>
                  <a:pt x="1117" y="689762"/>
                </a:lnTo>
                <a:lnTo>
                  <a:pt x="292" y="688530"/>
                </a:lnTo>
                <a:lnTo>
                  <a:pt x="0" y="687070"/>
                </a:lnTo>
                <a:lnTo>
                  <a:pt x="0" y="3810"/>
                </a:lnTo>
                <a:lnTo>
                  <a:pt x="292" y="2349"/>
                </a:lnTo>
                <a:lnTo>
                  <a:pt x="1117" y="1117"/>
                </a:lnTo>
                <a:lnTo>
                  <a:pt x="2349" y="292"/>
                </a:lnTo>
                <a:lnTo>
                  <a:pt x="3809" y="0"/>
                </a:lnTo>
                <a:lnTo>
                  <a:pt x="4485005" y="0"/>
                </a:lnTo>
                <a:lnTo>
                  <a:pt x="4486465" y="292"/>
                </a:lnTo>
                <a:lnTo>
                  <a:pt x="4487697" y="1117"/>
                </a:lnTo>
                <a:lnTo>
                  <a:pt x="4488522" y="2349"/>
                </a:lnTo>
                <a:lnTo>
                  <a:pt x="4488815" y="3810"/>
                </a:lnTo>
                <a:lnTo>
                  <a:pt x="7619" y="3810"/>
                </a:lnTo>
                <a:lnTo>
                  <a:pt x="3809" y="7620"/>
                </a:lnTo>
                <a:lnTo>
                  <a:pt x="7619" y="7620"/>
                </a:lnTo>
                <a:lnTo>
                  <a:pt x="7619" y="683260"/>
                </a:lnTo>
                <a:lnTo>
                  <a:pt x="3809" y="683260"/>
                </a:lnTo>
                <a:lnTo>
                  <a:pt x="7619" y="687070"/>
                </a:lnTo>
                <a:lnTo>
                  <a:pt x="4488815" y="687070"/>
                </a:lnTo>
                <a:lnTo>
                  <a:pt x="4488522" y="688530"/>
                </a:lnTo>
                <a:lnTo>
                  <a:pt x="4487697" y="689762"/>
                </a:lnTo>
                <a:lnTo>
                  <a:pt x="4486465" y="690587"/>
                </a:lnTo>
                <a:lnTo>
                  <a:pt x="4485005" y="690880"/>
                </a:lnTo>
                <a:close/>
              </a:path>
              <a:path w="4488815" h="690879">
                <a:moveTo>
                  <a:pt x="7619" y="7620"/>
                </a:moveTo>
                <a:lnTo>
                  <a:pt x="3809" y="7620"/>
                </a:lnTo>
                <a:lnTo>
                  <a:pt x="7619" y="3810"/>
                </a:lnTo>
                <a:lnTo>
                  <a:pt x="7619" y="7620"/>
                </a:lnTo>
                <a:close/>
              </a:path>
              <a:path w="4488815" h="690879">
                <a:moveTo>
                  <a:pt x="4481195" y="7620"/>
                </a:moveTo>
                <a:lnTo>
                  <a:pt x="7619" y="7620"/>
                </a:lnTo>
                <a:lnTo>
                  <a:pt x="7619" y="3810"/>
                </a:lnTo>
                <a:lnTo>
                  <a:pt x="4481195" y="3810"/>
                </a:lnTo>
                <a:lnTo>
                  <a:pt x="4481195" y="7620"/>
                </a:lnTo>
                <a:close/>
              </a:path>
              <a:path w="4488815" h="690879">
                <a:moveTo>
                  <a:pt x="4481195" y="687070"/>
                </a:moveTo>
                <a:lnTo>
                  <a:pt x="4481195" y="3810"/>
                </a:lnTo>
                <a:lnTo>
                  <a:pt x="4485005" y="7620"/>
                </a:lnTo>
                <a:lnTo>
                  <a:pt x="4488815" y="7620"/>
                </a:lnTo>
                <a:lnTo>
                  <a:pt x="4488815" y="683260"/>
                </a:lnTo>
                <a:lnTo>
                  <a:pt x="4485005" y="683260"/>
                </a:lnTo>
                <a:lnTo>
                  <a:pt x="4481195" y="687070"/>
                </a:lnTo>
                <a:close/>
              </a:path>
              <a:path w="4488815" h="690879">
                <a:moveTo>
                  <a:pt x="4488815" y="7620"/>
                </a:moveTo>
                <a:lnTo>
                  <a:pt x="4485005" y="7620"/>
                </a:lnTo>
                <a:lnTo>
                  <a:pt x="4481195" y="3810"/>
                </a:lnTo>
                <a:lnTo>
                  <a:pt x="4488815" y="3810"/>
                </a:lnTo>
                <a:lnTo>
                  <a:pt x="4488815" y="7620"/>
                </a:lnTo>
                <a:close/>
              </a:path>
              <a:path w="4488815" h="690879">
                <a:moveTo>
                  <a:pt x="7619" y="687070"/>
                </a:moveTo>
                <a:lnTo>
                  <a:pt x="3809" y="683260"/>
                </a:lnTo>
                <a:lnTo>
                  <a:pt x="7619" y="683260"/>
                </a:lnTo>
                <a:lnTo>
                  <a:pt x="7619" y="687070"/>
                </a:lnTo>
                <a:close/>
              </a:path>
              <a:path w="4488815" h="690879">
                <a:moveTo>
                  <a:pt x="4481195" y="687070"/>
                </a:moveTo>
                <a:lnTo>
                  <a:pt x="7619" y="687070"/>
                </a:lnTo>
                <a:lnTo>
                  <a:pt x="7619" y="683260"/>
                </a:lnTo>
                <a:lnTo>
                  <a:pt x="4481195" y="683260"/>
                </a:lnTo>
                <a:lnTo>
                  <a:pt x="4481195" y="687070"/>
                </a:lnTo>
                <a:close/>
              </a:path>
              <a:path w="4488815" h="690879">
                <a:moveTo>
                  <a:pt x="4488815" y="687070"/>
                </a:moveTo>
                <a:lnTo>
                  <a:pt x="4481195" y="687070"/>
                </a:lnTo>
                <a:lnTo>
                  <a:pt x="4485005" y="683260"/>
                </a:lnTo>
                <a:lnTo>
                  <a:pt x="4488815" y="683260"/>
                </a:lnTo>
                <a:lnTo>
                  <a:pt x="4488815" y="687070"/>
                </a:lnTo>
                <a:close/>
              </a:path>
            </a:pathLst>
          </a:custGeom>
          <a:solidFill>
            <a:srgbClr val="E6E6E6"/>
          </a:solidFill>
        </p:spPr>
        <p:txBody>
          <a:bodyPr wrap="square" lIns="0" tIns="0" rIns="0" bIns="0" rtlCol="0"/>
          <a:lstStyle/>
          <a:p>
            <a:endParaRPr/>
          </a:p>
        </p:txBody>
      </p:sp>
      <p:sp>
        <p:nvSpPr>
          <p:cNvPr id="10" name="object 10"/>
          <p:cNvSpPr txBox="1"/>
          <p:nvPr/>
        </p:nvSpPr>
        <p:spPr>
          <a:xfrm>
            <a:off x="1120139" y="1452219"/>
            <a:ext cx="4400550" cy="4838700"/>
          </a:xfrm>
          <a:prstGeom prst="rect">
            <a:avLst/>
          </a:prstGeom>
        </p:spPr>
        <p:txBody>
          <a:bodyPr vert="horz" wrap="square" lIns="0" tIns="12700" rIns="0" bIns="0" rtlCol="0">
            <a:spAutoFit/>
          </a:bodyPr>
          <a:lstStyle/>
          <a:p>
            <a:pPr algn="ctr">
              <a:lnSpc>
                <a:spcPct val="100000"/>
              </a:lnSpc>
              <a:spcBef>
                <a:spcPts val="100"/>
              </a:spcBef>
            </a:pPr>
            <a:r>
              <a:rPr sz="1800" b="1" spc="-5" dirty="0">
                <a:latin typeface="Microsoft JhengHei"/>
                <a:cs typeface="Microsoft JhengHei"/>
              </a:rPr>
              <a:t>吸睛开头的提示语设计</a:t>
            </a:r>
            <a:endParaRPr sz="1800">
              <a:latin typeface="Microsoft JhengHei"/>
              <a:cs typeface="Microsoft JhengHei"/>
            </a:endParaRPr>
          </a:p>
          <a:p>
            <a:pPr>
              <a:lnSpc>
                <a:spcPct val="100000"/>
              </a:lnSpc>
            </a:pPr>
            <a:endParaRPr sz="1300">
              <a:latin typeface="Microsoft JhengHei"/>
              <a:cs typeface="Microsoft JhengHei"/>
            </a:endParaRPr>
          </a:p>
          <a:p>
            <a:pPr marL="85090" marR="81280" algn="just">
              <a:lnSpc>
                <a:spcPct val="119800"/>
              </a:lnSpc>
              <a:spcBef>
                <a:spcPts val="5"/>
              </a:spcBef>
            </a:pPr>
            <a:r>
              <a:rPr sz="1600" dirty="0">
                <a:latin typeface="宋体"/>
                <a:cs typeface="宋体"/>
              </a:rPr>
              <a:t>在抖音内容中，视频开头</a:t>
            </a:r>
            <a:r>
              <a:rPr sz="1600" dirty="0">
                <a:latin typeface="Arial"/>
                <a:cs typeface="Arial"/>
              </a:rPr>
              <a:t>3</a:t>
            </a:r>
            <a:r>
              <a:rPr sz="1600" dirty="0">
                <a:latin typeface="宋体"/>
                <a:cs typeface="宋体"/>
              </a:rPr>
              <a:t>秒决定了观众的停</a:t>
            </a:r>
            <a:r>
              <a:rPr sz="1600" spc="-50" dirty="0">
                <a:latin typeface="宋体"/>
                <a:cs typeface="宋体"/>
              </a:rPr>
              <a:t>留</a:t>
            </a:r>
            <a:r>
              <a:rPr sz="1600" spc="50" dirty="0">
                <a:latin typeface="宋体"/>
                <a:cs typeface="宋体"/>
              </a:rPr>
              <a:t>意愿，提</a:t>
            </a:r>
            <a:r>
              <a:rPr sz="1600" spc="55" dirty="0">
                <a:latin typeface="宋体"/>
                <a:cs typeface="宋体"/>
              </a:rPr>
              <a:t>示语需引导</a:t>
            </a:r>
            <a:r>
              <a:rPr sz="1600" spc="60" dirty="0">
                <a:latin typeface="Arial"/>
                <a:cs typeface="Arial"/>
              </a:rPr>
              <a:t>AI</a:t>
            </a:r>
            <a:r>
              <a:rPr sz="1600" spc="55" dirty="0">
                <a:latin typeface="宋体"/>
                <a:cs typeface="宋体"/>
              </a:rPr>
              <a:t>在文案或脚本开头快</a:t>
            </a:r>
            <a:r>
              <a:rPr sz="1600" spc="-50" dirty="0">
                <a:latin typeface="宋体"/>
                <a:cs typeface="宋体"/>
              </a:rPr>
              <a:t>速</a:t>
            </a:r>
            <a:r>
              <a:rPr sz="1600" spc="-20" dirty="0">
                <a:latin typeface="宋体"/>
                <a:cs typeface="宋体"/>
              </a:rPr>
              <a:t>引入吸睛元素</a:t>
            </a:r>
            <a:r>
              <a:rPr sz="1600" spc="-50" dirty="0">
                <a:latin typeface="宋体"/>
                <a:cs typeface="宋体"/>
              </a:rPr>
              <a:t>。</a:t>
            </a:r>
            <a:endParaRPr sz="1600">
              <a:latin typeface="宋体"/>
              <a:cs typeface="宋体"/>
            </a:endParaRPr>
          </a:p>
          <a:p>
            <a:pPr marL="83820" marR="11430" indent="37465">
              <a:lnSpc>
                <a:spcPct val="152800"/>
              </a:lnSpc>
              <a:spcBef>
                <a:spcPts val="1080"/>
              </a:spcBef>
            </a:pPr>
            <a:r>
              <a:rPr sz="1200" spc="-30" dirty="0">
                <a:latin typeface="宋体"/>
                <a:cs typeface="宋体"/>
              </a:rPr>
              <a:t>生成一个强吸引力的开场，聚焦[视觉冲击或情绪渲染]，确保在</a:t>
            </a:r>
            <a:r>
              <a:rPr sz="1200" spc="-50" dirty="0">
                <a:latin typeface="宋体"/>
                <a:cs typeface="宋体"/>
              </a:rPr>
              <a:t> </a:t>
            </a:r>
            <a:r>
              <a:rPr sz="1200" dirty="0">
                <a:latin typeface="宋体"/>
                <a:cs typeface="宋体"/>
              </a:rPr>
              <a:t>3</a:t>
            </a:r>
            <a:r>
              <a:rPr sz="1200" spc="-10" dirty="0">
                <a:latin typeface="宋体"/>
                <a:cs typeface="宋体"/>
              </a:rPr>
              <a:t>秒内引起观众兴趣。</a:t>
            </a:r>
            <a:endParaRPr sz="1200">
              <a:latin typeface="宋体"/>
              <a:cs typeface="宋体"/>
            </a:endParaRPr>
          </a:p>
          <a:p>
            <a:pPr>
              <a:lnSpc>
                <a:spcPct val="100000"/>
              </a:lnSpc>
            </a:pPr>
            <a:endParaRPr sz="1200">
              <a:latin typeface="宋体"/>
              <a:cs typeface="宋体"/>
            </a:endParaRPr>
          </a:p>
          <a:p>
            <a:pPr>
              <a:lnSpc>
                <a:spcPct val="100000"/>
              </a:lnSpc>
            </a:pPr>
            <a:endParaRPr sz="1200">
              <a:latin typeface="宋体"/>
              <a:cs typeface="宋体"/>
            </a:endParaRPr>
          </a:p>
          <a:p>
            <a:pPr>
              <a:lnSpc>
                <a:spcPct val="100000"/>
              </a:lnSpc>
              <a:spcBef>
                <a:spcPts val="55"/>
              </a:spcBef>
            </a:pPr>
            <a:endParaRPr sz="800">
              <a:latin typeface="宋体"/>
              <a:cs typeface="宋体"/>
            </a:endParaRPr>
          </a:p>
          <a:p>
            <a:pPr marL="64769" algn="ctr">
              <a:lnSpc>
                <a:spcPct val="100000"/>
              </a:lnSpc>
            </a:pPr>
            <a:r>
              <a:rPr sz="1800" b="1" spc="-5" dirty="0">
                <a:latin typeface="Microsoft JhengHei"/>
                <a:cs typeface="Microsoft JhengHei"/>
              </a:rPr>
              <a:t>节奏紧凑的剧情提示语设计</a:t>
            </a:r>
            <a:endParaRPr sz="1800">
              <a:latin typeface="Microsoft JhengHei"/>
              <a:cs typeface="Microsoft JhengHei"/>
            </a:endParaRPr>
          </a:p>
          <a:p>
            <a:pPr>
              <a:lnSpc>
                <a:spcPct val="100000"/>
              </a:lnSpc>
              <a:spcBef>
                <a:spcPts val="55"/>
              </a:spcBef>
            </a:pPr>
            <a:endParaRPr sz="1200">
              <a:latin typeface="Microsoft JhengHei"/>
              <a:cs typeface="Microsoft JhengHei"/>
            </a:endParaRPr>
          </a:p>
          <a:p>
            <a:pPr marL="12700" marR="83185" algn="just">
              <a:lnSpc>
                <a:spcPct val="119800"/>
              </a:lnSpc>
            </a:pPr>
            <a:r>
              <a:rPr sz="1600" spc="-10" dirty="0">
                <a:latin typeface="宋体"/>
                <a:cs typeface="宋体"/>
              </a:rPr>
              <a:t>抖音短视频内容需要剧情</a:t>
            </a:r>
            <a:r>
              <a:rPr sz="1600" dirty="0">
                <a:latin typeface="宋体"/>
                <a:cs typeface="宋体"/>
              </a:rPr>
              <a:t>紧凑、节奏鲜明，提</a:t>
            </a:r>
            <a:r>
              <a:rPr sz="1600" spc="-50" dirty="0">
                <a:latin typeface="宋体"/>
                <a:cs typeface="宋体"/>
              </a:rPr>
              <a:t>示</a:t>
            </a:r>
            <a:r>
              <a:rPr sz="1600" dirty="0">
                <a:latin typeface="宋体"/>
                <a:cs typeface="宋体"/>
              </a:rPr>
              <a:t>语设计应帮助</a:t>
            </a:r>
            <a:r>
              <a:rPr sz="1600" dirty="0">
                <a:latin typeface="Arial"/>
                <a:cs typeface="Arial"/>
              </a:rPr>
              <a:t>AI</a:t>
            </a:r>
            <a:r>
              <a:rPr sz="1600" dirty="0">
                <a:latin typeface="宋体"/>
                <a:cs typeface="宋体"/>
              </a:rPr>
              <a:t>在有限时间内创造出完整、连</a:t>
            </a:r>
            <a:r>
              <a:rPr sz="1600" spc="-50" dirty="0">
                <a:latin typeface="宋体"/>
                <a:cs typeface="宋体"/>
              </a:rPr>
              <a:t>贯</a:t>
            </a:r>
            <a:r>
              <a:rPr sz="1600" spc="-20" dirty="0">
                <a:latin typeface="宋体"/>
                <a:cs typeface="宋体"/>
              </a:rPr>
              <a:t>的故事情节</a:t>
            </a:r>
            <a:r>
              <a:rPr sz="1600" spc="-50" dirty="0">
                <a:latin typeface="宋体"/>
                <a:cs typeface="宋体"/>
              </a:rPr>
              <a:t>。</a:t>
            </a:r>
            <a:endParaRPr sz="1600">
              <a:latin typeface="宋体"/>
              <a:cs typeface="宋体"/>
            </a:endParaRPr>
          </a:p>
          <a:p>
            <a:pPr marL="81915" marR="5080" indent="38735">
              <a:lnSpc>
                <a:spcPct val="152800"/>
              </a:lnSpc>
              <a:spcBef>
                <a:spcPts val="1080"/>
              </a:spcBef>
            </a:pPr>
            <a:r>
              <a:rPr sz="1200" spc="-5" dirty="0">
                <a:latin typeface="宋体"/>
                <a:cs typeface="宋体"/>
              </a:rPr>
              <a:t>生成一个节奏紧凑的剧情脚本，开篇引入冲突，结尾设有反转，</a:t>
            </a:r>
            <a:r>
              <a:rPr sz="1200" spc="-10" dirty="0">
                <a:latin typeface="宋体"/>
                <a:cs typeface="宋体"/>
              </a:rPr>
              <a:t>确保内容连贯有趣。</a:t>
            </a:r>
            <a:endParaRPr sz="1200">
              <a:latin typeface="宋体"/>
              <a:cs typeface="宋体"/>
            </a:endParaRPr>
          </a:p>
        </p:txBody>
      </p:sp>
      <p:sp>
        <p:nvSpPr>
          <p:cNvPr id="11" name="object 11"/>
          <p:cNvSpPr/>
          <p:nvPr/>
        </p:nvSpPr>
        <p:spPr>
          <a:xfrm>
            <a:off x="6523355" y="5697220"/>
            <a:ext cx="4488815" cy="691515"/>
          </a:xfrm>
          <a:custGeom>
            <a:avLst/>
            <a:gdLst/>
            <a:ahLst/>
            <a:cxnLst/>
            <a:rect l="l" t="t" r="r" b="b"/>
            <a:pathLst>
              <a:path w="4488815" h="691514">
                <a:moveTo>
                  <a:pt x="4485005" y="691514"/>
                </a:moveTo>
                <a:lnTo>
                  <a:pt x="3810" y="691514"/>
                </a:lnTo>
                <a:lnTo>
                  <a:pt x="2349" y="691222"/>
                </a:lnTo>
                <a:lnTo>
                  <a:pt x="1117" y="690397"/>
                </a:lnTo>
                <a:lnTo>
                  <a:pt x="292" y="689165"/>
                </a:lnTo>
                <a:lnTo>
                  <a:pt x="0" y="687704"/>
                </a:lnTo>
                <a:lnTo>
                  <a:pt x="0" y="3809"/>
                </a:lnTo>
                <a:lnTo>
                  <a:pt x="292" y="2349"/>
                </a:lnTo>
                <a:lnTo>
                  <a:pt x="1117" y="1117"/>
                </a:lnTo>
                <a:lnTo>
                  <a:pt x="2349" y="292"/>
                </a:lnTo>
                <a:lnTo>
                  <a:pt x="3810" y="0"/>
                </a:lnTo>
                <a:lnTo>
                  <a:pt x="4485005" y="0"/>
                </a:lnTo>
                <a:lnTo>
                  <a:pt x="4486465" y="292"/>
                </a:lnTo>
                <a:lnTo>
                  <a:pt x="4487697" y="1117"/>
                </a:lnTo>
                <a:lnTo>
                  <a:pt x="4488522" y="2349"/>
                </a:lnTo>
                <a:lnTo>
                  <a:pt x="4488815" y="3809"/>
                </a:lnTo>
                <a:lnTo>
                  <a:pt x="7620" y="3809"/>
                </a:lnTo>
                <a:lnTo>
                  <a:pt x="3810" y="7619"/>
                </a:lnTo>
                <a:lnTo>
                  <a:pt x="7620" y="7619"/>
                </a:lnTo>
                <a:lnTo>
                  <a:pt x="7620" y="683894"/>
                </a:lnTo>
                <a:lnTo>
                  <a:pt x="3810" y="683894"/>
                </a:lnTo>
                <a:lnTo>
                  <a:pt x="7620" y="687704"/>
                </a:lnTo>
                <a:lnTo>
                  <a:pt x="4488815" y="687704"/>
                </a:lnTo>
                <a:lnTo>
                  <a:pt x="4488522" y="689165"/>
                </a:lnTo>
                <a:lnTo>
                  <a:pt x="4487697" y="690397"/>
                </a:lnTo>
                <a:lnTo>
                  <a:pt x="4486465" y="691222"/>
                </a:lnTo>
                <a:lnTo>
                  <a:pt x="4485005" y="691514"/>
                </a:lnTo>
                <a:close/>
              </a:path>
              <a:path w="4488815" h="691514">
                <a:moveTo>
                  <a:pt x="7620" y="7619"/>
                </a:moveTo>
                <a:lnTo>
                  <a:pt x="3810" y="7619"/>
                </a:lnTo>
                <a:lnTo>
                  <a:pt x="7620" y="3809"/>
                </a:lnTo>
                <a:lnTo>
                  <a:pt x="7620" y="7619"/>
                </a:lnTo>
                <a:close/>
              </a:path>
              <a:path w="4488815" h="691514">
                <a:moveTo>
                  <a:pt x="4481195" y="7619"/>
                </a:moveTo>
                <a:lnTo>
                  <a:pt x="7620" y="7619"/>
                </a:lnTo>
                <a:lnTo>
                  <a:pt x="7620" y="3809"/>
                </a:lnTo>
                <a:lnTo>
                  <a:pt x="4481195" y="3809"/>
                </a:lnTo>
                <a:lnTo>
                  <a:pt x="4481195" y="7619"/>
                </a:lnTo>
                <a:close/>
              </a:path>
              <a:path w="4488815" h="691514">
                <a:moveTo>
                  <a:pt x="4481195" y="687704"/>
                </a:moveTo>
                <a:lnTo>
                  <a:pt x="4481195" y="3809"/>
                </a:lnTo>
                <a:lnTo>
                  <a:pt x="4485005" y="7619"/>
                </a:lnTo>
                <a:lnTo>
                  <a:pt x="4488815" y="7619"/>
                </a:lnTo>
                <a:lnTo>
                  <a:pt x="4488815" y="683894"/>
                </a:lnTo>
                <a:lnTo>
                  <a:pt x="4485005" y="683894"/>
                </a:lnTo>
                <a:lnTo>
                  <a:pt x="4481195" y="687704"/>
                </a:lnTo>
                <a:close/>
              </a:path>
              <a:path w="4488815" h="691514">
                <a:moveTo>
                  <a:pt x="4488815" y="7619"/>
                </a:moveTo>
                <a:lnTo>
                  <a:pt x="4485005" y="7619"/>
                </a:lnTo>
                <a:lnTo>
                  <a:pt x="4481195" y="3809"/>
                </a:lnTo>
                <a:lnTo>
                  <a:pt x="4488815" y="3809"/>
                </a:lnTo>
                <a:lnTo>
                  <a:pt x="4488815" y="7619"/>
                </a:lnTo>
                <a:close/>
              </a:path>
              <a:path w="4488815" h="691514">
                <a:moveTo>
                  <a:pt x="7620" y="687704"/>
                </a:moveTo>
                <a:lnTo>
                  <a:pt x="3810" y="683894"/>
                </a:lnTo>
                <a:lnTo>
                  <a:pt x="7620" y="683894"/>
                </a:lnTo>
                <a:lnTo>
                  <a:pt x="7620" y="687704"/>
                </a:lnTo>
                <a:close/>
              </a:path>
              <a:path w="4488815" h="691514">
                <a:moveTo>
                  <a:pt x="4481195" y="687704"/>
                </a:moveTo>
                <a:lnTo>
                  <a:pt x="7620" y="687704"/>
                </a:lnTo>
                <a:lnTo>
                  <a:pt x="7620" y="683894"/>
                </a:lnTo>
                <a:lnTo>
                  <a:pt x="4481195" y="683894"/>
                </a:lnTo>
                <a:lnTo>
                  <a:pt x="4481195" y="687704"/>
                </a:lnTo>
                <a:close/>
              </a:path>
              <a:path w="4488815" h="691514">
                <a:moveTo>
                  <a:pt x="4488815" y="687704"/>
                </a:moveTo>
                <a:lnTo>
                  <a:pt x="4481195" y="687704"/>
                </a:lnTo>
                <a:lnTo>
                  <a:pt x="4485005" y="683894"/>
                </a:lnTo>
                <a:lnTo>
                  <a:pt x="4488815" y="683894"/>
                </a:lnTo>
                <a:lnTo>
                  <a:pt x="4488815" y="687704"/>
                </a:lnTo>
                <a:close/>
              </a:path>
            </a:pathLst>
          </a:custGeom>
          <a:solidFill>
            <a:srgbClr val="E6E6E6"/>
          </a:solidFill>
        </p:spPr>
        <p:txBody>
          <a:bodyPr wrap="square" lIns="0" tIns="0" rIns="0" bIns="0" rtlCol="0"/>
          <a:lstStyle/>
          <a:p>
            <a:endParaRPr/>
          </a:p>
        </p:txBody>
      </p:sp>
      <p:sp>
        <p:nvSpPr>
          <p:cNvPr id="12" name="object 12"/>
          <p:cNvSpPr txBox="1"/>
          <p:nvPr/>
        </p:nvSpPr>
        <p:spPr>
          <a:xfrm>
            <a:off x="6530975" y="1452219"/>
            <a:ext cx="4398645" cy="4838065"/>
          </a:xfrm>
          <a:prstGeom prst="rect">
            <a:avLst/>
          </a:prstGeom>
        </p:spPr>
        <p:txBody>
          <a:bodyPr vert="horz" wrap="square" lIns="0" tIns="12700" rIns="0" bIns="0" rtlCol="0">
            <a:spAutoFit/>
          </a:bodyPr>
          <a:lstStyle/>
          <a:p>
            <a:pPr marL="1053465">
              <a:lnSpc>
                <a:spcPct val="100000"/>
              </a:lnSpc>
              <a:spcBef>
                <a:spcPts val="100"/>
              </a:spcBef>
            </a:pPr>
            <a:r>
              <a:rPr sz="1800" b="1" spc="-5" dirty="0">
                <a:latin typeface="Microsoft JhengHei"/>
                <a:cs typeface="Microsoft JhengHei"/>
              </a:rPr>
              <a:t>情绪共鸣型提示语设计</a:t>
            </a:r>
            <a:endParaRPr sz="1800">
              <a:latin typeface="Microsoft JhengHei"/>
              <a:cs typeface="Microsoft JhengHei"/>
            </a:endParaRPr>
          </a:p>
          <a:p>
            <a:pPr>
              <a:lnSpc>
                <a:spcPct val="100000"/>
              </a:lnSpc>
              <a:spcBef>
                <a:spcPts val="15"/>
              </a:spcBef>
            </a:pPr>
            <a:endParaRPr sz="1500">
              <a:latin typeface="Microsoft JhengHei"/>
              <a:cs typeface="Microsoft JhengHei"/>
            </a:endParaRPr>
          </a:p>
          <a:p>
            <a:pPr marL="85090">
              <a:lnSpc>
                <a:spcPct val="100000"/>
              </a:lnSpc>
            </a:pPr>
            <a:r>
              <a:rPr sz="1600" spc="50" dirty="0">
                <a:latin typeface="宋体"/>
                <a:cs typeface="宋体"/>
              </a:rPr>
              <a:t>抖音用户偏好情感</a:t>
            </a:r>
            <a:r>
              <a:rPr sz="1600" spc="55" dirty="0">
                <a:latin typeface="宋体"/>
                <a:cs typeface="宋体"/>
              </a:rPr>
              <a:t>强烈的内容，提示语应引</a:t>
            </a:r>
            <a:r>
              <a:rPr sz="1600" spc="-50" dirty="0">
                <a:latin typeface="宋体"/>
                <a:cs typeface="宋体"/>
              </a:rPr>
              <a:t>导</a:t>
            </a:r>
            <a:endParaRPr sz="1600">
              <a:latin typeface="宋体"/>
              <a:cs typeface="宋体"/>
            </a:endParaRPr>
          </a:p>
          <a:p>
            <a:pPr marL="85090">
              <a:lnSpc>
                <a:spcPct val="100000"/>
              </a:lnSpc>
              <a:spcBef>
                <a:spcPts val="380"/>
              </a:spcBef>
            </a:pPr>
            <a:r>
              <a:rPr sz="1600" spc="-10" dirty="0">
                <a:latin typeface="Arial"/>
                <a:cs typeface="Arial"/>
              </a:rPr>
              <a:t>AI</a:t>
            </a:r>
            <a:r>
              <a:rPr sz="1600" spc="-20" dirty="0">
                <a:latin typeface="宋体"/>
                <a:cs typeface="宋体"/>
              </a:rPr>
              <a:t>在文案和脚本中融入情绪化表达</a:t>
            </a:r>
            <a:r>
              <a:rPr sz="1600" spc="-50" dirty="0">
                <a:latin typeface="宋体"/>
                <a:cs typeface="宋体"/>
              </a:rPr>
              <a:t>。</a:t>
            </a:r>
            <a:endParaRPr sz="1600">
              <a:latin typeface="宋体"/>
              <a:cs typeface="宋体"/>
            </a:endParaRPr>
          </a:p>
          <a:p>
            <a:pPr>
              <a:lnSpc>
                <a:spcPct val="100000"/>
              </a:lnSpc>
              <a:spcBef>
                <a:spcPts val="50"/>
              </a:spcBef>
            </a:pPr>
            <a:endParaRPr sz="2600">
              <a:latin typeface="宋体"/>
              <a:cs typeface="宋体"/>
            </a:endParaRPr>
          </a:p>
          <a:p>
            <a:pPr marL="86995" marR="5080" indent="37465">
              <a:lnSpc>
                <a:spcPct val="152800"/>
              </a:lnSpc>
            </a:pPr>
            <a:r>
              <a:rPr sz="1200" spc="-10" dirty="0">
                <a:latin typeface="宋体"/>
                <a:cs typeface="宋体"/>
              </a:rPr>
              <a:t>生成一个富有情感共鸣的脚本或文案，通过[</a:t>
            </a:r>
            <a:r>
              <a:rPr sz="1200" spc="-60" dirty="0">
                <a:latin typeface="宋体"/>
                <a:cs typeface="宋体"/>
              </a:rPr>
              <a:t>幽默/感人/刺激]</a:t>
            </a:r>
            <a:r>
              <a:rPr sz="1200" spc="-50" dirty="0">
                <a:latin typeface="宋体"/>
                <a:cs typeface="宋体"/>
              </a:rPr>
              <a:t>的</a:t>
            </a:r>
            <a:r>
              <a:rPr sz="1200" spc="-5" dirty="0">
                <a:latin typeface="宋体"/>
                <a:cs typeface="宋体"/>
              </a:rPr>
              <a:t>情绪表达，引发观众共鸣。</a:t>
            </a:r>
            <a:endParaRPr sz="1200">
              <a:latin typeface="宋体"/>
              <a:cs typeface="宋体"/>
            </a:endParaRPr>
          </a:p>
          <a:p>
            <a:pPr>
              <a:lnSpc>
                <a:spcPct val="100000"/>
              </a:lnSpc>
            </a:pPr>
            <a:endParaRPr sz="1200">
              <a:latin typeface="宋体"/>
              <a:cs typeface="宋体"/>
            </a:endParaRPr>
          </a:p>
          <a:p>
            <a:pPr>
              <a:lnSpc>
                <a:spcPct val="100000"/>
              </a:lnSpc>
            </a:pPr>
            <a:endParaRPr sz="1200">
              <a:latin typeface="宋体"/>
              <a:cs typeface="宋体"/>
            </a:endParaRPr>
          </a:p>
          <a:p>
            <a:pPr>
              <a:lnSpc>
                <a:spcPct val="100000"/>
              </a:lnSpc>
              <a:spcBef>
                <a:spcPts val="60"/>
              </a:spcBef>
            </a:pPr>
            <a:endParaRPr sz="800">
              <a:latin typeface="宋体"/>
              <a:cs typeface="宋体"/>
            </a:endParaRPr>
          </a:p>
          <a:p>
            <a:pPr marL="1086485">
              <a:lnSpc>
                <a:spcPct val="100000"/>
              </a:lnSpc>
            </a:pPr>
            <a:r>
              <a:rPr sz="1800" b="1" spc="-5" dirty="0">
                <a:latin typeface="Microsoft JhengHei"/>
                <a:cs typeface="Microsoft JhengHei"/>
              </a:rPr>
              <a:t>互动性强的提示语设计</a:t>
            </a:r>
            <a:endParaRPr sz="1800">
              <a:latin typeface="Microsoft JhengHei"/>
              <a:cs typeface="Microsoft JhengHei"/>
            </a:endParaRPr>
          </a:p>
          <a:p>
            <a:pPr>
              <a:lnSpc>
                <a:spcPct val="100000"/>
              </a:lnSpc>
              <a:spcBef>
                <a:spcPts val="50"/>
              </a:spcBef>
            </a:pPr>
            <a:endParaRPr sz="1200">
              <a:latin typeface="Microsoft JhengHei"/>
              <a:cs typeface="Microsoft JhengHei"/>
            </a:endParaRPr>
          </a:p>
          <a:p>
            <a:pPr marL="12700" marR="81280" algn="just">
              <a:lnSpc>
                <a:spcPct val="119800"/>
              </a:lnSpc>
            </a:pPr>
            <a:r>
              <a:rPr sz="1600" spc="-10" dirty="0">
                <a:latin typeface="宋体"/>
                <a:cs typeface="宋体"/>
              </a:rPr>
              <a:t>抖音内容鼓励用户参与互</a:t>
            </a:r>
            <a:r>
              <a:rPr sz="1600" dirty="0">
                <a:latin typeface="宋体"/>
                <a:cs typeface="宋体"/>
              </a:rPr>
              <a:t>动，提示语设计应引</a:t>
            </a:r>
            <a:r>
              <a:rPr sz="1600" spc="-50" dirty="0">
                <a:latin typeface="宋体"/>
                <a:cs typeface="宋体"/>
              </a:rPr>
              <a:t>导 </a:t>
            </a:r>
            <a:r>
              <a:rPr sz="1600" dirty="0">
                <a:latin typeface="Arial"/>
                <a:cs typeface="Arial"/>
              </a:rPr>
              <a:t>AI</a:t>
            </a:r>
            <a:r>
              <a:rPr sz="1600" dirty="0">
                <a:latin typeface="宋体"/>
                <a:cs typeface="宋体"/>
              </a:rPr>
              <a:t>生成鼓励互动的内容，吸引观众积极参与评</a:t>
            </a:r>
            <a:r>
              <a:rPr sz="1600" spc="-50" dirty="0">
                <a:latin typeface="宋体"/>
                <a:cs typeface="宋体"/>
              </a:rPr>
              <a:t>论</a:t>
            </a:r>
            <a:r>
              <a:rPr sz="1600" spc="-20" dirty="0">
                <a:latin typeface="宋体"/>
                <a:cs typeface="宋体"/>
              </a:rPr>
              <a:t>或模仿</a:t>
            </a:r>
            <a:r>
              <a:rPr sz="1600" spc="-50" dirty="0">
                <a:latin typeface="宋体"/>
                <a:cs typeface="宋体"/>
              </a:rPr>
              <a:t>。</a:t>
            </a:r>
            <a:endParaRPr sz="1600">
              <a:latin typeface="宋体"/>
              <a:cs typeface="宋体"/>
            </a:endParaRPr>
          </a:p>
          <a:p>
            <a:pPr marL="86995" marR="5080" indent="37465">
              <a:lnSpc>
                <a:spcPct val="152800"/>
              </a:lnSpc>
              <a:spcBef>
                <a:spcPts val="1075"/>
              </a:spcBef>
            </a:pPr>
            <a:r>
              <a:rPr sz="1200" spc="35" dirty="0">
                <a:latin typeface="宋体"/>
                <a:cs typeface="宋体"/>
              </a:rPr>
              <a:t>生成一个具有互动感的文案，提出引发思考或挑战性的问题，</a:t>
            </a:r>
            <a:r>
              <a:rPr sz="1200" dirty="0">
                <a:latin typeface="宋体"/>
                <a:cs typeface="宋体"/>
              </a:rPr>
              <a:t>引导观众参与互动或模仿挑战。</a:t>
            </a:r>
            <a:endParaRPr sz="1200">
              <a:latin typeface="宋体"/>
              <a:cs typeface="宋体"/>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11467465" cy="634365"/>
          </a:xfrm>
          <a:prstGeom prst="rect">
            <a:avLst/>
          </a:prstGeom>
        </p:spPr>
        <p:txBody>
          <a:bodyPr vert="horz" wrap="square" lIns="0" tIns="12065" rIns="0" bIns="0" rtlCol="0">
            <a:spAutoFit/>
          </a:bodyPr>
          <a:lstStyle/>
          <a:p>
            <a:pPr marL="12700">
              <a:lnSpc>
                <a:spcPct val="100000"/>
              </a:lnSpc>
              <a:spcBef>
                <a:spcPts val="95"/>
              </a:spcBef>
            </a:pPr>
            <a:r>
              <a:rPr sz="4000" spc="270" dirty="0"/>
              <a:t>实际操作：优化提示语在抖音内容创作中的应</a:t>
            </a:r>
            <a:r>
              <a:rPr sz="4000" spc="-50" dirty="0"/>
              <a:t>用</a:t>
            </a:r>
            <a:endParaRPr sz="4000"/>
          </a:p>
        </p:txBody>
      </p:sp>
      <p:sp>
        <p:nvSpPr>
          <p:cNvPr id="3" name="object 3"/>
          <p:cNvSpPr txBox="1"/>
          <p:nvPr/>
        </p:nvSpPr>
        <p:spPr>
          <a:xfrm>
            <a:off x="735330" y="1959483"/>
            <a:ext cx="2369185" cy="901700"/>
          </a:xfrm>
          <a:prstGeom prst="rect">
            <a:avLst/>
          </a:prstGeom>
        </p:spPr>
        <p:txBody>
          <a:bodyPr vert="horz" wrap="square" lIns="0" tIns="12700" rIns="0" bIns="0" rtlCol="0">
            <a:spAutoFit/>
          </a:bodyPr>
          <a:lstStyle/>
          <a:p>
            <a:pPr marL="12700" marR="5080" algn="just">
              <a:lnSpc>
                <a:spcPct val="119800"/>
              </a:lnSpc>
              <a:spcBef>
                <a:spcPts val="100"/>
              </a:spcBef>
            </a:pPr>
            <a:r>
              <a:rPr sz="1600" spc="70" dirty="0">
                <a:latin typeface="宋体"/>
                <a:cs typeface="宋体"/>
              </a:rPr>
              <a:t>对于具备情节性的</a:t>
            </a:r>
            <a:r>
              <a:rPr sz="1600" spc="75" dirty="0">
                <a:latin typeface="宋体"/>
                <a:cs typeface="宋体"/>
              </a:rPr>
              <a:t>抖音</a:t>
            </a:r>
            <a:r>
              <a:rPr sz="1600" spc="-50" dirty="0">
                <a:latin typeface="宋体"/>
                <a:cs typeface="宋体"/>
              </a:rPr>
              <a:t>视</a:t>
            </a:r>
            <a:r>
              <a:rPr sz="1600" spc="70" dirty="0">
                <a:latin typeface="宋体"/>
                <a:cs typeface="宋体"/>
              </a:rPr>
              <a:t>频，提示语需引导</a:t>
            </a:r>
            <a:r>
              <a:rPr sz="1600" spc="80" dirty="0">
                <a:latin typeface="Arial"/>
                <a:cs typeface="Arial"/>
              </a:rPr>
              <a:t>AI</a:t>
            </a:r>
            <a:r>
              <a:rPr sz="1600" spc="10" dirty="0">
                <a:latin typeface="宋体"/>
                <a:cs typeface="宋体"/>
              </a:rPr>
              <a:t>注重</a:t>
            </a:r>
            <a:r>
              <a:rPr sz="1600" spc="-20" dirty="0">
                <a:latin typeface="宋体"/>
                <a:cs typeface="宋体"/>
              </a:rPr>
              <a:t>故事性和悬念设计</a:t>
            </a:r>
            <a:r>
              <a:rPr sz="1600" spc="-50" dirty="0">
                <a:latin typeface="宋体"/>
                <a:cs typeface="宋体"/>
              </a:rPr>
              <a:t>。</a:t>
            </a:r>
            <a:endParaRPr sz="1600">
              <a:latin typeface="宋体"/>
              <a:cs typeface="宋体"/>
            </a:endParaRPr>
          </a:p>
        </p:txBody>
      </p:sp>
      <p:sp>
        <p:nvSpPr>
          <p:cNvPr id="4" name="object 4"/>
          <p:cNvSpPr/>
          <p:nvPr/>
        </p:nvSpPr>
        <p:spPr>
          <a:xfrm>
            <a:off x="617219" y="1403603"/>
            <a:ext cx="3931920" cy="429895"/>
          </a:xfrm>
          <a:custGeom>
            <a:avLst/>
            <a:gdLst/>
            <a:ahLst/>
            <a:cxnLst/>
            <a:rect l="l" t="t" r="r" b="b"/>
            <a:pathLst>
              <a:path w="3931920" h="429894">
                <a:moveTo>
                  <a:pt x="3860291" y="429768"/>
                </a:moveTo>
                <a:lnTo>
                  <a:pt x="71628" y="429768"/>
                </a:lnTo>
                <a:lnTo>
                  <a:pt x="43709" y="423723"/>
                </a:lnTo>
                <a:lnTo>
                  <a:pt x="20945" y="408251"/>
                </a:lnTo>
                <a:lnTo>
                  <a:pt x="5616" y="385630"/>
                </a:lnTo>
                <a:lnTo>
                  <a:pt x="0" y="358140"/>
                </a:lnTo>
                <a:lnTo>
                  <a:pt x="0" y="71628"/>
                </a:lnTo>
                <a:lnTo>
                  <a:pt x="5616" y="43923"/>
                </a:lnTo>
                <a:lnTo>
                  <a:pt x="20945" y="21231"/>
                </a:lnTo>
                <a:lnTo>
                  <a:pt x="43709" y="5830"/>
                </a:lnTo>
                <a:lnTo>
                  <a:pt x="71628" y="0"/>
                </a:lnTo>
                <a:lnTo>
                  <a:pt x="3860291" y="0"/>
                </a:lnTo>
                <a:lnTo>
                  <a:pt x="3888210" y="5830"/>
                </a:lnTo>
                <a:lnTo>
                  <a:pt x="3910974" y="21231"/>
                </a:lnTo>
                <a:lnTo>
                  <a:pt x="3926303" y="43923"/>
                </a:lnTo>
                <a:lnTo>
                  <a:pt x="3931919" y="71628"/>
                </a:lnTo>
                <a:lnTo>
                  <a:pt x="3931919" y="358140"/>
                </a:lnTo>
                <a:lnTo>
                  <a:pt x="3926303" y="385630"/>
                </a:lnTo>
                <a:lnTo>
                  <a:pt x="3910974" y="408251"/>
                </a:lnTo>
                <a:lnTo>
                  <a:pt x="3888210" y="423723"/>
                </a:lnTo>
                <a:lnTo>
                  <a:pt x="3860291" y="429768"/>
                </a:lnTo>
                <a:close/>
              </a:path>
            </a:pathLst>
          </a:custGeom>
          <a:solidFill>
            <a:srgbClr val="0A80DF"/>
          </a:solidFill>
        </p:spPr>
        <p:txBody>
          <a:bodyPr wrap="square" lIns="0" tIns="0" rIns="0" bIns="0" rtlCol="0"/>
          <a:lstStyle/>
          <a:p>
            <a:endParaRPr/>
          </a:p>
        </p:txBody>
      </p:sp>
      <p:sp>
        <p:nvSpPr>
          <p:cNvPr id="5" name="object 5"/>
          <p:cNvSpPr txBox="1"/>
          <p:nvPr/>
        </p:nvSpPr>
        <p:spPr>
          <a:xfrm>
            <a:off x="1080096" y="1470621"/>
            <a:ext cx="300482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Microsoft JhengHei"/>
                <a:cs typeface="Microsoft JhengHei"/>
              </a:rPr>
              <a:t>案例一：故事情节类脚本创作</a:t>
            </a:r>
            <a:endParaRPr sz="1800">
              <a:latin typeface="Microsoft JhengHei"/>
              <a:cs typeface="Microsoft JhengHei"/>
            </a:endParaRPr>
          </a:p>
        </p:txBody>
      </p:sp>
      <p:pic>
        <p:nvPicPr>
          <p:cNvPr id="6" name="object 6"/>
          <p:cNvPicPr/>
          <p:nvPr/>
        </p:nvPicPr>
        <p:blipFill>
          <a:blip r:embed="rId2" cstate="print"/>
          <a:stretch>
            <a:fillRect/>
          </a:stretch>
        </p:blipFill>
        <p:spPr>
          <a:xfrm>
            <a:off x="3177539" y="1919604"/>
            <a:ext cx="2680970" cy="1033145"/>
          </a:xfrm>
          <a:prstGeom prst="rect">
            <a:avLst/>
          </a:prstGeom>
        </p:spPr>
      </p:pic>
      <p:sp>
        <p:nvSpPr>
          <p:cNvPr id="7" name="object 7"/>
          <p:cNvSpPr txBox="1"/>
          <p:nvPr/>
        </p:nvSpPr>
        <p:spPr>
          <a:xfrm>
            <a:off x="3262629" y="1954403"/>
            <a:ext cx="2510155" cy="901700"/>
          </a:xfrm>
          <a:prstGeom prst="rect">
            <a:avLst/>
          </a:prstGeom>
        </p:spPr>
        <p:txBody>
          <a:bodyPr vert="horz" wrap="square" lIns="0" tIns="12700" rIns="0" bIns="0" rtlCol="0">
            <a:spAutoFit/>
          </a:bodyPr>
          <a:lstStyle/>
          <a:p>
            <a:pPr marL="12700" marR="5080" algn="just">
              <a:lnSpc>
                <a:spcPct val="119800"/>
              </a:lnSpc>
              <a:spcBef>
                <a:spcPts val="100"/>
              </a:spcBef>
            </a:pPr>
            <a:r>
              <a:rPr sz="1600" dirty="0">
                <a:latin typeface="宋体"/>
                <a:cs typeface="宋体"/>
              </a:rPr>
              <a:t>迭代方向：</a:t>
            </a:r>
            <a:r>
              <a:rPr sz="1600" dirty="0">
                <a:latin typeface="Arial"/>
                <a:cs typeface="Arial"/>
              </a:rPr>
              <a:t>AI</a:t>
            </a:r>
            <a:r>
              <a:rPr sz="1600" dirty="0">
                <a:latin typeface="宋体"/>
                <a:cs typeface="宋体"/>
              </a:rPr>
              <a:t>生成的内容</a:t>
            </a:r>
            <a:r>
              <a:rPr sz="1600" spc="-50" dirty="0">
                <a:latin typeface="宋体"/>
                <a:cs typeface="宋体"/>
              </a:rPr>
              <a:t>具</a:t>
            </a:r>
            <a:r>
              <a:rPr sz="1600" dirty="0">
                <a:latin typeface="宋体"/>
                <a:cs typeface="宋体"/>
              </a:rPr>
              <a:t>备吸引力和故事性，能够</a:t>
            </a:r>
            <a:r>
              <a:rPr sz="1600" spc="-50" dirty="0">
                <a:latin typeface="宋体"/>
                <a:cs typeface="宋体"/>
              </a:rPr>
              <a:t>引</a:t>
            </a:r>
            <a:r>
              <a:rPr sz="1600" spc="-20" dirty="0">
                <a:latin typeface="宋体"/>
                <a:cs typeface="宋体"/>
              </a:rPr>
              <a:t>导观众观看完整视频</a:t>
            </a:r>
            <a:r>
              <a:rPr sz="1600" spc="-50" dirty="0">
                <a:latin typeface="宋体"/>
                <a:cs typeface="宋体"/>
              </a:rPr>
              <a:t>。</a:t>
            </a:r>
            <a:endParaRPr sz="1600">
              <a:latin typeface="宋体"/>
              <a:cs typeface="宋体"/>
            </a:endParaRPr>
          </a:p>
        </p:txBody>
      </p:sp>
      <p:sp>
        <p:nvSpPr>
          <p:cNvPr id="8" name="object 8"/>
          <p:cNvSpPr/>
          <p:nvPr/>
        </p:nvSpPr>
        <p:spPr>
          <a:xfrm>
            <a:off x="613409" y="3035935"/>
            <a:ext cx="5241925" cy="691515"/>
          </a:xfrm>
          <a:custGeom>
            <a:avLst/>
            <a:gdLst/>
            <a:ahLst/>
            <a:cxnLst/>
            <a:rect l="l" t="t" r="r" b="b"/>
            <a:pathLst>
              <a:path w="5241925" h="691514">
                <a:moveTo>
                  <a:pt x="5238115" y="691514"/>
                </a:moveTo>
                <a:lnTo>
                  <a:pt x="3810" y="691514"/>
                </a:lnTo>
                <a:lnTo>
                  <a:pt x="2349" y="691222"/>
                </a:lnTo>
                <a:lnTo>
                  <a:pt x="1117" y="690397"/>
                </a:lnTo>
                <a:lnTo>
                  <a:pt x="292" y="689165"/>
                </a:lnTo>
                <a:lnTo>
                  <a:pt x="0" y="687704"/>
                </a:lnTo>
                <a:lnTo>
                  <a:pt x="0" y="3809"/>
                </a:lnTo>
                <a:lnTo>
                  <a:pt x="292" y="2349"/>
                </a:lnTo>
                <a:lnTo>
                  <a:pt x="1117" y="1117"/>
                </a:lnTo>
                <a:lnTo>
                  <a:pt x="2349" y="292"/>
                </a:lnTo>
                <a:lnTo>
                  <a:pt x="3810" y="0"/>
                </a:lnTo>
                <a:lnTo>
                  <a:pt x="5238115" y="0"/>
                </a:lnTo>
                <a:lnTo>
                  <a:pt x="5239575" y="292"/>
                </a:lnTo>
                <a:lnTo>
                  <a:pt x="5240807" y="1117"/>
                </a:lnTo>
                <a:lnTo>
                  <a:pt x="5241632" y="2349"/>
                </a:lnTo>
                <a:lnTo>
                  <a:pt x="5241925" y="3809"/>
                </a:lnTo>
                <a:lnTo>
                  <a:pt x="7620" y="3809"/>
                </a:lnTo>
                <a:lnTo>
                  <a:pt x="3810" y="7619"/>
                </a:lnTo>
                <a:lnTo>
                  <a:pt x="7620" y="7619"/>
                </a:lnTo>
                <a:lnTo>
                  <a:pt x="7620" y="683894"/>
                </a:lnTo>
                <a:lnTo>
                  <a:pt x="3810" y="683894"/>
                </a:lnTo>
                <a:lnTo>
                  <a:pt x="7620" y="687704"/>
                </a:lnTo>
                <a:lnTo>
                  <a:pt x="5241925" y="687704"/>
                </a:lnTo>
                <a:lnTo>
                  <a:pt x="5241632" y="689165"/>
                </a:lnTo>
                <a:lnTo>
                  <a:pt x="5240807" y="690397"/>
                </a:lnTo>
                <a:lnTo>
                  <a:pt x="5239575" y="691222"/>
                </a:lnTo>
                <a:lnTo>
                  <a:pt x="5238115" y="691514"/>
                </a:lnTo>
                <a:close/>
              </a:path>
              <a:path w="5241925" h="691514">
                <a:moveTo>
                  <a:pt x="7620" y="7619"/>
                </a:moveTo>
                <a:lnTo>
                  <a:pt x="3810" y="7619"/>
                </a:lnTo>
                <a:lnTo>
                  <a:pt x="7620" y="3809"/>
                </a:lnTo>
                <a:lnTo>
                  <a:pt x="7620" y="7619"/>
                </a:lnTo>
                <a:close/>
              </a:path>
              <a:path w="5241925" h="691514">
                <a:moveTo>
                  <a:pt x="5234305" y="7619"/>
                </a:moveTo>
                <a:lnTo>
                  <a:pt x="7620" y="7619"/>
                </a:lnTo>
                <a:lnTo>
                  <a:pt x="7620" y="3809"/>
                </a:lnTo>
                <a:lnTo>
                  <a:pt x="5234305" y="3809"/>
                </a:lnTo>
                <a:lnTo>
                  <a:pt x="5234305" y="7619"/>
                </a:lnTo>
                <a:close/>
              </a:path>
              <a:path w="5241925" h="691514">
                <a:moveTo>
                  <a:pt x="5234305" y="687704"/>
                </a:moveTo>
                <a:lnTo>
                  <a:pt x="5234305" y="3809"/>
                </a:lnTo>
                <a:lnTo>
                  <a:pt x="5238115" y="7619"/>
                </a:lnTo>
                <a:lnTo>
                  <a:pt x="5241925" y="7619"/>
                </a:lnTo>
                <a:lnTo>
                  <a:pt x="5241925" y="683894"/>
                </a:lnTo>
                <a:lnTo>
                  <a:pt x="5238115" y="683894"/>
                </a:lnTo>
                <a:lnTo>
                  <a:pt x="5234305" y="687704"/>
                </a:lnTo>
                <a:close/>
              </a:path>
              <a:path w="5241925" h="691514">
                <a:moveTo>
                  <a:pt x="5241925" y="7619"/>
                </a:moveTo>
                <a:lnTo>
                  <a:pt x="5238115" y="7619"/>
                </a:lnTo>
                <a:lnTo>
                  <a:pt x="5234305" y="3809"/>
                </a:lnTo>
                <a:lnTo>
                  <a:pt x="5241925" y="3809"/>
                </a:lnTo>
                <a:lnTo>
                  <a:pt x="5241925" y="7619"/>
                </a:lnTo>
                <a:close/>
              </a:path>
              <a:path w="5241925" h="691514">
                <a:moveTo>
                  <a:pt x="7620" y="687704"/>
                </a:moveTo>
                <a:lnTo>
                  <a:pt x="3810" y="683894"/>
                </a:lnTo>
                <a:lnTo>
                  <a:pt x="7620" y="683894"/>
                </a:lnTo>
                <a:lnTo>
                  <a:pt x="7620" y="687704"/>
                </a:lnTo>
                <a:close/>
              </a:path>
              <a:path w="5241925" h="691514">
                <a:moveTo>
                  <a:pt x="5234305" y="687704"/>
                </a:moveTo>
                <a:lnTo>
                  <a:pt x="7620" y="687704"/>
                </a:lnTo>
                <a:lnTo>
                  <a:pt x="7620" y="683894"/>
                </a:lnTo>
                <a:lnTo>
                  <a:pt x="5234305" y="683894"/>
                </a:lnTo>
                <a:lnTo>
                  <a:pt x="5234305" y="687704"/>
                </a:lnTo>
                <a:close/>
              </a:path>
              <a:path w="5241925" h="691514">
                <a:moveTo>
                  <a:pt x="5241925" y="687704"/>
                </a:moveTo>
                <a:lnTo>
                  <a:pt x="5234305" y="687704"/>
                </a:lnTo>
                <a:lnTo>
                  <a:pt x="5238115" y="683894"/>
                </a:lnTo>
                <a:lnTo>
                  <a:pt x="5241925" y="683894"/>
                </a:lnTo>
                <a:lnTo>
                  <a:pt x="5241925" y="687704"/>
                </a:lnTo>
                <a:close/>
              </a:path>
            </a:pathLst>
          </a:custGeom>
          <a:solidFill>
            <a:srgbClr val="E6E6E6"/>
          </a:solidFill>
        </p:spPr>
        <p:txBody>
          <a:bodyPr wrap="square" lIns="0" tIns="0" rIns="0" bIns="0" rtlCol="0"/>
          <a:lstStyle/>
          <a:p>
            <a:endParaRPr/>
          </a:p>
        </p:txBody>
      </p:sp>
      <p:sp>
        <p:nvSpPr>
          <p:cNvPr id="9" name="object 9"/>
          <p:cNvSpPr txBox="1"/>
          <p:nvPr/>
        </p:nvSpPr>
        <p:spPr>
          <a:xfrm>
            <a:off x="695959" y="3044189"/>
            <a:ext cx="5076825" cy="584200"/>
          </a:xfrm>
          <a:prstGeom prst="rect">
            <a:avLst/>
          </a:prstGeom>
        </p:spPr>
        <p:txBody>
          <a:bodyPr vert="horz" wrap="square" lIns="0" tIns="12700" rIns="0" bIns="0" rtlCol="0">
            <a:spAutoFit/>
          </a:bodyPr>
          <a:lstStyle/>
          <a:p>
            <a:pPr marL="12700" marR="5080" indent="37465">
              <a:lnSpc>
                <a:spcPct val="152800"/>
              </a:lnSpc>
              <a:spcBef>
                <a:spcPts val="100"/>
              </a:spcBef>
            </a:pPr>
            <a:r>
              <a:rPr sz="1200" spc="-105" dirty="0">
                <a:latin typeface="宋体"/>
                <a:cs typeface="宋体"/>
              </a:rPr>
              <a:t>为[</a:t>
            </a:r>
            <a:r>
              <a:rPr sz="1200" spc="-70" dirty="0">
                <a:latin typeface="宋体"/>
                <a:cs typeface="宋体"/>
              </a:rPr>
              <a:t>主题]</a:t>
            </a:r>
            <a:r>
              <a:rPr sz="1200" spc="-5" dirty="0">
                <a:latin typeface="宋体"/>
                <a:cs typeface="宋体"/>
              </a:rPr>
              <a:t>生成一个引人入胜的短故事脚本，采用悬念开头，逐步揭示关键情节，引导观众追随剧情发展。</a:t>
            </a:r>
            <a:endParaRPr sz="1200">
              <a:latin typeface="宋体"/>
              <a:cs typeface="宋体"/>
            </a:endParaRPr>
          </a:p>
        </p:txBody>
      </p:sp>
      <p:sp>
        <p:nvSpPr>
          <p:cNvPr id="10" name="object 10"/>
          <p:cNvSpPr txBox="1"/>
          <p:nvPr/>
        </p:nvSpPr>
        <p:spPr>
          <a:xfrm>
            <a:off x="6455409" y="1959483"/>
            <a:ext cx="2369185" cy="609600"/>
          </a:xfrm>
          <a:prstGeom prst="rect">
            <a:avLst/>
          </a:prstGeom>
        </p:spPr>
        <p:txBody>
          <a:bodyPr vert="horz" wrap="square" lIns="0" tIns="12700" rIns="0" bIns="0" rtlCol="0">
            <a:spAutoFit/>
          </a:bodyPr>
          <a:lstStyle/>
          <a:p>
            <a:pPr marL="12700" marR="5080">
              <a:lnSpc>
                <a:spcPct val="119800"/>
              </a:lnSpc>
              <a:spcBef>
                <a:spcPts val="100"/>
              </a:spcBef>
            </a:pPr>
            <a:r>
              <a:rPr sz="1600" spc="70" dirty="0">
                <a:latin typeface="宋体"/>
                <a:cs typeface="宋体"/>
              </a:rPr>
              <a:t>实用性内容在抖音</a:t>
            </a:r>
            <a:r>
              <a:rPr sz="1600" spc="75" dirty="0">
                <a:latin typeface="宋体"/>
                <a:cs typeface="宋体"/>
              </a:rPr>
              <a:t>上非</a:t>
            </a:r>
            <a:r>
              <a:rPr sz="1600" spc="-50" dirty="0">
                <a:latin typeface="宋体"/>
                <a:cs typeface="宋体"/>
              </a:rPr>
              <a:t>常</a:t>
            </a:r>
            <a:r>
              <a:rPr sz="1600" spc="70" dirty="0">
                <a:latin typeface="宋体"/>
                <a:cs typeface="宋体"/>
              </a:rPr>
              <a:t>受欢迎，提示语应</a:t>
            </a:r>
            <a:r>
              <a:rPr sz="1600" spc="75" dirty="0">
                <a:latin typeface="宋体"/>
                <a:cs typeface="宋体"/>
              </a:rPr>
              <a:t>确保</a:t>
            </a:r>
            <a:r>
              <a:rPr sz="1600" spc="-50" dirty="0">
                <a:latin typeface="宋体"/>
                <a:cs typeface="宋体"/>
              </a:rPr>
              <a:t>内</a:t>
            </a:r>
            <a:endParaRPr sz="1600">
              <a:latin typeface="宋体"/>
              <a:cs typeface="宋体"/>
            </a:endParaRPr>
          </a:p>
        </p:txBody>
      </p:sp>
      <p:sp>
        <p:nvSpPr>
          <p:cNvPr id="11" name="object 11"/>
          <p:cNvSpPr/>
          <p:nvPr/>
        </p:nvSpPr>
        <p:spPr>
          <a:xfrm>
            <a:off x="6336791" y="1403603"/>
            <a:ext cx="3931920" cy="429895"/>
          </a:xfrm>
          <a:custGeom>
            <a:avLst/>
            <a:gdLst/>
            <a:ahLst/>
            <a:cxnLst/>
            <a:rect l="l" t="t" r="r" b="b"/>
            <a:pathLst>
              <a:path w="3931920" h="429894">
                <a:moveTo>
                  <a:pt x="3860291" y="429768"/>
                </a:moveTo>
                <a:lnTo>
                  <a:pt x="71628" y="429768"/>
                </a:lnTo>
                <a:lnTo>
                  <a:pt x="43994" y="423723"/>
                </a:lnTo>
                <a:lnTo>
                  <a:pt x="21326" y="408251"/>
                </a:lnTo>
                <a:lnTo>
                  <a:pt x="5901" y="385630"/>
                </a:lnTo>
                <a:lnTo>
                  <a:pt x="0" y="358140"/>
                </a:lnTo>
                <a:lnTo>
                  <a:pt x="0" y="71628"/>
                </a:lnTo>
                <a:lnTo>
                  <a:pt x="5901" y="43923"/>
                </a:lnTo>
                <a:lnTo>
                  <a:pt x="21326" y="21231"/>
                </a:lnTo>
                <a:lnTo>
                  <a:pt x="43994" y="5830"/>
                </a:lnTo>
                <a:lnTo>
                  <a:pt x="71628" y="0"/>
                </a:lnTo>
                <a:lnTo>
                  <a:pt x="3860291" y="0"/>
                </a:lnTo>
                <a:lnTo>
                  <a:pt x="3888496" y="5830"/>
                </a:lnTo>
                <a:lnTo>
                  <a:pt x="3911355" y="21231"/>
                </a:lnTo>
                <a:lnTo>
                  <a:pt x="3926589" y="43923"/>
                </a:lnTo>
                <a:lnTo>
                  <a:pt x="3931919" y="71628"/>
                </a:lnTo>
                <a:lnTo>
                  <a:pt x="3931919" y="358140"/>
                </a:lnTo>
                <a:lnTo>
                  <a:pt x="3926589" y="385630"/>
                </a:lnTo>
                <a:lnTo>
                  <a:pt x="3911355" y="408251"/>
                </a:lnTo>
                <a:lnTo>
                  <a:pt x="3888496" y="423723"/>
                </a:lnTo>
                <a:lnTo>
                  <a:pt x="3860291" y="429768"/>
                </a:lnTo>
                <a:close/>
              </a:path>
            </a:pathLst>
          </a:custGeom>
          <a:solidFill>
            <a:srgbClr val="0A80DF"/>
          </a:solidFill>
        </p:spPr>
        <p:txBody>
          <a:bodyPr wrap="square" lIns="0" tIns="0" rIns="0" bIns="0" rtlCol="0"/>
          <a:lstStyle/>
          <a:p>
            <a:endParaRPr/>
          </a:p>
        </p:txBody>
      </p:sp>
      <p:sp>
        <p:nvSpPr>
          <p:cNvPr id="12" name="object 12"/>
          <p:cNvSpPr txBox="1"/>
          <p:nvPr/>
        </p:nvSpPr>
        <p:spPr>
          <a:xfrm>
            <a:off x="6800189" y="1470621"/>
            <a:ext cx="300482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Microsoft JhengHei"/>
                <a:cs typeface="Microsoft JhengHei"/>
              </a:rPr>
              <a:t>案例二：实用技能分享类文案</a:t>
            </a:r>
            <a:endParaRPr sz="1800">
              <a:latin typeface="Microsoft JhengHei"/>
              <a:cs typeface="Microsoft JhengHei"/>
            </a:endParaRPr>
          </a:p>
        </p:txBody>
      </p:sp>
      <p:pic>
        <p:nvPicPr>
          <p:cNvPr id="13" name="object 13"/>
          <p:cNvPicPr/>
          <p:nvPr/>
        </p:nvPicPr>
        <p:blipFill>
          <a:blip r:embed="rId3" cstate="print"/>
          <a:stretch>
            <a:fillRect/>
          </a:stretch>
        </p:blipFill>
        <p:spPr>
          <a:xfrm>
            <a:off x="8897619" y="1919604"/>
            <a:ext cx="2680970" cy="1033145"/>
          </a:xfrm>
          <a:prstGeom prst="rect">
            <a:avLst/>
          </a:prstGeom>
        </p:spPr>
      </p:pic>
      <p:sp>
        <p:nvSpPr>
          <p:cNvPr id="14" name="object 14"/>
          <p:cNvSpPr txBox="1"/>
          <p:nvPr/>
        </p:nvSpPr>
        <p:spPr>
          <a:xfrm>
            <a:off x="8982709" y="1954403"/>
            <a:ext cx="2510155" cy="609600"/>
          </a:xfrm>
          <a:prstGeom prst="rect">
            <a:avLst/>
          </a:prstGeom>
        </p:spPr>
        <p:txBody>
          <a:bodyPr vert="horz" wrap="square" lIns="0" tIns="12700" rIns="0" bIns="0" rtlCol="0">
            <a:spAutoFit/>
          </a:bodyPr>
          <a:lstStyle/>
          <a:p>
            <a:pPr marL="12700" marR="5080">
              <a:lnSpc>
                <a:spcPct val="119800"/>
              </a:lnSpc>
              <a:spcBef>
                <a:spcPts val="100"/>
              </a:spcBef>
            </a:pPr>
            <a:r>
              <a:rPr sz="1600" dirty="0">
                <a:latin typeface="宋体"/>
                <a:cs typeface="宋体"/>
              </a:rPr>
              <a:t>迭代方向：</a:t>
            </a:r>
            <a:r>
              <a:rPr sz="1600" dirty="0">
                <a:latin typeface="Arial"/>
                <a:cs typeface="Arial"/>
              </a:rPr>
              <a:t>AI</a:t>
            </a:r>
            <a:r>
              <a:rPr sz="1600" dirty="0">
                <a:latin typeface="宋体"/>
                <a:cs typeface="宋体"/>
              </a:rPr>
              <a:t>生成的脚本</a:t>
            </a:r>
            <a:r>
              <a:rPr sz="1600" spc="-50" dirty="0">
                <a:latin typeface="宋体"/>
                <a:cs typeface="宋体"/>
              </a:rPr>
              <a:t>结</a:t>
            </a:r>
            <a:r>
              <a:rPr sz="1600" dirty="0">
                <a:latin typeface="宋体"/>
                <a:cs typeface="宋体"/>
              </a:rPr>
              <a:t>构简明，适合教学内容</a:t>
            </a:r>
            <a:r>
              <a:rPr sz="1600" spc="-25" dirty="0">
                <a:latin typeface="宋体"/>
                <a:cs typeface="宋体"/>
              </a:rPr>
              <a:t>，方</a:t>
            </a:r>
            <a:endParaRPr sz="1600">
              <a:latin typeface="宋体"/>
              <a:cs typeface="宋体"/>
            </a:endParaRPr>
          </a:p>
        </p:txBody>
      </p:sp>
      <p:sp>
        <p:nvSpPr>
          <p:cNvPr id="15" name="object 15"/>
          <p:cNvSpPr txBox="1"/>
          <p:nvPr/>
        </p:nvSpPr>
        <p:spPr>
          <a:xfrm>
            <a:off x="735965" y="4557267"/>
            <a:ext cx="2369185" cy="1193800"/>
          </a:xfrm>
          <a:prstGeom prst="rect">
            <a:avLst/>
          </a:prstGeom>
        </p:spPr>
        <p:txBody>
          <a:bodyPr vert="horz" wrap="square" lIns="0" tIns="12700" rIns="0" bIns="0" rtlCol="0">
            <a:spAutoFit/>
          </a:bodyPr>
          <a:lstStyle/>
          <a:p>
            <a:pPr marL="12700" marR="5080" algn="just">
              <a:lnSpc>
                <a:spcPct val="119800"/>
              </a:lnSpc>
              <a:spcBef>
                <a:spcPts val="100"/>
              </a:spcBef>
            </a:pPr>
            <a:r>
              <a:rPr sz="1600" spc="70" dirty="0">
                <a:latin typeface="宋体"/>
                <a:cs typeface="宋体"/>
              </a:rPr>
              <a:t>情感化内容在抖音</a:t>
            </a:r>
            <a:r>
              <a:rPr sz="1600" spc="75" dirty="0">
                <a:latin typeface="宋体"/>
                <a:cs typeface="宋体"/>
              </a:rPr>
              <a:t>上有</a:t>
            </a:r>
            <a:r>
              <a:rPr sz="1600" spc="-50" dirty="0">
                <a:latin typeface="宋体"/>
                <a:cs typeface="宋体"/>
              </a:rPr>
              <a:t>较</a:t>
            </a:r>
            <a:r>
              <a:rPr sz="1600" spc="70" dirty="0">
                <a:latin typeface="宋体"/>
                <a:cs typeface="宋体"/>
              </a:rPr>
              <a:t>强的传播力，提示</a:t>
            </a:r>
            <a:r>
              <a:rPr sz="1600" spc="75" dirty="0">
                <a:latin typeface="宋体"/>
                <a:cs typeface="宋体"/>
              </a:rPr>
              <a:t>语应</a:t>
            </a:r>
            <a:r>
              <a:rPr sz="1600" spc="-50" dirty="0">
                <a:latin typeface="宋体"/>
                <a:cs typeface="宋体"/>
              </a:rPr>
              <a:t>引</a:t>
            </a:r>
            <a:r>
              <a:rPr sz="1600" spc="70" dirty="0">
                <a:latin typeface="宋体"/>
                <a:cs typeface="宋体"/>
              </a:rPr>
              <a:t>导</a:t>
            </a:r>
            <a:r>
              <a:rPr sz="1600" spc="75" dirty="0">
                <a:latin typeface="Arial"/>
                <a:cs typeface="Arial"/>
              </a:rPr>
              <a:t>AI</a:t>
            </a:r>
            <a:r>
              <a:rPr sz="1600" spc="70" dirty="0">
                <a:latin typeface="宋体"/>
                <a:cs typeface="宋体"/>
              </a:rPr>
              <a:t>注重情感的</a:t>
            </a:r>
            <a:r>
              <a:rPr sz="1600" spc="75" dirty="0">
                <a:latin typeface="宋体"/>
                <a:cs typeface="宋体"/>
              </a:rPr>
              <a:t>真实性</a:t>
            </a:r>
            <a:r>
              <a:rPr sz="1600" spc="-50" dirty="0">
                <a:latin typeface="宋体"/>
                <a:cs typeface="宋体"/>
              </a:rPr>
              <a:t>和</a:t>
            </a:r>
            <a:r>
              <a:rPr sz="1600" spc="-20" dirty="0">
                <a:latin typeface="宋体"/>
                <a:cs typeface="宋体"/>
              </a:rPr>
              <a:t>共鸣度</a:t>
            </a:r>
            <a:r>
              <a:rPr sz="1600" spc="-50" dirty="0">
                <a:latin typeface="宋体"/>
                <a:cs typeface="宋体"/>
              </a:rPr>
              <a:t>。</a:t>
            </a:r>
            <a:endParaRPr sz="1600">
              <a:latin typeface="宋体"/>
              <a:cs typeface="宋体"/>
            </a:endParaRPr>
          </a:p>
        </p:txBody>
      </p:sp>
      <p:sp>
        <p:nvSpPr>
          <p:cNvPr id="16" name="object 16"/>
          <p:cNvSpPr/>
          <p:nvPr/>
        </p:nvSpPr>
        <p:spPr>
          <a:xfrm>
            <a:off x="617219" y="4070603"/>
            <a:ext cx="3931920" cy="429895"/>
          </a:xfrm>
          <a:custGeom>
            <a:avLst/>
            <a:gdLst/>
            <a:ahLst/>
            <a:cxnLst/>
            <a:rect l="l" t="t" r="r" b="b"/>
            <a:pathLst>
              <a:path w="3931920" h="429895">
                <a:moveTo>
                  <a:pt x="3861816" y="429768"/>
                </a:moveTo>
                <a:lnTo>
                  <a:pt x="71628" y="429768"/>
                </a:lnTo>
                <a:lnTo>
                  <a:pt x="44066" y="423723"/>
                </a:lnTo>
                <a:lnTo>
                  <a:pt x="21421" y="408251"/>
                </a:lnTo>
                <a:lnTo>
                  <a:pt x="5973" y="385630"/>
                </a:lnTo>
                <a:lnTo>
                  <a:pt x="0" y="358140"/>
                </a:lnTo>
                <a:lnTo>
                  <a:pt x="0" y="71628"/>
                </a:lnTo>
                <a:lnTo>
                  <a:pt x="5973" y="43923"/>
                </a:lnTo>
                <a:lnTo>
                  <a:pt x="21421" y="21231"/>
                </a:lnTo>
                <a:lnTo>
                  <a:pt x="44066" y="5830"/>
                </a:lnTo>
                <a:lnTo>
                  <a:pt x="71628" y="0"/>
                </a:lnTo>
                <a:lnTo>
                  <a:pt x="3861816" y="0"/>
                </a:lnTo>
                <a:lnTo>
                  <a:pt x="3889211" y="5830"/>
                </a:lnTo>
                <a:lnTo>
                  <a:pt x="3911641" y="21231"/>
                </a:lnTo>
                <a:lnTo>
                  <a:pt x="3926684" y="43923"/>
                </a:lnTo>
                <a:lnTo>
                  <a:pt x="3931919" y="71628"/>
                </a:lnTo>
                <a:lnTo>
                  <a:pt x="3931919" y="358140"/>
                </a:lnTo>
                <a:lnTo>
                  <a:pt x="3926684" y="385630"/>
                </a:lnTo>
                <a:lnTo>
                  <a:pt x="3911641" y="408251"/>
                </a:lnTo>
                <a:lnTo>
                  <a:pt x="3889211" y="423723"/>
                </a:lnTo>
                <a:lnTo>
                  <a:pt x="3861816" y="429768"/>
                </a:lnTo>
                <a:close/>
              </a:path>
            </a:pathLst>
          </a:custGeom>
          <a:solidFill>
            <a:srgbClr val="0A80DF"/>
          </a:solidFill>
        </p:spPr>
        <p:txBody>
          <a:bodyPr wrap="square" lIns="0" tIns="0" rIns="0" bIns="0" rtlCol="0"/>
          <a:lstStyle/>
          <a:p>
            <a:endParaRPr/>
          </a:p>
        </p:txBody>
      </p:sp>
      <p:sp>
        <p:nvSpPr>
          <p:cNvPr id="17" name="object 17"/>
          <p:cNvSpPr txBox="1"/>
          <p:nvPr/>
        </p:nvSpPr>
        <p:spPr>
          <a:xfrm>
            <a:off x="851496" y="4137621"/>
            <a:ext cx="346329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Microsoft JhengHei"/>
                <a:cs typeface="Microsoft JhengHei"/>
              </a:rPr>
              <a:t>案例三：引发情绪共鸣的情感文案</a:t>
            </a:r>
            <a:endParaRPr sz="1800">
              <a:latin typeface="Microsoft JhengHei"/>
              <a:cs typeface="Microsoft JhengHei"/>
            </a:endParaRPr>
          </a:p>
        </p:txBody>
      </p:sp>
      <p:pic>
        <p:nvPicPr>
          <p:cNvPr id="18" name="object 18"/>
          <p:cNvPicPr/>
          <p:nvPr/>
        </p:nvPicPr>
        <p:blipFill>
          <a:blip r:embed="rId4" cstate="print"/>
          <a:stretch>
            <a:fillRect/>
          </a:stretch>
        </p:blipFill>
        <p:spPr>
          <a:xfrm>
            <a:off x="3178175" y="4586604"/>
            <a:ext cx="2680970" cy="1033145"/>
          </a:xfrm>
          <a:prstGeom prst="rect">
            <a:avLst/>
          </a:prstGeom>
        </p:spPr>
      </p:pic>
      <p:sp>
        <p:nvSpPr>
          <p:cNvPr id="19" name="object 19"/>
          <p:cNvSpPr txBox="1"/>
          <p:nvPr/>
        </p:nvSpPr>
        <p:spPr>
          <a:xfrm>
            <a:off x="3263265" y="4621402"/>
            <a:ext cx="2666365" cy="901700"/>
          </a:xfrm>
          <a:prstGeom prst="rect">
            <a:avLst/>
          </a:prstGeom>
        </p:spPr>
        <p:txBody>
          <a:bodyPr vert="horz" wrap="square" lIns="0" tIns="12700" rIns="0" bIns="0" rtlCol="0">
            <a:spAutoFit/>
          </a:bodyPr>
          <a:lstStyle/>
          <a:p>
            <a:pPr marL="12700" marR="5080">
              <a:lnSpc>
                <a:spcPct val="119800"/>
              </a:lnSpc>
              <a:spcBef>
                <a:spcPts val="100"/>
              </a:spcBef>
            </a:pPr>
            <a:r>
              <a:rPr sz="1600" spc="20" dirty="0">
                <a:latin typeface="宋体"/>
                <a:cs typeface="宋体"/>
              </a:rPr>
              <a:t>迭代方向</a:t>
            </a:r>
            <a:r>
              <a:rPr sz="1600" spc="30" dirty="0">
                <a:latin typeface="宋体"/>
                <a:cs typeface="宋体"/>
              </a:rPr>
              <a:t>：</a:t>
            </a:r>
            <a:r>
              <a:rPr sz="1600" spc="30" dirty="0">
                <a:latin typeface="Arial"/>
                <a:cs typeface="Arial"/>
              </a:rPr>
              <a:t>AI</a:t>
            </a:r>
            <a:r>
              <a:rPr sz="1600" spc="25" dirty="0">
                <a:latin typeface="宋体"/>
                <a:cs typeface="宋体"/>
              </a:rPr>
              <a:t>生成的内容</a:t>
            </a:r>
            <a:r>
              <a:rPr sz="1600" spc="-20" dirty="0">
                <a:latin typeface="宋体"/>
                <a:cs typeface="宋体"/>
              </a:rPr>
              <a:t>情</a:t>
            </a:r>
            <a:r>
              <a:rPr sz="1600" spc="15" dirty="0">
                <a:latin typeface="宋体"/>
                <a:cs typeface="宋体"/>
              </a:rPr>
              <a:t>感表达</a:t>
            </a:r>
            <a:r>
              <a:rPr sz="1600" spc="20" dirty="0">
                <a:latin typeface="宋体"/>
                <a:cs typeface="宋体"/>
              </a:rPr>
              <a:t>自然，能够引发观</a:t>
            </a:r>
            <a:r>
              <a:rPr sz="1600" spc="-20" dirty="0">
                <a:latin typeface="宋体"/>
                <a:cs typeface="宋体"/>
              </a:rPr>
              <a:t>众</a:t>
            </a:r>
            <a:r>
              <a:rPr sz="1600" spc="-15" dirty="0">
                <a:latin typeface="宋体"/>
                <a:cs typeface="宋体"/>
              </a:rPr>
              <a:t>的情绪共鸣，提升互动效果</a:t>
            </a:r>
            <a:r>
              <a:rPr sz="1600" spc="-20" dirty="0">
                <a:latin typeface="宋体"/>
                <a:cs typeface="宋体"/>
              </a:rPr>
              <a:t>。</a:t>
            </a:r>
            <a:endParaRPr sz="1600">
              <a:latin typeface="宋体"/>
              <a:cs typeface="宋体"/>
            </a:endParaRPr>
          </a:p>
        </p:txBody>
      </p:sp>
      <p:sp>
        <p:nvSpPr>
          <p:cNvPr id="20" name="object 20"/>
          <p:cNvSpPr txBox="1"/>
          <p:nvPr/>
        </p:nvSpPr>
        <p:spPr>
          <a:xfrm>
            <a:off x="6456045" y="4626483"/>
            <a:ext cx="2369820" cy="901700"/>
          </a:xfrm>
          <a:prstGeom prst="rect">
            <a:avLst/>
          </a:prstGeom>
        </p:spPr>
        <p:txBody>
          <a:bodyPr vert="horz" wrap="square" lIns="0" tIns="12700" rIns="0" bIns="0" rtlCol="0">
            <a:spAutoFit/>
          </a:bodyPr>
          <a:lstStyle/>
          <a:p>
            <a:pPr marL="12700" marR="5080" algn="just">
              <a:lnSpc>
                <a:spcPct val="119800"/>
              </a:lnSpc>
              <a:spcBef>
                <a:spcPts val="100"/>
              </a:spcBef>
            </a:pPr>
            <a:r>
              <a:rPr sz="1600" spc="70" dirty="0">
                <a:latin typeface="宋体"/>
                <a:cs typeface="宋体"/>
              </a:rPr>
              <a:t>抖音内容通常在结</a:t>
            </a:r>
            <a:r>
              <a:rPr sz="1600" spc="75" dirty="0">
                <a:latin typeface="宋体"/>
                <a:cs typeface="宋体"/>
              </a:rPr>
              <a:t>尾处</a:t>
            </a:r>
            <a:r>
              <a:rPr sz="1600" spc="-50" dirty="0">
                <a:latin typeface="宋体"/>
                <a:cs typeface="宋体"/>
              </a:rPr>
              <a:t>引</a:t>
            </a:r>
            <a:r>
              <a:rPr sz="1600" spc="70" dirty="0">
                <a:latin typeface="宋体"/>
                <a:cs typeface="宋体"/>
              </a:rPr>
              <a:t>导互动，提示语应</a:t>
            </a:r>
            <a:r>
              <a:rPr sz="1600" spc="75" dirty="0">
                <a:latin typeface="宋体"/>
                <a:cs typeface="宋体"/>
              </a:rPr>
              <a:t>引导</a:t>
            </a:r>
            <a:r>
              <a:rPr sz="1600" spc="-25" dirty="0">
                <a:latin typeface="Arial"/>
                <a:cs typeface="Arial"/>
              </a:rPr>
              <a:t>AI</a:t>
            </a:r>
            <a:r>
              <a:rPr sz="1600" spc="-20" dirty="0">
                <a:latin typeface="宋体"/>
                <a:cs typeface="宋体"/>
              </a:rPr>
              <a:t>设计引人互动的语句</a:t>
            </a:r>
            <a:r>
              <a:rPr sz="1600" spc="-50" dirty="0">
                <a:latin typeface="宋体"/>
                <a:cs typeface="宋体"/>
              </a:rPr>
              <a:t>。</a:t>
            </a:r>
            <a:endParaRPr sz="1600">
              <a:latin typeface="宋体"/>
              <a:cs typeface="宋体"/>
            </a:endParaRPr>
          </a:p>
        </p:txBody>
      </p:sp>
      <p:sp>
        <p:nvSpPr>
          <p:cNvPr id="21" name="object 21"/>
          <p:cNvSpPr/>
          <p:nvPr/>
        </p:nvSpPr>
        <p:spPr>
          <a:xfrm>
            <a:off x="6338315" y="4070603"/>
            <a:ext cx="3931920" cy="429895"/>
          </a:xfrm>
          <a:custGeom>
            <a:avLst/>
            <a:gdLst/>
            <a:ahLst/>
            <a:cxnLst/>
            <a:rect l="l" t="t" r="r" b="b"/>
            <a:pathLst>
              <a:path w="3931920" h="429895">
                <a:moveTo>
                  <a:pt x="3860291" y="429768"/>
                </a:moveTo>
                <a:lnTo>
                  <a:pt x="71628" y="429768"/>
                </a:lnTo>
                <a:lnTo>
                  <a:pt x="43494" y="423723"/>
                </a:lnTo>
                <a:lnTo>
                  <a:pt x="20659" y="408251"/>
                </a:lnTo>
                <a:lnTo>
                  <a:pt x="5401" y="385630"/>
                </a:lnTo>
                <a:lnTo>
                  <a:pt x="0" y="358140"/>
                </a:lnTo>
                <a:lnTo>
                  <a:pt x="0" y="71628"/>
                </a:lnTo>
                <a:lnTo>
                  <a:pt x="5401" y="43923"/>
                </a:lnTo>
                <a:lnTo>
                  <a:pt x="20659" y="21231"/>
                </a:lnTo>
                <a:lnTo>
                  <a:pt x="43494" y="5830"/>
                </a:lnTo>
                <a:lnTo>
                  <a:pt x="71628" y="0"/>
                </a:lnTo>
                <a:lnTo>
                  <a:pt x="3860291" y="0"/>
                </a:lnTo>
                <a:lnTo>
                  <a:pt x="3887996" y="5830"/>
                </a:lnTo>
                <a:lnTo>
                  <a:pt x="3910688" y="21231"/>
                </a:lnTo>
                <a:lnTo>
                  <a:pt x="3926089" y="43923"/>
                </a:lnTo>
                <a:lnTo>
                  <a:pt x="3931919" y="71628"/>
                </a:lnTo>
                <a:lnTo>
                  <a:pt x="3931919" y="358140"/>
                </a:lnTo>
                <a:lnTo>
                  <a:pt x="3926089" y="385630"/>
                </a:lnTo>
                <a:lnTo>
                  <a:pt x="3910688" y="408251"/>
                </a:lnTo>
                <a:lnTo>
                  <a:pt x="3887996" y="423723"/>
                </a:lnTo>
                <a:lnTo>
                  <a:pt x="3860291" y="429768"/>
                </a:lnTo>
                <a:close/>
              </a:path>
            </a:pathLst>
          </a:custGeom>
          <a:solidFill>
            <a:srgbClr val="0A80DF"/>
          </a:solidFill>
        </p:spPr>
        <p:txBody>
          <a:bodyPr wrap="square" lIns="0" tIns="0" rIns="0" bIns="0" rtlCol="0"/>
          <a:lstStyle/>
          <a:p>
            <a:endParaRPr/>
          </a:p>
        </p:txBody>
      </p:sp>
      <p:sp>
        <p:nvSpPr>
          <p:cNvPr id="22" name="object 22"/>
          <p:cNvSpPr txBox="1"/>
          <p:nvPr/>
        </p:nvSpPr>
        <p:spPr>
          <a:xfrm>
            <a:off x="6800812" y="4137621"/>
            <a:ext cx="300482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Microsoft JhengHei"/>
                <a:cs typeface="Microsoft JhengHei"/>
              </a:rPr>
              <a:t>案例四：引导互动的结尾语句</a:t>
            </a:r>
            <a:endParaRPr sz="1800">
              <a:latin typeface="Microsoft JhengHei"/>
              <a:cs typeface="Microsoft JhengHei"/>
            </a:endParaRPr>
          </a:p>
        </p:txBody>
      </p:sp>
      <p:pic>
        <p:nvPicPr>
          <p:cNvPr id="23" name="object 23"/>
          <p:cNvPicPr/>
          <p:nvPr/>
        </p:nvPicPr>
        <p:blipFill>
          <a:blip r:embed="rId5" cstate="print"/>
          <a:stretch>
            <a:fillRect/>
          </a:stretch>
        </p:blipFill>
        <p:spPr>
          <a:xfrm>
            <a:off x="8898255" y="4586604"/>
            <a:ext cx="2680970" cy="1289685"/>
          </a:xfrm>
          <a:prstGeom prst="rect">
            <a:avLst/>
          </a:prstGeom>
        </p:spPr>
      </p:pic>
      <p:sp>
        <p:nvSpPr>
          <p:cNvPr id="24" name="object 24"/>
          <p:cNvSpPr txBox="1"/>
          <p:nvPr/>
        </p:nvSpPr>
        <p:spPr>
          <a:xfrm>
            <a:off x="8983344" y="4603622"/>
            <a:ext cx="2510155" cy="1193800"/>
          </a:xfrm>
          <a:prstGeom prst="rect">
            <a:avLst/>
          </a:prstGeom>
        </p:spPr>
        <p:txBody>
          <a:bodyPr vert="horz" wrap="square" lIns="0" tIns="12700" rIns="0" bIns="0" rtlCol="0">
            <a:spAutoFit/>
          </a:bodyPr>
          <a:lstStyle/>
          <a:p>
            <a:pPr marL="12700" marR="5080" algn="just">
              <a:lnSpc>
                <a:spcPct val="119800"/>
              </a:lnSpc>
              <a:spcBef>
                <a:spcPts val="100"/>
              </a:spcBef>
            </a:pPr>
            <a:r>
              <a:rPr sz="1600" dirty="0">
                <a:latin typeface="宋体"/>
                <a:cs typeface="宋体"/>
              </a:rPr>
              <a:t>迭代方向：</a:t>
            </a:r>
            <a:r>
              <a:rPr sz="1600" dirty="0">
                <a:latin typeface="Arial"/>
                <a:cs typeface="Arial"/>
              </a:rPr>
              <a:t>AI</a:t>
            </a:r>
            <a:r>
              <a:rPr sz="1600" dirty="0">
                <a:latin typeface="宋体"/>
                <a:cs typeface="宋体"/>
              </a:rPr>
              <a:t>生成的结尾</a:t>
            </a:r>
            <a:r>
              <a:rPr sz="1600" spc="-50" dirty="0">
                <a:latin typeface="宋体"/>
                <a:cs typeface="宋体"/>
              </a:rPr>
              <a:t>语</a:t>
            </a:r>
            <a:r>
              <a:rPr sz="1600" dirty="0">
                <a:latin typeface="宋体"/>
                <a:cs typeface="宋体"/>
              </a:rPr>
              <a:t>句具备号召性，有助于引</a:t>
            </a:r>
            <a:r>
              <a:rPr sz="1600" spc="-50" dirty="0">
                <a:latin typeface="宋体"/>
                <a:cs typeface="宋体"/>
              </a:rPr>
              <a:t>导</a:t>
            </a:r>
            <a:r>
              <a:rPr sz="1600" dirty="0">
                <a:latin typeface="宋体"/>
                <a:cs typeface="宋体"/>
              </a:rPr>
              <a:t>观众互动，增加视频的传</a:t>
            </a:r>
            <a:r>
              <a:rPr sz="1600" spc="-50" dirty="0">
                <a:latin typeface="宋体"/>
                <a:cs typeface="宋体"/>
              </a:rPr>
              <a:t>播</a:t>
            </a:r>
            <a:r>
              <a:rPr sz="1600" spc="-20" dirty="0">
                <a:latin typeface="宋体"/>
                <a:cs typeface="宋体"/>
              </a:rPr>
              <a:t>效果</a:t>
            </a:r>
            <a:r>
              <a:rPr sz="1600" spc="-50" dirty="0">
                <a:latin typeface="宋体"/>
                <a:cs typeface="宋体"/>
              </a:rPr>
              <a:t>。</a:t>
            </a:r>
            <a:endParaRPr sz="1600">
              <a:latin typeface="宋体"/>
              <a:cs typeface="宋体"/>
            </a:endParaRPr>
          </a:p>
        </p:txBody>
      </p:sp>
      <p:sp>
        <p:nvSpPr>
          <p:cNvPr id="25" name="object 25"/>
          <p:cNvSpPr/>
          <p:nvPr/>
        </p:nvSpPr>
        <p:spPr>
          <a:xfrm>
            <a:off x="6373495" y="3046095"/>
            <a:ext cx="5241290" cy="691515"/>
          </a:xfrm>
          <a:custGeom>
            <a:avLst/>
            <a:gdLst/>
            <a:ahLst/>
            <a:cxnLst/>
            <a:rect l="l" t="t" r="r" b="b"/>
            <a:pathLst>
              <a:path w="5241290" h="691514">
                <a:moveTo>
                  <a:pt x="5237480" y="691514"/>
                </a:moveTo>
                <a:lnTo>
                  <a:pt x="3809" y="691514"/>
                </a:lnTo>
                <a:lnTo>
                  <a:pt x="2349" y="691222"/>
                </a:lnTo>
                <a:lnTo>
                  <a:pt x="1117" y="690397"/>
                </a:lnTo>
                <a:lnTo>
                  <a:pt x="292" y="689165"/>
                </a:lnTo>
                <a:lnTo>
                  <a:pt x="0" y="687704"/>
                </a:lnTo>
                <a:lnTo>
                  <a:pt x="0" y="3809"/>
                </a:lnTo>
                <a:lnTo>
                  <a:pt x="292" y="2349"/>
                </a:lnTo>
                <a:lnTo>
                  <a:pt x="1117" y="1117"/>
                </a:lnTo>
                <a:lnTo>
                  <a:pt x="2349" y="292"/>
                </a:lnTo>
                <a:lnTo>
                  <a:pt x="3809" y="0"/>
                </a:lnTo>
                <a:lnTo>
                  <a:pt x="5237480" y="0"/>
                </a:lnTo>
                <a:lnTo>
                  <a:pt x="5238940" y="292"/>
                </a:lnTo>
                <a:lnTo>
                  <a:pt x="5240172" y="1117"/>
                </a:lnTo>
                <a:lnTo>
                  <a:pt x="5240997" y="2349"/>
                </a:lnTo>
                <a:lnTo>
                  <a:pt x="5241289" y="3809"/>
                </a:lnTo>
                <a:lnTo>
                  <a:pt x="7619" y="3809"/>
                </a:lnTo>
                <a:lnTo>
                  <a:pt x="3809" y="7619"/>
                </a:lnTo>
                <a:lnTo>
                  <a:pt x="7619" y="7619"/>
                </a:lnTo>
                <a:lnTo>
                  <a:pt x="7619" y="683894"/>
                </a:lnTo>
                <a:lnTo>
                  <a:pt x="3809" y="683894"/>
                </a:lnTo>
                <a:lnTo>
                  <a:pt x="7619" y="687704"/>
                </a:lnTo>
                <a:lnTo>
                  <a:pt x="5241289" y="687704"/>
                </a:lnTo>
                <a:lnTo>
                  <a:pt x="5240997" y="689165"/>
                </a:lnTo>
                <a:lnTo>
                  <a:pt x="5240172" y="690397"/>
                </a:lnTo>
                <a:lnTo>
                  <a:pt x="5238940" y="691222"/>
                </a:lnTo>
                <a:lnTo>
                  <a:pt x="5237480" y="691514"/>
                </a:lnTo>
                <a:close/>
              </a:path>
              <a:path w="5241290" h="691514">
                <a:moveTo>
                  <a:pt x="7619" y="7619"/>
                </a:moveTo>
                <a:lnTo>
                  <a:pt x="3809" y="7619"/>
                </a:lnTo>
                <a:lnTo>
                  <a:pt x="7619" y="3809"/>
                </a:lnTo>
                <a:lnTo>
                  <a:pt x="7619" y="7619"/>
                </a:lnTo>
                <a:close/>
              </a:path>
              <a:path w="5241290" h="691514">
                <a:moveTo>
                  <a:pt x="5233670" y="7619"/>
                </a:moveTo>
                <a:lnTo>
                  <a:pt x="7619" y="7619"/>
                </a:lnTo>
                <a:lnTo>
                  <a:pt x="7619" y="3809"/>
                </a:lnTo>
                <a:lnTo>
                  <a:pt x="5233670" y="3809"/>
                </a:lnTo>
                <a:lnTo>
                  <a:pt x="5233670" y="7619"/>
                </a:lnTo>
                <a:close/>
              </a:path>
              <a:path w="5241290" h="691514">
                <a:moveTo>
                  <a:pt x="5233670" y="687704"/>
                </a:moveTo>
                <a:lnTo>
                  <a:pt x="5233670" y="3809"/>
                </a:lnTo>
                <a:lnTo>
                  <a:pt x="5237480" y="7619"/>
                </a:lnTo>
                <a:lnTo>
                  <a:pt x="5241289" y="7619"/>
                </a:lnTo>
                <a:lnTo>
                  <a:pt x="5241289" y="683894"/>
                </a:lnTo>
                <a:lnTo>
                  <a:pt x="5237480" y="683894"/>
                </a:lnTo>
                <a:lnTo>
                  <a:pt x="5233670" y="687704"/>
                </a:lnTo>
                <a:close/>
              </a:path>
              <a:path w="5241290" h="691514">
                <a:moveTo>
                  <a:pt x="5241289" y="7619"/>
                </a:moveTo>
                <a:lnTo>
                  <a:pt x="5237480" y="7619"/>
                </a:lnTo>
                <a:lnTo>
                  <a:pt x="5233670" y="3809"/>
                </a:lnTo>
                <a:lnTo>
                  <a:pt x="5241289" y="3809"/>
                </a:lnTo>
                <a:lnTo>
                  <a:pt x="5241289" y="7619"/>
                </a:lnTo>
                <a:close/>
              </a:path>
              <a:path w="5241290" h="691514">
                <a:moveTo>
                  <a:pt x="7619" y="687704"/>
                </a:moveTo>
                <a:lnTo>
                  <a:pt x="3809" y="683894"/>
                </a:lnTo>
                <a:lnTo>
                  <a:pt x="7619" y="683894"/>
                </a:lnTo>
                <a:lnTo>
                  <a:pt x="7619" y="687704"/>
                </a:lnTo>
                <a:close/>
              </a:path>
              <a:path w="5241290" h="691514">
                <a:moveTo>
                  <a:pt x="5233670" y="687704"/>
                </a:moveTo>
                <a:lnTo>
                  <a:pt x="7619" y="687704"/>
                </a:lnTo>
                <a:lnTo>
                  <a:pt x="7619" y="683894"/>
                </a:lnTo>
                <a:lnTo>
                  <a:pt x="5233670" y="683894"/>
                </a:lnTo>
                <a:lnTo>
                  <a:pt x="5233670" y="687704"/>
                </a:lnTo>
                <a:close/>
              </a:path>
              <a:path w="5241290" h="691514">
                <a:moveTo>
                  <a:pt x="5241289" y="687704"/>
                </a:moveTo>
                <a:lnTo>
                  <a:pt x="5233670" y="687704"/>
                </a:lnTo>
                <a:lnTo>
                  <a:pt x="5237480" y="683894"/>
                </a:lnTo>
                <a:lnTo>
                  <a:pt x="5241289" y="683894"/>
                </a:lnTo>
                <a:lnTo>
                  <a:pt x="5241289" y="687704"/>
                </a:lnTo>
                <a:close/>
              </a:path>
            </a:pathLst>
          </a:custGeom>
          <a:solidFill>
            <a:srgbClr val="E6E6E6"/>
          </a:solidFill>
        </p:spPr>
        <p:txBody>
          <a:bodyPr wrap="square" lIns="0" tIns="0" rIns="0" bIns="0" rtlCol="0"/>
          <a:lstStyle/>
          <a:p>
            <a:endParaRPr/>
          </a:p>
        </p:txBody>
      </p:sp>
      <p:sp>
        <p:nvSpPr>
          <p:cNvPr id="26" name="object 26"/>
          <p:cNvSpPr txBox="1"/>
          <p:nvPr/>
        </p:nvSpPr>
        <p:spPr>
          <a:xfrm>
            <a:off x="6426834" y="2592705"/>
            <a:ext cx="5222875" cy="1045844"/>
          </a:xfrm>
          <a:prstGeom prst="rect">
            <a:avLst/>
          </a:prstGeom>
        </p:spPr>
        <p:txBody>
          <a:bodyPr vert="horz" wrap="square" lIns="0" tIns="12065" rIns="0" bIns="0" rtlCol="0">
            <a:spAutoFit/>
          </a:bodyPr>
          <a:lstStyle/>
          <a:p>
            <a:pPr marL="41275">
              <a:lnSpc>
                <a:spcPct val="100000"/>
              </a:lnSpc>
              <a:spcBef>
                <a:spcPts val="95"/>
              </a:spcBef>
            </a:pPr>
            <a:r>
              <a:rPr sz="1600" spc="-20" dirty="0">
                <a:latin typeface="宋体"/>
                <a:cs typeface="宋体"/>
              </a:rPr>
              <a:t>容清晰、简洁且步骤明确</a:t>
            </a:r>
            <a:r>
              <a:rPr sz="1600" spc="25" dirty="0">
                <a:latin typeface="宋体"/>
                <a:cs typeface="宋体"/>
              </a:rPr>
              <a:t>。 </a:t>
            </a:r>
            <a:r>
              <a:rPr sz="2400" spc="-30" baseline="1736" dirty="0">
                <a:latin typeface="宋体"/>
                <a:cs typeface="宋体"/>
              </a:rPr>
              <a:t>便观众理解和应用</a:t>
            </a:r>
            <a:r>
              <a:rPr sz="2400" spc="-75" baseline="1736" dirty="0">
                <a:latin typeface="宋体"/>
                <a:cs typeface="宋体"/>
              </a:rPr>
              <a:t>。</a:t>
            </a:r>
            <a:endParaRPr sz="2400" baseline="1736">
              <a:latin typeface="宋体"/>
              <a:cs typeface="宋体"/>
            </a:endParaRPr>
          </a:p>
          <a:p>
            <a:pPr marL="12700" marR="5080" indent="66675">
              <a:lnSpc>
                <a:spcPct val="152800"/>
              </a:lnSpc>
              <a:spcBef>
                <a:spcPts val="1720"/>
              </a:spcBef>
            </a:pPr>
            <a:r>
              <a:rPr sz="1200" spc="-30" dirty="0">
                <a:latin typeface="宋体"/>
                <a:cs typeface="宋体"/>
              </a:rPr>
              <a:t>生成一个关于[</a:t>
            </a:r>
            <a:r>
              <a:rPr sz="1200" spc="-45" dirty="0">
                <a:latin typeface="宋体"/>
                <a:cs typeface="宋体"/>
              </a:rPr>
              <a:t>实用技能]</a:t>
            </a:r>
            <a:r>
              <a:rPr sz="1200" spc="-5" dirty="0">
                <a:latin typeface="宋体"/>
                <a:cs typeface="宋体"/>
              </a:rPr>
              <a:t>的简单教程脚本，以清晰步骤和简洁语言进行描述，让观众能够快速掌握。</a:t>
            </a:r>
            <a:endParaRPr sz="1200">
              <a:latin typeface="宋体"/>
              <a:cs typeface="宋体"/>
            </a:endParaRPr>
          </a:p>
        </p:txBody>
      </p:sp>
      <p:sp>
        <p:nvSpPr>
          <p:cNvPr id="27" name="object 27"/>
          <p:cNvSpPr/>
          <p:nvPr/>
        </p:nvSpPr>
        <p:spPr>
          <a:xfrm>
            <a:off x="613409" y="5865495"/>
            <a:ext cx="5243195" cy="691515"/>
          </a:xfrm>
          <a:custGeom>
            <a:avLst/>
            <a:gdLst/>
            <a:ahLst/>
            <a:cxnLst/>
            <a:rect l="l" t="t" r="r" b="b"/>
            <a:pathLst>
              <a:path w="5243195" h="691515">
                <a:moveTo>
                  <a:pt x="5239385" y="691514"/>
                </a:moveTo>
                <a:lnTo>
                  <a:pt x="3810" y="691514"/>
                </a:lnTo>
                <a:lnTo>
                  <a:pt x="2349" y="691222"/>
                </a:lnTo>
                <a:lnTo>
                  <a:pt x="1117" y="690397"/>
                </a:lnTo>
                <a:lnTo>
                  <a:pt x="292" y="689165"/>
                </a:lnTo>
                <a:lnTo>
                  <a:pt x="0" y="687704"/>
                </a:lnTo>
                <a:lnTo>
                  <a:pt x="0" y="3809"/>
                </a:lnTo>
                <a:lnTo>
                  <a:pt x="292" y="2349"/>
                </a:lnTo>
                <a:lnTo>
                  <a:pt x="1117" y="1117"/>
                </a:lnTo>
                <a:lnTo>
                  <a:pt x="2349" y="292"/>
                </a:lnTo>
                <a:lnTo>
                  <a:pt x="3810" y="0"/>
                </a:lnTo>
                <a:lnTo>
                  <a:pt x="5239385" y="0"/>
                </a:lnTo>
                <a:lnTo>
                  <a:pt x="5240845" y="292"/>
                </a:lnTo>
                <a:lnTo>
                  <a:pt x="5242077" y="1117"/>
                </a:lnTo>
                <a:lnTo>
                  <a:pt x="5242902" y="2349"/>
                </a:lnTo>
                <a:lnTo>
                  <a:pt x="5243195" y="3809"/>
                </a:lnTo>
                <a:lnTo>
                  <a:pt x="7620" y="3809"/>
                </a:lnTo>
                <a:lnTo>
                  <a:pt x="3810" y="7619"/>
                </a:lnTo>
                <a:lnTo>
                  <a:pt x="7620" y="7619"/>
                </a:lnTo>
                <a:lnTo>
                  <a:pt x="7620" y="683895"/>
                </a:lnTo>
                <a:lnTo>
                  <a:pt x="3810" y="683895"/>
                </a:lnTo>
                <a:lnTo>
                  <a:pt x="7620" y="687704"/>
                </a:lnTo>
                <a:lnTo>
                  <a:pt x="5243195" y="687704"/>
                </a:lnTo>
                <a:lnTo>
                  <a:pt x="5242902" y="689165"/>
                </a:lnTo>
                <a:lnTo>
                  <a:pt x="5242077" y="690397"/>
                </a:lnTo>
                <a:lnTo>
                  <a:pt x="5240845" y="691222"/>
                </a:lnTo>
                <a:lnTo>
                  <a:pt x="5239385" y="691514"/>
                </a:lnTo>
                <a:close/>
              </a:path>
              <a:path w="5243195" h="691515">
                <a:moveTo>
                  <a:pt x="7620" y="7619"/>
                </a:moveTo>
                <a:lnTo>
                  <a:pt x="3810" y="7619"/>
                </a:lnTo>
                <a:lnTo>
                  <a:pt x="7620" y="3809"/>
                </a:lnTo>
                <a:lnTo>
                  <a:pt x="7620" y="7619"/>
                </a:lnTo>
                <a:close/>
              </a:path>
              <a:path w="5243195" h="691515">
                <a:moveTo>
                  <a:pt x="5235575" y="7619"/>
                </a:moveTo>
                <a:lnTo>
                  <a:pt x="7620" y="7619"/>
                </a:lnTo>
                <a:lnTo>
                  <a:pt x="7620" y="3809"/>
                </a:lnTo>
                <a:lnTo>
                  <a:pt x="5235575" y="3809"/>
                </a:lnTo>
                <a:lnTo>
                  <a:pt x="5235575" y="7619"/>
                </a:lnTo>
                <a:close/>
              </a:path>
              <a:path w="5243195" h="691515">
                <a:moveTo>
                  <a:pt x="5235575" y="687704"/>
                </a:moveTo>
                <a:lnTo>
                  <a:pt x="5235575" y="3809"/>
                </a:lnTo>
                <a:lnTo>
                  <a:pt x="5239385" y="7619"/>
                </a:lnTo>
                <a:lnTo>
                  <a:pt x="5243195" y="7619"/>
                </a:lnTo>
                <a:lnTo>
                  <a:pt x="5243195" y="683895"/>
                </a:lnTo>
                <a:lnTo>
                  <a:pt x="5239385" y="683895"/>
                </a:lnTo>
                <a:lnTo>
                  <a:pt x="5235575" y="687704"/>
                </a:lnTo>
                <a:close/>
              </a:path>
              <a:path w="5243195" h="691515">
                <a:moveTo>
                  <a:pt x="5243195" y="7619"/>
                </a:moveTo>
                <a:lnTo>
                  <a:pt x="5239385" y="7619"/>
                </a:lnTo>
                <a:lnTo>
                  <a:pt x="5235575" y="3809"/>
                </a:lnTo>
                <a:lnTo>
                  <a:pt x="5243195" y="3809"/>
                </a:lnTo>
                <a:lnTo>
                  <a:pt x="5243195" y="7619"/>
                </a:lnTo>
                <a:close/>
              </a:path>
              <a:path w="5243195" h="691515">
                <a:moveTo>
                  <a:pt x="7620" y="687704"/>
                </a:moveTo>
                <a:lnTo>
                  <a:pt x="3810" y="683895"/>
                </a:lnTo>
                <a:lnTo>
                  <a:pt x="7620" y="683895"/>
                </a:lnTo>
                <a:lnTo>
                  <a:pt x="7620" y="687704"/>
                </a:lnTo>
                <a:close/>
              </a:path>
              <a:path w="5243195" h="691515">
                <a:moveTo>
                  <a:pt x="5235575" y="687704"/>
                </a:moveTo>
                <a:lnTo>
                  <a:pt x="7620" y="687704"/>
                </a:lnTo>
                <a:lnTo>
                  <a:pt x="7620" y="683895"/>
                </a:lnTo>
                <a:lnTo>
                  <a:pt x="5235575" y="683895"/>
                </a:lnTo>
                <a:lnTo>
                  <a:pt x="5235575" y="687704"/>
                </a:lnTo>
                <a:close/>
              </a:path>
              <a:path w="5243195" h="691515">
                <a:moveTo>
                  <a:pt x="5243195" y="687704"/>
                </a:moveTo>
                <a:lnTo>
                  <a:pt x="5235575" y="687704"/>
                </a:lnTo>
                <a:lnTo>
                  <a:pt x="5239385" y="683895"/>
                </a:lnTo>
                <a:lnTo>
                  <a:pt x="5243195" y="683895"/>
                </a:lnTo>
                <a:lnTo>
                  <a:pt x="5243195" y="687704"/>
                </a:lnTo>
                <a:close/>
              </a:path>
            </a:pathLst>
          </a:custGeom>
          <a:solidFill>
            <a:srgbClr val="E6E6E6"/>
          </a:solidFill>
        </p:spPr>
        <p:txBody>
          <a:bodyPr wrap="square" lIns="0" tIns="0" rIns="0" bIns="0" rtlCol="0"/>
          <a:lstStyle/>
          <a:p>
            <a:endParaRPr/>
          </a:p>
        </p:txBody>
      </p:sp>
      <p:sp>
        <p:nvSpPr>
          <p:cNvPr id="28" name="object 28"/>
          <p:cNvSpPr txBox="1"/>
          <p:nvPr/>
        </p:nvSpPr>
        <p:spPr>
          <a:xfrm>
            <a:off x="695959" y="5873750"/>
            <a:ext cx="5078095" cy="584200"/>
          </a:xfrm>
          <a:prstGeom prst="rect">
            <a:avLst/>
          </a:prstGeom>
        </p:spPr>
        <p:txBody>
          <a:bodyPr vert="horz" wrap="square" lIns="0" tIns="12700" rIns="0" bIns="0" rtlCol="0">
            <a:spAutoFit/>
          </a:bodyPr>
          <a:lstStyle/>
          <a:p>
            <a:pPr marL="12700" marR="5080" indent="37465">
              <a:lnSpc>
                <a:spcPct val="152800"/>
              </a:lnSpc>
              <a:spcBef>
                <a:spcPts val="100"/>
              </a:spcBef>
            </a:pPr>
            <a:r>
              <a:rPr sz="1200" spc="-45" dirty="0">
                <a:latin typeface="宋体"/>
                <a:cs typeface="宋体"/>
              </a:rPr>
              <a:t>生成一个关于[情感主题]</a:t>
            </a:r>
            <a:r>
              <a:rPr sz="1200" spc="-5" dirty="0">
                <a:latin typeface="宋体"/>
                <a:cs typeface="宋体"/>
              </a:rPr>
              <a:t>的真挚文案，采用亲切的语气，引发观众的情感共鸣，使内容更贴近生活。</a:t>
            </a:r>
            <a:endParaRPr sz="1200">
              <a:latin typeface="宋体"/>
              <a:cs typeface="宋体"/>
            </a:endParaRPr>
          </a:p>
        </p:txBody>
      </p:sp>
      <p:sp>
        <p:nvSpPr>
          <p:cNvPr id="29" name="object 29"/>
          <p:cNvSpPr/>
          <p:nvPr/>
        </p:nvSpPr>
        <p:spPr>
          <a:xfrm>
            <a:off x="6373495" y="6104254"/>
            <a:ext cx="5241290" cy="452755"/>
          </a:xfrm>
          <a:custGeom>
            <a:avLst/>
            <a:gdLst/>
            <a:ahLst/>
            <a:cxnLst/>
            <a:rect l="l" t="t" r="r" b="b"/>
            <a:pathLst>
              <a:path w="5241290" h="452754">
                <a:moveTo>
                  <a:pt x="5237480" y="452754"/>
                </a:moveTo>
                <a:lnTo>
                  <a:pt x="3809" y="452754"/>
                </a:lnTo>
                <a:lnTo>
                  <a:pt x="2349" y="452462"/>
                </a:lnTo>
                <a:lnTo>
                  <a:pt x="1117" y="451637"/>
                </a:lnTo>
                <a:lnTo>
                  <a:pt x="292" y="450405"/>
                </a:lnTo>
                <a:lnTo>
                  <a:pt x="0" y="448945"/>
                </a:lnTo>
                <a:lnTo>
                  <a:pt x="0" y="3810"/>
                </a:lnTo>
                <a:lnTo>
                  <a:pt x="292" y="2349"/>
                </a:lnTo>
                <a:lnTo>
                  <a:pt x="1117" y="1117"/>
                </a:lnTo>
                <a:lnTo>
                  <a:pt x="2349" y="292"/>
                </a:lnTo>
                <a:lnTo>
                  <a:pt x="3809" y="0"/>
                </a:lnTo>
                <a:lnTo>
                  <a:pt x="5237480" y="0"/>
                </a:lnTo>
                <a:lnTo>
                  <a:pt x="5238940" y="292"/>
                </a:lnTo>
                <a:lnTo>
                  <a:pt x="5240172" y="1117"/>
                </a:lnTo>
                <a:lnTo>
                  <a:pt x="5240997" y="2349"/>
                </a:lnTo>
                <a:lnTo>
                  <a:pt x="5241289" y="3810"/>
                </a:lnTo>
                <a:lnTo>
                  <a:pt x="7619" y="3810"/>
                </a:lnTo>
                <a:lnTo>
                  <a:pt x="3809" y="7620"/>
                </a:lnTo>
                <a:lnTo>
                  <a:pt x="7619" y="7620"/>
                </a:lnTo>
                <a:lnTo>
                  <a:pt x="7619" y="445135"/>
                </a:lnTo>
                <a:lnTo>
                  <a:pt x="3809" y="445135"/>
                </a:lnTo>
                <a:lnTo>
                  <a:pt x="7619" y="448945"/>
                </a:lnTo>
                <a:lnTo>
                  <a:pt x="5241289" y="448945"/>
                </a:lnTo>
                <a:lnTo>
                  <a:pt x="5240997" y="450405"/>
                </a:lnTo>
                <a:lnTo>
                  <a:pt x="5240172" y="451637"/>
                </a:lnTo>
                <a:lnTo>
                  <a:pt x="5238940" y="452462"/>
                </a:lnTo>
                <a:lnTo>
                  <a:pt x="5237480" y="452754"/>
                </a:lnTo>
                <a:close/>
              </a:path>
              <a:path w="5241290" h="452754">
                <a:moveTo>
                  <a:pt x="7619" y="7620"/>
                </a:moveTo>
                <a:lnTo>
                  <a:pt x="3809" y="7620"/>
                </a:lnTo>
                <a:lnTo>
                  <a:pt x="7619" y="3810"/>
                </a:lnTo>
                <a:lnTo>
                  <a:pt x="7619" y="7620"/>
                </a:lnTo>
                <a:close/>
              </a:path>
              <a:path w="5241290" h="452754">
                <a:moveTo>
                  <a:pt x="5233670" y="7620"/>
                </a:moveTo>
                <a:lnTo>
                  <a:pt x="7619" y="7620"/>
                </a:lnTo>
                <a:lnTo>
                  <a:pt x="7619" y="3810"/>
                </a:lnTo>
                <a:lnTo>
                  <a:pt x="5233670" y="3810"/>
                </a:lnTo>
                <a:lnTo>
                  <a:pt x="5233670" y="7620"/>
                </a:lnTo>
                <a:close/>
              </a:path>
              <a:path w="5241290" h="452754">
                <a:moveTo>
                  <a:pt x="5233670" y="448945"/>
                </a:moveTo>
                <a:lnTo>
                  <a:pt x="5233670" y="3810"/>
                </a:lnTo>
                <a:lnTo>
                  <a:pt x="5237480" y="7620"/>
                </a:lnTo>
                <a:lnTo>
                  <a:pt x="5241289" y="7620"/>
                </a:lnTo>
                <a:lnTo>
                  <a:pt x="5241289" y="445135"/>
                </a:lnTo>
                <a:lnTo>
                  <a:pt x="5237480" y="445135"/>
                </a:lnTo>
                <a:lnTo>
                  <a:pt x="5233670" y="448945"/>
                </a:lnTo>
                <a:close/>
              </a:path>
              <a:path w="5241290" h="452754">
                <a:moveTo>
                  <a:pt x="5241289" y="7620"/>
                </a:moveTo>
                <a:lnTo>
                  <a:pt x="5237480" y="7620"/>
                </a:lnTo>
                <a:lnTo>
                  <a:pt x="5233670" y="3810"/>
                </a:lnTo>
                <a:lnTo>
                  <a:pt x="5241289" y="3810"/>
                </a:lnTo>
                <a:lnTo>
                  <a:pt x="5241289" y="7620"/>
                </a:lnTo>
                <a:close/>
              </a:path>
              <a:path w="5241290" h="452754">
                <a:moveTo>
                  <a:pt x="7619" y="448945"/>
                </a:moveTo>
                <a:lnTo>
                  <a:pt x="3809" y="445135"/>
                </a:lnTo>
                <a:lnTo>
                  <a:pt x="7619" y="445135"/>
                </a:lnTo>
                <a:lnTo>
                  <a:pt x="7619" y="448945"/>
                </a:lnTo>
                <a:close/>
              </a:path>
              <a:path w="5241290" h="452754">
                <a:moveTo>
                  <a:pt x="5233670" y="448945"/>
                </a:moveTo>
                <a:lnTo>
                  <a:pt x="7619" y="448945"/>
                </a:lnTo>
                <a:lnTo>
                  <a:pt x="7619" y="445135"/>
                </a:lnTo>
                <a:lnTo>
                  <a:pt x="5233670" y="445135"/>
                </a:lnTo>
                <a:lnTo>
                  <a:pt x="5233670" y="448945"/>
                </a:lnTo>
                <a:close/>
              </a:path>
              <a:path w="5241290" h="452754">
                <a:moveTo>
                  <a:pt x="5241289" y="448945"/>
                </a:moveTo>
                <a:lnTo>
                  <a:pt x="5233670" y="448945"/>
                </a:lnTo>
                <a:lnTo>
                  <a:pt x="5237480" y="445135"/>
                </a:lnTo>
                <a:lnTo>
                  <a:pt x="5241289" y="445135"/>
                </a:lnTo>
                <a:lnTo>
                  <a:pt x="5241289" y="448945"/>
                </a:lnTo>
                <a:close/>
              </a:path>
            </a:pathLst>
          </a:custGeom>
          <a:solidFill>
            <a:srgbClr val="E6E6E6"/>
          </a:solidFill>
        </p:spPr>
        <p:txBody>
          <a:bodyPr wrap="square" lIns="0" tIns="0" rIns="0" bIns="0" rtlCol="0"/>
          <a:lstStyle/>
          <a:p>
            <a:endParaRPr/>
          </a:p>
        </p:txBody>
      </p:sp>
      <p:sp>
        <p:nvSpPr>
          <p:cNvPr id="30" name="object 30"/>
          <p:cNvSpPr txBox="1"/>
          <p:nvPr/>
        </p:nvSpPr>
        <p:spPr>
          <a:xfrm>
            <a:off x="6493509" y="6209029"/>
            <a:ext cx="505460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宋体"/>
                <a:cs typeface="宋体"/>
              </a:rPr>
              <a:t>生成一个互动引导语句，鼓励观众点赞、评论或分享，增强视频的互动性。</a:t>
            </a:r>
            <a:endParaRPr sz="1200">
              <a:latin typeface="宋体"/>
              <a:cs typeface="宋体"/>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22564" y="1094232"/>
            <a:ext cx="3732529" cy="485140"/>
          </a:xfrm>
          <a:custGeom>
            <a:avLst/>
            <a:gdLst/>
            <a:ahLst/>
            <a:cxnLst/>
            <a:rect l="l" t="t" r="r" b="b"/>
            <a:pathLst>
              <a:path w="3732529" h="485140">
                <a:moveTo>
                  <a:pt x="3732276" y="484632"/>
                </a:moveTo>
                <a:lnTo>
                  <a:pt x="0" y="484632"/>
                </a:lnTo>
                <a:lnTo>
                  <a:pt x="0" y="0"/>
                </a:lnTo>
                <a:lnTo>
                  <a:pt x="3732276" y="0"/>
                </a:lnTo>
                <a:lnTo>
                  <a:pt x="3732276" y="484632"/>
                </a:lnTo>
                <a:close/>
              </a:path>
            </a:pathLst>
          </a:custGeom>
          <a:solidFill>
            <a:srgbClr val="BED4F5"/>
          </a:solidFill>
        </p:spPr>
        <p:txBody>
          <a:bodyPr wrap="square" lIns="0" tIns="0" rIns="0" bIns="0" rtlCol="0"/>
          <a:lstStyle/>
          <a:p>
            <a:endParaRPr/>
          </a:p>
        </p:txBody>
      </p:sp>
      <p:sp>
        <p:nvSpPr>
          <p:cNvPr id="3" name="object 3"/>
          <p:cNvSpPr/>
          <p:nvPr/>
        </p:nvSpPr>
        <p:spPr>
          <a:xfrm>
            <a:off x="121920" y="1094232"/>
            <a:ext cx="3822700" cy="485140"/>
          </a:xfrm>
          <a:custGeom>
            <a:avLst/>
            <a:gdLst/>
            <a:ahLst/>
            <a:cxnLst/>
            <a:rect l="l" t="t" r="r" b="b"/>
            <a:pathLst>
              <a:path w="3822700" h="485140">
                <a:moveTo>
                  <a:pt x="3822191" y="484632"/>
                </a:moveTo>
                <a:lnTo>
                  <a:pt x="0" y="484632"/>
                </a:lnTo>
                <a:lnTo>
                  <a:pt x="0" y="0"/>
                </a:lnTo>
                <a:lnTo>
                  <a:pt x="3822191" y="0"/>
                </a:lnTo>
                <a:lnTo>
                  <a:pt x="3822191" y="484632"/>
                </a:lnTo>
                <a:close/>
              </a:path>
            </a:pathLst>
          </a:custGeom>
          <a:solidFill>
            <a:srgbClr val="BED4F5"/>
          </a:solidFill>
        </p:spPr>
        <p:txBody>
          <a:bodyPr wrap="square" lIns="0" tIns="0" rIns="0" bIns="0" rtlCol="0"/>
          <a:lstStyle/>
          <a:p>
            <a:endParaRPr/>
          </a:p>
        </p:txBody>
      </p:sp>
      <p:sp>
        <p:nvSpPr>
          <p:cNvPr id="4" name="object 4"/>
          <p:cNvSpPr txBox="1"/>
          <p:nvPr/>
        </p:nvSpPr>
        <p:spPr>
          <a:xfrm>
            <a:off x="217144" y="1139609"/>
            <a:ext cx="275018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Microsoft JhengHei"/>
                <a:cs typeface="Microsoft JhengHei"/>
              </a:rPr>
              <a:t>1</a:t>
            </a:r>
            <a:r>
              <a:rPr sz="1800" b="1" spc="-5" dirty="0">
                <a:latin typeface="Microsoft JhengHei"/>
                <a:cs typeface="Microsoft JhengHei"/>
              </a:rPr>
              <a:t>.设定明确的目标与上下文</a:t>
            </a:r>
            <a:endParaRPr sz="1800">
              <a:latin typeface="Microsoft JhengHei"/>
              <a:cs typeface="Microsoft JhengHei"/>
            </a:endParaRPr>
          </a:p>
        </p:txBody>
      </p:sp>
      <p:sp>
        <p:nvSpPr>
          <p:cNvPr id="5" name="object 5"/>
          <p:cNvSpPr txBox="1"/>
          <p:nvPr/>
        </p:nvSpPr>
        <p:spPr>
          <a:xfrm>
            <a:off x="217144" y="1688249"/>
            <a:ext cx="3740150" cy="1671320"/>
          </a:xfrm>
          <a:prstGeom prst="rect">
            <a:avLst/>
          </a:prstGeom>
        </p:spPr>
        <p:txBody>
          <a:bodyPr vert="horz" wrap="square" lIns="0" tIns="12700" rIns="0" bIns="0" rtlCol="0">
            <a:spAutoFit/>
          </a:bodyPr>
          <a:lstStyle/>
          <a:p>
            <a:pPr marL="298450" marR="233679" indent="-285750">
              <a:lnSpc>
                <a:spcPct val="100000"/>
              </a:lnSpc>
              <a:spcBef>
                <a:spcPts val="100"/>
              </a:spcBef>
              <a:buChar char="•"/>
              <a:tabLst>
                <a:tab pos="298450" algn="l"/>
              </a:tabLst>
            </a:pPr>
            <a:r>
              <a:rPr sz="1800" dirty="0">
                <a:latin typeface="宋体"/>
                <a:cs typeface="宋体"/>
              </a:rPr>
              <a:t>说明任务的具体目标（</a:t>
            </a:r>
            <a:r>
              <a:rPr sz="1800" spc="-15" dirty="0">
                <a:latin typeface="宋体"/>
                <a:cs typeface="宋体"/>
              </a:rPr>
              <a:t>如获取信</a:t>
            </a:r>
            <a:r>
              <a:rPr sz="1800" dirty="0">
                <a:latin typeface="宋体"/>
                <a:cs typeface="宋体"/>
              </a:rPr>
              <a:t>息、生成文本、分析数据等</a:t>
            </a:r>
            <a:r>
              <a:rPr sz="1800" spc="-50" dirty="0">
                <a:latin typeface="宋体"/>
                <a:cs typeface="宋体"/>
              </a:rPr>
              <a:t>）</a:t>
            </a:r>
            <a:endParaRPr sz="1800">
              <a:latin typeface="宋体"/>
              <a:cs typeface="宋体"/>
            </a:endParaRPr>
          </a:p>
          <a:p>
            <a:pPr marL="298450" marR="233679" indent="-285750">
              <a:lnSpc>
                <a:spcPct val="100000"/>
              </a:lnSpc>
              <a:buChar char="•"/>
              <a:tabLst>
                <a:tab pos="298450" algn="l"/>
              </a:tabLst>
            </a:pPr>
            <a:r>
              <a:rPr sz="1800" spc="-5" dirty="0">
                <a:latin typeface="宋体"/>
                <a:cs typeface="宋体"/>
              </a:rPr>
              <a:t>提供背景信息，以减少模型的猜</a:t>
            </a:r>
            <a:r>
              <a:rPr sz="1800" spc="-50" dirty="0">
                <a:latin typeface="宋体"/>
                <a:cs typeface="宋体"/>
              </a:rPr>
              <a:t>测</a:t>
            </a:r>
            <a:endParaRPr sz="1800">
              <a:latin typeface="宋体"/>
              <a:cs typeface="宋体"/>
            </a:endParaRPr>
          </a:p>
          <a:p>
            <a:pPr marL="298450" marR="5080" indent="-285750">
              <a:lnSpc>
                <a:spcPct val="100000"/>
              </a:lnSpc>
              <a:buChar char="•"/>
              <a:tabLst>
                <a:tab pos="298450" algn="l"/>
              </a:tabLst>
            </a:pPr>
            <a:r>
              <a:rPr sz="1800" spc="-5" dirty="0">
                <a:latin typeface="宋体"/>
                <a:cs typeface="宋体"/>
              </a:rPr>
              <a:t>针对不同的场景，给出期望的输</a:t>
            </a:r>
            <a:r>
              <a:rPr sz="1800" spc="-50" dirty="0">
                <a:latin typeface="宋体"/>
                <a:cs typeface="宋体"/>
              </a:rPr>
              <a:t> </a:t>
            </a:r>
            <a:r>
              <a:rPr sz="1800" dirty="0">
                <a:latin typeface="宋体"/>
                <a:cs typeface="宋体"/>
              </a:rPr>
              <a:t>出类型（如表格、列表、总结等</a:t>
            </a:r>
            <a:r>
              <a:rPr sz="1800" spc="-50" dirty="0">
                <a:latin typeface="宋体"/>
                <a:cs typeface="宋体"/>
              </a:rPr>
              <a:t>）</a:t>
            </a:r>
            <a:endParaRPr sz="1800">
              <a:latin typeface="宋体"/>
              <a:cs typeface="宋体"/>
            </a:endParaRPr>
          </a:p>
        </p:txBody>
      </p:sp>
      <p:sp>
        <p:nvSpPr>
          <p:cNvPr id="6" name="object 6"/>
          <p:cNvSpPr txBox="1"/>
          <p:nvPr/>
        </p:nvSpPr>
        <p:spPr>
          <a:xfrm>
            <a:off x="4219955" y="1078991"/>
            <a:ext cx="3827145" cy="486409"/>
          </a:xfrm>
          <a:prstGeom prst="rect">
            <a:avLst/>
          </a:prstGeom>
          <a:solidFill>
            <a:srgbClr val="BED4F5"/>
          </a:solidFill>
        </p:spPr>
        <p:txBody>
          <a:bodyPr vert="horz" wrap="square" lIns="0" tIns="70485" rIns="0" bIns="0" rtlCol="0">
            <a:spAutoFit/>
          </a:bodyPr>
          <a:lstStyle/>
          <a:p>
            <a:pPr marL="79375">
              <a:lnSpc>
                <a:spcPct val="100000"/>
              </a:lnSpc>
              <a:spcBef>
                <a:spcPts val="555"/>
              </a:spcBef>
            </a:pPr>
            <a:r>
              <a:rPr sz="1800" b="1" dirty="0">
                <a:latin typeface="Microsoft JhengHei"/>
                <a:cs typeface="Microsoft JhengHei"/>
              </a:rPr>
              <a:t>2</a:t>
            </a:r>
            <a:r>
              <a:rPr sz="1800" b="1" spc="-5" dirty="0">
                <a:latin typeface="Microsoft JhengHei"/>
                <a:cs typeface="Microsoft JhengHei"/>
              </a:rPr>
              <a:t>.激活角色与思维模式</a:t>
            </a:r>
            <a:endParaRPr sz="1800">
              <a:latin typeface="Microsoft JhengHei"/>
              <a:cs typeface="Microsoft JhengHei"/>
            </a:endParaRPr>
          </a:p>
        </p:txBody>
      </p:sp>
      <p:sp>
        <p:nvSpPr>
          <p:cNvPr id="7" name="object 7"/>
          <p:cNvSpPr txBox="1"/>
          <p:nvPr/>
        </p:nvSpPr>
        <p:spPr>
          <a:xfrm>
            <a:off x="4286694" y="1685658"/>
            <a:ext cx="3740150" cy="1671320"/>
          </a:xfrm>
          <a:prstGeom prst="rect">
            <a:avLst/>
          </a:prstGeom>
        </p:spPr>
        <p:txBody>
          <a:bodyPr vert="horz" wrap="square" lIns="0" tIns="12700" rIns="0" bIns="0" rtlCol="0">
            <a:spAutoFit/>
          </a:bodyPr>
          <a:lstStyle/>
          <a:p>
            <a:pPr marL="298450" marR="233679" indent="-285750">
              <a:lnSpc>
                <a:spcPct val="100000"/>
              </a:lnSpc>
              <a:spcBef>
                <a:spcPts val="100"/>
              </a:spcBef>
              <a:buChar char="•"/>
              <a:tabLst>
                <a:tab pos="298450" algn="l"/>
              </a:tabLst>
            </a:pPr>
            <a:r>
              <a:rPr sz="1800" spc="-5" dirty="0">
                <a:latin typeface="宋体"/>
                <a:cs typeface="宋体"/>
              </a:rPr>
              <a:t>设定模型为某种特定的身份，如</a:t>
            </a:r>
            <a:r>
              <a:rPr sz="1800" dirty="0">
                <a:latin typeface="宋体"/>
                <a:cs typeface="宋体"/>
              </a:rPr>
              <a:t>技术专家、教师或</a:t>
            </a:r>
            <a:r>
              <a:rPr sz="1800" spc="365" dirty="0">
                <a:latin typeface="宋体"/>
                <a:cs typeface="宋体"/>
              </a:rPr>
              <a:t>HR</a:t>
            </a:r>
            <a:endParaRPr sz="1800">
              <a:latin typeface="宋体"/>
              <a:cs typeface="宋体"/>
            </a:endParaRPr>
          </a:p>
          <a:p>
            <a:pPr marL="298450" marR="5080" indent="-285750">
              <a:lnSpc>
                <a:spcPct val="100000"/>
              </a:lnSpc>
              <a:buChar char="•"/>
              <a:tabLst>
                <a:tab pos="298450" algn="l"/>
              </a:tabLst>
            </a:pPr>
            <a:r>
              <a:rPr sz="1800" spc="-5" dirty="0">
                <a:latin typeface="宋体"/>
                <a:cs typeface="宋体"/>
              </a:rPr>
              <a:t>指导模型使用某种特定的写作风</a:t>
            </a:r>
            <a:r>
              <a:rPr sz="1800" spc="-50" dirty="0">
                <a:latin typeface="宋体"/>
                <a:cs typeface="宋体"/>
              </a:rPr>
              <a:t> </a:t>
            </a:r>
            <a:r>
              <a:rPr sz="1800" dirty="0">
                <a:latin typeface="宋体"/>
                <a:cs typeface="宋体"/>
              </a:rPr>
              <a:t>格（如正式、非正式、技术性等</a:t>
            </a:r>
            <a:r>
              <a:rPr sz="1800" spc="-50" dirty="0">
                <a:latin typeface="宋体"/>
                <a:cs typeface="宋体"/>
              </a:rPr>
              <a:t>）</a:t>
            </a:r>
            <a:endParaRPr sz="1800">
              <a:latin typeface="宋体"/>
              <a:cs typeface="宋体"/>
            </a:endParaRPr>
          </a:p>
          <a:p>
            <a:pPr marL="298450" marR="5080" indent="-285750">
              <a:lnSpc>
                <a:spcPct val="100000"/>
              </a:lnSpc>
              <a:buChar char="•"/>
              <a:tabLst>
                <a:tab pos="298450" algn="l"/>
              </a:tabLst>
            </a:pPr>
            <a:r>
              <a:rPr sz="1800" spc="-5" dirty="0">
                <a:latin typeface="宋体"/>
                <a:cs typeface="宋体"/>
              </a:rPr>
              <a:t>让模型模拟某种特定的思维模式，如批判性思维、创造性思维等</a:t>
            </a:r>
            <a:endParaRPr sz="1800">
              <a:latin typeface="宋体"/>
              <a:cs typeface="宋体"/>
            </a:endParaRPr>
          </a:p>
        </p:txBody>
      </p:sp>
      <p:sp>
        <p:nvSpPr>
          <p:cNvPr id="8" name="object 8"/>
          <p:cNvSpPr txBox="1"/>
          <p:nvPr/>
        </p:nvSpPr>
        <p:spPr>
          <a:xfrm>
            <a:off x="8403590" y="1131773"/>
            <a:ext cx="206248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Microsoft JhengHei"/>
                <a:cs typeface="Microsoft JhengHei"/>
              </a:rPr>
              <a:t>3</a:t>
            </a:r>
            <a:r>
              <a:rPr sz="1800" b="1" spc="-10" dirty="0">
                <a:latin typeface="Microsoft JhengHei"/>
                <a:cs typeface="Microsoft JhengHei"/>
              </a:rPr>
              <a:t>.逐步拆解复杂任务</a:t>
            </a:r>
            <a:endParaRPr sz="1800">
              <a:latin typeface="Microsoft JhengHei"/>
              <a:cs typeface="Microsoft JhengHei"/>
            </a:endParaRPr>
          </a:p>
        </p:txBody>
      </p:sp>
      <p:sp>
        <p:nvSpPr>
          <p:cNvPr id="9" name="object 9"/>
          <p:cNvSpPr txBox="1"/>
          <p:nvPr/>
        </p:nvSpPr>
        <p:spPr>
          <a:xfrm>
            <a:off x="8403590" y="1680413"/>
            <a:ext cx="3511550" cy="1671320"/>
          </a:xfrm>
          <a:prstGeom prst="rect">
            <a:avLst/>
          </a:prstGeom>
        </p:spPr>
        <p:txBody>
          <a:bodyPr vert="horz" wrap="square" lIns="0" tIns="12700" rIns="0" bIns="0" rtlCol="0">
            <a:spAutoFit/>
          </a:bodyPr>
          <a:lstStyle/>
          <a:p>
            <a:pPr marL="298450" marR="5080" indent="-285750">
              <a:lnSpc>
                <a:spcPct val="100000"/>
              </a:lnSpc>
              <a:spcBef>
                <a:spcPts val="100"/>
              </a:spcBef>
              <a:buChar char="•"/>
              <a:tabLst>
                <a:tab pos="298450" algn="l"/>
              </a:tabLst>
            </a:pPr>
            <a:r>
              <a:rPr sz="1800" spc="-5" dirty="0">
                <a:latin typeface="宋体"/>
                <a:cs typeface="宋体"/>
              </a:rPr>
              <a:t>将复杂问题分解为多个独立的步</a:t>
            </a:r>
            <a:r>
              <a:rPr sz="1800" spc="-50" dirty="0">
                <a:latin typeface="宋体"/>
                <a:cs typeface="宋体"/>
              </a:rPr>
              <a:t>骤</a:t>
            </a:r>
            <a:endParaRPr sz="1800">
              <a:latin typeface="宋体"/>
              <a:cs typeface="宋体"/>
            </a:endParaRPr>
          </a:p>
          <a:p>
            <a:pPr marL="298450" marR="5080" indent="-285750">
              <a:lnSpc>
                <a:spcPct val="100000"/>
              </a:lnSpc>
              <a:buChar char="•"/>
              <a:tabLst>
                <a:tab pos="298450" algn="l"/>
              </a:tabLst>
            </a:pPr>
            <a:r>
              <a:rPr sz="1800" spc="-5" dirty="0">
                <a:latin typeface="宋体"/>
                <a:cs typeface="宋体"/>
              </a:rPr>
              <a:t>在每一步操作结束后，请求模型</a:t>
            </a:r>
            <a:r>
              <a:rPr sz="1800" spc="-10" dirty="0">
                <a:latin typeface="宋体"/>
                <a:cs typeface="宋体"/>
              </a:rPr>
              <a:t>总结或验证中间结果</a:t>
            </a:r>
            <a:endParaRPr sz="1800">
              <a:latin typeface="宋体"/>
              <a:cs typeface="宋体"/>
            </a:endParaRPr>
          </a:p>
          <a:p>
            <a:pPr marL="298450" marR="5080" indent="-285750">
              <a:lnSpc>
                <a:spcPct val="100000"/>
              </a:lnSpc>
              <a:buChar char="•"/>
              <a:tabLst>
                <a:tab pos="298450" algn="l"/>
              </a:tabLst>
            </a:pPr>
            <a:r>
              <a:rPr sz="1800" spc="-5" dirty="0">
                <a:latin typeface="宋体"/>
                <a:cs typeface="宋体"/>
              </a:rPr>
              <a:t>合并多个子任务的输出，形成完</a:t>
            </a:r>
            <a:r>
              <a:rPr sz="1800" spc="-10" dirty="0">
                <a:latin typeface="宋体"/>
                <a:cs typeface="宋体"/>
              </a:rPr>
              <a:t>整的解决方案或总结</a:t>
            </a:r>
            <a:endParaRPr sz="1800">
              <a:latin typeface="宋体"/>
              <a:cs typeface="宋体"/>
            </a:endParaRPr>
          </a:p>
        </p:txBody>
      </p:sp>
      <p:sp>
        <p:nvSpPr>
          <p:cNvPr id="10" name="object 10"/>
          <p:cNvSpPr txBox="1"/>
          <p:nvPr/>
        </p:nvSpPr>
        <p:spPr>
          <a:xfrm>
            <a:off x="8287511" y="4096511"/>
            <a:ext cx="3721735" cy="485140"/>
          </a:xfrm>
          <a:prstGeom prst="rect">
            <a:avLst/>
          </a:prstGeom>
          <a:solidFill>
            <a:srgbClr val="BED4F5"/>
          </a:solidFill>
        </p:spPr>
        <p:txBody>
          <a:bodyPr vert="horz" wrap="square" lIns="0" tIns="93345" rIns="0" bIns="0" rtlCol="0">
            <a:spAutoFit/>
          </a:bodyPr>
          <a:lstStyle/>
          <a:p>
            <a:pPr marL="69215">
              <a:lnSpc>
                <a:spcPct val="100000"/>
              </a:lnSpc>
              <a:spcBef>
                <a:spcPts val="735"/>
              </a:spcBef>
            </a:pPr>
            <a:r>
              <a:rPr sz="1800" b="1" dirty="0">
                <a:latin typeface="Microsoft JhengHei"/>
                <a:cs typeface="Microsoft JhengHei"/>
              </a:rPr>
              <a:t>4</a:t>
            </a:r>
            <a:r>
              <a:rPr sz="1800" b="1" spc="-5" dirty="0">
                <a:latin typeface="Microsoft JhengHei"/>
                <a:cs typeface="Microsoft JhengHei"/>
              </a:rPr>
              <a:t>.引导深入推理与思考</a:t>
            </a:r>
            <a:endParaRPr sz="1800">
              <a:latin typeface="Microsoft JhengHei"/>
              <a:cs typeface="Microsoft JhengHei"/>
            </a:endParaRPr>
          </a:p>
        </p:txBody>
      </p:sp>
      <p:sp>
        <p:nvSpPr>
          <p:cNvPr id="11" name="object 11"/>
          <p:cNvSpPr txBox="1"/>
          <p:nvPr/>
        </p:nvSpPr>
        <p:spPr>
          <a:xfrm>
            <a:off x="8344509" y="4726190"/>
            <a:ext cx="3511550" cy="1671320"/>
          </a:xfrm>
          <a:prstGeom prst="rect">
            <a:avLst/>
          </a:prstGeom>
        </p:spPr>
        <p:txBody>
          <a:bodyPr vert="horz" wrap="square" lIns="0" tIns="12700" rIns="0" bIns="0" rtlCol="0">
            <a:spAutoFit/>
          </a:bodyPr>
          <a:lstStyle/>
          <a:p>
            <a:pPr marL="298450" marR="5080" indent="-285750">
              <a:lnSpc>
                <a:spcPct val="100000"/>
              </a:lnSpc>
              <a:spcBef>
                <a:spcPts val="100"/>
              </a:spcBef>
              <a:buChar char="•"/>
              <a:tabLst>
                <a:tab pos="298450" algn="l"/>
              </a:tabLst>
            </a:pPr>
            <a:r>
              <a:rPr sz="1800" spc="-5" dirty="0">
                <a:latin typeface="宋体"/>
                <a:cs typeface="宋体"/>
              </a:rPr>
              <a:t>让模型分步骤推导出答案，要求</a:t>
            </a:r>
            <a:r>
              <a:rPr sz="1800" spc="-50" dirty="0">
                <a:latin typeface="宋体"/>
                <a:cs typeface="宋体"/>
              </a:rPr>
              <a:t> </a:t>
            </a:r>
            <a:r>
              <a:rPr sz="1800" spc="-10" dirty="0">
                <a:latin typeface="宋体"/>
                <a:cs typeface="宋体"/>
              </a:rPr>
              <a:t>“思维链”推理</a:t>
            </a:r>
            <a:endParaRPr sz="1800">
              <a:latin typeface="宋体"/>
              <a:cs typeface="宋体"/>
            </a:endParaRPr>
          </a:p>
          <a:p>
            <a:pPr marL="298450" marR="5080" indent="-285750">
              <a:lnSpc>
                <a:spcPct val="100000"/>
              </a:lnSpc>
              <a:buChar char="•"/>
              <a:tabLst>
                <a:tab pos="298450" algn="l"/>
              </a:tabLst>
            </a:pPr>
            <a:r>
              <a:rPr sz="1800" spc="-5" dirty="0">
                <a:latin typeface="宋体"/>
                <a:cs typeface="宋体"/>
              </a:rPr>
              <a:t>要求模型在作答前进行简要的自</a:t>
            </a:r>
            <a:r>
              <a:rPr sz="1800" spc="-10" dirty="0">
                <a:latin typeface="宋体"/>
                <a:cs typeface="宋体"/>
              </a:rPr>
              <a:t>我反思或验证</a:t>
            </a:r>
            <a:endParaRPr sz="1800">
              <a:latin typeface="宋体"/>
              <a:cs typeface="宋体"/>
            </a:endParaRPr>
          </a:p>
          <a:p>
            <a:pPr marL="298450" marR="5080" indent="-285750">
              <a:lnSpc>
                <a:spcPct val="100000"/>
              </a:lnSpc>
              <a:buChar char="•"/>
              <a:tabLst>
                <a:tab pos="298450" algn="l"/>
              </a:tabLst>
            </a:pPr>
            <a:r>
              <a:rPr sz="1800" spc="-5" dirty="0">
                <a:latin typeface="宋体"/>
                <a:cs typeface="宋体"/>
              </a:rPr>
              <a:t>要求模型解释每一步的思路，而不仅仅是给出最终答案</a:t>
            </a:r>
            <a:endParaRPr sz="1800">
              <a:latin typeface="宋体"/>
              <a:cs typeface="宋体"/>
            </a:endParaRPr>
          </a:p>
        </p:txBody>
      </p:sp>
      <p:sp>
        <p:nvSpPr>
          <p:cNvPr id="12" name="object 12"/>
          <p:cNvSpPr txBox="1"/>
          <p:nvPr/>
        </p:nvSpPr>
        <p:spPr>
          <a:xfrm>
            <a:off x="4215384" y="4108703"/>
            <a:ext cx="3836035" cy="486409"/>
          </a:xfrm>
          <a:prstGeom prst="rect">
            <a:avLst/>
          </a:prstGeom>
          <a:solidFill>
            <a:srgbClr val="BED4F5"/>
          </a:solidFill>
        </p:spPr>
        <p:txBody>
          <a:bodyPr vert="horz" wrap="square" lIns="0" tIns="74295" rIns="0" bIns="0" rtlCol="0">
            <a:spAutoFit/>
          </a:bodyPr>
          <a:lstStyle/>
          <a:p>
            <a:pPr marL="99695">
              <a:lnSpc>
                <a:spcPct val="100000"/>
              </a:lnSpc>
              <a:spcBef>
                <a:spcPts val="585"/>
              </a:spcBef>
            </a:pPr>
            <a:r>
              <a:rPr sz="1800" b="1" dirty="0">
                <a:latin typeface="Microsoft JhengHei"/>
                <a:cs typeface="Microsoft JhengHei"/>
              </a:rPr>
              <a:t>5. 提供参考材料与外部资源</a:t>
            </a:r>
            <a:endParaRPr sz="1800">
              <a:latin typeface="Microsoft JhengHei"/>
              <a:cs typeface="Microsoft JhengHei"/>
            </a:endParaRPr>
          </a:p>
        </p:txBody>
      </p:sp>
      <p:sp>
        <p:nvSpPr>
          <p:cNvPr id="13" name="object 13"/>
          <p:cNvSpPr txBox="1"/>
          <p:nvPr/>
        </p:nvSpPr>
        <p:spPr>
          <a:xfrm>
            <a:off x="4302569" y="4719192"/>
            <a:ext cx="3740150" cy="1671320"/>
          </a:xfrm>
          <a:prstGeom prst="rect">
            <a:avLst/>
          </a:prstGeom>
        </p:spPr>
        <p:txBody>
          <a:bodyPr vert="horz" wrap="square" lIns="0" tIns="12700" rIns="0" bIns="0" rtlCol="0">
            <a:spAutoFit/>
          </a:bodyPr>
          <a:lstStyle/>
          <a:p>
            <a:pPr marL="298450" marR="5080" indent="-285750">
              <a:lnSpc>
                <a:spcPct val="100000"/>
              </a:lnSpc>
              <a:spcBef>
                <a:spcPts val="100"/>
              </a:spcBef>
              <a:buChar char="•"/>
              <a:tabLst>
                <a:tab pos="298450" algn="l"/>
              </a:tabLst>
            </a:pPr>
            <a:r>
              <a:rPr sz="1800" spc="-5" dirty="0">
                <a:latin typeface="宋体"/>
                <a:cs typeface="宋体"/>
              </a:rPr>
              <a:t>向模型提供外部参考文献或文本，并要求根据这些材料生成答案</a:t>
            </a:r>
            <a:endParaRPr sz="1800">
              <a:latin typeface="宋体"/>
              <a:cs typeface="宋体"/>
            </a:endParaRPr>
          </a:p>
          <a:p>
            <a:pPr marL="298450" marR="233679" indent="-285750">
              <a:lnSpc>
                <a:spcPct val="100000"/>
              </a:lnSpc>
              <a:buChar char="•"/>
              <a:tabLst>
                <a:tab pos="298450" algn="l"/>
              </a:tabLst>
            </a:pPr>
            <a:r>
              <a:rPr sz="1800" spc="-5" dirty="0">
                <a:latin typeface="宋体"/>
                <a:cs typeface="宋体"/>
              </a:rPr>
              <a:t>要求模型在作答时引用或链接到</a:t>
            </a:r>
            <a:r>
              <a:rPr sz="1800" spc="-10" dirty="0">
                <a:latin typeface="宋体"/>
                <a:cs typeface="宋体"/>
              </a:rPr>
              <a:t>具体的来源</a:t>
            </a:r>
            <a:endParaRPr sz="1800">
              <a:latin typeface="宋体"/>
              <a:cs typeface="宋体"/>
            </a:endParaRPr>
          </a:p>
          <a:p>
            <a:pPr marL="298450" marR="233679" indent="-285750">
              <a:lnSpc>
                <a:spcPct val="100000"/>
              </a:lnSpc>
              <a:buChar char="•"/>
              <a:tabLst>
                <a:tab pos="298450" algn="l"/>
              </a:tabLst>
            </a:pPr>
            <a:r>
              <a:rPr sz="1800" dirty="0">
                <a:latin typeface="宋体"/>
                <a:cs typeface="宋体"/>
              </a:rPr>
              <a:t>集成外部工具（如代码执行）</a:t>
            </a:r>
            <a:r>
              <a:rPr sz="1800" spc="-50" dirty="0">
                <a:latin typeface="宋体"/>
                <a:cs typeface="宋体"/>
              </a:rPr>
              <a:t>来</a:t>
            </a:r>
            <a:r>
              <a:rPr sz="1800" spc="-5" dirty="0">
                <a:latin typeface="宋体"/>
                <a:cs typeface="宋体"/>
              </a:rPr>
              <a:t>完成复杂的计算或查找任务</a:t>
            </a:r>
            <a:endParaRPr sz="1800">
              <a:latin typeface="宋体"/>
              <a:cs typeface="宋体"/>
            </a:endParaRPr>
          </a:p>
        </p:txBody>
      </p:sp>
      <p:sp>
        <p:nvSpPr>
          <p:cNvPr id="14" name="object 14"/>
          <p:cNvSpPr txBox="1"/>
          <p:nvPr/>
        </p:nvSpPr>
        <p:spPr>
          <a:xfrm>
            <a:off x="141731" y="4062984"/>
            <a:ext cx="3822700" cy="485140"/>
          </a:xfrm>
          <a:prstGeom prst="rect">
            <a:avLst/>
          </a:prstGeom>
          <a:solidFill>
            <a:srgbClr val="BED4F5"/>
          </a:solidFill>
        </p:spPr>
        <p:txBody>
          <a:bodyPr vert="horz" wrap="square" lIns="0" tIns="75565" rIns="0" bIns="0" rtlCol="0">
            <a:spAutoFit/>
          </a:bodyPr>
          <a:lstStyle/>
          <a:p>
            <a:pPr marL="131445">
              <a:lnSpc>
                <a:spcPct val="100000"/>
              </a:lnSpc>
              <a:spcBef>
                <a:spcPts val="595"/>
              </a:spcBef>
            </a:pPr>
            <a:r>
              <a:rPr sz="1800" b="1" dirty="0">
                <a:latin typeface="Microsoft JhengHei"/>
                <a:cs typeface="Microsoft JhengHei"/>
              </a:rPr>
              <a:t>6. 动态反馈与迭代优化</a:t>
            </a:r>
            <a:endParaRPr sz="1800">
              <a:latin typeface="Microsoft JhengHei"/>
              <a:cs typeface="Microsoft JhengHei"/>
            </a:endParaRPr>
          </a:p>
        </p:txBody>
      </p:sp>
      <p:sp>
        <p:nvSpPr>
          <p:cNvPr id="15" name="object 15"/>
          <p:cNvSpPr txBox="1"/>
          <p:nvPr/>
        </p:nvSpPr>
        <p:spPr>
          <a:xfrm>
            <a:off x="260629" y="4674742"/>
            <a:ext cx="3511550" cy="1671320"/>
          </a:xfrm>
          <a:prstGeom prst="rect">
            <a:avLst/>
          </a:prstGeom>
        </p:spPr>
        <p:txBody>
          <a:bodyPr vert="horz" wrap="square" lIns="0" tIns="12700" rIns="0" bIns="0" rtlCol="0">
            <a:spAutoFit/>
          </a:bodyPr>
          <a:lstStyle/>
          <a:p>
            <a:pPr marL="298450" marR="5080" indent="-285750">
              <a:lnSpc>
                <a:spcPct val="100000"/>
              </a:lnSpc>
              <a:spcBef>
                <a:spcPts val="100"/>
              </a:spcBef>
              <a:buChar char="•"/>
              <a:tabLst>
                <a:tab pos="298450" algn="l"/>
              </a:tabLst>
            </a:pPr>
            <a:r>
              <a:rPr sz="1800" spc="-5" dirty="0">
                <a:latin typeface="宋体"/>
                <a:cs typeface="宋体"/>
              </a:rPr>
              <a:t>在收到回答后，指出模型的误差</a:t>
            </a:r>
            <a:r>
              <a:rPr sz="1800" spc="-10" dirty="0">
                <a:latin typeface="宋体"/>
                <a:cs typeface="宋体"/>
              </a:rPr>
              <a:t>或不足，并要求修正</a:t>
            </a:r>
            <a:endParaRPr sz="1800">
              <a:latin typeface="宋体"/>
              <a:cs typeface="宋体"/>
            </a:endParaRPr>
          </a:p>
          <a:p>
            <a:pPr marL="298450" marR="5080" indent="-285750">
              <a:lnSpc>
                <a:spcPct val="100000"/>
              </a:lnSpc>
              <a:buChar char="•"/>
              <a:tabLst>
                <a:tab pos="298450" algn="l"/>
              </a:tabLst>
            </a:pPr>
            <a:r>
              <a:rPr sz="1800" spc="-5" dirty="0">
                <a:latin typeface="宋体"/>
                <a:cs typeface="宋体"/>
              </a:rPr>
              <a:t>让模型根据前一轮的输出进行自</a:t>
            </a:r>
            <a:r>
              <a:rPr sz="1800" spc="-20" dirty="0">
                <a:latin typeface="宋体"/>
                <a:cs typeface="宋体"/>
              </a:rPr>
              <a:t>我改进</a:t>
            </a:r>
            <a:endParaRPr sz="1800">
              <a:latin typeface="宋体"/>
              <a:cs typeface="宋体"/>
            </a:endParaRPr>
          </a:p>
          <a:p>
            <a:pPr marL="298450" marR="5080" indent="-285750">
              <a:lnSpc>
                <a:spcPct val="100000"/>
              </a:lnSpc>
              <a:buChar char="•"/>
              <a:tabLst>
                <a:tab pos="298450" algn="l"/>
              </a:tabLst>
            </a:pPr>
            <a:r>
              <a:rPr sz="1800" spc="-5" dirty="0">
                <a:latin typeface="宋体"/>
                <a:cs typeface="宋体"/>
              </a:rPr>
              <a:t>请求模型总结多轮对话中的关键点，确保连贯性和准确性</a:t>
            </a:r>
            <a:endParaRPr sz="1800">
              <a:latin typeface="宋体"/>
              <a:cs typeface="宋体"/>
            </a:endParaRPr>
          </a:p>
        </p:txBody>
      </p:sp>
      <p:sp>
        <p:nvSpPr>
          <p:cNvPr id="16" name="object 16"/>
          <p:cNvSpPr txBox="1">
            <a:spLocks noGrp="1"/>
          </p:cNvSpPr>
          <p:nvPr>
            <p:ph type="title"/>
          </p:nvPr>
        </p:nvSpPr>
        <p:spPr>
          <a:xfrm>
            <a:off x="74294" y="0"/>
            <a:ext cx="7310755" cy="634365"/>
          </a:xfrm>
          <a:prstGeom prst="rect">
            <a:avLst/>
          </a:prstGeom>
        </p:spPr>
        <p:txBody>
          <a:bodyPr vert="horz" wrap="square" lIns="0" tIns="12065" rIns="0" bIns="0" rtlCol="0">
            <a:spAutoFit/>
          </a:bodyPr>
          <a:lstStyle/>
          <a:p>
            <a:pPr marL="12700">
              <a:lnSpc>
                <a:spcPct val="100000"/>
              </a:lnSpc>
              <a:spcBef>
                <a:spcPts val="95"/>
              </a:spcBef>
            </a:pPr>
            <a:r>
              <a:rPr sz="4000" spc="-30" dirty="0">
                <a:solidFill>
                  <a:srgbClr val="000000"/>
                </a:solidFill>
              </a:rPr>
              <a:t>提示词工程：精准指</a:t>
            </a:r>
            <a:r>
              <a:rPr sz="4000" spc="80" dirty="0">
                <a:solidFill>
                  <a:srgbClr val="000000"/>
                </a:solidFill>
              </a:rPr>
              <a:t>引 效</a:t>
            </a:r>
            <a:r>
              <a:rPr sz="4000" spc="-30" dirty="0">
                <a:solidFill>
                  <a:srgbClr val="000000"/>
                </a:solidFill>
              </a:rPr>
              <a:t>能增</a:t>
            </a:r>
            <a:r>
              <a:rPr sz="4000" spc="-50" dirty="0">
                <a:solidFill>
                  <a:srgbClr val="000000"/>
                </a:solidFill>
              </a:rPr>
              <a:t>益</a:t>
            </a:r>
            <a:endParaRPr sz="4000"/>
          </a:p>
        </p:txBody>
      </p:sp>
      <p:grpSp>
        <p:nvGrpSpPr>
          <p:cNvPr id="17" name="object 17"/>
          <p:cNvGrpSpPr/>
          <p:nvPr/>
        </p:nvGrpSpPr>
        <p:grpSpPr>
          <a:xfrm>
            <a:off x="108267" y="1565160"/>
            <a:ext cx="11962130" cy="1880235"/>
            <a:chOff x="108267" y="1565160"/>
            <a:chExt cx="11962130" cy="1880235"/>
          </a:xfrm>
        </p:grpSpPr>
        <p:sp>
          <p:nvSpPr>
            <p:cNvPr id="18" name="object 18"/>
            <p:cNvSpPr/>
            <p:nvPr/>
          </p:nvSpPr>
          <p:spPr>
            <a:xfrm>
              <a:off x="108267" y="1565160"/>
              <a:ext cx="7950834" cy="1880235"/>
            </a:xfrm>
            <a:custGeom>
              <a:avLst/>
              <a:gdLst/>
              <a:ahLst/>
              <a:cxnLst/>
              <a:rect l="l" t="t" r="r" b="b"/>
              <a:pathLst>
                <a:path w="7950834" h="1880235">
                  <a:moveTo>
                    <a:pt x="28575" y="1780222"/>
                  </a:moveTo>
                  <a:lnTo>
                    <a:pt x="0" y="1780222"/>
                  </a:lnTo>
                  <a:lnTo>
                    <a:pt x="0" y="1808797"/>
                  </a:lnTo>
                  <a:lnTo>
                    <a:pt x="28575" y="1808797"/>
                  </a:lnTo>
                  <a:lnTo>
                    <a:pt x="28575" y="1780222"/>
                  </a:lnTo>
                  <a:close/>
                </a:path>
                <a:path w="7950834" h="1880235">
                  <a:moveTo>
                    <a:pt x="28575" y="1723072"/>
                  </a:moveTo>
                  <a:lnTo>
                    <a:pt x="0" y="1723072"/>
                  </a:lnTo>
                  <a:lnTo>
                    <a:pt x="0" y="1751647"/>
                  </a:lnTo>
                  <a:lnTo>
                    <a:pt x="28575" y="1751647"/>
                  </a:lnTo>
                  <a:lnTo>
                    <a:pt x="28575" y="1723072"/>
                  </a:lnTo>
                  <a:close/>
                </a:path>
                <a:path w="7950834" h="1880235">
                  <a:moveTo>
                    <a:pt x="28575" y="1665922"/>
                  </a:moveTo>
                  <a:lnTo>
                    <a:pt x="0" y="1665922"/>
                  </a:lnTo>
                  <a:lnTo>
                    <a:pt x="0" y="1694497"/>
                  </a:lnTo>
                  <a:lnTo>
                    <a:pt x="28575" y="1694497"/>
                  </a:lnTo>
                  <a:lnTo>
                    <a:pt x="28575" y="1665922"/>
                  </a:lnTo>
                  <a:close/>
                </a:path>
                <a:path w="7950834" h="1880235">
                  <a:moveTo>
                    <a:pt x="28575" y="1608772"/>
                  </a:moveTo>
                  <a:lnTo>
                    <a:pt x="0" y="1608772"/>
                  </a:lnTo>
                  <a:lnTo>
                    <a:pt x="0" y="1637347"/>
                  </a:lnTo>
                  <a:lnTo>
                    <a:pt x="28575" y="1637347"/>
                  </a:lnTo>
                  <a:lnTo>
                    <a:pt x="28575" y="1608772"/>
                  </a:lnTo>
                  <a:close/>
                </a:path>
                <a:path w="7950834" h="1880235">
                  <a:moveTo>
                    <a:pt x="28575" y="1551622"/>
                  </a:moveTo>
                  <a:lnTo>
                    <a:pt x="0" y="1551622"/>
                  </a:lnTo>
                  <a:lnTo>
                    <a:pt x="0" y="1580197"/>
                  </a:lnTo>
                  <a:lnTo>
                    <a:pt x="28575" y="1580197"/>
                  </a:lnTo>
                  <a:lnTo>
                    <a:pt x="28575" y="1551622"/>
                  </a:lnTo>
                  <a:close/>
                </a:path>
                <a:path w="7950834" h="1880235">
                  <a:moveTo>
                    <a:pt x="28575" y="1494472"/>
                  </a:moveTo>
                  <a:lnTo>
                    <a:pt x="0" y="1494472"/>
                  </a:lnTo>
                  <a:lnTo>
                    <a:pt x="0" y="1523047"/>
                  </a:lnTo>
                  <a:lnTo>
                    <a:pt x="28575" y="1523047"/>
                  </a:lnTo>
                  <a:lnTo>
                    <a:pt x="28575" y="1494472"/>
                  </a:lnTo>
                  <a:close/>
                </a:path>
                <a:path w="7950834" h="1880235">
                  <a:moveTo>
                    <a:pt x="28575" y="1437322"/>
                  </a:moveTo>
                  <a:lnTo>
                    <a:pt x="0" y="1437322"/>
                  </a:lnTo>
                  <a:lnTo>
                    <a:pt x="0" y="1465897"/>
                  </a:lnTo>
                  <a:lnTo>
                    <a:pt x="28575" y="1465897"/>
                  </a:lnTo>
                  <a:lnTo>
                    <a:pt x="28575" y="1437322"/>
                  </a:lnTo>
                  <a:close/>
                </a:path>
                <a:path w="7950834" h="1880235">
                  <a:moveTo>
                    <a:pt x="28575" y="1380172"/>
                  </a:moveTo>
                  <a:lnTo>
                    <a:pt x="0" y="1380172"/>
                  </a:lnTo>
                  <a:lnTo>
                    <a:pt x="0" y="1408747"/>
                  </a:lnTo>
                  <a:lnTo>
                    <a:pt x="28575" y="1408747"/>
                  </a:lnTo>
                  <a:lnTo>
                    <a:pt x="28575" y="1380172"/>
                  </a:lnTo>
                  <a:close/>
                </a:path>
                <a:path w="7950834" h="1880235">
                  <a:moveTo>
                    <a:pt x="28575" y="1323022"/>
                  </a:moveTo>
                  <a:lnTo>
                    <a:pt x="0" y="1323022"/>
                  </a:lnTo>
                  <a:lnTo>
                    <a:pt x="0" y="1351597"/>
                  </a:lnTo>
                  <a:lnTo>
                    <a:pt x="28575" y="1351597"/>
                  </a:lnTo>
                  <a:lnTo>
                    <a:pt x="28575" y="1323022"/>
                  </a:lnTo>
                  <a:close/>
                </a:path>
                <a:path w="7950834" h="1880235">
                  <a:moveTo>
                    <a:pt x="28575" y="1265872"/>
                  </a:moveTo>
                  <a:lnTo>
                    <a:pt x="0" y="1265872"/>
                  </a:lnTo>
                  <a:lnTo>
                    <a:pt x="0" y="1294447"/>
                  </a:lnTo>
                  <a:lnTo>
                    <a:pt x="28575" y="1294447"/>
                  </a:lnTo>
                  <a:lnTo>
                    <a:pt x="28575" y="1265872"/>
                  </a:lnTo>
                  <a:close/>
                </a:path>
                <a:path w="7950834" h="1880235">
                  <a:moveTo>
                    <a:pt x="28575" y="1208722"/>
                  </a:moveTo>
                  <a:lnTo>
                    <a:pt x="0" y="1208722"/>
                  </a:lnTo>
                  <a:lnTo>
                    <a:pt x="0" y="1237297"/>
                  </a:lnTo>
                  <a:lnTo>
                    <a:pt x="28575" y="1237297"/>
                  </a:lnTo>
                  <a:lnTo>
                    <a:pt x="28575" y="1208722"/>
                  </a:lnTo>
                  <a:close/>
                </a:path>
                <a:path w="7950834" h="1880235">
                  <a:moveTo>
                    <a:pt x="28575" y="1151572"/>
                  </a:moveTo>
                  <a:lnTo>
                    <a:pt x="0" y="1151572"/>
                  </a:lnTo>
                  <a:lnTo>
                    <a:pt x="0" y="1180147"/>
                  </a:lnTo>
                  <a:lnTo>
                    <a:pt x="28575" y="1180147"/>
                  </a:lnTo>
                  <a:lnTo>
                    <a:pt x="28575" y="1151572"/>
                  </a:lnTo>
                  <a:close/>
                </a:path>
                <a:path w="7950834" h="1880235">
                  <a:moveTo>
                    <a:pt x="28575" y="1094422"/>
                  </a:moveTo>
                  <a:lnTo>
                    <a:pt x="0" y="1094422"/>
                  </a:lnTo>
                  <a:lnTo>
                    <a:pt x="0" y="1122997"/>
                  </a:lnTo>
                  <a:lnTo>
                    <a:pt x="28575" y="1122997"/>
                  </a:lnTo>
                  <a:lnTo>
                    <a:pt x="28575" y="1094422"/>
                  </a:lnTo>
                  <a:close/>
                </a:path>
                <a:path w="7950834" h="1880235">
                  <a:moveTo>
                    <a:pt x="28575" y="1037272"/>
                  </a:moveTo>
                  <a:lnTo>
                    <a:pt x="0" y="1037272"/>
                  </a:lnTo>
                  <a:lnTo>
                    <a:pt x="0" y="1065847"/>
                  </a:lnTo>
                  <a:lnTo>
                    <a:pt x="28575" y="1065847"/>
                  </a:lnTo>
                  <a:lnTo>
                    <a:pt x="28575" y="1037272"/>
                  </a:lnTo>
                  <a:close/>
                </a:path>
                <a:path w="7950834" h="1880235">
                  <a:moveTo>
                    <a:pt x="28575" y="980122"/>
                  </a:moveTo>
                  <a:lnTo>
                    <a:pt x="0" y="980122"/>
                  </a:lnTo>
                  <a:lnTo>
                    <a:pt x="0" y="1008697"/>
                  </a:lnTo>
                  <a:lnTo>
                    <a:pt x="28575" y="1008697"/>
                  </a:lnTo>
                  <a:lnTo>
                    <a:pt x="28575" y="980122"/>
                  </a:lnTo>
                  <a:close/>
                </a:path>
                <a:path w="7950834" h="1880235">
                  <a:moveTo>
                    <a:pt x="28575" y="922972"/>
                  </a:moveTo>
                  <a:lnTo>
                    <a:pt x="0" y="922972"/>
                  </a:lnTo>
                  <a:lnTo>
                    <a:pt x="0" y="951547"/>
                  </a:lnTo>
                  <a:lnTo>
                    <a:pt x="28575" y="951547"/>
                  </a:lnTo>
                  <a:lnTo>
                    <a:pt x="28575" y="922972"/>
                  </a:lnTo>
                  <a:close/>
                </a:path>
                <a:path w="7950834" h="1880235">
                  <a:moveTo>
                    <a:pt x="28575" y="865822"/>
                  </a:moveTo>
                  <a:lnTo>
                    <a:pt x="0" y="865822"/>
                  </a:lnTo>
                  <a:lnTo>
                    <a:pt x="0" y="894397"/>
                  </a:lnTo>
                  <a:lnTo>
                    <a:pt x="28575" y="894397"/>
                  </a:lnTo>
                  <a:lnTo>
                    <a:pt x="28575" y="865822"/>
                  </a:lnTo>
                  <a:close/>
                </a:path>
                <a:path w="7950834" h="1880235">
                  <a:moveTo>
                    <a:pt x="28575" y="808672"/>
                  </a:moveTo>
                  <a:lnTo>
                    <a:pt x="0" y="808672"/>
                  </a:lnTo>
                  <a:lnTo>
                    <a:pt x="0" y="837247"/>
                  </a:lnTo>
                  <a:lnTo>
                    <a:pt x="28575" y="837247"/>
                  </a:lnTo>
                  <a:lnTo>
                    <a:pt x="28575" y="808672"/>
                  </a:lnTo>
                  <a:close/>
                </a:path>
                <a:path w="7950834" h="1880235">
                  <a:moveTo>
                    <a:pt x="28575" y="751522"/>
                  </a:moveTo>
                  <a:lnTo>
                    <a:pt x="0" y="751522"/>
                  </a:lnTo>
                  <a:lnTo>
                    <a:pt x="0" y="780097"/>
                  </a:lnTo>
                  <a:lnTo>
                    <a:pt x="28575" y="780097"/>
                  </a:lnTo>
                  <a:lnTo>
                    <a:pt x="28575" y="751522"/>
                  </a:lnTo>
                  <a:close/>
                </a:path>
                <a:path w="7950834" h="1880235">
                  <a:moveTo>
                    <a:pt x="28575" y="694372"/>
                  </a:moveTo>
                  <a:lnTo>
                    <a:pt x="0" y="694372"/>
                  </a:lnTo>
                  <a:lnTo>
                    <a:pt x="0" y="722947"/>
                  </a:lnTo>
                  <a:lnTo>
                    <a:pt x="28575" y="722947"/>
                  </a:lnTo>
                  <a:lnTo>
                    <a:pt x="28575" y="694372"/>
                  </a:lnTo>
                  <a:close/>
                </a:path>
                <a:path w="7950834" h="1880235">
                  <a:moveTo>
                    <a:pt x="28575" y="637222"/>
                  </a:moveTo>
                  <a:lnTo>
                    <a:pt x="0" y="637222"/>
                  </a:lnTo>
                  <a:lnTo>
                    <a:pt x="0" y="665797"/>
                  </a:lnTo>
                  <a:lnTo>
                    <a:pt x="28575" y="665797"/>
                  </a:lnTo>
                  <a:lnTo>
                    <a:pt x="28575" y="637222"/>
                  </a:lnTo>
                  <a:close/>
                </a:path>
                <a:path w="7950834" h="1880235">
                  <a:moveTo>
                    <a:pt x="28575" y="580072"/>
                  </a:moveTo>
                  <a:lnTo>
                    <a:pt x="0" y="580072"/>
                  </a:lnTo>
                  <a:lnTo>
                    <a:pt x="0" y="608647"/>
                  </a:lnTo>
                  <a:lnTo>
                    <a:pt x="28575" y="608647"/>
                  </a:lnTo>
                  <a:lnTo>
                    <a:pt x="28575" y="580072"/>
                  </a:lnTo>
                  <a:close/>
                </a:path>
                <a:path w="7950834" h="1880235">
                  <a:moveTo>
                    <a:pt x="28575" y="522922"/>
                  </a:moveTo>
                  <a:lnTo>
                    <a:pt x="0" y="522922"/>
                  </a:lnTo>
                  <a:lnTo>
                    <a:pt x="0" y="551497"/>
                  </a:lnTo>
                  <a:lnTo>
                    <a:pt x="28575" y="551497"/>
                  </a:lnTo>
                  <a:lnTo>
                    <a:pt x="28575" y="522922"/>
                  </a:lnTo>
                  <a:close/>
                </a:path>
                <a:path w="7950834" h="1880235">
                  <a:moveTo>
                    <a:pt x="28575" y="465772"/>
                  </a:moveTo>
                  <a:lnTo>
                    <a:pt x="0" y="465772"/>
                  </a:lnTo>
                  <a:lnTo>
                    <a:pt x="0" y="494347"/>
                  </a:lnTo>
                  <a:lnTo>
                    <a:pt x="28575" y="494347"/>
                  </a:lnTo>
                  <a:lnTo>
                    <a:pt x="28575" y="465772"/>
                  </a:lnTo>
                  <a:close/>
                </a:path>
                <a:path w="7950834" h="1880235">
                  <a:moveTo>
                    <a:pt x="28575" y="408622"/>
                  </a:moveTo>
                  <a:lnTo>
                    <a:pt x="0" y="408622"/>
                  </a:lnTo>
                  <a:lnTo>
                    <a:pt x="0" y="437197"/>
                  </a:lnTo>
                  <a:lnTo>
                    <a:pt x="28575" y="437197"/>
                  </a:lnTo>
                  <a:lnTo>
                    <a:pt x="28575" y="408622"/>
                  </a:lnTo>
                  <a:close/>
                </a:path>
                <a:path w="7950834" h="1880235">
                  <a:moveTo>
                    <a:pt x="28575" y="351472"/>
                  </a:moveTo>
                  <a:lnTo>
                    <a:pt x="0" y="351472"/>
                  </a:lnTo>
                  <a:lnTo>
                    <a:pt x="0" y="380047"/>
                  </a:lnTo>
                  <a:lnTo>
                    <a:pt x="28575" y="380047"/>
                  </a:lnTo>
                  <a:lnTo>
                    <a:pt x="28575" y="351472"/>
                  </a:lnTo>
                  <a:close/>
                </a:path>
                <a:path w="7950834" h="1880235">
                  <a:moveTo>
                    <a:pt x="28575" y="294322"/>
                  </a:moveTo>
                  <a:lnTo>
                    <a:pt x="0" y="294322"/>
                  </a:lnTo>
                  <a:lnTo>
                    <a:pt x="0" y="322897"/>
                  </a:lnTo>
                  <a:lnTo>
                    <a:pt x="28575" y="322897"/>
                  </a:lnTo>
                  <a:lnTo>
                    <a:pt x="28575" y="294322"/>
                  </a:lnTo>
                  <a:close/>
                </a:path>
                <a:path w="7950834" h="1880235">
                  <a:moveTo>
                    <a:pt x="28575" y="237172"/>
                  </a:moveTo>
                  <a:lnTo>
                    <a:pt x="0" y="237172"/>
                  </a:lnTo>
                  <a:lnTo>
                    <a:pt x="0" y="265747"/>
                  </a:lnTo>
                  <a:lnTo>
                    <a:pt x="28575" y="265747"/>
                  </a:lnTo>
                  <a:lnTo>
                    <a:pt x="28575" y="237172"/>
                  </a:lnTo>
                  <a:close/>
                </a:path>
                <a:path w="7950834" h="1880235">
                  <a:moveTo>
                    <a:pt x="28575" y="180022"/>
                  </a:moveTo>
                  <a:lnTo>
                    <a:pt x="0" y="180022"/>
                  </a:lnTo>
                  <a:lnTo>
                    <a:pt x="0" y="208597"/>
                  </a:lnTo>
                  <a:lnTo>
                    <a:pt x="28575" y="208597"/>
                  </a:lnTo>
                  <a:lnTo>
                    <a:pt x="28575" y="180022"/>
                  </a:lnTo>
                  <a:close/>
                </a:path>
                <a:path w="7950834" h="1880235">
                  <a:moveTo>
                    <a:pt x="28575" y="122872"/>
                  </a:moveTo>
                  <a:lnTo>
                    <a:pt x="0" y="122872"/>
                  </a:lnTo>
                  <a:lnTo>
                    <a:pt x="0" y="151447"/>
                  </a:lnTo>
                  <a:lnTo>
                    <a:pt x="28575" y="151447"/>
                  </a:lnTo>
                  <a:lnTo>
                    <a:pt x="28575" y="122872"/>
                  </a:lnTo>
                  <a:close/>
                </a:path>
                <a:path w="7950834" h="1880235">
                  <a:moveTo>
                    <a:pt x="28575" y="65722"/>
                  </a:moveTo>
                  <a:lnTo>
                    <a:pt x="0" y="65722"/>
                  </a:lnTo>
                  <a:lnTo>
                    <a:pt x="0" y="94297"/>
                  </a:lnTo>
                  <a:lnTo>
                    <a:pt x="28575" y="94297"/>
                  </a:lnTo>
                  <a:lnTo>
                    <a:pt x="28575" y="65722"/>
                  </a:lnTo>
                  <a:close/>
                </a:path>
                <a:path w="7950834" h="1880235">
                  <a:moveTo>
                    <a:pt x="28575" y="14287"/>
                  </a:moveTo>
                  <a:lnTo>
                    <a:pt x="20002" y="22860"/>
                  </a:lnTo>
                  <a:lnTo>
                    <a:pt x="20002" y="0"/>
                  </a:lnTo>
                  <a:lnTo>
                    <a:pt x="0" y="0"/>
                  </a:lnTo>
                  <a:lnTo>
                    <a:pt x="0" y="37147"/>
                  </a:lnTo>
                  <a:lnTo>
                    <a:pt x="28575" y="37147"/>
                  </a:lnTo>
                  <a:lnTo>
                    <a:pt x="28575" y="28575"/>
                  </a:lnTo>
                  <a:lnTo>
                    <a:pt x="28575" y="14287"/>
                  </a:lnTo>
                  <a:close/>
                </a:path>
                <a:path w="7950834" h="1880235">
                  <a:moveTo>
                    <a:pt x="43497" y="1851660"/>
                  </a:moveTo>
                  <a:lnTo>
                    <a:pt x="28575" y="1851660"/>
                  </a:lnTo>
                  <a:lnTo>
                    <a:pt x="28575" y="1837372"/>
                  </a:lnTo>
                  <a:lnTo>
                    <a:pt x="0" y="1837372"/>
                  </a:lnTo>
                  <a:lnTo>
                    <a:pt x="0" y="1865947"/>
                  </a:lnTo>
                  <a:lnTo>
                    <a:pt x="14922" y="1865947"/>
                  </a:lnTo>
                  <a:lnTo>
                    <a:pt x="14922" y="1880235"/>
                  </a:lnTo>
                  <a:lnTo>
                    <a:pt x="43497" y="1880235"/>
                  </a:lnTo>
                  <a:lnTo>
                    <a:pt x="43497" y="1865947"/>
                  </a:lnTo>
                  <a:lnTo>
                    <a:pt x="43497" y="1851660"/>
                  </a:lnTo>
                  <a:close/>
                </a:path>
                <a:path w="7950834" h="1880235">
                  <a:moveTo>
                    <a:pt x="77152" y="0"/>
                  </a:moveTo>
                  <a:lnTo>
                    <a:pt x="48577" y="0"/>
                  </a:lnTo>
                  <a:lnTo>
                    <a:pt x="48577" y="28575"/>
                  </a:lnTo>
                  <a:lnTo>
                    <a:pt x="77152" y="28575"/>
                  </a:lnTo>
                  <a:lnTo>
                    <a:pt x="77152" y="0"/>
                  </a:lnTo>
                  <a:close/>
                </a:path>
                <a:path w="7950834" h="1880235">
                  <a:moveTo>
                    <a:pt x="100647" y="1851660"/>
                  </a:moveTo>
                  <a:lnTo>
                    <a:pt x="72072" y="1851660"/>
                  </a:lnTo>
                  <a:lnTo>
                    <a:pt x="72072" y="1880235"/>
                  </a:lnTo>
                  <a:lnTo>
                    <a:pt x="100647" y="1880235"/>
                  </a:lnTo>
                  <a:lnTo>
                    <a:pt x="100647" y="1851660"/>
                  </a:lnTo>
                  <a:close/>
                </a:path>
                <a:path w="7950834" h="1880235">
                  <a:moveTo>
                    <a:pt x="134302" y="0"/>
                  </a:moveTo>
                  <a:lnTo>
                    <a:pt x="105727" y="0"/>
                  </a:lnTo>
                  <a:lnTo>
                    <a:pt x="105727" y="28575"/>
                  </a:lnTo>
                  <a:lnTo>
                    <a:pt x="134302" y="28575"/>
                  </a:lnTo>
                  <a:lnTo>
                    <a:pt x="134302" y="0"/>
                  </a:lnTo>
                  <a:close/>
                </a:path>
                <a:path w="7950834" h="1880235">
                  <a:moveTo>
                    <a:pt x="157797" y="1851660"/>
                  </a:moveTo>
                  <a:lnTo>
                    <a:pt x="129222" y="1851660"/>
                  </a:lnTo>
                  <a:lnTo>
                    <a:pt x="129222" y="1880235"/>
                  </a:lnTo>
                  <a:lnTo>
                    <a:pt x="157797" y="1880235"/>
                  </a:lnTo>
                  <a:lnTo>
                    <a:pt x="157797" y="1851660"/>
                  </a:lnTo>
                  <a:close/>
                </a:path>
                <a:path w="7950834" h="1880235">
                  <a:moveTo>
                    <a:pt x="191452" y="0"/>
                  </a:moveTo>
                  <a:lnTo>
                    <a:pt x="162877" y="0"/>
                  </a:lnTo>
                  <a:lnTo>
                    <a:pt x="162877" y="28575"/>
                  </a:lnTo>
                  <a:lnTo>
                    <a:pt x="191452" y="28575"/>
                  </a:lnTo>
                  <a:lnTo>
                    <a:pt x="191452" y="0"/>
                  </a:lnTo>
                  <a:close/>
                </a:path>
                <a:path w="7950834" h="1880235">
                  <a:moveTo>
                    <a:pt x="214947" y="1851660"/>
                  </a:moveTo>
                  <a:lnTo>
                    <a:pt x="186372" y="1851660"/>
                  </a:lnTo>
                  <a:lnTo>
                    <a:pt x="186372" y="1880235"/>
                  </a:lnTo>
                  <a:lnTo>
                    <a:pt x="214947" y="1880235"/>
                  </a:lnTo>
                  <a:lnTo>
                    <a:pt x="214947" y="1851660"/>
                  </a:lnTo>
                  <a:close/>
                </a:path>
                <a:path w="7950834" h="1880235">
                  <a:moveTo>
                    <a:pt x="248602" y="0"/>
                  </a:moveTo>
                  <a:lnTo>
                    <a:pt x="220027" y="0"/>
                  </a:lnTo>
                  <a:lnTo>
                    <a:pt x="220027" y="28575"/>
                  </a:lnTo>
                  <a:lnTo>
                    <a:pt x="248602" y="28575"/>
                  </a:lnTo>
                  <a:lnTo>
                    <a:pt x="248602" y="0"/>
                  </a:lnTo>
                  <a:close/>
                </a:path>
                <a:path w="7950834" h="1880235">
                  <a:moveTo>
                    <a:pt x="272097" y="1851660"/>
                  </a:moveTo>
                  <a:lnTo>
                    <a:pt x="243522" y="1851660"/>
                  </a:lnTo>
                  <a:lnTo>
                    <a:pt x="243522" y="1880235"/>
                  </a:lnTo>
                  <a:lnTo>
                    <a:pt x="272097" y="1880235"/>
                  </a:lnTo>
                  <a:lnTo>
                    <a:pt x="272097" y="1851660"/>
                  </a:lnTo>
                  <a:close/>
                </a:path>
                <a:path w="7950834" h="1880235">
                  <a:moveTo>
                    <a:pt x="305752" y="0"/>
                  </a:moveTo>
                  <a:lnTo>
                    <a:pt x="277177" y="0"/>
                  </a:lnTo>
                  <a:lnTo>
                    <a:pt x="277177" y="28575"/>
                  </a:lnTo>
                  <a:lnTo>
                    <a:pt x="305752" y="28575"/>
                  </a:lnTo>
                  <a:lnTo>
                    <a:pt x="305752" y="0"/>
                  </a:lnTo>
                  <a:close/>
                </a:path>
                <a:path w="7950834" h="1880235">
                  <a:moveTo>
                    <a:pt x="329247" y="1851660"/>
                  </a:moveTo>
                  <a:lnTo>
                    <a:pt x="300672" y="1851660"/>
                  </a:lnTo>
                  <a:lnTo>
                    <a:pt x="300672" y="1880235"/>
                  </a:lnTo>
                  <a:lnTo>
                    <a:pt x="329247" y="1880235"/>
                  </a:lnTo>
                  <a:lnTo>
                    <a:pt x="329247" y="1851660"/>
                  </a:lnTo>
                  <a:close/>
                </a:path>
                <a:path w="7950834" h="1880235">
                  <a:moveTo>
                    <a:pt x="362902" y="0"/>
                  </a:moveTo>
                  <a:lnTo>
                    <a:pt x="334327" y="0"/>
                  </a:lnTo>
                  <a:lnTo>
                    <a:pt x="334327" y="28575"/>
                  </a:lnTo>
                  <a:lnTo>
                    <a:pt x="362902" y="28575"/>
                  </a:lnTo>
                  <a:lnTo>
                    <a:pt x="362902" y="0"/>
                  </a:lnTo>
                  <a:close/>
                </a:path>
                <a:path w="7950834" h="1880235">
                  <a:moveTo>
                    <a:pt x="386397" y="1851660"/>
                  </a:moveTo>
                  <a:lnTo>
                    <a:pt x="357822" y="1851660"/>
                  </a:lnTo>
                  <a:lnTo>
                    <a:pt x="357822" y="1880235"/>
                  </a:lnTo>
                  <a:lnTo>
                    <a:pt x="386397" y="1880235"/>
                  </a:lnTo>
                  <a:lnTo>
                    <a:pt x="386397" y="1851660"/>
                  </a:lnTo>
                  <a:close/>
                </a:path>
                <a:path w="7950834" h="1880235">
                  <a:moveTo>
                    <a:pt x="420052" y="0"/>
                  </a:moveTo>
                  <a:lnTo>
                    <a:pt x="391477" y="0"/>
                  </a:lnTo>
                  <a:lnTo>
                    <a:pt x="391477" y="28575"/>
                  </a:lnTo>
                  <a:lnTo>
                    <a:pt x="420052" y="28575"/>
                  </a:lnTo>
                  <a:lnTo>
                    <a:pt x="420052" y="0"/>
                  </a:lnTo>
                  <a:close/>
                </a:path>
                <a:path w="7950834" h="1880235">
                  <a:moveTo>
                    <a:pt x="443547" y="1851660"/>
                  </a:moveTo>
                  <a:lnTo>
                    <a:pt x="414972" y="1851660"/>
                  </a:lnTo>
                  <a:lnTo>
                    <a:pt x="414972" y="1880235"/>
                  </a:lnTo>
                  <a:lnTo>
                    <a:pt x="443547" y="1880235"/>
                  </a:lnTo>
                  <a:lnTo>
                    <a:pt x="443547" y="1851660"/>
                  </a:lnTo>
                  <a:close/>
                </a:path>
                <a:path w="7950834" h="1880235">
                  <a:moveTo>
                    <a:pt x="477202" y="0"/>
                  </a:moveTo>
                  <a:lnTo>
                    <a:pt x="448627" y="0"/>
                  </a:lnTo>
                  <a:lnTo>
                    <a:pt x="448627" y="28575"/>
                  </a:lnTo>
                  <a:lnTo>
                    <a:pt x="477202" y="28575"/>
                  </a:lnTo>
                  <a:lnTo>
                    <a:pt x="477202" y="0"/>
                  </a:lnTo>
                  <a:close/>
                </a:path>
                <a:path w="7950834" h="1880235">
                  <a:moveTo>
                    <a:pt x="500697" y="1851660"/>
                  </a:moveTo>
                  <a:lnTo>
                    <a:pt x="472122" y="1851660"/>
                  </a:lnTo>
                  <a:lnTo>
                    <a:pt x="472122" y="1880235"/>
                  </a:lnTo>
                  <a:lnTo>
                    <a:pt x="500697" y="1880235"/>
                  </a:lnTo>
                  <a:lnTo>
                    <a:pt x="500697" y="1851660"/>
                  </a:lnTo>
                  <a:close/>
                </a:path>
                <a:path w="7950834" h="1880235">
                  <a:moveTo>
                    <a:pt x="534352" y="0"/>
                  </a:moveTo>
                  <a:lnTo>
                    <a:pt x="505777" y="0"/>
                  </a:lnTo>
                  <a:lnTo>
                    <a:pt x="505777" y="28575"/>
                  </a:lnTo>
                  <a:lnTo>
                    <a:pt x="534352" y="28575"/>
                  </a:lnTo>
                  <a:lnTo>
                    <a:pt x="534352" y="0"/>
                  </a:lnTo>
                  <a:close/>
                </a:path>
                <a:path w="7950834" h="1880235">
                  <a:moveTo>
                    <a:pt x="557847" y="1851660"/>
                  </a:moveTo>
                  <a:lnTo>
                    <a:pt x="529272" y="1851660"/>
                  </a:lnTo>
                  <a:lnTo>
                    <a:pt x="529272" y="1880235"/>
                  </a:lnTo>
                  <a:lnTo>
                    <a:pt x="557847" y="1880235"/>
                  </a:lnTo>
                  <a:lnTo>
                    <a:pt x="557847" y="1851660"/>
                  </a:lnTo>
                  <a:close/>
                </a:path>
                <a:path w="7950834" h="1880235">
                  <a:moveTo>
                    <a:pt x="591502" y="0"/>
                  </a:moveTo>
                  <a:lnTo>
                    <a:pt x="562927" y="0"/>
                  </a:lnTo>
                  <a:lnTo>
                    <a:pt x="562927" y="28575"/>
                  </a:lnTo>
                  <a:lnTo>
                    <a:pt x="591502" y="28575"/>
                  </a:lnTo>
                  <a:lnTo>
                    <a:pt x="591502" y="0"/>
                  </a:lnTo>
                  <a:close/>
                </a:path>
                <a:path w="7950834" h="1880235">
                  <a:moveTo>
                    <a:pt x="614997" y="1851660"/>
                  </a:moveTo>
                  <a:lnTo>
                    <a:pt x="586422" y="1851660"/>
                  </a:lnTo>
                  <a:lnTo>
                    <a:pt x="586422" y="1880235"/>
                  </a:lnTo>
                  <a:lnTo>
                    <a:pt x="614997" y="1880235"/>
                  </a:lnTo>
                  <a:lnTo>
                    <a:pt x="614997" y="1851660"/>
                  </a:lnTo>
                  <a:close/>
                </a:path>
                <a:path w="7950834" h="1880235">
                  <a:moveTo>
                    <a:pt x="648652" y="0"/>
                  </a:moveTo>
                  <a:lnTo>
                    <a:pt x="620077" y="0"/>
                  </a:lnTo>
                  <a:lnTo>
                    <a:pt x="620077" y="28575"/>
                  </a:lnTo>
                  <a:lnTo>
                    <a:pt x="648652" y="28575"/>
                  </a:lnTo>
                  <a:lnTo>
                    <a:pt x="648652" y="0"/>
                  </a:lnTo>
                  <a:close/>
                </a:path>
                <a:path w="7950834" h="1880235">
                  <a:moveTo>
                    <a:pt x="672147" y="1851660"/>
                  </a:moveTo>
                  <a:lnTo>
                    <a:pt x="643572" y="1851660"/>
                  </a:lnTo>
                  <a:lnTo>
                    <a:pt x="643572" y="1880235"/>
                  </a:lnTo>
                  <a:lnTo>
                    <a:pt x="672147" y="1880235"/>
                  </a:lnTo>
                  <a:lnTo>
                    <a:pt x="672147" y="1851660"/>
                  </a:lnTo>
                  <a:close/>
                </a:path>
                <a:path w="7950834" h="1880235">
                  <a:moveTo>
                    <a:pt x="705789" y="0"/>
                  </a:moveTo>
                  <a:lnTo>
                    <a:pt x="677227" y="0"/>
                  </a:lnTo>
                  <a:lnTo>
                    <a:pt x="677227" y="28575"/>
                  </a:lnTo>
                  <a:lnTo>
                    <a:pt x="705789" y="28575"/>
                  </a:lnTo>
                  <a:lnTo>
                    <a:pt x="705789" y="0"/>
                  </a:lnTo>
                  <a:close/>
                </a:path>
                <a:path w="7950834" h="1880235">
                  <a:moveTo>
                    <a:pt x="729297" y="1851660"/>
                  </a:moveTo>
                  <a:lnTo>
                    <a:pt x="700722" y="1851660"/>
                  </a:lnTo>
                  <a:lnTo>
                    <a:pt x="700722" y="1880235"/>
                  </a:lnTo>
                  <a:lnTo>
                    <a:pt x="729297" y="1880235"/>
                  </a:lnTo>
                  <a:lnTo>
                    <a:pt x="729297" y="1851660"/>
                  </a:lnTo>
                  <a:close/>
                </a:path>
                <a:path w="7950834" h="1880235">
                  <a:moveTo>
                    <a:pt x="762952" y="0"/>
                  </a:moveTo>
                  <a:lnTo>
                    <a:pt x="734377" y="0"/>
                  </a:lnTo>
                  <a:lnTo>
                    <a:pt x="734377" y="28575"/>
                  </a:lnTo>
                  <a:lnTo>
                    <a:pt x="762952" y="28575"/>
                  </a:lnTo>
                  <a:lnTo>
                    <a:pt x="762952" y="0"/>
                  </a:lnTo>
                  <a:close/>
                </a:path>
                <a:path w="7950834" h="1880235">
                  <a:moveTo>
                    <a:pt x="786447" y="1851660"/>
                  </a:moveTo>
                  <a:lnTo>
                    <a:pt x="757872" y="1851660"/>
                  </a:lnTo>
                  <a:lnTo>
                    <a:pt x="757872" y="1880235"/>
                  </a:lnTo>
                  <a:lnTo>
                    <a:pt x="786447" y="1880235"/>
                  </a:lnTo>
                  <a:lnTo>
                    <a:pt x="786447" y="1851660"/>
                  </a:lnTo>
                  <a:close/>
                </a:path>
                <a:path w="7950834" h="1880235">
                  <a:moveTo>
                    <a:pt x="820102" y="0"/>
                  </a:moveTo>
                  <a:lnTo>
                    <a:pt x="791527" y="0"/>
                  </a:lnTo>
                  <a:lnTo>
                    <a:pt x="791527" y="28575"/>
                  </a:lnTo>
                  <a:lnTo>
                    <a:pt x="820102" y="28575"/>
                  </a:lnTo>
                  <a:lnTo>
                    <a:pt x="820102" y="0"/>
                  </a:lnTo>
                  <a:close/>
                </a:path>
                <a:path w="7950834" h="1880235">
                  <a:moveTo>
                    <a:pt x="843597" y="1851660"/>
                  </a:moveTo>
                  <a:lnTo>
                    <a:pt x="815022" y="1851660"/>
                  </a:lnTo>
                  <a:lnTo>
                    <a:pt x="815022" y="1880235"/>
                  </a:lnTo>
                  <a:lnTo>
                    <a:pt x="843597" y="1880235"/>
                  </a:lnTo>
                  <a:lnTo>
                    <a:pt x="843597" y="1851660"/>
                  </a:lnTo>
                  <a:close/>
                </a:path>
                <a:path w="7950834" h="1880235">
                  <a:moveTo>
                    <a:pt x="877252" y="0"/>
                  </a:moveTo>
                  <a:lnTo>
                    <a:pt x="848677" y="0"/>
                  </a:lnTo>
                  <a:lnTo>
                    <a:pt x="848677" y="28575"/>
                  </a:lnTo>
                  <a:lnTo>
                    <a:pt x="877252" y="28575"/>
                  </a:lnTo>
                  <a:lnTo>
                    <a:pt x="877252" y="0"/>
                  </a:lnTo>
                  <a:close/>
                </a:path>
                <a:path w="7950834" h="1880235">
                  <a:moveTo>
                    <a:pt x="900747" y="1851660"/>
                  </a:moveTo>
                  <a:lnTo>
                    <a:pt x="872172" y="1851660"/>
                  </a:lnTo>
                  <a:lnTo>
                    <a:pt x="872172" y="1880235"/>
                  </a:lnTo>
                  <a:lnTo>
                    <a:pt x="900747" y="1880235"/>
                  </a:lnTo>
                  <a:lnTo>
                    <a:pt x="900747" y="1851660"/>
                  </a:lnTo>
                  <a:close/>
                </a:path>
                <a:path w="7950834" h="1880235">
                  <a:moveTo>
                    <a:pt x="934402" y="0"/>
                  </a:moveTo>
                  <a:lnTo>
                    <a:pt x="905827" y="0"/>
                  </a:lnTo>
                  <a:lnTo>
                    <a:pt x="905827" y="28575"/>
                  </a:lnTo>
                  <a:lnTo>
                    <a:pt x="934402" y="28575"/>
                  </a:lnTo>
                  <a:lnTo>
                    <a:pt x="934402" y="0"/>
                  </a:lnTo>
                  <a:close/>
                </a:path>
                <a:path w="7950834" h="1880235">
                  <a:moveTo>
                    <a:pt x="957897" y="1851660"/>
                  </a:moveTo>
                  <a:lnTo>
                    <a:pt x="929322" y="1851660"/>
                  </a:lnTo>
                  <a:lnTo>
                    <a:pt x="929322" y="1880235"/>
                  </a:lnTo>
                  <a:lnTo>
                    <a:pt x="957897" y="1880235"/>
                  </a:lnTo>
                  <a:lnTo>
                    <a:pt x="957897" y="1851660"/>
                  </a:lnTo>
                  <a:close/>
                </a:path>
                <a:path w="7950834" h="1880235">
                  <a:moveTo>
                    <a:pt x="991552" y="0"/>
                  </a:moveTo>
                  <a:lnTo>
                    <a:pt x="962977" y="0"/>
                  </a:lnTo>
                  <a:lnTo>
                    <a:pt x="962977" y="28575"/>
                  </a:lnTo>
                  <a:lnTo>
                    <a:pt x="991552" y="28575"/>
                  </a:lnTo>
                  <a:lnTo>
                    <a:pt x="991552" y="0"/>
                  </a:lnTo>
                  <a:close/>
                </a:path>
                <a:path w="7950834" h="1880235">
                  <a:moveTo>
                    <a:pt x="1015047" y="1851660"/>
                  </a:moveTo>
                  <a:lnTo>
                    <a:pt x="986472" y="1851660"/>
                  </a:lnTo>
                  <a:lnTo>
                    <a:pt x="986472" y="1880235"/>
                  </a:lnTo>
                  <a:lnTo>
                    <a:pt x="1015047" y="1880235"/>
                  </a:lnTo>
                  <a:lnTo>
                    <a:pt x="1015047" y="1851660"/>
                  </a:lnTo>
                  <a:close/>
                </a:path>
                <a:path w="7950834" h="1880235">
                  <a:moveTo>
                    <a:pt x="1048702" y="0"/>
                  </a:moveTo>
                  <a:lnTo>
                    <a:pt x="1020127" y="0"/>
                  </a:lnTo>
                  <a:lnTo>
                    <a:pt x="1020127" y="28575"/>
                  </a:lnTo>
                  <a:lnTo>
                    <a:pt x="1048702" y="28575"/>
                  </a:lnTo>
                  <a:lnTo>
                    <a:pt x="1048702" y="0"/>
                  </a:lnTo>
                  <a:close/>
                </a:path>
                <a:path w="7950834" h="1880235">
                  <a:moveTo>
                    <a:pt x="1072197" y="1851660"/>
                  </a:moveTo>
                  <a:lnTo>
                    <a:pt x="1043622" y="1851660"/>
                  </a:lnTo>
                  <a:lnTo>
                    <a:pt x="1043622" y="1880235"/>
                  </a:lnTo>
                  <a:lnTo>
                    <a:pt x="1072197" y="1880235"/>
                  </a:lnTo>
                  <a:lnTo>
                    <a:pt x="1072197" y="1851660"/>
                  </a:lnTo>
                  <a:close/>
                </a:path>
                <a:path w="7950834" h="1880235">
                  <a:moveTo>
                    <a:pt x="1105852" y="0"/>
                  </a:moveTo>
                  <a:lnTo>
                    <a:pt x="1077277" y="0"/>
                  </a:lnTo>
                  <a:lnTo>
                    <a:pt x="1077277" y="28575"/>
                  </a:lnTo>
                  <a:lnTo>
                    <a:pt x="1105852" y="28575"/>
                  </a:lnTo>
                  <a:lnTo>
                    <a:pt x="1105852" y="0"/>
                  </a:lnTo>
                  <a:close/>
                </a:path>
                <a:path w="7950834" h="1880235">
                  <a:moveTo>
                    <a:pt x="1129347" y="1851660"/>
                  </a:moveTo>
                  <a:lnTo>
                    <a:pt x="1100772" y="1851660"/>
                  </a:lnTo>
                  <a:lnTo>
                    <a:pt x="1100772" y="1880235"/>
                  </a:lnTo>
                  <a:lnTo>
                    <a:pt x="1129347" y="1880235"/>
                  </a:lnTo>
                  <a:lnTo>
                    <a:pt x="1129347" y="1851660"/>
                  </a:lnTo>
                  <a:close/>
                </a:path>
                <a:path w="7950834" h="1880235">
                  <a:moveTo>
                    <a:pt x="1163002" y="0"/>
                  </a:moveTo>
                  <a:lnTo>
                    <a:pt x="1134427" y="0"/>
                  </a:lnTo>
                  <a:lnTo>
                    <a:pt x="1134427" y="28575"/>
                  </a:lnTo>
                  <a:lnTo>
                    <a:pt x="1163002" y="28575"/>
                  </a:lnTo>
                  <a:lnTo>
                    <a:pt x="1163002" y="0"/>
                  </a:lnTo>
                  <a:close/>
                </a:path>
                <a:path w="7950834" h="1880235">
                  <a:moveTo>
                    <a:pt x="1186497" y="1851660"/>
                  </a:moveTo>
                  <a:lnTo>
                    <a:pt x="1157922" y="1851660"/>
                  </a:lnTo>
                  <a:lnTo>
                    <a:pt x="1157922" y="1880235"/>
                  </a:lnTo>
                  <a:lnTo>
                    <a:pt x="1186497" y="1880235"/>
                  </a:lnTo>
                  <a:lnTo>
                    <a:pt x="1186497" y="1851660"/>
                  </a:lnTo>
                  <a:close/>
                </a:path>
                <a:path w="7950834" h="1880235">
                  <a:moveTo>
                    <a:pt x="1220152" y="0"/>
                  </a:moveTo>
                  <a:lnTo>
                    <a:pt x="1191577" y="0"/>
                  </a:lnTo>
                  <a:lnTo>
                    <a:pt x="1191577" y="28575"/>
                  </a:lnTo>
                  <a:lnTo>
                    <a:pt x="1220152" y="28575"/>
                  </a:lnTo>
                  <a:lnTo>
                    <a:pt x="1220152" y="0"/>
                  </a:lnTo>
                  <a:close/>
                </a:path>
                <a:path w="7950834" h="1880235">
                  <a:moveTo>
                    <a:pt x="1243647" y="1851660"/>
                  </a:moveTo>
                  <a:lnTo>
                    <a:pt x="1215072" y="1851660"/>
                  </a:lnTo>
                  <a:lnTo>
                    <a:pt x="1215072" y="1880235"/>
                  </a:lnTo>
                  <a:lnTo>
                    <a:pt x="1243647" y="1880235"/>
                  </a:lnTo>
                  <a:lnTo>
                    <a:pt x="1243647" y="1851660"/>
                  </a:lnTo>
                  <a:close/>
                </a:path>
                <a:path w="7950834" h="1880235">
                  <a:moveTo>
                    <a:pt x="1277302" y="0"/>
                  </a:moveTo>
                  <a:lnTo>
                    <a:pt x="1248727" y="0"/>
                  </a:lnTo>
                  <a:lnTo>
                    <a:pt x="1248727" y="28575"/>
                  </a:lnTo>
                  <a:lnTo>
                    <a:pt x="1277302" y="28575"/>
                  </a:lnTo>
                  <a:lnTo>
                    <a:pt x="1277302" y="0"/>
                  </a:lnTo>
                  <a:close/>
                </a:path>
                <a:path w="7950834" h="1880235">
                  <a:moveTo>
                    <a:pt x="1300797" y="1851660"/>
                  </a:moveTo>
                  <a:lnTo>
                    <a:pt x="1272222" y="1851660"/>
                  </a:lnTo>
                  <a:lnTo>
                    <a:pt x="1272222" y="1880235"/>
                  </a:lnTo>
                  <a:lnTo>
                    <a:pt x="1300797" y="1880235"/>
                  </a:lnTo>
                  <a:lnTo>
                    <a:pt x="1300797" y="1851660"/>
                  </a:lnTo>
                  <a:close/>
                </a:path>
                <a:path w="7950834" h="1880235">
                  <a:moveTo>
                    <a:pt x="1334452" y="0"/>
                  </a:moveTo>
                  <a:lnTo>
                    <a:pt x="1305877" y="0"/>
                  </a:lnTo>
                  <a:lnTo>
                    <a:pt x="1305877" y="28575"/>
                  </a:lnTo>
                  <a:lnTo>
                    <a:pt x="1334452" y="28575"/>
                  </a:lnTo>
                  <a:lnTo>
                    <a:pt x="1334452" y="0"/>
                  </a:lnTo>
                  <a:close/>
                </a:path>
                <a:path w="7950834" h="1880235">
                  <a:moveTo>
                    <a:pt x="1357947" y="1851660"/>
                  </a:moveTo>
                  <a:lnTo>
                    <a:pt x="1329372" y="1851660"/>
                  </a:lnTo>
                  <a:lnTo>
                    <a:pt x="1329372" y="1880235"/>
                  </a:lnTo>
                  <a:lnTo>
                    <a:pt x="1357947" y="1880235"/>
                  </a:lnTo>
                  <a:lnTo>
                    <a:pt x="1357947" y="1851660"/>
                  </a:lnTo>
                  <a:close/>
                </a:path>
                <a:path w="7950834" h="1880235">
                  <a:moveTo>
                    <a:pt x="1391602" y="0"/>
                  </a:moveTo>
                  <a:lnTo>
                    <a:pt x="1363027" y="0"/>
                  </a:lnTo>
                  <a:lnTo>
                    <a:pt x="1363027" y="28575"/>
                  </a:lnTo>
                  <a:lnTo>
                    <a:pt x="1391602" y="28575"/>
                  </a:lnTo>
                  <a:lnTo>
                    <a:pt x="1391602" y="0"/>
                  </a:lnTo>
                  <a:close/>
                </a:path>
                <a:path w="7950834" h="1880235">
                  <a:moveTo>
                    <a:pt x="1415097" y="1851660"/>
                  </a:moveTo>
                  <a:lnTo>
                    <a:pt x="1386522" y="1851660"/>
                  </a:lnTo>
                  <a:lnTo>
                    <a:pt x="1386522" y="1880235"/>
                  </a:lnTo>
                  <a:lnTo>
                    <a:pt x="1415097" y="1880235"/>
                  </a:lnTo>
                  <a:lnTo>
                    <a:pt x="1415097" y="1851660"/>
                  </a:lnTo>
                  <a:close/>
                </a:path>
                <a:path w="7950834" h="1880235">
                  <a:moveTo>
                    <a:pt x="1448752" y="0"/>
                  </a:moveTo>
                  <a:lnTo>
                    <a:pt x="1420177" y="0"/>
                  </a:lnTo>
                  <a:lnTo>
                    <a:pt x="1420177" y="28575"/>
                  </a:lnTo>
                  <a:lnTo>
                    <a:pt x="1448752" y="28575"/>
                  </a:lnTo>
                  <a:lnTo>
                    <a:pt x="1448752" y="0"/>
                  </a:lnTo>
                  <a:close/>
                </a:path>
                <a:path w="7950834" h="1880235">
                  <a:moveTo>
                    <a:pt x="1472247" y="1851660"/>
                  </a:moveTo>
                  <a:lnTo>
                    <a:pt x="1443672" y="1851660"/>
                  </a:lnTo>
                  <a:lnTo>
                    <a:pt x="1443672" y="1880235"/>
                  </a:lnTo>
                  <a:lnTo>
                    <a:pt x="1472247" y="1880235"/>
                  </a:lnTo>
                  <a:lnTo>
                    <a:pt x="1472247" y="1851660"/>
                  </a:lnTo>
                  <a:close/>
                </a:path>
                <a:path w="7950834" h="1880235">
                  <a:moveTo>
                    <a:pt x="1505902" y="0"/>
                  </a:moveTo>
                  <a:lnTo>
                    <a:pt x="1477327" y="0"/>
                  </a:lnTo>
                  <a:lnTo>
                    <a:pt x="1477327" y="28575"/>
                  </a:lnTo>
                  <a:lnTo>
                    <a:pt x="1505902" y="28575"/>
                  </a:lnTo>
                  <a:lnTo>
                    <a:pt x="1505902" y="0"/>
                  </a:lnTo>
                  <a:close/>
                </a:path>
                <a:path w="7950834" h="1880235">
                  <a:moveTo>
                    <a:pt x="1529384" y="1851660"/>
                  </a:moveTo>
                  <a:lnTo>
                    <a:pt x="1500822" y="1851660"/>
                  </a:lnTo>
                  <a:lnTo>
                    <a:pt x="1500822" y="1880235"/>
                  </a:lnTo>
                  <a:lnTo>
                    <a:pt x="1529384" y="1880235"/>
                  </a:lnTo>
                  <a:lnTo>
                    <a:pt x="1529384" y="1851660"/>
                  </a:lnTo>
                  <a:close/>
                </a:path>
                <a:path w="7950834" h="1880235">
                  <a:moveTo>
                    <a:pt x="1563052" y="0"/>
                  </a:moveTo>
                  <a:lnTo>
                    <a:pt x="1534477" y="0"/>
                  </a:lnTo>
                  <a:lnTo>
                    <a:pt x="1534477" y="28575"/>
                  </a:lnTo>
                  <a:lnTo>
                    <a:pt x="1563052" y="28575"/>
                  </a:lnTo>
                  <a:lnTo>
                    <a:pt x="1563052" y="0"/>
                  </a:lnTo>
                  <a:close/>
                </a:path>
                <a:path w="7950834" h="1880235">
                  <a:moveTo>
                    <a:pt x="1586547" y="1851660"/>
                  </a:moveTo>
                  <a:lnTo>
                    <a:pt x="1557972" y="1851660"/>
                  </a:lnTo>
                  <a:lnTo>
                    <a:pt x="1557972" y="1880235"/>
                  </a:lnTo>
                  <a:lnTo>
                    <a:pt x="1586547" y="1880235"/>
                  </a:lnTo>
                  <a:lnTo>
                    <a:pt x="1586547" y="1851660"/>
                  </a:lnTo>
                  <a:close/>
                </a:path>
                <a:path w="7950834" h="1880235">
                  <a:moveTo>
                    <a:pt x="1620202" y="0"/>
                  </a:moveTo>
                  <a:lnTo>
                    <a:pt x="1591627" y="0"/>
                  </a:lnTo>
                  <a:lnTo>
                    <a:pt x="1591627" y="28575"/>
                  </a:lnTo>
                  <a:lnTo>
                    <a:pt x="1620202" y="28575"/>
                  </a:lnTo>
                  <a:lnTo>
                    <a:pt x="1620202" y="0"/>
                  </a:lnTo>
                  <a:close/>
                </a:path>
                <a:path w="7950834" h="1880235">
                  <a:moveTo>
                    <a:pt x="1643697" y="1851660"/>
                  </a:moveTo>
                  <a:lnTo>
                    <a:pt x="1615122" y="1851660"/>
                  </a:lnTo>
                  <a:lnTo>
                    <a:pt x="1615122" y="1880235"/>
                  </a:lnTo>
                  <a:lnTo>
                    <a:pt x="1643697" y="1880235"/>
                  </a:lnTo>
                  <a:lnTo>
                    <a:pt x="1643697" y="1851660"/>
                  </a:lnTo>
                  <a:close/>
                </a:path>
                <a:path w="7950834" h="1880235">
                  <a:moveTo>
                    <a:pt x="1677352" y="0"/>
                  </a:moveTo>
                  <a:lnTo>
                    <a:pt x="1648777" y="0"/>
                  </a:lnTo>
                  <a:lnTo>
                    <a:pt x="1648777" y="28575"/>
                  </a:lnTo>
                  <a:lnTo>
                    <a:pt x="1677352" y="28575"/>
                  </a:lnTo>
                  <a:lnTo>
                    <a:pt x="1677352" y="0"/>
                  </a:lnTo>
                  <a:close/>
                </a:path>
                <a:path w="7950834" h="1880235">
                  <a:moveTo>
                    <a:pt x="1700847" y="1851660"/>
                  </a:moveTo>
                  <a:lnTo>
                    <a:pt x="1672272" y="1851660"/>
                  </a:lnTo>
                  <a:lnTo>
                    <a:pt x="1672272" y="1880235"/>
                  </a:lnTo>
                  <a:lnTo>
                    <a:pt x="1700847" y="1880235"/>
                  </a:lnTo>
                  <a:lnTo>
                    <a:pt x="1700847" y="1851660"/>
                  </a:lnTo>
                  <a:close/>
                </a:path>
                <a:path w="7950834" h="1880235">
                  <a:moveTo>
                    <a:pt x="1734502" y="0"/>
                  </a:moveTo>
                  <a:lnTo>
                    <a:pt x="1705927" y="0"/>
                  </a:lnTo>
                  <a:lnTo>
                    <a:pt x="1705927" y="28575"/>
                  </a:lnTo>
                  <a:lnTo>
                    <a:pt x="1734502" y="28575"/>
                  </a:lnTo>
                  <a:lnTo>
                    <a:pt x="1734502" y="0"/>
                  </a:lnTo>
                  <a:close/>
                </a:path>
                <a:path w="7950834" h="1880235">
                  <a:moveTo>
                    <a:pt x="1757997" y="1851660"/>
                  </a:moveTo>
                  <a:lnTo>
                    <a:pt x="1729422" y="1851660"/>
                  </a:lnTo>
                  <a:lnTo>
                    <a:pt x="1729422" y="1880235"/>
                  </a:lnTo>
                  <a:lnTo>
                    <a:pt x="1757997" y="1880235"/>
                  </a:lnTo>
                  <a:lnTo>
                    <a:pt x="1757997" y="1851660"/>
                  </a:lnTo>
                  <a:close/>
                </a:path>
                <a:path w="7950834" h="1880235">
                  <a:moveTo>
                    <a:pt x="1791652" y="0"/>
                  </a:moveTo>
                  <a:lnTo>
                    <a:pt x="1763077" y="0"/>
                  </a:lnTo>
                  <a:lnTo>
                    <a:pt x="1763077" y="28575"/>
                  </a:lnTo>
                  <a:lnTo>
                    <a:pt x="1791652" y="28575"/>
                  </a:lnTo>
                  <a:lnTo>
                    <a:pt x="1791652" y="0"/>
                  </a:lnTo>
                  <a:close/>
                </a:path>
                <a:path w="7950834" h="1880235">
                  <a:moveTo>
                    <a:pt x="1815147" y="1851660"/>
                  </a:moveTo>
                  <a:lnTo>
                    <a:pt x="1786572" y="1851660"/>
                  </a:lnTo>
                  <a:lnTo>
                    <a:pt x="1786572" y="1880235"/>
                  </a:lnTo>
                  <a:lnTo>
                    <a:pt x="1815147" y="1880235"/>
                  </a:lnTo>
                  <a:lnTo>
                    <a:pt x="1815147" y="1851660"/>
                  </a:lnTo>
                  <a:close/>
                </a:path>
                <a:path w="7950834" h="1880235">
                  <a:moveTo>
                    <a:pt x="1848802" y="0"/>
                  </a:moveTo>
                  <a:lnTo>
                    <a:pt x="1820227" y="0"/>
                  </a:lnTo>
                  <a:lnTo>
                    <a:pt x="1820227" y="28575"/>
                  </a:lnTo>
                  <a:lnTo>
                    <a:pt x="1848802" y="28575"/>
                  </a:lnTo>
                  <a:lnTo>
                    <a:pt x="1848802" y="0"/>
                  </a:lnTo>
                  <a:close/>
                </a:path>
                <a:path w="7950834" h="1880235">
                  <a:moveTo>
                    <a:pt x="1872297" y="1851660"/>
                  </a:moveTo>
                  <a:lnTo>
                    <a:pt x="1843722" y="1851660"/>
                  </a:lnTo>
                  <a:lnTo>
                    <a:pt x="1843722" y="1880235"/>
                  </a:lnTo>
                  <a:lnTo>
                    <a:pt x="1872297" y="1880235"/>
                  </a:lnTo>
                  <a:lnTo>
                    <a:pt x="1872297" y="1851660"/>
                  </a:lnTo>
                  <a:close/>
                </a:path>
                <a:path w="7950834" h="1880235">
                  <a:moveTo>
                    <a:pt x="1905952" y="0"/>
                  </a:moveTo>
                  <a:lnTo>
                    <a:pt x="1877377" y="0"/>
                  </a:lnTo>
                  <a:lnTo>
                    <a:pt x="1877377" y="28575"/>
                  </a:lnTo>
                  <a:lnTo>
                    <a:pt x="1905952" y="28575"/>
                  </a:lnTo>
                  <a:lnTo>
                    <a:pt x="1905952" y="0"/>
                  </a:lnTo>
                  <a:close/>
                </a:path>
                <a:path w="7950834" h="1880235">
                  <a:moveTo>
                    <a:pt x="1929447" y="1851660"/>
                  </a:moveTo>
                  <a:lnTo>
                    <a:pt x="1900872" y="1851660"/>
                  </a:lnTo>
                  <a:lnTo>
                    <a:pt x="1900872" y="1880235"/>
                  </a:lnTo>
                  <a:lnTo>
                    <a:pt x="1929447" y="1880235"/>
                  </a:lnTo>
                  <a:lnTo>
                    <a:pt x="1929447" y="1851660"/>
                  </a:lnTo>
                  <a:close/>
                </a:path>
                <a:path w="7950834" h="1880235">
                  <a:moveTo>
                    <a:pt x="1963102" y="0"/>
                  </a:moveTo>
                  <a:lnTo>
                    <a:pt x="1934527" y="0"/>
                  </a:lnTo>
                  <a:lnTo>
                    <a:pt x="1934527" y="28575"/>
                  </a:lnTo>
                  <a:lnTo>
                    <a:pt x="1963102" y="28575"/>
                  </a:lnTo>
                  <a:lnTo>
                    <a:pt x="1963102" y="0"/>
                  </a:lnTo>
                  <a:close/>
                </a:path>
                <a:path w="7950834" h="1880235">
                  <a:moveTo>
                    <a:pt x="1986597" y="1851660"/>
                  </a:moveTo>
                  <a:lnTo>
                    <a:pt x="1958022" y="1851660"/>
                  </a:lnTo>
                  <a:lnTo>
                    <a:pt x="1958022" y="1880235"/>
                  </a:lnTo>
                  <a:lnTo>
                    <a:pt x="1986597" y="1880235"/>
                  </a:lnTo>
                  <a:lnTo>
                    <a:pt x="1986597" y="1851660"/>
                  </a:lnTo>
                  <a:close/>
                </a:path>
                <a:path w="7950834" h="1880235">
                  <a:moveTo>
                    <a:pt x="2020252" y="0"/>
                  </a:moveTo>
                  <a:lnTo>
                    <a:pt x="1991677" y="0"/>
                  </a:lnTo>
                  <a:lnTo>
                    <a:pt x="1991677" y="28575"/>
                  </a:lnTo>
                  <a:lnTo>
                    <a:pt x="2020252" y="28575"/>
                  </a:lnTo>
                  <a:lnTo>
                    <a:pt x="2020252" y="0"/>
                  </a:lnTo>
                  <a:close/>
                </a:path>
                <a:path w="7950834" h="1880235">
                  <a:moveTo>
                    <a:pt x="2043747" y="1851660"/>
                  </a:moveTo>
                  <a:lnTo>
                    <a:pt x="2015172" y="1851660"/>
                  </a:lnTo>
                  <a:lnTo>
                    <a:pt x="2015172" y="1880235"/>
                  </a:lnTo>
                  <a:lnTo>
                    <a:pt x="2043747" y="1880235"/>
                  </a:lnTo>
                  <a:lnTo>
                    <a:pt x="2043747" y="1851660"/>
                  </a:lnTo>
                  <a:close/>
                </a:path>
                <a:path w="7950834" h="1880235">
                  <a:moveTo>
                    <a:pt x="2077402" y="0"/>
                  </a:moveTo>
                  <a:lnTo>
                    <a:pt x="2048827" y="0"/>
                  </a:lnTo>
                  <a:lnTo>
                    <a:pt x="2048827" y="28575"/>
                  </a:lnTo>
                  <a:lnTo>
                    <a:pt x="2077402" y="28575"/>
                  </a:lnTo>
                  <a:lnTo>
                    <a:pt x="2077402" y="0"/>
                  </a:lnTo>
                  <a:close/>
                </a:path>
                <a:path w="7950834" h="1880235">
                  <a:moveTo>
                    <a:pt x="2100897" y="1851660"/>
                  </a:moveTo>
                  <a:lnTo>
                    <a:pt x="2072322" y="1851660"/>
                  </a:lnTo>
                  <a:lnTo>
                    <a:pt x="2072322" y="1880235"/>
                  </a:lnTo>
                  <a:lnTo>
                    <a:pt x="2100897" y="1880235"/>
                  </a:lnTo>
                  <a:lnTo>
                    <a:pt x="2100897" y="1851660"/>
                  </a:lnTo>
                  <a:close/>
                </a:path>
                <a:path w="7950834" h="1880235">
                  <a:moveTo>
                    <a:pt x="2134552" y="0"/>
                  </a:moveTo>
                  <a:lnTo>
                    <a:pt x="2105977" y="0"/>
                  </a:lnTo>
                  <a:lnTo>
                    <a:pt x="2105977" y="28575"/>
                  </a:lnTo>
                  <a:lnTo>
                    <a:pt x="2134552" y="28575"/>
                  </a:lnTo>
                  <a:lnTo>
                    <a:pt x="2134552" y="0"/>
                  </a:lnTo>
                  <a:close/>
                </a:path>
                <a:path w="7950834" h="1880235">
                  <a:moveTo>
                    <a:pt x="2158047" y="1851660"/>
                  </a:moveTo>
                  <a:lnTo>
                    <a:pt x="2129472" y="1851660"/>
                  </a:lnTo>
                  <a:lnTo>
                    <a:pt x="2129472" y="1880235"/>
                  </a:lnTo>
                  <a:lnTo>
                    <a:pt x="2158047" y="1880235"/>
                  </a:lnTo>
                  <a:lnTo>
                    <a:pt x="2158047" y="1851660"/>
                  </a:lnTo>
                  <a:close/>
                </a:path>
                <a:path w="7950834" h="1880235">
                  <a:moveTo>
                    <a:pt x="2191702" y="0"/>
                  </a:moveTo>
                  <a:lnTo>
                    <a:pt x="2163127" y="0"/>
                  </a:lnTo>
                  <a:lnTo>
                    <a:pt x="2163127" y="28575"/>
                  </a:lnTo>
                  <a:lnTo>
                    <a:pt x="2191702" y="28575"/>
                  </a:lnTo>
                  <a:lnTo>
                    <a:pt x="2191702" y="0"/>
                  </a:lnTo>
                  <a:close/>
                </a:path>
                <a:path w="7950834" h="1880235">
                  <a:moveTo>
                    <a:pt x="2215197" y="1851660"/>
                  </a:moveTo>
                  <a:lnTo>
                    <a:pt x="2186622" y="1851660"/>
                  </a:lnTo>
                  <a:lnTo>
                    <a:pt x="2186622" y="1880235"/>
                  </a:lnTo>
                  <a:lnTo>
                    <a:pt x="2215197" y="1880235"/>
                  </a:lnTo>
                  <a:lnTo>
                    <a:pt x="2215197" y="1851660"/>
                  </a:lnTo>
                  <a:close/>
                </a:path>
                <a:path w="7950834" h="1880235">
                  <a:moveTo>
                    <a:pt x="2248852" y="0"/>
                  </a:moveTo>
                  <a:lnTo>
                    <a:pt x="2220277" y="0"/>
                  </a:lnTo>
                  <a:lnTo>
                    <a:pt x="2220277" y="28575"/>
                  </a:lnTo>
                  <a:lnTo>
                    <a:pt x="2248852" y="28575"/>
                  </a:lnTo>
                  <a:lnTo>
                    <a:pt x="2248852" y="0"/>
                  </a:lnTo>
                  <a:close/>
                </a:path>
                <a:path w="7950834" h="1880235">
                  <a:moveTo>
                    <a:pt x="2272347" y="1851660"/>
                  </a:moveTo>
                  <a:lnTo>
                    <a:pt x="2243772" y="1851660"/>
                  </a:lnTo>
                  <a:lnTo>
                    <a:pt x="2243772" y="1880235"/>
                  </a:lnTo>
                  <a:lnTo>
                    <a:pt x="2272347" y="1880235"/>
                  </a:lnTo>
                  <a:lnTo>
                    <a:pt x="2272347" y="1851660"/>
                  </a:lnTo>
                  <a:close/>
                </a:path>
                <a:path w="7950834" h="1880235">
                  <a:moveTo>
                    <a:pt x="2306002" y="0"/>
                  </a:moveTo>
                  <a:lnTo>
                    <a:pt x="2277427" y="0"/>
                  </a:lnTo>
                  <a:lnTo>
                    <a:pt x="2277427" y="28575"/>
                  </a:lnTo>
                  <a:lnTo>
                    <a:pt x="2306002" y="28575"/>
                  </a:lnTo>
                  <a:lnTo>
                    <a:pt x="2306002" y="0"/>
                  </a:lnTo>
                  <a:close/>
                </a:path>
                <a:path w="7950834" h="1880235">
                  <a:moveTo>
                    <a:pt x="2329497" y="1851660"/>
                  </a:moveTo>
                  <a:lnTo>
                    <a:pt x="2300922" y="1851660"/>
                  </a:lnTo>
                  <a:lnTo>
                    <a:pt x="2300922" y="1880235"/>
                  </a:lnTo>
                  <a:lnTo>
                    <a:pt x="2329497" y="1880235"/>
                  </a:lnTo>
                  <a:lnTo>
                    <a:pt x="2329497" y="1851660"/>
                  </a:lnTo>
                  <a:close/>
                </a:path>
                <a:path w="7950834" h="1880235">
                  <a:moveTo>
                    <a:pt x="2363152" y="0"/>
                  </a:moveTo>
                  <a:lnTo>
                    <a:pt x="2334577" y="0"/>
                  </a:lnTo>
                  <a:lnTo>
                    <a:pt x="2334577" y="28575"/>
                  </a:lnTo>
                  <a:lnTo>
                    <a:pt x="2363152" y="28575"/>
                  </a:lnTo>
                  <a:lnTo>
                    <a:pt x="2363152" y="0"/>
                  </a:lnTo>
                  <a:close/>
                </a:path>
                <a:path w="7950834" h="1880235">
                  <a:moveTo>
                    <a:pt x="2386647" y="1851660"/>
                  </a:moveTo>
                  <a:lnTo>
                    <a:pt x="2358072" y="1851660"/>
                  </a:lnTo>
                  <a:lnTo>
                    <a:pt x="2358072" y="1880235"/>
                  </a:lnTo>
                  <a:lnTo>
                    <a:pt x="2386647" y="1880235"/>
                  </a:lnTo>
                  <a:lnTo>
                    <a:pt x="2386647" y="1851660"/>
                  </a:lnTo>
                  <a:close/>
                </a:path>
                <a:path w="7950834" h="1880235">
                  <a:moveTo>
                    <a:pt x="2420302" y="0"/>
                  </a:moveTo>
                  <a:lnTo>
                    <a:pt x="2391727" y="0"/>
                  </a:lnTo>
                  <a:lnTo>
                    <a:pt x="2391727" y="28575"/>
                  </a:lnTo>
                  <a:lnTo>
                    <a:pt x="2420302" y="28575"/>
                  </a:lnTo>
                  <a:lnTo>
                    <a:pt x="2420302" y="0"/>
                  </a:lnTo>
                  <a:close/>
                </a:path>
                <a:path w="7950834" h="1880235">
                  <a:moveTo>
                    <a:pt x="2443797" y="1851660"/>
                  </a:moveTo>
                  <a:lnTo>
                    <a:pt x="2415222" y="1851660"/>
                  </a:lnTo>
                  <a:lnTo>
                    <a:pt x="2415222" y="1880235"/>
                  </a:lnTo>
                  <a:lnTo>
                    <a:pt x="2443797" y="1880235"/>
                  </a:lnTo>
                  <a:lnTo>
                    <a:pt x="2443797" y="1851660"/>
                  </a:lnTo>
                  <a:close/>
                </a:path>
                <a:path w="7950834" h="1880235">
                  <a:moveTo>
                    <a:pt x="2477452" y="0"/>
                  </a:moveTo>
                  <a:lnTo>
                    <a:pt x="2448877" y="0"/>
                  </a:lnTo>
                  <a:lnTo>
                    <a:pt x="2448877" y="28575"/>
                  </a:lnTo>
                  <a:lnTo>
                    <a:pt x="2477452" y="28575"/>
                  </a:lnTo>
                  <a:lnTo>
                    <a:pt x="2477452" y="0"/>
                  </a:lnTo>
                  <a:close/>
                </a:path>
                <a:path w="7950834" h="1880235">
                  <a:moveTo>
                    <a:pt x="2500947" y="1851660"/>
                  </a:moveTo>
                  <a:lnTo>
                    <a:pt x="2472372" y="1851660"/>
                  </a:lnTo>
                  <a:lnTo>
                    <a:pt x="2472372" y="1880235"/>
                  </a:lnTo>
                  <a:lnTo>
                    <a:pt x="2500947" y="1880235"/>
                  </a:lnTo>
                  <a:lnTo>
                    <a:pt x="2500947" y="1851660"/>
                  </a:lnTo>
                  <a:close/>
                </a:path>
                <a:path w="7950834" h="1880235">
                  <a:moveTo>
                    <a:pt x="2534602" y="0"/>
                  </a:moveTo>
                  <a:lnTo>
                    <a:pt x="2506027" y="0"/>
                  </a:lnTo>
                  <a:lnTo>
                    <a:pt x="2506027" y="28575"/>
                  </a:lnTo>
                  <a:lnTo>
                    <a:pt x="2534602" y="28575"/>
                  </a:lnTo>
                  <a:lnTo>
                    <a:pt x="2534602" y="0"/>
                  </a:lnTo>
                  <a:close/>
                </a:path>
                <a:path w="7950834" h="1880235">
                  <a:moveTo>
                    <a:pt x="2558097" y="1851660"/>
                  </a:moveTo>
                  <a:lnTo>
                    <a:pt x="2529522" y="1851660"/>
                  </a:lnTo>
                  <a:lnTo>
                    <a:pt x="2529522" y="1880235"/>
                  </a:lnTo>
                  <a:lnTo>
                    <a:pt x="2558097" y="1880235"/>
                  </a:lnTo>
                  <a:lnTo>
                    <a:pt x="2558097" y="1851660"/>
                  </a:lnTo>
                  <a:close/>
                </a:path>
                <a:path w="7950834" h="1880235">
                  <a:moveTo>
                    <a:pt x="2591752" y="0"/>
                  </a:moveTo>
                  <a:lnTo>
                    <a:pt x="2563177" y="0"/>
                  </a:lnTo>
                  <a:lnTo>
                    <a:pt x="2563177" y="28575"/>
                  </a:lnTo>
                  <a:lnTo>
                    <a:pt x="2591752" y="28575"/>
                  </a:lnTo>
                  <a:lnTo>
                    <a:pt x="2591752" y="0"/>
                  </a:lnTo>
                  <a:close/>
                </a:path>
                <a:path w="7950834" h="1880235">
                  <a:moveTo>
                    <a:pt x="2615247" y="1851660"/>
                  </a:moveTo>
                  <a:lnTo>
                    <a:pt x="2586672" y="1851660"/>
                  </a:lnTo>
                  <a:lnTo>
                    <a:pt x="2586672" y="1880235"/>
                  </a:lnTo>
                  <a:lnTo>
                    <a:pt x="2615247" y="1880235"/>
                  </a:lnTo>
                  <a:lnTo>
                    <a:pt x="2615247" y="1851660"/>
                  </a:lnTo>
                  <a:close/>
                </a:path>
                <a:path w="7950834" h="1880235">
                  <a:moveTo>
                    <a:pt x="2648902" y="0"/>
                  </a:moveTo>
                  <a:lnTo>
                    <a:pt x="2620327" y="0"/>
                  </a:lnTo>
                  <a:lnTo>
                    <a:pt x="2620327" y="28575"/>
                  </a:lnTo>
                  <a:lnTo>
                    <a:pt x="2648902" y="28575"/>
                  </a:lnTo>
                  <a:lnTo>
                    <a:pt x="2648902" y="0"/>
                  </a:lnTo>
                  <a:close/>
                </a:path>
                <a:path w="7950834" h="1880235">
                  <a:moveTo>
                    <a:pt x="2672397" y="1851660"/>
                  </a:moveTo>
                  <a:lnTo>
                    <a:pt x="2643822" y="1851660"/>
                  </a:lnTo>
                  <a:lnTo>
                    <a:pt x="2643822" y="1880235"/>
                  </a:lnTo>
                  <a:lnTo>
                    <a:pt x="2672397" y="1880235"/>
                  </a:lnTo>
                  <a:lnTo>
                    <a:pt x="2672397" y="1851660"/>
                  </a:lnTo>
                  <a:close/>
                </a:path>
                <a:path w="7950834" h="1880235">
                  <a:moveTo>
                    <a:pt x="2706052" y="0"/>
                  </a:moveTo>
                  <a:lnTo>
                    <a:pt x="2677477" y="0"/>
                  </a:lnTo>
                  <a:lnTo>
                    <a:pt x="2677477" y="28575"/>
                  </a:lnTo>
                  <a:lnTo>
                    <a:pt x="2706052" y="28575"/>
                  </a:lnTo>
                  <a:lnTo>
                    <a:pt x="2706052" y="0"/>
                  </a:lnTo>
                  <a:close/>
                </a:path>
                <a:path w="7950834" h="1880235">
                  <a:moveTo>
                    <a:pt x="2729547" y="1851660"/>
                  </a:moveTo>
                  <a:lnTo>
                    <a:pt x="2700972" y="1851660"/>
                  </a:lnTo>
                  <a:lnTo>
                    <a:pt x="2700972" y="1880235"/>
                  </a:lnTo>
                  <a:lnTo>
                    <a:pt x="2729547" y="1880235"/>
                  </a:lnTo>
                  <a:lnTo>
                    <a:pt x="2729547" y="1851660"/>
                  </a:lnTo>
                  <a:close/>
                </a:path>
                <a:path w="7950834" h="1880235">
                  <a:moveTo>
                    <a:pt x="2763202" y="0"/>
                  </a:moveTo>
                  <a:lnTo>
                    <a:pt x="2734627" y="0"/>
                  </a:lnTo>
                  <a:lnTo>
                    <a:pt x="2734627" y="28575"/>
                  </a:lnTo>
                  <a:lnTo>
                    <a:pt x="2763202" y="28575"/>
                  </a:lnTo>
                  <a:lnTo>
                    <a:pt x="2763202" y="0"/>
                  </a:lnTo>
                  <a:close/>
                </a:path>
                <a:path w="7950834" h="1880235">
                  <a:moveTo>
                    <a:pt x="2786697" y="1851660"/>
                  </a:moveTo>
                  <a:lnTo>
                    <a:pt x="2758122" y="1851660"/>
                  </a:lnTo>
                  <a:lnTo>
                    <a:pt x="2758122" y="1880235"/>
                  </a:lnTo>
                  <a:lnTo>
                    <a:pt x="2786697" y="1880235"/>
                  </a:lnTo>
                  <a:lnTo>
                    <a:pt x="2786697" y="1851660"/>
                  </a:lnTo>
                  <a:close/>
                </a:path>
                <a:path w="7950834" h="1880235">
                  <a:moveTo>
                    <a:pt x="2820352" y="0"/>
                  </a:moveTo>
                  <a:lnTo>
                    <a:pt x="2791777" y="0"/>
                  </a:lnTo>
                  <a:lnTo>
                    <a:pt x="2791777" y="28575"/>
                  </a:lnTo>
                  <a:lnTo>
                    <a:pt x="2820352" y="28575"/>
                  </a:lnTo>
                  <a:lnTo>
                    <a:pt x="2820352" y="0"/>
                  </a:lnTo>
                  <a:close/>
                </a:path>
                <a:path w="7950834" h="1880235">
                  <a:moveTo>
                    <a:pt x="2843847" y="1851660"/>
                  </a:moveTo>
                  <a:lnTo>
                    <a:pt x="2815272" y="1851660"/>
                  </a:lnTo>
                  <a:lnTo>
                    <a:pt x="2815272" y="1880235"/>
                  </a:lnTo>
                  <a:lnTo>
                    <a:pt x="2843847" y="1880235"/>
                  </a:lnTo>
                  <a:lnTo>
                    <a:pt x="2843847" y="1851660"/>
                  </a:lnTo>
                  <a:close/>
                </a:path>
                <a:path w="7950834" h="1880235">
                  <a:moveTo>
                    <a:pt x="2877502" y="0"/>
                  </a:moveTo>
                  <a:lnTo>
                    <a:pt x="2848927" y="0"/>
                  </a:lnTo>
                  <a:lnTo>
                    <a:pt x="2848927" y="28575"/>
                  </a:lnTo>
                  <a:lnTo>
                    <a:pt x="2877502" y="28575"/>
                  </a:lnTo>
                  <a:lnTo>
                    <a:pt x="2877502" y="0"/>
                  </a:lnTo>
                  <a:close/>
                </a:path>
                <a:path w="7950834" h="1880235">
                  <a:moveTo>
                    <a:pt x="2900997" y="1851660"/>
                  </a:moveTo>
                  <a:lnTo>
                    <a:pt x="2872422" y="1851660"/>
                  </a:lnTo>
                  <a:lnTo>
                    <a:pt x="2872422" y="1880235"/>
                  </a:lnTo>
                  <a:lnTo>
                    <a:pt x="2900997" y="1880235"/>
                  </a:lnTo>
                  <a:lnTo>
                    <a:pt x="2900997" y="1851660"/>
                  </a:lnTo>
                  <a:close/>
                </a:path>
                <a:path w="7950834" h="1880235">
                  <a:moveTo>
                    <a:pt x="2934652" y="0"/>
                  </a:moveTo>
                  <a:lnTo>
                    <a:pt x="2906077" y="0"/>
                  </a:lnTo>
                  <a:lnTo>
                    <a:pt x="2906077" y="28575"/>
                  </a:lnTo>
                  <a:lnTo>
                    <a:pt x="2934652" y="28575"/>
                  </a:lnTo>
                  <a:lnTo>
                    <a:pt x="2934652" y="0"/>
                  </a:lnTo>
                  <a:close/>
                </a:path>
                <a:path w="7950834" h="1880235">
                  <a:moveTo>
                    <a:pt x="2958147" y="1851660"/>
                  </a:moveTo>
                  <a:lnTo>
                    <a:pt x="2929572" y="1851660"/>
                  </a:lnTo>
                  <a:lnTo>
                    <a:pt x="2929572" y="1880235"/>
                  </a:lnTo>
                  <a:lnTo>
                    <a:pt x="2958147" y="1880235"/>
                  </a:lnTo>
                  <a:lnTo>
                    <a:pt x="2958147" y="1851660"/>
                  </a:lnTo>
                  <a:close/>
                </a:path>
                <a:path w="7950834" h="1880235">
                  <a:moveTo>
                    <a:pt x="2991802" y="0"/>
                  </a:moveTo>
                  <a:lnTo>
                    <a:pt x="2963227" y="0"/>
                  </a:lnTo>
                  <a:lnTo>
                    <a:pt x="2963227" y="28575"/>
                  </a:lnTo>
                  <a:lnTo>
                    <a:pt x="2991802" y="28575"/>
                  </a:lnTo>
                  <a:lnTo>
                    <a:pt x="2991802" y="0"/>
                  </a:lnTo>
                  <a:close/>
                </a:path>
                <a:path w="7950834" h="1880235">
                  <a:moveTo>
                    <a:pt x="3015297" y="1851660"/>
                  </a:moveTo>
                  <a:lnTo>
                    <a:pt x="2986722" y="1851660"/>
                  </a:lnTo>
                  <a:lnTo>
                    <a:pt x="2986722" y="1880235"/>
                  </a:lnTo>
                  <a:lnTo>
                    <a:pt x="3015297" y="1880235"/>
                  </a:lnTo>
                  <a:lnTo>
                    <a:pt x="3015297" y="1851660"/>
                  </a:lnTo>
                  <a:close/>
                </a:path>
                <a:path w="7950834" h="1880235">
                  <a:moveTo>
                    <a:pt x="3048952" y="0"/>
                  </a:moveTo>
                  <a:lnTo>
                    <a:pt x="3020377" y="0"/>
                  </a:lnTo>
                  <a:lnTo>
                    <a:pt x="3020377" y="28575"/>
                  </a:lnTo>
                  <a:lnTo>
                    <a:pt x="3048952" y="28575"/>
                  </a:lnTo>
                  <a:lnTo>
                    <a:pt x="3048952" y="0"/>
                  </a:lnTo>
                  <a:close/>
                </a:path>
                <a:path w="7950834" h="1880235">
                  <a:moveTo>
                    <a:pt x="3072447" y="1851660"/>
                  </a:moveTo>
                  <a:lnTo>
                    <a:pt x="3043872" y="1851660"/>
                  </a:lnTo>
                  <a:lnTo>
                    <a:pt x="3043872" y="1880235"/>
                  </a:lnTo>
                  <a:lnTo>
                    <a:pt x="3072447" y="1880235"/>
                  </a:lnTo>
                  <a:lnTo>
                    <a:pt x="3072447" y="1851660"/>
                  </a:lnTo>
                  <a:close/>
                </a:path>
                <a:path w="7950834" h="1880235">
                  <a:moveTo>
                    <a:pt x="3106102" y="0"/>
                  </a:moveTo>
                  <a:lnTo>
                    <a:pt x="3077527" y="0"/>
                  </a:lnTo>
                  <a:lnTo>
                    <a:pt x="3077527" y="28575"/>
                  </a:lnTo>
                  <a:lnTo>
                    <a:pt x="3106102" y="28575"/>
                  </a:lnTo>
                  <a:lnTo>
                    <a:pt x="3106102" y="0"/>
                  </a:lnTo>
                  <a:close/>
                </a:path>
                <a:path w="7950834" h="1880235">
                  <a:moveTo>
                    <a:pt x="3129597" y="1851660"/>
                  </a:moveTo>
                  <a:lnTo>
                    <a:pt x="3101022" y="1851660"/>
                  </a:lnTo>
                  <a:lnTo>
                    <a:pt x="3101022" y="1880235"/>
                  </a:lnTo>
                  <a:lnTo>
                    <a:pt x="3129597" y="1880235"/>
                  </a:lnTo>
                  <a:lnTo>
                    <a:pt x="3129597" y="1851660"/>
                  </a:lnTo>
                  <a:close/>
                </a:path>
                <a:path w="7950834" h="1880235">
                  <a:moveTo>
                    <a:pt x="3163252" y="0"/>
                  </a:moveTo>
                  <a:lnTo>
                    <a:pt x="3134677" y="0"/>
                  </a:lnTo>
                  <a:lnTo>
                    <a:pt x="3134677" y="28575"/>
                  </a:lnTo>
                  <a:lnTo>
                    <a:pt x="3163252" y="28575"/>
                  </a:lnTo>
                  <a:lnTo>
                    <a:pt x="3163252" y="0"/>
                  </a:lnTo>
                  <a:close/>
                </a:path>
                <a:path w="7950834" h="1880235">
                  <a:moveTo>
                    <a:pt x="3186747" y="1851660"/>
                  </a:moveTo>
                  <a:lnTo>
                    <a:pt x="3158172" y="1851660"/>
                  </a:lnTo>
                  <a:lnTo>
                    <a:pt x="3158172" y="1880235"/>
                  </a:lnTo>
                  <a:lnTo>
                    <a:pt x="3186747" y="1880235"/>
                  </a:lnTo>
                  <a:lnTo>
                    <a:pt x="3186747" y="1851660"/>
                  </a:lnTo>
                  <a:close/>
                </a:path>
                <a:path w="7950834" h="1880235">
                  <a:moveTo>
                    <a:pt x="3220402" y="0"/>
                  </a:moveTo>
                  <a:lnTo>
                    <a:pt x="3191827" y="0"/>
                  </a:lnTo>
                  <a:lnTo>
                    <a:pt x="3191827" y="28575"/>
                  </a:lnTo>
                  <a:lnTo>
                    <a:pt x="3220402" y="28575"/>
                  </a:lnTo>
                  <a:lnTo>
                    <a:pt x="3220402" y="0"/>
                  </a:lnTo>
                  <a:close/>
                </a:path>
                <a:path w="7950834" h="1880235">
                  <a:moveTo>
                    <a:pt x="3243897" y="1851660"/>
                  </a:moveTo>
                  <a:lnTo>
                    <a:pt x="3215322" y="1851660"/>
                  </a:lnTo>
                  <a:lnTo>
                    <a:pt x="3215322" y="1880235"/>
                  </a:lnTo>
                  <a:lnTo>
                    <a:pt x="3243897" y="1880235"/>
                  </a:lnTo>
                  <a:lnTo>
                    <a:pt x="3243897" y="1851660"/>
                  </a:lnTo>
                  <a:close/>
                </a:path>
                <a:path w="7950834" h="1880235">
                  <a:moveTo>
                    <a:pt x="3277552" y="0"/>
                  </a:moveTo>
                  <a:lnTo>
                    <a:pt x="3248977" y="0"/>
                  </a:lnTo>
                  <a:lnTo>
                    <a:pt x="3248977" y="28575"/>
                  </a:lnTo>
                  <a:lnTo>
                    <a:pt x="3277552" y="28575"/>
                  </a:lnTo>
                  <a:lnTo>
                    <a:pt x="3277552" y="0"/>
                  </a:lnTo>
                  <a:close/>
                </a:path>
                <a:path w="7950834" h="1880235">
                  <a:moveTo>
                    <a:pt x="3301047" y="1851660"/>
                  </a:moveTo>
                  <a:lnTo>
                    <a:pt x="3272472" y="1851660"/>
                  </a:lnTo>
                  <a:lnTo>
                    <a:pt x="3272472" y="1880235"/>
                  </a:lnTo>
                  <a:lnTo>
                    <a:pt x="3301047" y="1880235"/>
                  </a:lnTo>
                  <a:lnTo>
                    <a:pt x="3301047" y="1851660"/>
                  </a:lnTo>
                  <a:close/>
                </a:path>
                <a:path w="7950834" h="1880235">
                  <a:moveTo>
                    <a:pt x="3334702" y="0"/>
                  </a:moveTo>
                  <a:lnTo>
                    <a:pt x="3306127" y="0"/>
                  </a:lnTo>
                  <a:lnTo>
                    <a:pt x="3306127" y="28575"/>
                  </a:lnTo>
                  <a:lnTo>
                    <a:pt x="3334702" y="28575"/>
                  </a:lnTo>
                  <a:lnTo>
                    <a:pt x="3334702" y="0"/>
                  </a:lnTo>
                  <a:close/>
                </a:path>
                <a:path w="7950834" h="1880235">
                  <a:moveTo>
                    <a:pt x="3358197" y="1851660"/>
                  </a:moveTo>
                  <a:lnTo>
                    <a:pt x="3329622" y="1851660"/>
                  </a:lnTo>
                  <a:lnTo>
                    <a:pt x="3329622" y="1880235"/>
                  </a:lnTo>
                  <a:lnTo>
                    <a:pt x="3358197" y="1880235"/>
                  </a:lnTo>
                  <a:lnTo>
                    <a:pt x="3358197" y="1851660"/>
                  </a:lnTo>
                  <a:close/>
                </a:path>
                <a:path w="7950834" h="1880235">
                  <a:moveTo>
                    <a:pt x="3391852" y="0"/>
                  </a:moveTo>
                  <a:lnTo>
                    <a:pt x="3363277" y="0"/>
                  </a:lnTo>
                  <a:lnTo>
                    <a:pt x="3363277" y="28575"/>
                  </a:lnTo>
                  <a:lnTo>
                    <a:pt x="3391852" y="28575"/>
                  </a:lnTo>
                  <a:lnTo>
                    <a:pt x="3391852" y="0"/>
                  </a:lnTo>
                  <a:close/>
                </a:path>
                <a:path w="7950834" h="1880235">
                  <a:moveTo>
                    <a:pt x="3415347" y="1851660"/>
                  </a:moveTo>
                  <a:lnTo>
                    <a:pt x="3386772" y="1851660"/>
                  </a:lnTo>
                  <a:lnTo>
                    <a:pt x="3386772" y="1880235"/>
                  </a:lnTo>
                  <a:lnTo>
                    <a:pt x="3415347" y="1880235"/>
                  </a:lnTo>
                  <a:lnTo>
                    <a:pt x="3415347" y="1851660"/>
                  </a:lnTo>
                  <a:close/>
                </a:path>
                <a:path w="7950834" h="1880235">
                  <a:moveTo>
                    <a:pt x="3449002" y="0"/>
                  </a:moveTo>
                  <a:lnTo>
                    <a:pt x="3420427" y="0"/>
                  </a:lnTo>
                  <a:lnTo>
                    <a:pt x="3420427" y="28575"/>
                  </a:lnTo>
                  <a:lnTo>
                    <a:pt x="3449002" y="28575"/>
                  </a:lnTo>
                  <a:lnTo>
                    <a:pt x="3449002" y="0"/>
                  </a:lnTo>
                  <a:close/>
                </a:path>
                <a:path w="7950834" h="1880235">
                  <a:moveTo>
                    <a:pt x="3472497" y="1851660"/>
                  </a:moveTo>
                  <a:lnTo>
                    <a:pt x="3443922" y="1851660"/>
                  </a:lnTo>
                  <a:lnTo>
                    <a:pt x="3443922" y="1880235"/>
                  </a:lnTo>
                  <a:lnTo>
                    <a:pt x="3472497" y="1880235"/>
                  </a:lnTo>
                  <a:lnTo>
                    <a:pt x="3472497" y="1851660"/>
                  </a:lnTo>
                  <a:close/>
                </a:path>
                <a:path w="7950834" h="1880235">
                  <a:moveTo>
                    <a:pt x="3506152" y="0"/>
                  </a:moveTo>
                  <a:lnTo>
                    <a:pt x="3477577" y="0"/>
                  </a:lnTo>
                  <a:lnTo>
                    <a:pt x="3477577" y="28575"/>
                  </a:lnTo>
                  <a:lnTo>
                    <a:pt x="3506152" y="28575"/>
                  </a:lnTo>
                  <a:lnTo>
                    <a:pt x="3506152" y="0"/>
                  </a:lnTo>
                  <a:close/>
                </a:path>
                <a:path w="7950834" h="1880235">
                  <a:moveTo>
                    <a:pt x="3529647" y="1851660"/>
                  </a:moveTo>
                  <a:lnTo>
                    <a:pt x="3501072" y="1851660"/>
                  </a:lnTo>
                  <a:lnTo>
                    <a:pt x="3501072" y="1880235"/>
                  </a:lnTo>
                  <a:lnTo>
                    <a:pt x="3529647" y="1880235"/>
                  </a:lnTo>
                  <a:lnTo>
                    <a:pt x="3529647" y="1851660"/>
                  </a:lnTo>
                  <a:close/>
                </a:path>
                <a:path w="7950834" h="1880235">
                  <a:moveTo>
                    <a:pt x="3563302" y="0"/>
                  </a:moveTo>
                  <a:lnTo>
                    <a:pt x="3534727" y="0"/>
                  </a:lnTo>
                  <a:lnTo>
                    <a:pt x="3534727" y="28575"/>
                  </a:lnTo>
                  <a:lnTo>
                    <a:pt x="3563302" y="28575"/>
                  </a:lnTo>
                  <a:lnTo>
                    <a:pt x="3563302" y="0"/>
                  </a:lnTo>
                  <a:close/>
                </a:path>
                <a:path w="7950834" h="1880235">
                  <a:moveTo>
                    <a:pt x="3586797" y="1851660"/>
                  </a:moveTo>
                  <a:lnTo>
                    <a:pt x="3558222" y="1851660"/>
                  </a:lnTo>
                  <a:lnTo>
                    <a:pt x="3558222" y="1880235"/>
                  </a:lnTo>
                  <a:lnTo>
                    <a:pt x="3586797" y="1880235"/>
                  </a:lnTo>
                  <a:lnTo>
                    <a:pt x="3586797" y="1851660"/>
                  </a:lnTo>
                  <a:close/>
                </a:path>
                <a:path w="7950834" h="1880235">
                  <a:moveTo>
                    <a:pt x="3620452" y="0"/>
                  </a:moveTo>
                  <a:lnTo>
                    <a:pt x="3591877" y="0"/>
                  </a:lnTo>
                  <a:lnTo>
                    <a:pt x="3591877" y="28575"/>
                  </a:lnTo>
                  <a:lnTo>
                    <a:pt x="3620452" y="28575"/>
                  </a:lnTo>
                  <a:lnTo>
                    <a:pt x="3620452" y="0"/>
                  </a:lnTo>
                  <a:close/>
                </a:path>
                <a:path w="7950834" h="1880235">
                  <a:moveTo>
                    <a:pt x="3643947" y="1851660"/>
                  </a:moveTo>
                  <a:lnTo>
                    <a:pt x="3615372" y="1851660"/>
                  </a:lnTo>
                  <a:lnTo>
                    <a:pt x="3615372" y="1880235"/>
                  </a:lnTo>
                  <a:lnTo>
                    <a:pt x="3643947" y="1880235"/>
                  </a:lnTo>
                  <a:lnTo>
                    <a:pt x="3643947" y="1851660"/>
                  </a:lnTo>
                  <a:close/>
                </a:path>
                <a:path w="7950834" h="1880235">
                  <a:moveTo>
                    <a:pt x="3677602" y="0"/>
                  </a:moveTo>
                  <a:lnTo>
                    <a:pt x="3649027" y="0"/>
                  </a:lnTo>
                  <a:lnTo>
                    <a:pt x="3649027" y="28575"/>
                  </a:lnTo>
                  <a:lnTo>
                    <a:pt x="3677602" y="28575"/>
                  </a:lnTo>
                  <a:lnTo>
                    <a:pt x="3677602" y="0"/>
                  </a:lnTo>
                  <a:close/>
                </a:path>
                <a:path w="7950834" h="1880235">
                  <a:moveTo>
                    <a:pt x="3701097" y="1851660"/>
                  </a:moveTo>
                  <a:lnTo>
                    <a:pt x="3672522" y="1851660"/>
                  </a:lnTo>
                  <a:lnTo>
                    <a:pt x="3672522" y="1880235"/>
                  </a:lnTo>
                  <a:lnTo>
                    <a:pt x="3701097" y="1880235"/>
                  </a:lnTo>
                  <a:lnTo>
                    <a:pt x="3701097" y="1851660"/>
                  </a:lnTo>
                  <a:close/>
                </a:path>
                <a:path w="7950834" h="1880235">
                  <a:moveTo>
                    <a:pt x="3734752" y="0"/>
                  </a:moveTo>
                  <a:lnTo>
                    <a:pt x="3706177" y="0"/>
                  </a:lnTo>
                  <a:lnTo>
                    <a:pt x="3706177" y="28575"/>
                  </a:lnTo>
                  <a:lnTo>
                    <a:pt x="3734752" y="28575"/>
                  </a:lnTo>
                  <a:lnTo>
                    <a:pt x="3734752" y="0"/>
                  </a:lnTo>
                  <a:close/>
                </a:path>
                <a:path w="7950834" h="1880235">
                  <a:moveTo>
                    <a:pt x="3758247" y="1851660"/>
                  </a:moveTo>
                  <a:lnTo>
                    <a:pt x="3729672" y="1851660"/>
                  </a:lnTo>
                  <a:lnTo>
                    <a:pt x="3729672" y="1880235"/>
                  </a:lnTo>
                  <a:lnTo>
                    <a:pt x="3758247" y="1880235"/>
                  </a:lnTo>
                  <a:lnTo>
                    <a:pt x="3758247" y="1851660"/>
                  </a:lnTo>
                  <a:close/>
                </a:path>
                <a:path w="7950834" h="1880235">
                  <a:moveTo>
                    <a:pt x="3791902" y="0"/>
                  </a:moveTo>
                  <a:lnTo>
                    <a:pt x="3763327" y="0"/>
                  </a:lnTo>
                  <a:lnTo>
                    <a:pt x="3763327" y="28575"/>
                  </a:lnTo>
                  <a:lnTo>
                    <a:pt x="3791902" y="28575"/>
                  </a:lnTo>
                  <a:lnTo>
                    <a:pt x="3791902" y="0"/>
                  </a:lnTo>
                  <a:close/>
                </a:path>
                <a:path w="7950834" h="1880235">
                  <a:moveTo>
                    <a:pt x="3815397" y="1851660"/>
                  </a:moveTo>
                  <a:lnTo>
                    <a:pt x="3786822" y="1851660"/>
                  </a:lnTo>
                  <a:lnTo>
                    <a:pt x="3786822" y="1880235"/>
                  </a:lnTo>
                  <a:lnTo>
                    <a:pt x="3815397" y="1880235"/>
                  </a:lnTo>
                  <a:lnTo>
                    <a:pt x="3815397" y="1851660"/>
                  </a:lnTo>
                  <a:close/>
                </a:path>
                <a:path w="7950834" h="1880235">
                  <a:moveTo>
                    <a:pt x="3849370" y="1828482"/>
                  </a:moveTo>
                  <a:lnTo>
                    <a:pt x="3820795" y="1828482"/>
                  </a:lnTo>
                  <a:lnTo>
                    <a:pt x="3820795" y="1857057"/>
                  </a:lnTo>
                  <a:lnTo>
                    <a:pt x="3849370" y="1857057"/>
                  </a:lnTo>
                  <a:lnTo>
                    <a:pt x="3849370" y="1828482"/>
                  </a:lnTo>
                  <a:close/>
                </a:path>
                <a:path w="7950834" h="1880235">
                  <a:moveTo>
                    <a:pt x="3849370" y="1771332"/>
                  </a:moveTo>
                  <a:lnTo>
                    <a:pt x="3820795" y="1771332"/>
                  </a:lnTo>
                  <a:lnTo>
                    <a:pt x="3820795" y="1799907"/>
                  </a:lnTo>
                  <a:lnTo>
                    <a:pt x="3849370" y="1799907"/>
                  </a:lnTo>
                  <a:lnTo>
                    <a:pt x="3849370" y="1771332"/>
                  </a:lnTo>
                  <a:close/>
                </a:path>
                <a:path w="7950834" h="1880235">
                  <a:moveTo>
                    <a:pt x="3849370" y="1714182"/>
                  </a:moveTo>
                  <a:lnTo>
                    <a:pt x="3820795" y="1714182"/>
                  </a:lnTo>
                  <a:lnTo>
                    <a:pt x="3820795" y="1742757"/>
                  </a:lnTo>
                  <a:lnTo>
                    <a:pt x="3849370" y="1742757"/>
                  </a:lnTo>
                  <a:lnTo>
                    <a:pt x="3849370" y="1714182"/>
                  </a:lnTo>
                  <a:close/>
                </a:path>
                <a:path w="7950834" h="1880235">
                  <a:moveTo>
                    <a:pt x="3849370" y="1657032"/>
                  </a:moveTo>
                  <a:lnTo>
                    <a:pt x="3820795" y="1657032"/>
                  </a:lnTo>
                  <a:lnTo>
                    <a:pt x="3820795" y="1685607"/>
                  </a:lnTo>
                  <a:lnTo>
                    <a:pt x="3849370" y="1685607"/>
                  </a:lnTo>
                  <a:lnTo>
                    <a:pt x="3849370" y="1657032"/>
                  </a:lnTo>
                  <a:close/>
                </a:path>
                <a:path w="7950834" h="1880235">
                  <a:moveTo>
                    <a:pt x="3849370" y="1599882"/>
                  </a:moveTo>
                  <a:lnTo>
                    <a:pt x="3820795" y="1599882"/>
                  </a:lnTo>
                  <a:lnTo>
                    <a:pt x="3820795" y="1628457"/>
                  </a:lnTo>
                  <a:lnTo>
                    <a:pt x="3849370" y="1628457"/>
                  </a:lnTo>
                  <a:lnTo>
                    <a:pt x="3849370" y="1599882"/>
                  </a:lnTo>
                  <a:close/>
                </a:path>
                <a:path w="7950834" h="1880235">
                  <a:moveTo>
                    <a:pt x="3849370" y="1542732"/>
                  </a:moveTo>
                  <a:lnTo>
                    <a:pt x="3820795" y="1542732"/>
                  </a:lnTo>
                  <a:lnTo>
                    <a:pt x="3820795" y="1571307"/>
                  </a:lnTo>
                  <a:lnTo>
                    <a:pt x="3849370" y="1571307"/>
                  </a:lnTo>
                  <a:lnTo>
                    <a:pt x="3849370" y="1542732"/>
                  </a:lnTo>
                  <a:close/>
                </a:path>
                <a:path w="7950834" h="1880235">
                  <a:moveTo>
                    <a:pt x="3849370" y="1485582"/>
                  </a:moveTo>
                  <a:lnTo>
                    <a:pt x="3820795" y="1485582"/>
                  </a:lnTo>
                  <a:lnTo>
                    <a:pt x="3820795" y="1514157"/>
                  </a:lnTo>
                  <a:lnTo>
                    <a:pt x="3849370" y="1514157"/>
                  </a:lnTo>
                  <a:lnTo>
                    <a:pt x="3849370" y="1485582"/>
                  </a:lnTo>
                  <a:close/>
                </a:path>
                <a:path w="7950834" h="1880235">
                  <a:moveTo>
                    <a:pt x="3849370" y="1428432"/>
                  </a:moveTo>
                  <a:lnTo>
                    <a:pt x="3820795" y="1428432"/>
                  </a:lnTo>
                  <a:lnTo>
                    <a:pt x="3820795" y="1457007"/>
                  </a:lnTo>
                  <a:lnTo>
                    <a:pt x="3849370" y="1457007"/>
                  </a:lnTo>
                  <a:lnTo>
                    <a:pt x="3849370" y="1428432"/>
                  </a:lnTo>
                  <a:close/>
                </a:path>
                <a:path w="7950834" h="1880235">
                  <a:moveTo>
                    <a:pt x="3849370" y="1371282"/>
                  </a:moveTo>
                  <a:lnTo>
                    <a:pt x="3820795" y="1371282"/>
                  </a:lnTo>
                  <a:lnTo>
                    <a:pt x="3820795" y="1399857"/>
                  </a:lnTo>
                  <a:lnTo>
                    <a:pt x="3849370" y="1399857"/>
                  </a:lnTo>
                  <a:lnTo>
                    <a:pt x="3849370" y="1371282"/>
                  </a:lnTo>
                  <a:close/>
                </a:path>
                <a:path w="7950834" h="1880235">
                  <a:moveTo>
                    <a:pt x="3849370" y="1314132"/>
                  </a:moveTo>
                  <a:lnTo>
                    <a:pt x="3820795" y="1314132"/>
                  </a:lnTo>
                  <a:lnTo>
                    <a:pt x="3820795" y="1342707"/>
                  </a:lnTo>
                  <a:lnTo>
                    <a:pt x="3849370" y="1342707"/>
                  </a:lnTo>
                  <a:lnTo>
                    <a:pt x="3849370" y="1314132"/>
                  </a:lnTo>
                  <a:close/>
                </a:path>
                <a:path w="7950834" h="1880235">
                  <a:moveTo>
                    <a:pt x="3849370" y="1256982"/>
                  </a:moveTo>
                  <a:lnTo>
                    <a:pt x="3820795" y="1256982"/>
                  </a:lnTo>
                  <a:lnTo>
                    <a:pt x="3820795" y="1285557"/>
                  </a:lnTo>
                  <a:lnTo>
                    <a:pt x="3849370" y="1285557"/>
                  </a:lnTo>
                  <a:lnTo>
                    <a:pt x="3849370" y="1256982"/>
                  </a:lnTo>
                  <a:close/>
                </a:path>
                <a:path w="7950834" h="1880235">
                  <a:moveTo>
                    <a:pt x="3849370" y="1199832"/>
                  </a:moveTo>
                  <a:lnTo>
                    <a:pt x="3820795" y="1199832"/>
                  </a:lnTo>
                  <a:lnTo>
                    <a:pt x="3820795" y="1228407"/>
                  </a:lnTo>
                  <a:lnTo>
                    <a:pt x="3849370" y="1228407"/>
                  </a:lnTo>
                  <a:lnTo>
                    <a:pt x="3849370" y="1199832"/>
                  </a:lnTo>
                  <a:close/>
                </a:path>
                <a:path w="7950834" h="1880235">
                  <a:moveTo>
                    <a:pt x="3849370" y="1142682"/>
                  </a:moveTo>
                  <a:lnTo>
                    <a:pt x="3820795" y="1142682"/>
                  </a:lnTo>
                  <a:lnTo>
                    <a:pt x="3820795" y="1171257"/>
                  </a:lnTo>
                  <a:lnTo>
                    <a:pt x="3849370" y="1171257"/>
                  </a:lnTo>
                  <a:lnTo>
                    <a:pt x="3849370" y="1142682"/>
                  </a:lnTo>
                  <a:close/>
                </a:path>
                <a:path w="7950834" h="1880235">
                  <a:moveTo>
                    <a:pt x="3849370" y="1085532"/>
                  </a:moveTo>
                  <a:lnTo>
                    <a:pt x="3820795" y="1085532"/>
                  </a:lnTo>
                  <a:lnTo>
                    <a:pt x="3820795" y="1114107"/>
                  </a:lnTo>
                  <a:lnTo>
                    <a:pt x="3849370" y="1114107"/>
                  </a:lnTo>
                  <a:lnTo>
                    <a:pt x="3849370" y="1085532"/>
                  </a:lnTo>
                  <a:close/>
                </a:path>
                <a:path w="7950834" h="1880235">
                  <a:moveTo>
                    <a:pt x="3849370" y="1028382"/>
                  </a:moveTo>
                  <a:lnTo>
                    <a:pt x="3820795" y="1028382"/>
                  </a:lnTo>
                  <a:lnTo>
                    <a:pt x="3820795" y="1056957"/>
                  </a:lnTo>
                  <a:lnTo>
                    <a:pt x="3849370" y="1056957"/>
                  </a:lnTo>
                  <a:lnTo>
                    <a:pt x="3849370" y="1028382"/>
                  </a:lnTo>
                  <a:close/>
                </a:path>
                <a:path w="7950834" h="1880235">
                  <a:moveTo>
                    <a:pt x="3849370" y="971232"/>
                  </a:moveTo>
                  <a:lnTo>
                    <a:pt x="3820795" y="971232"/>
                  </a:lnTo>
                  <a:lnTo>
                    <a:pt x="3820795" y="999807"/>
                  </a:lnTo>
                  <a:lnTo>
                    <a:pt x="3849370" y="999807"/>
                  </a:lnTo>
                  <a:lnTo>
                    <a:pt x="3849370" y="971232"/>
                  </a:lnTo>
                  <a:close/>
                </a:path>
                <a:path w="7950834" h="1880235">
                  <a:moveTo>
                    <a:pt x="3849370" y="914082"/>
                  </a:moveTo>
                  <a:lnTo>
                    <a:pt x="3820795" y="914082"/>
                  </a:lnTo>
                  <a:lnTo>
                    <a:pt x="3820795" y="942657"/>
                  </a:lnTo>
                  <a:lnTo>
                    <a:pt x="3849370" y="942657"/>
                  </a:lnTo>
                  <a:lnTo>
                    <a:pt x="3849370" y="914082"/>
                  </a:lnTo>
                  <a:close/>
                </a:path>
                <a:path w="7950834" h="1880235">
                  <a:moveTo>
                    <a:pt x="3849370" y="856932"/>
                  </a:moveTo>
                  <a:lnTo>
                    <a:pt x="3820795" y="856932"/>
                  </a:lnTo>
                  <a:lnTo>
                    <a:pt x="3820795" y="885507"/>
                  </a:lnTo>
                  <a:lnTo>
                    <a:pt x="3849370" y="885507"/>
                  </a:lnTo>
                  <a:lnTo>
                    <a:pt x="3849370" y="856932"/>
                  </a:lnTo>
                  <a:close/>
                </a:path>
                <a:path w="7950834" h="1880235">
                  <a:moveTo>
                    <a:pt x="3849370" y="799782"/>
                  </a:moveTo>
                  <a:lnTo>
                    <a:pt x="3820795" y="799782"/>
                  </a:lnTo>
                  <a:lnTo>
                    <a:pt x="3820795" y="828357"/>
                  </a:lnTo>
                  <a:lnTo>
                    <a:pt x="3849370" y="828357"/>
                  </a:lnTo>
                  <a:lnTo>
                    <a:pt x="3849370" y="799782"/>
                  </a:lnTo>
                  <a:close/>
                </a:path>
                <a:path w="7950834" h="1880235">
                  <a:moveTo>
                    <a:pt x="3849370" y="742632"/>
                  </a:moveTo>
                  <a:lnTo>
                    <a:pt x="3820795" y="742632"/>
                  </a:lnTo>
                  <a:lnTo>
                    <a:pt x="3820795" y="771207"/>
                  </a:lnTo>
                  <a:lnTo>
                    <a:pt x="3849370" y="771207"/>
                  </a:lnTo>
                  <a:lnTo>
                    <a:pt x="3849370" y="742632"/>
                  </a:lnTo>
                  <a:close/>
                </a:path>
                <a:path w="7950834" h="1880235">
                  <a:moveTo>
                    <a:pt x="3849370" y="685482"/>
                  </a:moveTo>
                  <a:lnTo>
                    <a:pt x="3820795" y="685482"/>
                  </a:lnTo>
                  <a:lnTo>
                    <a:pt x="3820795" y="714057"/>
                  </a:lnTo>
                  <a:lnTo>
                    <a:pt x="3849370" y="714057"/>
                  </a:lnTo>
                  <a:lnTo>
                    <a:pt x="3849370" y="685482"/>
                  </a:lnTo>
                  <a:close/>
                </a:path>
                <a:path w="7950834" h="1880235">
                  <a:moveTo>
                    <a:pt x="3849370" y="628332"/>
                  </a:moveTo>
                  <a:lnTo>
                    <a:pt x="3820795" y="628332"/>
                  </a:lnTo>
                  <a:lnTo>
                    <a:pt x="3820795" y="656907"/>
                  </a:lnTo>
                  <a:lnTo>
                    <a:pt x="3849370" y="656907"/>
                  </a:lnTo>
                  <a:lnTo>
                    <a:pt x="3849370" y="628332"/>
                  </a:lnTo>
                  <a:close/>
                </a:path>
                <a:path w="7950834" h="1880235">
                  <a:moveTo>
                    <a:pt x="3849370" y="571182"/>
                  </a:moveTo>
                  <a:lnTo>
                    <a:pt x="3820795" y="571182"/>
                  </a:lnTo>
                  <a:lnTo>
                    <a:pt x="3820795" y="599757"/>
                  </a:lnTo>
                  <a:lnTo>
                    <a:pt x="3849370" y="599757"/>
                  </a:lnTo>
                  <a:lnTo>
                    <a:pt x="3849370" y="571182"/>
                  </a:lnTo>
                  <a:close/>
                </a:path>
                <a:path w="7950834" h="1880235">
                  <a:moveTo>
                    <a:pt x="3849370" y="514032"/>
                  </a:moveTo>
                  <a:lnTo>
                    <a:pt x="3820795" y="514032"/>
                  </a:lnTo>
                  <a:lnTo>
                    <a:pt x="3820795" y="542607"/>
                  </a:lnTo>
                  <a:lnTo>
                    <a:pt x="3849370" y="542607"/>
                  </a:lnTo>
                  <a:lnTo>
                    <a:pt x="3849370" y="514032"/>
                  </a:lnTo>
                  <a:close/>
                </a:path>
                <a:path w="7950834" h="1880235">
                  <a:moveTo>
                    <a:pt x="3849370" y="456882"/>
                  </a:moveTo>
                  <a:lnTo>
                    <a:pt x="3820795" y="456882"/>
                  </a:lnTo>
                  <a:lnTo>
                    <a:pt x="3820795" y="485457"/>
                  </a:lnTo>
                  <a:lnTo>
                    <a:pt x="3849370" y="485457"/>
                  </a:lnTo>
                  <a:lnTo>
                    <a:pt x="3849370" y="456882"/>
                  </a:lnTo>
                  <a:close/>
                </a:path>
                <a:path w="7950834" h="1880235">
                  <a:moveTo>
                    <a:pt x="3849370" y="399732"/>
                  </a:moveTo>
                  <a:lnTo>
                    <a:pt x="3820795" y="399732"/>
                  </a:lnTo>
                  <a:lnTo>
                    <a:pt x="3820795" y="428307"/>
                  </a:lnTo>
                  <a:lnTo>
                    <a:pt x="3849370" y="428307"/>
                  </a:lnTo>
                  <a:lnTo>
                    <a:pt x="3849370" y="399732"/>
                  </a:lnTo>
                  <a:close/>
                </a:path>
                <a:path w="7950834" h="1880235">
                  <a:moveTo>
                    <a:pt x="3849370" y="342582"/>
                  </a:moveTo>
                  <a:lnTo>
                    <a:pt x="3820795" y="342582"/>
                  </a:lnTo>
                  <a:lnTo>
                    <a:pt x="3820795" y="371157"/>
                  </a:lnTo>
                  <a:lnTo>
                    <a:pt x="3849370" y="371157"/>
                  </a:lnTo>
                  <a:lnTo>
                    <a:pt x="3849370" y="342582"/>
                  </a:lnTo>
                  <a:close/>
                </a:path>
                <a:path w="7950834" h="1880235">
                  <a:moveTo>
                    <a:pt x="3849370" y="285432"/>
                  </a:moveTo>
                  <a:lnTo>
                    <a:pt x="3820795" y="285432"/>
                  </a:lnTo>
                  <a:lnTo>
                    <a:pt x="3820795" y="314007"/>
                  </a:lnTo>
                  <a:lnTo>
                    <a:pt x="3849370" y="314007"/>
                  </a:lnTo>
                  <a:lnTo>
                    <a:pt x="3849370" y="285432"/>
                  </a:lnTo>
                  <a:close/>
                </a:path>
                <a:path w="7950834" h="1880235">
                  <a:moveTo>
                    <a:pt x="3849370" y="228282"/>
                  </a:moveTo>
                  <a:lnTo>
                    <a:pt x="3820795" y="228282"/>
                  </a:lnTo>
                  <a:lnTo>
                    <a:pt x="3820795" y="256857"/>
                  </a:lnTo>
                  <a:lnTo>
                    <a:pt x="3849370" y="256857"/>
                  </a:lnTo>
                  <a:lnTo>
                    <a:pt x="3849370" y="228282"/>
                  </a:lnTo>
                  <a:close/>
                </a:path>
                <a:path w="7950834" h="1880235">
                  <a:moveTo>
                    <a:pt x="3849370" y="171132"/>
                  </a:moveTo>
                  <a:lnTo>
                    <a:pt x="3820795" y="171132"/>
                  </a:lnTo>
                  <a:lnTo>
                    <a:pt x="3820795" y="199707"/>
                  </a:lnTo>
                  <a:lnTo>
                    <a:pt x="3849370" y="199707"/>
                  </a:lnTo>
                  <a:lnTo>
                    <a:pt x="3849370" y="171132"/>
                  </a:lnTo>
                  <a:close/>
                </a:path>
                <a:path w="7950834" h="1880235">
                  <a:moveTo>
                    <a:pt x="3849370" y="113982"/>
                  </a:moveTo>
                  <a:lnTo>
                    <a:pt x="3820795" y="113982"/>
                  </a:lnTo>
                  <a:lnTo>
                    <a:pt x="3820795" y="142557"/>
                  </a:lnTo>
                  <a:lnTo>
                    <a:pt x="3849370" y="142557"/>
                  </a:lnTo>
                  <a:lnTo>
                    <a:pt x="3849370" y="113982"/>
                  </a:lnTo>
                  <a:close/>
                </a:path>
                <a:path w="7950834" h="1880235">
                  <a:moveTo>
                    <a:pt x="3849370" y="56832"/>
                  </a:moveTo>
                  <a:lnTo>
                    <a:pt x="3820795" y="56832"/>
                  </a:lnTo>
                  <a:lnTo>
                    <a:pt x="3820795" y="85407"/>
                  </a:lnTo>
                  <a:lnTo>
                    <a:pt x="3849370" y="85407"/>
                  </a:lnTo>
                  <a:lnTo>
                    <a:pt x="3849370" y="56832"/>
                  </a:lnTo>
                  <a:close/>
                </a:path>
                <a:path w="7950834" h="1880235">
                  <a:moveTo>
                    <a:pt x="3849370" y="0"/>
                  </a:moveTo>
                  <a:lnTo>
                    <a:pt x="3820477" y="0"/>
                  </a:lnTo>
                  <a:lnTo>
                    <a:pt x="3820477" y="28575"/>
                  </a:lnTo>
                  <a:lnTo>
                    <a:pt x="3820795" y="28575"/>
                  </a:lnTo>
                  <a:lnTo>
                    <a:pt x="3835082" y="28575"/>
                  </a:lnTo>
                  <a:lnTo>
                    <a:pt x="3834765" y="28257"/>
                  </a:lnTo>
                  <a:lnTo>
                    <a:pt x="3849370" y="28257"/>
                  </a:lnTo>
                  <a:lnTo>
                    <a:pt x="3849370" y="14287"/>
                  </a:lnTo>
                  <a:lnTo>
                    <a:pt x="3849370" y="0"/>
                  </a:lnTo>
                  <a:close/>
                </a:path>
                <a:path w="7950834" h="1880235">
                  <a:moveTo>
                    <a:pt x="4130040" y="1780222"/>
                  </a:moveTo>
                  <a:lnTo>
                    <a:pt x="4101465" y="1780222"/>
                  </a:lnTo>
                  <a:lnTo>
                    <a:pt x="4101465" y="1808797"/>
                  </a:lnTo>
                  <a:lnTo>
                    <a:pt x="4130040" y="1808797"/>
                  </a:lnTo>
                  <a:lnTo>
                    <a:pt x="4130040" y="1780222"/>
                  </a:lnTo>
                  <a:close/>
                </a:path>
                <a:path w="7950834" h="1880235">
                  <a:moveTo>
                    <a:pt x="4130040" y="1723072"/>
                  </a:moveTo>
                  <a:lnTo>
                    <a:pt x="4101465" y="1723072"/>
                  </a:lnTo>
                  <a:lnTo>
                    <a:pt x="4101465" y="1751647"/>
                  </a:lnTo>
                  <a:lnTo>
                    <a:pt x="4130040" y="1751647"/>
                  </a:lnTo>
                  <a:lnTo>
                    <a:pt x="4130040" y="1723072"/>
                  </a:lnTo>
                  <a:close/>
                </a:path>
                <a:path w="7950834" h="1880235">
                  <a:moveTo>
                    <a:pt x="4130040" y="1665922"/>
                  </a:moveTo>
                  <a:lnTo>
                    <a:pt x="4101465" y="1665922"/>
                  </a:lnTo>
                  <a:lnTo>
                    <a:pt x="4101465" y="1694497"/>
                  </a:lnTo>
                  <a:lnTo>
                    <a:pt x="4130040" y="1694497"/>
                  </a:lnTo>
                  <a:lnTo>
                    <a:pt x="4130040" y="1665922"/>
                  </a:lnTo>
                  <a:close/>
                </a:path>
                <a:path w="7950834" h="1880235">
                  <a:moveTo>
                    <a:pt x="4130040" y="1608772"/>
                  </a:moveTo>
                  <a:lnTo>
                    <a:pt x="4101465" y="1608772"/>
                  </a:lnTo>
                  <a:lnTo>
                    <a:pt x="4101465" y="1637347"/>
                  </a:lnTo>
                  <a:lnTo>
                    <a:pt x="4130040" y="1637347"/>
                  </a:lnTo>
                  <a:lnTo>
                    <a:pt x="4130040" y="1608772"/>
                  </a:lnTo>
                  <a:close/>
                </a:path>
                <a:path w="7950834" h="1880235">
                  <a:moveTo>
                    <a:pt x="4130040" y="1551622"/>
                  </a:moveTo>
                  <a:lnTo>
                    <a:pt x="4101465" y="1551622"/>
                  </a:lnTo>
                  <a:lnTo>
                    <a:pt x="4101465" y="1580197"/>
                  </a:lnTo>
                  <a:lnTo>
                    <a:pt x="4130040" y="1580197"/>
                  </a:lnTo>
                  <a:lnTo>
                    <a:pt x="4130040" y="1551622"/>
                  </a:lnTo>
                  <a:close/>
                </a:path>
                <a:path w="7950834" h="1880235">
                  <a:moveTo>
                    <a:pt x="4130040" y="1494472"/>
                  </a:moveTo>
                  <a:lnTo>
                    <a:pt x="4101465" y="1494472"/>
                  </a:lnTo>
                  <a:lnTo>
                    <a:pt x="4101465" y="1523047"/>
                  </a:lnTo>
                  <a:lnTo>
                    <a:pt x="4130040" y="1523047"/>
                  </a:lnTo>
                  <a:lnTo>
                    <a:pt x="4130040" y="1494472"/>
                  </a:lnTo>
                  <a:close/>
                </a:path>
                <a:path w="7950834" h="1880235">
                  <a:moveTo>
                    <a:pt x="4130040" y="1437322"/>
                  </a:moveTo>
                  <a:lnTo>
                    <a:pt x="4101465" y="1437322"/>
                  </a:lnTo>
                  <a:lnTo>
                    <a:pt x="4101465" y="1465897"/>
                  </a:lnTo>
                  <a:lnTo>
                    <a:pt x="4130040" y="1465897"/>
                  </a:lnTo>
                  <a:lnTo>
                    <a:pt x="4130040" y="1437322"/>
                  </a:lnTo>
                  <a:close/>
                </a:path>
                <a:path w="7950834" h="1880235">
                  <a:moveTo>
                    <a:pt x="4130040" y="1380172"/>
                  </a:moveTo>
                  <a:lnTo>
                    <a:pt x="4101465" y="1380172"/>
                  </a:lnTo>
                  <a:lnTo>
                    <a:pt x="4101465" y="1408747"/>
                  </a:lnTo>
                  <a:lnTo>
                    <a:pt x="4130040" y="1408747"/>
                  </a:lnTo>
                  <a:lnTo>
                    <a:pt x="4130040" y="1380172"/>
                  </a:lnTo>
                  <a:close/>
                </a:path>
                <a:path w="7950834" h="1880235">
                  <a:moveTo>
                    <a:pt x="4130040" y="1323022"/>
                  </a:moveTo>
                  <a:lnTo>
                    <a:pt x="4101465" y="1323022"/>
                  </a:lnTo>
                  <a:lnTo>
                    <a:pt x="4101465" y="1351597"/>
                  </a:lnTo>
                  <a:lnTo>
                    <a:pt x="4130040" y="1351597"/>
                  </a:lnTo>
                  <a:lnTo>
                    <a:pt x="4130040" y="1323022"/>
                  </a:lnTo>
                  <a:close/>
                </a:path>
                <a:path w="7950834" h="1880235">
                  <a:moveTo>
                    <a:pt x="4130040" y="1265872"/>
                  </a:moveTo>
                  <a:lnTo>
                    <a:pt x="4101465" y="1265872"/>
                  </a:lnTo>
                  <a:lnTo>
                    <a:pt x="4101465" y="1294447"/>
                  </a:lnTo>
                  <a:lnTo>
                    <a:pt x="4130040" y="1294447"/>
                  </a:lnTo>
                  <a:lnTo>
                    <a:pt x="4130040" y="1265872"/>
                  </a:lnTo>
                  <a:close/>
                </a:path>
                <a:path w="7950834" h="1880235">
                  <a:moveTo>
                    <a:pt x="4130040" y="1208722"/>
                  </a:moveTo>
                  <a:lnTo>
                    <a:pt x="4101465" y="1208722"/>
                  </a:lnTo>
                  <a:lnTo>
                    <a:pt x="4101465" y="1237297"/>
                  </a:lnTo>
                  <a:lnTo>
                    <a:pt x="4130040" y="1237297"/>
                  </a:lnTo>
                  <a:lnTo>
                    <a:pt x="4130040" y="1208722"/>
                  </a:lnTo>
                  <a:close/>
                </a:path>
                <a:path w="7950834" h="1880235">
                  <a:moveTo>
                    <a:pt x="4130040" y="1151572"/>
                  </a:moveTo>
                  <a:lnTo>
                    <a:pt x="4101465" y="1151572"/>
                  </a:lnTo>
                  <a:lnTo>
                    <a:pt x="4101465" y="1180147"/>
                  </a:lnTo>
                  <a:lnTo>
                    <a:pt x="4130040" y="1180147"/>
                  </a:lnTo>
                  <a:lnTo>
                    <a:pt x="4130040" y="1151572"/>
                  </a:lnTo>
                  <a:close/>
                </a:path>
                <a:path w="7950834" h="1880235">
                  <a:moveTo>
                    <a:pt x="4130040" y="1094422"/>
                  </a:moveTo>
                  <a:lnTo>
                    <a:pt x="4101465" y="1094422"/>
                  </a:lnTo>
                  <a:lnTo>
                    <a:pt x="4101465" y="1122997"/>
                  </a:lnTo>
                  <a:lnTo>
                    <a:pt x="4130040" y="1122997"/>
                  </a:lnTo>
                  <a:lnTo>
                    <a:pt x="4130040" y="1094422"/>
                  </a:lnTo>
                  <a:close/>
                </a:path>
                <a:path w="7950834" h="1880235">
                  <a:moveTo>
                    <a:pt x="4130040" y="1037272"/>
                  </a:moveTo>
                  <a:lnTo>
                    <a:pt x="4101465" y="1037272"/>
                  </a:lnTo>
                  <a:lnTo>
                    <a:pt x="4101465" y="1065847"/>
                  </a:lnTo>
                  <a:lnTo>
                    <a:pt x="4130040" y="1065847"/>
                  </a:lnTo>
                  <a:lnTo>
                    <a:pt x="4130040" y="1037272"/>
                  </a:lnTo>
                  <a:close/>
                </a:path>
                <a:path w="7950834" h="1880235">
                  <a:moveTo>
                    <a:pt x="4130040" y="980122"/>
                  </a:moveTo>
                  <a:lnTo>
                    <a:pt x="4101465" y="980122"/>
                  </a:lnTo>
                  <a:lnTo>
                    <a:pt x="4101465" y="1008697"/>
                  </a:lnTo>
                  <a:lnTo>
                    <a:pt x="4130040" y="1008697"/>
                  </a:lnTo>
                  <a:lnTo>
                    <a:pt x="4130040" y="980122"/>
                  </a:lnTo>
                  <a:close/>
                </a:path>
                <a:path w="7950834" h="1880235">
                  <a:moveTo>
                    <a:pt x="4130040" y="922972"/>
                  </a:moveTo>
                  <a:lnTo>
                    <a:pt x="4101465" y="922972"/>
                  </a:lnTo>
                  <a:lnTo>
                    <a:pt x="4101465" y="951547"/>
                  </a:lnTo>
                  <a:lnTo>
                    <a:pt x="4130040" y="951547"/>
                  </a:lnTo>
                  <a:lnTo>
                    <a:pt x="4130040" y="922972"/>
                  </a:lnTo>
                  <a:close/>
                </a:path>
                <a:path w="7950834" h="1880235">
                  <a:moveTo>
                    <a:pt x="4130040" y="865822"/>
                  </a:moveTo>
                  <a:lnTo>
                    <a:pt x="4101465" y="865822"/>
                  </a:lnTo>
                  <a:lnTo>
                    <a:pt x="4101465" y="894397"/>
                  </a:lnTo>
                  <a:lnTo>
                    <a:pt x="4130040" y="894397"/>
                  </a:lnTo>
                  <a:lnTo>
                    <a:pt x="4130040" y="865822"/>
                  </a:lnTo>
                  <a:close/>
                </a:path>
                <a:path w="7950834" h="1880235">
                  <a:moveTo>
                    <a:pt x="4130040" y="808672"/>
                  </a:moveTo>
                  <a:lnTo>
                    <a:pt x="4101465" y="808672"/>
                  </a:lnTo>
                  <a:lnTo>
                    <a:pt x="4101465" y="837247"/>
                  </a:lnTo>
                  <a:lnTo>
                    <a:pt x="4130040" y="837247"/>
                  </a:lnTo>
                  <a:lnTo>
                    <a:pt x="4130040" y="808672"/>
                  </a:lnTo>
                  <a:close/>
                </a:path>
                <a:path w="7950834" h="1880235">
                  <a:moveTo>
                    <a:pt x="4130040" y="751522"/>
                  </a:moveTo>
                  <a:lnTo>
                    <a:pt x="4101465" y="751522"/>
                  </a:lnTo>
                  <a:lnTo>
                    <a:pt x="4101465" y="780097"/>
                  </a:lnTo>
                  <a:lnTo>
                    <a:pt x="4130040" y="780097"/>
                  </a:lnTo>
                  <a:lnTo>
                    <a:pt x="4130040" y="751522"/>
                  </a:lnTo>
                  <a:close/>
                </a:path>
                <a:path w="7950834" h="1880235">
                  <a:moveTo>
                    <a:pt x="4130040" y="694372"/>
                  </a:moveTo>
                  <a:lnTo>
                    <a:pt x="4101465" y="694372"/>
                  </a:lnTo>
                  <a:lnTo>
                    <a:pt x="4101465" y="722947"/>
                  </a:lnTo>
                  <a:lnTo>
                    <a:pt x="4130040" y="722947"/>
                  </a:lnTo>
                  <a:lnTo>
                    <a:pt x="4130040" y="694372"/>
                  </a:lnTo>
                  <a:close/>
                </a:path>
                <a:path w="7950834" h="1880235">
                  <a:moveTo>
                    <a:pt x="4130040" y="637222"/>
                  </a:moveTo>
                  <a:lnTo>
                    <a:pt x="4101465" y="637222"/>
                  </a:lnTo>
                  <a:lnTo>
                    <a:pt x="4101465" y="665797"/>
                  </a:lnTo>
                  <a:lnTo>
                    <a:pt x="4130040" y="665797"/>
                  </a:lnTo>
                  <a:lnTo>
                    <a:pt x="4130040" y="637222"/>
                  </a:lnTo>
                  <a:close/>
                </a:path>
                <a:path w="7950834" h="1880235">
                  <a:moveTo>
                    <a:pt x="4130040" y="580072"/>
                  </a:moveTo>
                  <a:lnTo>
                    <a:pt x="4101465" y="580072"/>
                  </a:lnTo>
                  <a:lnTo>
                    <a:pt x="4101465" y="608647"/>
                  </a:lnTo>
                  <a:lnTo>
                    <a:pt x="4130040" y="608647"/>
                  </a:lnTo>
                  <a:lnTo>
                    <a:pt x="4130040" y="580072"/>
                  </a:lnTo>
                  <a:close/>
                </a:path>
                <a:path w="7950834" h="1880235">
                  <a:moveTo>
                    <a:pt x="4130040" y="522922"/>
                  </a:moveTo>
                  <a:lnTo>
                    <a:pt x="4101465" y="522922"/>
                  </a:lnTo>
                  <a:lnTo>
                    <a:pt x="4101465" y="551497"/>
                  </a:lnTo>
                  <a:lnTo>
                    <a:pt x="4130040" y="551497"/>
                  </a:lnTo>
                  <a:lnTo>
                    <a:pt x="4130040" y="522922"/>
                  </a:lnTo>
                  <a:close/>
                </a:path>
                <a:path w="7950834" h="1880235">
                  <a:moveTo>
                    <a:pt x="4130040" y="465772"/>
                  </a:moveTo>
                  <a:lnTo>
                    <a:pt x="4101465" y="465772"/>
                  </a:lnTo>
                  <a:lnTo>
                    <a:pt x="4101465" y="494347"/>
                  </a:lnTo>
                  <a:lnTo>
                    <a:pt x="4130040" y="494347"/>
                  </a:lnTo>
                  <a:lnTo>
                    <a:pt x="4130040" y="465772"/>
                  </a:lnTo>
                  <a:close/>
                </a:path>
                <a:path w="7950834" h="1880235">
                  <a:moveTo>
                    <a:pt x="4130040" y="408622"/>
                  </a:moveTo>
                  <a:lnTo>
                    <a:pt x="4101465" y="408622"/>
                  </a:lnTo>
                  <a:lnTo>
                    <a:pt x="4101465" y="437197"/>
                  </a:lnTo>
                  <a:lnTo>
                    <a:pt x="4130040" y="437197"/>
                  </a:lnTo>
                  <a:lnTo>
                    <a:pt x="4130040" y="408622"/>
                  </a:lnTo>
                  <a:close/>
                </a:path>
                <a:path w="7950834" h="1880235">
                  <a:moveTo>
                    <a:pt x="4130040" y="351472"/>
                  </a:moveTo>
                  <a:lnTo>
                    <a:pt x="4101465" y="351472"/>
                  </a:lnTo>
                  <a:lnTo>
                    <a:pt x="4101465" y="380047"/>
                  </a:lnTo>
                  <a:lnTo>
                    <a:pt x="4130040" y="380047"/>
                  </a:lnTo>
                  <a:lnTo>
                    <a:pt x="4130040" y="351472"/>
                  </a:lnTo>
                  <a:close/>
                </a:path>
                <a:path w="7950834" h="1880235">
                  <a:moveTo>
                    <a:pt x="4130040" y="294322"/>
                  </a:moveTo>
                  <a:lnTo>
                    <a:pt x="4101465" y="294322"/>
                  </a:lnTo>
                  <a:lnTo>
                    <a:pt x="4101465" y="322897"/>
                  </a:lnTo>
                  <a:lnTo>
                    <a:pt x="4130040" y="322897"/>
                  </a:lnTo>
                  <a:lnTo>
                    <a:pt x="4130040" y="294322"/>
                  </a:lnTo>
                  <a:close/>
                </a:path>
                <a:path w="7950834" h="1880235">
                  <a:moveTo>
                    <a:pt x="4130040" y="237172"/>
                  </a:moveTo>
                  <a:lnTo>
                    <a:pt x="4101465" y="237172"/>
                  </a:lnTo>
                  <a:lnTo>
                    <a:pt x="4101465" y="265747"/>
                  </a:lnTo>
                  <a:lnTo>
                    <a:pt x="4130040" y="265747"/>
                  </a:lnTo>
                  <a:lnTo>
                    <a:pt x="4130040" y="237172"/>
                  </a:lnTo>
                  <a:close/>
                </a:path>
                <a:path w="7950834" h="1880235">
                  <a:moveTo>
                    <a:pt x="4130040" y="180022"/>
                  </a:moveTo>
                  <a:lnTo>
                    <a:pt x="4101465" y="180022"/>
                  </a:lnTo>
                  <a:lnTo>
                    <a:pt x="4101465" y="208597"/>
                  </a:lnTo>
                  <a:lnTo>
                    <a:pt x="4130040" y="208597"/>
                  </a:lnTo>
                  <a:lnTo>
                    <a:pt x="4130040" y="180022"/>
                  </a:lnTo>
                  <a:close/>
                </a:path>
                <a:path w="7950834" h="1880235">
                  <a:moveTo>
                    <a:pt x="4130040" y="122872"/>
                  </a:moveTo>
                  <a:lnTo>
                    <a:pt x="4101465" y="122872"/>
                  </a:lnTo>
                  <a:lnTo>
                    <a:pt x="4101465" y="151447"/>
                  </a:lnTo>
                  <a:lnTo>
                    <a:pt x="4130040" y="151447"/>
                  </a:lnTo>
                  <a:lnTo>
                    <a:pt x="4130040" y="122872"/>
                  </a:lnTo>
                  <a:close/>
                </a:path>
                <a:path w="7950834" h="1880235">
                  <a:moveTo>
                    <a:pt x="4130040" y="65722"/>
                  </a:moveTo>
                  <a:lnTo>
                    <a:pt x="4101465" y="65722"/>
                  </a:lnTo>
                  <a:lnTo>
                    <a:pt x="4101465" y="94297"/>
                  </a:lnTo>
                  <a:lnTo>
                    <a:pt x="4130040" y="94297"/>
                  </a:lnTo>
                  <a:lnTo>
                    <a:pt x="4130040" y="65722"/>
                  </a:lnTo>
                  <a:close/>
                </a:path>
                <a:path w="7950834" h="1880235">
                  <a:moveTo>
                    <a:pt x="4130040" y="14287"/>
                  </a:moveTo>
                  <a:lnTo>
                    <a:pt x="4121467" y="22860"/>
                  </a:lnTo>
                  <a:lnTo>
                    <a:pt x="4121467" y="0"/>
                  </a:lnTo>
                  <a:lnTo>
                    <a:pt x="4101465" y="0"/>
                  </a:lnTo>
                  <a:lnTo>
                    <a:pt x="4101465" y="37147"/>
                  </a:lnTo>
                  <a:lnTo>
                    <a:pt x="4130040" y="37147"/>
                  </a:lnTo>
                  <a:lnTo>
                    <a:pt x="4130040" y="28575"/>
                  </a:lnTo>
                  <a:lnTo>
                    <a:pt x="4130040" y="14287"/>
                  </a:lnTo>
                  <a:close/>
                </a:path>
                <a:path w="7950834" h="1880235">
                  <a:moveTo>
                    <a:pt x="4144962" y="1851660"/>
                  </a:moveTo>
                  <a:lnTo>
                    <a:pt x="4130040" y="1851660"/>
                  </a:lnTo>
                  <a:lnTo>
                    <a:pt x="4130040" y="1837372"/>
                  </a:lnTo>
                  <a:lnTo>
                    <a:pt x="4101465" y="1837372"/>
                  </a:lnTo>
                  <a:lnTo>
                    <a:pt x="4101465" y="1865947"/>
                  </a:lnTo>
                  <a:lnTo>
                    <a:pt x="4116387" y="1865947"/>
                  </a:lnTo>
                  <a:lnTo>
                    <a:pt x="4116387" y="1880235"/>
                  </a:lnTo>
                  <a:lnTo>
                    <a:pt x="4144962" y="1880235"/>
                  </a:lnTo>
                  <a:lnTo>
                    <a:pt x="4144962" y="1865947"/>
                  </a:lnTo>
                  <a:lnTo>
                    <a:pt x="4144962" y="1851660"/>
                  </a:lnTo>
                  <a:close/>
                </a:path>
                <a:path w="7950834" h="1880235">
                  <a:moveTo>
                    <a:pt x="4178617" y="0"/>
                  </a:moveTo>
                  <a:lnTo>
                    <a:pt x="4150042" y="0"/>
                  </a:lnTo>
                  <a:lnTo>
                    <a:pt x="4150042" y="28575"/>
                  </a:lnTo>
                  <a:lnTo>
                    <a:pt x="4178617" y="28575"/>
                  </a:lnTo>
                  <a:lnTo>
                    <a:pt x="4178617" y="0"/>
                  </a:lnTo>
                  <a:close/>
                </a:path>
                <a:path w="7950834" h="1880235">
                  <a:moveTo>
                    <a:pt x="4202112" y="1851660"/>
                  </a:moveTo>
                  <a:lnTo>
                    <a:pt x="4173537" y="1851660"/>
                  </a:lnTo>
                  <a:lnTo>
                    <a:pt x="4173537" y="1880235"/>
                  </a:lnTo>
                  <a:lnTo>
                    <a:pt x="4202112" y="1880235"/>
                  </a:lnTo>
                  <a:lnTo>
                    <a:pt x="4202112" y="1851660"/>
                  </a:lnTo>
                  <a:close/>
                </a:path>
                <a:path w="7950834" h="1880235">
                  <a:moveTo>
                    <a:pt x="4235767" y="0"/>
                  </a:moveTo>
                  <a:lnTo>
                    <a:pt x="4207192" y="0"/>
                  </a:lnTo>
                  <a:lnTo>
                    <a:pt x="4207192" y="28575"/>
                  </a:lnTo>
                  <a:lnTo>
                    <a:pt x="4235767" y="28575"/>
                  </a:lnTo>
                  <a:lnTo>
                    <a:pt x="4235767" y="0"/>
                  </a:lnTo>
                  <a:close/>
                </a:path>
                <a:path w="7950834" h="1880235">
                  <a:moveTo>
                    <a:pt x="4259262" y="1851660"/>
                  </a:moveTo>
                  <a:lnTo>
                    <a:pt x="4230687" y="1851660"/>
                  </a:lnTo>
                  <a:lnTo>
                    <a:pt x="4230687" y="1880235"/>
                  </a:lnTo>
                  <a:lnTo>
                    <a:pt x="4259262" y="1880235"/>
                  </a:lnTo>
                  <a:lnTo>
                    <a:pt x="4259262" y="1851660"/>
                  </a:lnTo>
                  <a:close/>
                </a:path>
                <a:path w="7950834" h="1880235">
                  <a:moveTo>
                    <a:pt x="4292917" y="0"/>
                  </a:moveTo>
                  <a:lnTo>
                    <a:pt x="4264342" y="0"/>
                  </a:lnTo>
                  <a:lnTo>
                    <a:pt x="4264342" y="28575"/>
                  </a:lnTo>
                  <a:lnTo>
                    <a:pt x="4292917" y="28575"/>
                  </a:lnTo>
                  <a:lnTo>
                    <a:pt x="4292917" y="0"/>
                  </a:lnTo>
                  <a:close/>
                </a:path>
                <a:path w="7950834" h="1880235">
                  <a:moveTo>
                    <a:pt x="4316412" y="1851660"/>
                  </a:moveTo>
                  <a:lnTo>
                    <a:pt x="4287837" y="1851660"/>
                  </a:lnTo>
                  <a:lnTo>
                    <a:pt x="4287837" y="1880235"/>
                  </a:lnTo>
                  <a:lnTo>
                    <a:pt x="4316412" y="1880235"/>
                  </a:lnTo>
                  <a:lnTo>
                    <a:pt x="4316412" y="1851660"/>
                  </a:lnTo>
                  <a:close/>
                </a:path>
                <a:path w="7950834" h="1880235">
                  <a:moveTo>
                    <a:pt x="4350067" y="0"/>
                  </a:moveTo>
                  <a:lnTo>
                    <a:pt x="4321492" y="0"/>
                  </a:lnTo>
                  <a:lnTo>
                    <a:pt x="4321492" y="28575"/>
                  </a:lnTo>
                  <a:lnTo>
                    <a:pt x="4350067" y="28575"/>
                  </a:lnTo>
                  <a:lnTo>
                    <a:pt x="4350067" y="0"/>
                  </a:lnTo>
                  <a:close/>
                </a:path>
                <a:path w="7950834" h="1880235">
                  <a:moveTo>
                    <a:pt x="4373562" y="1851660"/>
                  </a:moveTo>
                  <a:lnTo>
                    <a:pt x="4344987" y="1851660"/>
                  </a:lnTo>
                  <a:lnTo>
                    <a:pt x="4344987" y="1880235"/>
                  </a:lnTo>
                  <a:lnTo>
                    <a:pt x="4373562" y="1880235"/>
                  </a:lnTo>
                  <a:lnTo>
                    <a:pt x="4373562" y="1851660"/>
                  </a:lnTo>
                  <a:close/>
                </a:path>
                <a:path w="7950834" h="1880235">
                  <a:moveTo>
                    <a:pt x="4407217" y="0"/>
                  </a:moveTo>
                  <a:lnTo>
                    <a:pt x="4378642" y="0"/>
                  </a:lnTo>
                  <a:lnTo>
                    <a:pt x="4378642" y="28575"/>
                  </a:lnTo>
                  <a:lnTo>
                    <a:pt x="4407217" y="28575"/>
                  </a:lnTo>
                  <a:lnTo>
                    <a:pt x="4407217" y="0"/>
                  </a:lnTo>
                  <a:close/>
                </a:path>
                <a:path w="7950834" h="1880235">
                  <a:moveTo>
                    <a:pt x="4430712" y="1851660"/>
                  </a:moveTo>
                  <a:lnTo>
                    <a:pt x="4402137" y="1851660"/>
                  </a:lnTo>
                  <a:lnTo>
                    <a:pt x="4402137" y="1880235"/>
                  </a:lnTo>
                  <a:lnTo>
                    <a:pt x="4430712" y="1880235"/>
                  </a:lnTo>
                  <a:lnTo>
                    <a:pt x="4430712" y="1851660"/>
                  </a:lnTo>
                  <a:close/>
                </a:path>
                <a:path w="7950834" h="1880235">
                  <a:moveTo>
                    <a:pt x="4464367" y="0"/>
                  </a:moveTo>
                  <a:lnTo>
                    <a:pt x="4435792" y="0"/>
                  </a:lnTo>
                  <a:lnTo>
                    <a:pt x="4435792" y="28575"/>
                  </a:lnTo>
                  <a:lnTo>
                    <a:pt x="4464367" y="28575"/>
                  </a:lnTo>
                  <a:lnTo>
                    <a:pt x="4464367" y="0"/>
                  </a:lnTo>
                  <a:close/>
                </a:path>
                <a:path w="7950834" h="1880235">
                  <a:moveTo>
                    <a:pt x="4487862" y="1851660"/>
                  </a:moveTo>
                  <a:lnTo>
                    <a:pt x="4459287" y="1851660"/>
                  </a:lnTo>
                  <a:lnTo>
                    <a:pt x="4459287" y="1880235"/>
                  </a:lnTo>
                  <a:lnTo>
                    <a:pt x="4487862" y="1880235"/>
                  </a:lnTo>
                  <a:lnTo>
                    <a:pt x="4487862" y="1851660"/>
                  </a:lnTo>
                  <a:close/>
                </a:path>
                <a:path w="7950834" h="1880235">
                  <a:moveTo>
                    <a:pt x="4521517" y="0"/>
                  </a:moveTo>
                  <a:lnTo>
                    <a:pt x="4492942" y="0"/>
                  </a:lnTo>
                  <a:lnTo>
                    <a:pt x="4492942" y="28575"/>
                  </a:lnTo>
                  <a:lnTo>
                    <a:pt x="4521517" y="28575"/>
                  </a:lnTo>
                  <a:lnTo>
                    <a:pt x="4521517" y="0"/>
                  </a:lnTo>
                  <a:close/>
                </a:path>
                <a:path w="7950834" h="1880235">
                  <a:moveTo>
                    <a:pt x="4545012" y="1851660"/>
                  </a:moveTo>
                  <a:lnTo>
                    <a:pt x="4516437" y="1851660"/>
                  </a:lnTo>
                  <a:lnTo>
                    <a:pt x="4516437" y="1880235"/>
                  </a:lnTo>
                  <a:lnTo>
                    <a:pt x="4545012" y="1880235"/>
                  </a:lnTo>
                  <a:lnTo>
                    <a:pt x="4545012" y="1851660"/>
                  </a:lnTo>
                  <a:close/>
                </a:path>
                <a:path w="7950834" h="1880235">
                  <a:moveTo>
                    <a:pt x="4578667" y="0"/>
                  </a:moveTo>
                  <a:lnTo>
                    <a:pt x="4550092" y="0"/>
                  </a:lnTo>
                  <a:lnTo>
                    <a:pt x="4550092" y="28575"/>
                  </a:lnTo>
                  <a:lnTo>
                    <a:pt x="4578667" y="28575"/>
                  </a:lnTo>
                  <a:lnTo>
                    <a:pt x="4578667" y="0"/>
                  </a:lnTo>
                  <a:close/>
                </a:path>
                <a:path w="7950834" h="1880235">
                  <a:moveTo>
                    <a:pt x="4602162" y="1851660"/>
                  </a:moveTo>
                  <a:lnTo>
                    <a:pt x="4573587" y="1851660"/>
                  </a:lnTo>
                  <a:lnTo>
                    <a:pt x="4573587" y="1880235"/>
                  </a:lnTo>
                  <a:lnTo>
                    <a:pt x="4602162" y="1880235"/>
                  </a:lnTo>
                  <a:lnTo>
                    <a:pt x="4602162" y="1851660"/>
                  </a:lnTo>
                  <a:close/>
                </a:path>
                <a:path w="7950834" h="1880235">
                  <a:moveTo>
                    <a:pt x="4635817" y="0"/>
                  </a:moveTo>
                  <a:lnTo>
                    <a:pt x="4607242" y="0"/>
                  </a:lnTo>
                  <a:lnTo>
                    <a:pt x="4607242" y="28575"/>
                  </a:lnTo>
                  <a:lnTo>
                    <a:pt x="4635817" y="28575"/>
                  </a:lnTo>
                  <a:lnTo>
                    <a:pt x="4635817" y="0"/>
                  </a:lnTo>
                  <a:close/>
                </a:path>
                <a:path w="7950834" h="1880235">
                  <a:moveTo>
                    <a:pt x="4659312" y="1851660"/>
                  </a:moveTo>
                  <a:lnTo>
                    <a:pt x="4630737" y="1851660"/>
                  </a:lnTo>
                  <a:lnTo>
                    <a:pt x="4630737" y="1880235"/>
                  </a:lnTo>
                  <a:lnTo>
                    <a:pt x="4659312" y="1880235"/>
                  </a:lnTo>
                  <a:lnTo>
                    <a:pt x="4659312" y="1851660"/>
                  </a:lnTo>
                  <a:close/>
                </a:path>
                <a:path w="7950834" h="1880235">
                  <a:moveTo>
                    <a:pt x="4692967" y="0"/>
                  </a:moveTo>
                  <a:lnTo>
                    <a:pt x="4664392" y="0"/>
                  </a:lnTo>
                  <a:lnTo>
                    <a:pt x="4664392" y="28575"/>
                  </a:lnTo>
                  <a:lnTo>
                    <a:pt x="4692967" y="28575"/>
                  </a:lnTo>
                  <a:lnTo>
                    <a:pt x="4692967" y="0"/>
                  </a:lnTo>
                  <a:close/>
                </a:path>
                <a:path w="7950834" h="1880235">
                  <a:moveTo>
                    <a:pt x="4716462" y="1851660"/>
                  </a:moveTo>
                  <a:lnTo>
                    <a:pt x="4687887" y="1851660"/>
                  </a:lnTo>
                  <a:lnTo>
                    <a:pt x="4687887" y="1880235"/>
                  </a:lnTo>
                  <a:lnTo>
                    <a:pt x="4716462" y="1880235"/>
                  </a:lnTo>
                  <a:lnTo>
                    <a:pt x="4716462" y="1851660"/>
                  </a:lnTo>
                  <a:close/>
                </a:path>
                <a:path w="7950834" h="1880235">
                  <a:moveTo>
                    <a:pt x="4750117" y="0"/>
                  </a:moveTo>
                  <a:lnTo>
                    <a:pt x="4721542" y="0"/>
                  </a:lnTo>
                  <a:lnTo>
                    <a:pt x="4721542" y="28575"/>
                  </a:lnTo>
                  <a:lnTo>
                    <a:pt x="4750117" y="28575"/>
                  </a:lnTo>
                  <a:lnTo>
                    <a:pt x="4750117" y="0"/>
                  </a:lnTo>
                  <a:close/>
                </a:path>
                <a:path w="7950834" h="1880235">
                  <a:moveTo>
                    <a:pt x="4773612" y="1851660"/>
                  </a:moveTo>
                  <a:lnTo>
                    <a:pt x="4745037" y="1851660"/>
                  </a:lnTo>
                  <a:lnTo>
                    <a:pt x="4745037" y="1880235"/>
                  </a:lnTo>
                  <a:lnTo>
                    <a:pt x="4773612" y="1880235"/>
                  </a:lnTo>
                  <a:lnTo>
                    <a:pt x="4773612" y="1851660"/>
                  </a:lnTo>
                  <a:close/>
                </a:path>
                <a:path w="7950834" h="1880235">
                  <a:moveTo>
                    <a:pt x="4807267" y="0"/>
                  </a:moveTo>
                  <a:lnTo>
                    <a:pt x="4778692" y="0"/>
                  </a:lnTo>
                  <a:lnTo>
                    <a:pt x="4778692" y="28575"/>
                  </a:lnTo>
                  <a:lnTo>
                    <a:pt x="4807267" y="28575"/>
                  </a:lnTo>
                  <a:lnTo>
                    <a:pt x="4807267" y="0"/>
                  </a:lnTo>
                  <a:close/>
                </a:path>
                <a:path w="7950834" h="1880235">
                  <a:moveTo>
                    <a:pt x="4830762" y="1851660"/>
                  </a:moveTo>
                  <a:lnTo>
                    <a:pt x="4802187" y="1851660"/>
                  </a:lnTo>
                  <a:lnTo>
                    <a:pt x="4802187" y="1880235"/>
                  </a:lnTo>
                  <a:lnTo>
                    <a:pt x="4830762" y="1880235"/>
                  </a:lnTo>
                  <a:lnTo>
                    <a:pt x="4830762" y="1851660"/>
                  </a:lnTo>
                  <a:close/>
                </a:path>
                <a:path w="7950834" h="1880235">
                  <a:moveTo>
                    <a:pt x="4864417" y="0"/>
                  </a:moveTo>
                  <a:lnTo>
                    <a:pt x="4835842" y="0"/>
                  </a:lnTo>
                  <a:lnTo>
                    <a:pt x="4835842" y="28575"/>
                  </a:lnTo>
                  <a:lnTo>
                    <a:pt x="4864417" y="28575"/>
                  </a:lnTo>
                  <a:lnTo>
                    <a:pt x="4864417" y="0"/>
                  </a:lnTo>
                  <a:close/>
                </a:path>
                <a:path w="7950834" h="1880235">
                  <a:moveTo>
                    <a:pt x="4887912" y="1851660"/>
                  </a:moveTo>
                  <a:lnTo>
                    <a:pt x="4859337" y="1851660"/>
                  </a:lnTo>
                  <a:lnTo>
                    <a:pt x="4859337" y="1880235"/>
                  </a:lnTo>
                  <a:lnTo>
                    <a:pt x="4887912" y="1880235"/>
                  </a:lnTo>
                  <a:lnTo>
                    <a:pt x="4887912" y="1851660"/>
                  </a:lnTo>
                  <a:close/>
                </a:path>
                <a:path w="7950834" h="1880235">
                  <a:moveTo>
                    <a:pt x="4921567" y="0"/>
                  </a:moveTo>
                  <a:lnTo>
                    <a:pt x="4892992" y="0"/>
                  </a:lnTo>
                  <a:lnTo>
                    <a:pt x="4892992" y="28575"/>
                  </a:lnTo>
                  <a:lnTo>
                    <a:pt x="4921567" y="28575"/>
                  </a:lnTo>
                  <a:lnTo>
                    <a:pt x="4921567" y="0"/>
                  </a:lnTo>
                  <a:close/>
                </a:path>
                <a:path w="7950834" h="1880235">
                  <a:moveTo>
                    <a:pt x="4945062" y="1851660"/>
                  </a:moveTo>
                  <a:lnTo>
                    <a:pt x="4916487" y="1851660"/>
                  </a:lnTo>
                  <a:lnTo>
                    <a:pt x="4916487" y="1880235"/>
                  </a:lnTo>
                  <a:lnTo>
                    <a:pt x="4945062" y="1880235"/>
                  </a:lnTo>
                  <a:lnTo>
                    <a:pt x="4945062" y="1851660"/>
                  </a:lnTo>
                  <a:close/>
                </a:path>
                <a:path w="7950834" h="1880235">
                  <a:moveTo>
                    <a:pt x="4978717" y="0"/>
                  </a:moveTo>
                  <a:lnTo>
                    <a:pt x="4950142" y="0"/>
                  </a:lnTo>
                  <a:lnTo>
                    <a:pt x="4950142" y="28575"/>
                  </a:lnTo>
                  <a:lnTo>
                    <a:pt x="4978717" y="28575"/>
                  </a:lnTo>
                  <a:lnTo>
                    <a:pt x="4978717" y="0"/>
                  </a:lnTo>
                  <a:close/>
                </a:path>
                <a:path w="7950834" h="1880235">
                  <a:moveTo>
                    <a:pt x="5002212" y="1851660"/>
                  </a:moveTo>
                  <a:lnTo>
                    <a:pt x="4973637" y="1851660"/>
                  </a:lnTo>
                  <a:lnTo>
                    <a:pt x="4973637" y="1880235"/>
                  </a:lnTo>
                  <a:lnTo>
                    <a:pt x="5002212" y="1880235"/>
                  </a:lnTo>
                  <a:lnTo>
                    <a:pt x="5002212" y="1851660"/>
                  </a:lnTo>
                  <a:close/>
                </a:path>
                <a:path w="7950834" h="1880235">
                  <a:moveTo>
                    <a:pt x="5035867" y="0"/>
                  </a:moveTo>
                  <a:lnTo>
                    <a:pt x="5007292" y="0"/>
                  </a:lnTo>
                  <a:lnTo>
                    <a:pt x="5007292" y="28575"/>
                  </a:lnTo>
                  <a:lnTo>
                    <a:pt x="5035867" y="28575"/>
                  </a:lnTo>
                  <a:lnTo>
                    <a:pt x="5035867" y="0"/>
                  </a:lnTo>
                  <a:close/>
                </a:path>
                <a:path w="7950834" h="1880235">
                  <a:moveTo>
                    <a:pt x="5059362" y="1851660"/>
                  </a:moveTo>
                  <a:lnTo>
                    <a:pt x="5030787" y="1851660"/>
                  </a:lnTo>
                  <a:lnTo>
                    <a:pt x="5030787" y="1880235"/>
                  </a:lnTo>
                  <a:lnTo>
                    <a:pt x="5059362" y="1880235"/>
                  </a:lnTo>
                  <a:lnTo>
                    <a:pt x="5059362" y="1851660"/>
                  </a:lnTo>
                  <a:close/>
                </a:path>
                <a:path w="7950834" h="1880235">
                  <a:moveTo>
                    <a:pt x="5093017" y="0"/>
                  </a:moveTo>
                  <a:lnTo>
                    <a:pt x="5064442" y="0"/>
                  </a:lnTo>
                  <a:lnTo>
                    <a:pt x="5064442" y="28575"/>
                  </a:lnTo>
                  <a:lnTo>
                    <a:pt x="5093017" y="28575"/>
                  </a:lnTo>
                  <a:lnTo>
                    <a:pt x="5093017" y="0"/>
                  </a:lnTo>
                  <a:close/>
                </a:path>
                <a:path w="7950834" h="1880235">
                  <a:moveTo>
                    <a:pt x="5116512" y="1851660"/>
                  </a:moveTo>
                  <a:lnTo>
                    <a:pt x="5087937" y="1851660"/>
                  </a:lnTo>
                  <a:lnTo>
                    <a:pt x="5087937" y="1880235"/>
                  </a:lnTo>
                  <a:lnTo>
                    <a:pt x="5116512" y="1880235"/>
                  </a:lnTo>
                  <a:lnTo>
                    <a:pt x="5116512" y="1851660"/>
                  </a:lnTo>
                  <a:close/>
                </a:path>
                <a:path w="7950834" h="1880235">
                  <a:moveTo>
                    <a:pt x="5150167" y="0"/>
                  </a:moveTo>
                  <a:lnTo>
                    <a:pt x="5121592" y="0"/>
                  </a:lnTo>
                  <a:lnTo>
                    <a:pt x="5121592" y="28575"/>
                  </a:lnTo>
                  <a:lnTo>
                    <a:pt x="5150167" y="28575"/>
                  </a:lnTo>
                  <a:lnTo>
                    <a:pt x="5150167" y="0"/>
                  </a:lnTo>
                  <a:close/>
                </a:path>
                <a:path w="7950834" h="1880235">
                  <a:moveTo>
                    <a:pt x="5173662" y="1851660"/>
                  </a:moveTo>
                  <a:lnTo>
                    <a:pt x="5145087" y="1851660"/>
                  </a:lnTo>
                  <a:lnTo>
                    <a:pt x="5145087" y="1880235"/>
                  </a:lnTo>
                  <a:lnTo>
                    <a:pt x="5173662" y="1880235"/>
                  </a:lnTo>
                  <a:lnTo>
                    <a:pt x="5173662" y="1851660"/>
                  </a:lnTo>
                  <a:close/>
                </a:path>
                <a:path w="7950834" h="1880235">
                  <a:moveTo>
                    <a:pt x="5207317" y="0"/>
                  </a:moveTo>
                  <a:lnTo>
                    <a:pt x="5178742" y="0"/>
                  </a:lnTo>
                  <a:lnTo>
                    <a:pt x="5178742" y="28575"/>
                  </a:lnTo>
                  <a:lnTo>
                    <a:pt x="5207317" y="28575"/>
                  </a:lnTo>
                  <a:lnTo>
                    <a:pt x="5207317" y="0"/>
                  </a:lnTo>
                  <a:close/>
                </a:path>
                <a:path w="7950834" h="1880235">
                  <a:moveTo>
                    <a:pt x="5230812" y="1851660"/>
                  </a:moveTo>
                  <a:lnTo>
                    <a:pt x="5202237" y="1851660"/>
                  </a:lnTo>
                  <a:lnTo>
                    <a:pt x="5202237" y="1880235"/>
                  </a:lnTo>
                  <a:lnTo>
                    <a:pt x="5230812" y="1880235"/>
                  </a:lnTo>
                  <a:lnTo>
                    <a:pt x="5230812" y="1851660"/>
                  </a:lnTo>
                  <a:close/>
                </a:path>
                <a:path w="7950834" h="1880235">
                  <a:moveTo>
                    <a:pt x="5264467" y="0"/>
                  </a:moveTo>
                  <a:lnTo>
                    <a:pt x="5235892" y="0"/>
                  </a:lnTo>
                  <a:lnTo>
                    <a:pt x="5235892" y="28575"/>
                  </a:lnTo>
                  <a:lnTo>
                    <a:pt x="5264467" y="28575"/>
                  </a:lnTo>
                  <a:lnTo>
                    <a:pt x="5264467" y="0"/>
                  </a:lnTo>
                  <a:close/>
                </a:path>
                <a:path w="7950834" h="1880235">
                  <a:moveTo>
                    <a:pt x="5287962" y="1851660"/>
                  </a:moveTo>
                  <a:lnTo>
                    <a:pt x="5259387" y="1851660"/>
                  </a:lnTo>
                  <a:lnTo>
                    <a:pt x="5259387" y="1880235"/>
                  </a:lnTo>
                  <a:lnTo>
                    <a:pt x="5287962" y="1880235"/>
                  </a:lnTo>
                  <a:lnTo>
                    <a:pt x="5287962" y="1851660"/>
                  </a:lnTo>
                  <a:close/>
                </a:path>
                <a:path w="7950834" h="1880235">
                  <a:moveTo>
                    <a:pt x="5321617" y="0"/>
                  </a:moveTo>
                  <a:lnTo>
                    <a:pt x="5293042" y="0"/>
                  </a:lnTo>
                  <a:lnTo>
                    <a:pt x="5293042" y="28575"/>
                  </a:lnTo>
                  <a:lnTo>
                    <a:pt x="5321617" y="28575"/>
                  </a:lnTo>
                  <a:lnTo>
                    <a:pt x="5321617" y="0"/>
                  </a:lnTo>
                  <a:close/>
                </a:path>
                <a:path w="7950834" h="1880235">
                  <a:moveTo>
                    <a:pt x="5345112" y="1851660"/>
                  </a:moveTo>
                  <a:lnTo>
                    <a:pt x="5316537" y="1851660"/>
                  </a:lnTo>
                  <a:lnTo>
                    <a:pt x="5316537" y="1880235"/>
                  </a:lnTo>
                  <a:lnTo>
                    <a:pt x="5345112" y="1880235"/>
                  </a:lnTo>
                  <a:lnTo>
                    <a:pt x="5345112" y="1851660"/>
                  </a:lnTo>
                  <a:close/>
                </a:path>
                <a:path w="7950834" h="1880235">
                  <a:moveTo>
                    <a:pt x="5378767" y="0"/>
                  </a:moveTo>
                  <a:lnTo>
                    <a:pt x="5350192" y="0"/>
                  </a:lnTo>
                  <a:lnTo>
                    <a:pt x="5350192" y="28575"/>
                  </a:lnTo>
                  <a:lnTo>
                    <a:pt x="5378767" y="28575"/>
                  </a:lnTo>
                  <a:lnTo>
                    <a:pt x="5378767" y="0"/>
                  </a:lnTo>
                  <a:close/>
                </a:path>
                <a:path w="7950834" h="1880235">
                  <a:moveTo>
                    <a:pt x="5402262" y="1851660"/>
                  </a:moveTo>
                  <a:lnTo>
                    <a:pt x="5373687" y="1851660"/>
                  </a:lnTo>
                  <a:lnTo>
                    <a:pt x="5373687" y="1880235"/>
                  </a:lnTo>
                  <a:lnTo>
                    <a:pt x="5402262" y="1880235"/>
                  </a:lnTo>
                  <a:lnTo>
                    <a:pt x="5402262" y="1851660"/>
                  </a:lnTo>
                  <a:close/>
                </a:path>
                <a:path w="7950834" h="1880235">
                  <a:moveTo>
                    <a:pt x="5435917" y="0"/>
                  </a:moveTo>
                  <a:lnTo>
                    <a:pt x="5407342" y="0"/>
                  </a:lnTo>
                  <a:lnTo>
                    <a:pt x="5407342" y="28575"/>
                  </a:lnTo>
                  <a:lnTo>
                    <a:pt x="5435917" y="28575"/>
                  </a:lnTo>
                  <a:lnTo>
                    <a:pt x="5435917" y="0"/>
                  </a:lnTo>
                  <a:close/>
                </a:path>
                <a:path w="7950834" h="1880235">
                  <a:moveTo>
                    <a:pt x="5459412" y="1851660"/>
                  </a:moveTo>
                  <a:lnTo>
                    <a:pt x="5430837" y="1851660"/>
                  </a:lnTo>
                  <a:lnTo>
                    <a:pt x="5430837" y="1880235"/>
                  </a:lnTo>
                  <a:lnTo>
                    <a:pt x="5459412" y="1880235"/>
                  </a:lnTo>
                  <a:lnTo>
                    <a:pt x="5459412" y="1851660"/>
                  </a:lnTo>
                  <a:close/>
                </a:path>
                <a:path w="7950834" h="1880235">
                  <a:moveTo>
                    <a:pt x="5493067" y="0"/>
                  </a:moveTo>
                  <a:lnTo>
                    <a:pt x="5464492" y="0"/>
                  </a:lnTo>
                  <a:lnTo>
                    <a:pt x="5464492" y="28575"/>
                  </a:lnTo>
                  <a:lnTo>
                    <a:pt x="5493067" y="28575"/>
                  </a:lnTo>
                  <a:lnTo>
                    <a:pt x="5493067" y="0"/>
                  </a:lnTo>
                  <a:close/>
                </a:path>
                <a:path w="7950834" h="1880235">
                  <a:moveTo>
                    <a:pt x="5516562" y="1851660"/>
                  </a:moveTo>
                  <a:lnTo>
                    <a:pt x="5487987" y="1851660"/>
                  </a:lnTo>
                  <a:lnTo>
                    <a:pt x="5487987" y="1880235"/>
                  </a:lnTo>
                  <a:lnTo>
                    <a:pt x="5516562" y="1880235"/>
                  </a:lnTo>
                  <a:lnTo>
                    <a:pt x="5516562" y="1851660"/>
                  </a:lnTo>
                  <a:close/>
                </a:path>
                <a:path w="7950834" h="1880235">
                  <a:moveTo>
                    <a:pt x="5550217" y="0"/>
                  </a:moveTo>
                  <a:lnTo>
                    <a:pt x="5521642" y="0"/>
                  </a:lnTo>
                  <a:lnTo>
                    <a:pt x="5521642" y="28575"/>
                  </a:lnTo>
                  <a:lnTo>
                    <a:pt x="5550217" y="28575"/>
                  </a:lnTo>
                  <a:lnTo>
                    <a:pt x="5550217" y="0"/>
                  </a:lnTo>
                  <a:close/>
                </a:path>
                <a:path w="7950834" h="1880235">
                  <a:moveTo>
                    <a:pt x="5573712" y="1851660"/>
                  </a:moveTo>
                  <a:lnTo>
                    <a:pt x="5545137" y="1851660"/>
                  </a:lnTo>
                  <a:lnTo>
                    <a:pt x="5545137" y="1880235"/>
                  </a:lnTo>
                  <a:lnTo>
                    <a:pt x="5573712" y="1880235"/>
                  </a:lnTo>
                  <a:lnTo>
                    <a:pt x="5573712" y="1851660"/>
                  </a:lnTo>
                  <a:close/>
                </a:path>
                <a:path w="7950834" h="1880235">
                  <a:moveTo>
                    <a:pt x="5607367" y="0"/>
                  </a:moveTo>
                  <a:lnTo>
                    <a:pt x="5578792" y="0"/>
                  </a:lnTo>
                  <a:lnTo>
                    <a:pt x="5578792" y="28575"/>
                  </a:lnTo>
                  <a:lnTo>
                    <a:pt x="5607367" y="28575"/>
                  </a:lnTo>
                  <a:lnTo>
                    <a:pt x="5607367" y="0"/>
                  </a:lnTo>
                  <a:close/>
                </a:path>
                <a:path w="7950834" h="1880235">
                  <a:moveTo>
                    <a:pt x="5630862" y="1851660"/>
                  </a:moveTo>
                  <a:lnTo>
                    <a:pt x="5602287" y="1851660"/>
                  </a:lnTo>
                  <a:lnTo>
                    <a:pt x="5602287" y="1880235"/>
                  </a:lnTo>
                  <a:lnTo>
                    <a:pt x="5630862" y="1880235"/>
                  </a:lnTo>
                  <a:lnTo>
                    <a:pt x="5630862" y="1851660"/>
                  </a:lnTo>
                  <a:close/>
                </a:path>
                <a:path w="7950834" h="1880235">
                  <a:moveTo>
                    <a:pt x="5664517" y="0"/>
                  </a:moveTo>
                  <a:lnTo>
                    <a:pt x="5635942" y="0"/>
                  </a:lnTo>
                  <a:lnTo>
                    <a:pt x="5635942" y="28575"/>
                  </a:lnTo>
                  <a:lnTo>
                    <a:pt x="5664517" y="28575"/>
                  </a:lnTo>
                  <a:lnTo>
                    <a:pt x="5664517" y="0"/>
                  </a:lnTo>
                  <a:close/>
                </a:path>
                <a:path w="7950834" h="1880235">
                  <a:moveTo>
                    <a:pt x="5688012" y="1851660"/>
                  </a:moveTo>
                  <a:lnTo>
                    <a:pt x="5659437" y="1851660"/>
                  </a:lnTo>
                  <a:lnTo>
                    <a:pt x="5659437" y="1880235"/>
                  </a:lnTo>
                  <a:lnTo>
                    <a:pt x="5688012" y="1880235"/>
                  </a:lnTo>
                  <a:lnTo>
                    <a:pt x="5688012" y="1851660"/>
                  </a:lnTo>
                  <a:close/>
                </a:path>
                <a:path w="7950834" h="1880235">
                  <a:moveTo>
                    <a:pt x="5721667" y="0"/>
                  </a:moveTo>
                  <a:lnTo>
                    <a:pt x="5693092" y="0"/>
                  </a:lnTo>
                  <a:lnTo>
                    <a:pt x="5693092" y="28575"/>
                  </a:lnTo>
                  <a:lnTo>
                    <a:pt x="5721667" y="28575"/>
                  </a:lnTo>
                  <a:lnTo>
                    <a:pt x="5721667" y="0"/>
                  </a:lnTo>
                  <a:close/>
                </a:path>
                <a:path w="7950834" h="1880235">
                  <a:moveTo>
                    <a:pt x="5745162" y="1851660"/>
                  </a:moveTo>
                  <a:lnTo>
                    <a:pt x="5716587" y="1851660"/>
                  </a:lnTo>
                  <a:lnTo>
                    <a:pt x="5716587" y="1880235"/>
                  </a:lnTo>
                  <a:lnTo>
                    <a:pt x="5745162" y="1880235"/>
                  </a:lnTo>
                  <a:lnTo>
                    <a:pt x="5745162" y="1851660"/>
                  </a:lnTo>
                  <a:close/>
                </a:path>
                <a:path w="7950834" h="1880235">
                  <a:moveTo>
                    <a:pt x="5778817" y="0"/>
                  </a:moveTo>
                  <a:lnTo>
                    <a:pt x="5750242" y="0"/>
                  </a:lnTo>
                  <a:lnTo>
                    <a:pt x="5750242" y="28575"/>
                  </a:lnTo>
                  <a:lnTo>
                    <a:pt x="5778817" y="28575"/>
                  </a:lnTo>
                  <a:lnTo>
                    <a:pt x="5778817" y="0"/>
                  </a:lnTo>
                  <a:close/>
                </a:path>
                <a:path w="7950834" h="1880235">
                  <a:moveTo>
                    <a:pt x="5802312" y="1851660"/>
                  </a:moveTo>
                  <a:lnTo>
                    <a:pt x="5773737" y="1851660"/>
                  </a:lnTo>
                  <a:lnTo>
                    <a:pt x="5773737" y="1880235"/>
                  </a:lnTo>
                  <a:lnTo>
                    <a:pt x="5802312" y="1880235"/>
                  </a:lnTo>
                  <a:lnTo>
                    <a:pt x="5802312" y="1851660"/>
                  </a:lnTo>
                  <a:close/>
                </a:path>
                <a:path w="7950834" h="1880235">
                  <a:moveTo>
                    <a:pt x="5835967" y="0"/>
                  </a:moveTo>
                  <a:lnTo>
                    <a:pt x="5807392" y="0"/>
                  </a:lnTo>
                  <a:lnTo>
                    <a:pt x="5807392" y="28575"/>
                  </a:lnTo>
                  <a:lnTo>
                    <a:pt x="5835967" y="28575"/>
                  </a:lnTo>
                  <a:lnTo>
                    <a:pt x="5835967" y="0"/>
                  </a:lnTo>
                  <a:close/>
                </a:path>
                <a:path w="7950834" h="1880235">
                  <a:moveTo>
                    <a:pt x="5859462" y="1851660"/>
                  </a:moveTo>
                  <a:lnTo>
                    <a:pt x="5830887" y="1851660"/>
                  </a:lnTo>
                  <a:lnTo>
                    <a:pt x="5830887" y="1880235"/>
                  </a:lnTo>
                  <a:lnTo>
                    <a:pt x="5859462" y="1880235"/>
                  </a:lnTo>
                  <a:lnTo>
                    <a:pt x="5859462" y="1851660"/>
                  </a:lnTo>
                  <a:close/>
                </a:path>
                <a:path w="7950834" h="1880235">
                  <a:moveTo>
                    <a:pt x="5893117" y="0"/>
                  </a:moveTo>
                  <a:lnTo>
                    <a:pt x="5864542" y="0"/>
                  </a:lnTo>
                  <a:lnTo>
                    <a:pt x="5864542" y="28575"/>
                  </a:lnTo>
                  <a:lnTo>
                    <a:pt x="5893117" y="28575"/>
                  </a:lnTo>
                  <a:lnTo>
                    <a:pt x="5893117" y="0"/>
                  </a:lnTo>
                  <a:close/>
                </a:path>
                <a:path w="7950834" h="1880235">
                  <a:moveTo>
                    <a:pt x="5916612" y="1851660"/>
                  </a:moveTo>
                  <a:lnTo>
                    <a:pt x="5888037" y="1851660"/>
                  </a:lnTo>
                  <a:lnTo>
                    <a:pt x="5888037" y="1880235"/>
                  </a:lnTo>
                  <a:lnTo>
                    <a:pt x="5916612" y="1880235"/>
                  </a:lnTo>
                  <a:lnTo>
                    <a:pt x="5916612" y="1851660"/>
                  </a:lnTo>
                  <a:close/>
                </a:path>
                <a:path w="7950834" h="1880235">
                  <a:moveTo>
                    <a:pt x="5950267" y="0"/>
                  </a:moveTo>
                  <a:lnTo>
                    <a:pt x="5921692" y="0"/>
                  </a:lnTo>
                  <a:lnTo>
                    <a:pt x="5921692" y="28575"/>
                  </a:lnTo>
                  <a:lnTo>
                    <a:pt x="5950267" y="28575"/>
                  </a:lnTo>
                  <a:lnTo>
                    <a:pt x="5950267" y="0"/>
                  </a:lnTo>
                  <a:close/>
                </a:path>
                <a:path w="7950834" h="1880235">
                  <a:moveTo>
                    <a:pt x="5973762" y="1851660"/>
                  </a:moveTo>
                  <a:lnTo>
                    <a:pt x="5945187" y="1851660"/>
                  </a:lnTo>
                  <a:lnTo>
                    <a:pt x="5945187" y="1880235"/>
                  </a:lnTo>
                  <a:lnTo>
                    <a:pt x="5973762" y="1880235"/>
                  </a:lnTo>
                  <a:lnTo>
                    <a:pt x="5973762" y="1851660"/>
                  </a:lnTo>
                  <a:close/>
                </a:path>
                <a:path w="7950834" h="1880235">
                  <a:moveTo>
                    <a:pt x="6007417" y="0"/>
                  </a:moveTo>
                  <a:lnTo>
                    <a:pt x="5978842" y="0"/>
                  </a:lnTo>
                  <a:lnTo>
                    <a:pt x="5978842" y="28575"/>
                  </a:lnTo>
                  <a:lnTo>
                    <a:pt x="6007417" y="28575"/>
                  </a:lnTo>
                  <a:lnTo>
                    <a:pt x="6007417" y="0"/>
                  </a:lnTo>
                  <a:close/>
                </a:path>
                <a:path w="7950834" h="1880235">
                  <a:moveTo>
                    <a:pt x="6030912" y="1851660"/>
                  </a:moveTo>
                  <a:lnTo>
                    <a:pt x="6002337" y="1851660"/>
                  </a:lnTo>
                  <a:lnTo>
                    <a:pt x="6002337" y="1880235"/>
                  </a:lnTo>
                  <a:lnTo>
                    <a:pt x="6030912" y="1880235"/>
                  </a:lnTo>
                  <a:lnTo>
                    <a:pt x="6030912" y="1851660"/>
                  </a:lnTo>
                  <a:close/>
                </a:path>
                <a:path w="7950834" h="1880235">
                  <a:moveTo>
                    <a:pt x="6064567" y="0"/>
                  </a:moveTo>
                  <a:lnTo>
                    <a:pt x="6035992" y="0"/>
                  </a:lnTo>
                  <a:lnTo>
                    <a:pt x="6035992" y="28575"/>
                  </a:lnTo>
                  <a:lnTo>
                    <a:pt x="6064567" y="28575"/>
                  </a:lnTo>
                  <a:lnTo>
                    <a:pt x="6064567" y="0"/>
                  </a:lnTo>
                  <a:close/>
                </a:path>
                <a:path w="7950834" h="1880235">
                  <a:moveTo>
                    <a:pt x="6088062" y="1851660"/>
                  </a:moveTo>
                  <a:lnTo>
                    <a:pt x="6059487" y="1851660"/>
                  </a:lnTo>
                  <a:lnTo>
                    <a:pt x="6059487" y="1880235"/>
                  </a:lnTo>
                  <a:lnTo>
                    <a:pt x="6088062" y="1880235"/>
                  </a:lnTo>
                  <a:lnTo>
                    <a:pt x="6088062" y="1851660"/>
                  </a:lnTo>
                  <a:close/>
                </a:path>
                <a:path w="7950834" h="1880235">
                  <a:moveTo>
                    <a:pt x="6121717" y="0"/>
                  </a:moveTo>
                  <a:lnTo>
                    <a:pt x="6093142" y="0"/>
                  </a:lnTo>
                  <a:lnTo>
                    <a:pt x="6093142" y="28575"/>
                  </a:lnTo>
                  <a:lnTo>
                    <a:pt x="6121717" y="28575"/>
                  </a:lnTo>
                  <a:lnTo>
                    <a:pt x="6121717" y="0"/>
                  </a:lnTo>
                  <a:close/>
                </a:path>
                <a:path w="7950834" h="1880235">
                  <a:moveTo>
                    <a:pt x="6145212" y="1851660"/>
                  </a:moveTo>
                  <a:lnTo>
                    <a:pt x="6116637" y="1851660"/>
                  </a:lnTo>
                  <a:lnTo>
                    <a:pt x="6116637" y="1880235"/>
                  </a:lnTo>
                  <a:lnTo>
                    <a:pt x="6145212" y="1880235"/>
                  </a:lnTo>
                  <a:lnTo>
                    <a:pt x="6145212" y="1851660"/>
                  </a:lnTo>
                  <a:close/>
                </a:path>
                <a:path w="7950834" h="1880235">
                  <a:moveTo>
                    <a:pt x="6178867" y="0"/>
                  </a:moveTo>
                  <a:lnTo>
                    <a:pt x="6150292" y="0"/>
                  </a:lnTo>
                  <a:lnTo>
                    <a:pt x="6150292" y="28575"/>
                  </a:lnTo>
                  <a:lnTo>
                    <a:pt x="6178867" y="28575"/>
                  </a:lnTo>
                  <a:lnTo>
                    <a:pt x="6178867" y="0"/>
                  </a:lnTo>
                  <a:close/>
                </a:path>
                <a:path w="7950834" h="1880235">
                  <a:moveTo>
                    <a:pt x="6202362" y="1851660"/>
                  </a:moveTo>
                  <a:lnTo>
                    <a:pt x="6173787" y="1851660"/>
                  </a:lnTo>
                  <a:lnTo>
                    <a:pt x="6173787" y="1880235"/>
                  </a:lnTo>
                  <a:lnTo>
                    <a:pt x="6202362" y="1880235"/>
                  </a:lnTo>
                  <a:lnTo>
                    <a:pt x="6202362" y="1851660"/>
                  </a:lnTo>
                  <a:close/>
                </a:path>
                <a:path w="7950834" h="1880235">
                  <a:moveTo>
                    <a:pt x="6236017" y="0"/>
                  </a:moveTo>
                  <a:lnTo>
                    <a:pt x="6207442" y="0"/>
                  </a:lnTo>
                  <a:lnTo>
                    <a:pt x="6207442" y="28575"/>
                  </a:lnTo>
                  <a:lnTo>
                    <a:pt x="6236017" y="28575"/>
                  </a:lnTo>
                  <a:lnTo>
                    <a:pt x="6236017" y="0"/>
                  </a:lnTo>
                  <a:close/>
                </a:path>
                <a:path w="7950834" h="1880235">
                  <a:moveTo>
                    <a:pt x="6259512" y="1851660"/>
                  </a:moveTo>
                  <a:lnTo>
                    <a:pt x="6230937" y="1851660"/>
                  </a:lnTo>
                  <a:lnTo>
                    <a:pt x="6230937" y="1880235"/>
                  </a:lnTo>
                  <a:lnTo>
                    <a:pt x="6259512" y="1880235"/>
                  </a:lnTo>
                  <a:lnTo>
                    <a:pt x="6259512" y="1851660"/>
                  </a:lnTo>
                  <a:close/>
                </a:path>
                <a:path w="7950834" h="1880235">
                  <a:moveTo>
                    <a:pt x="6293167" y="0"/>
                  </a:moveTo>
                  <a:lnTo>
                    <a:pt x="6264592" y="0"/>
                  </a:lnTo>
                  <a:lnTo>
                    <a:pt x="6264592" y="28575"/>
                  </a:lnTo>
                  <a:lnTo>
                    <a:pt x="6293167" y="28575"/>
                  </a:lnTo>
                  <a:lnTo>
                    <a:pt x="6293167" y="0"/>
                  </a:lnTo>
                  <a:close/>
                </a:path>
                <a:path w="7950834" h="1880235">
                  <a:moveTo>
                    <a:pt x="6316662" y="1851660"/>
                  </a:moveTo>
                  <a:lnTo>
                    <a:pt x="6288087" y="1851660"/>
                  </a:lnTo>
                  <a:lnTo>
                    <a:pt x="6288087" y="1880235"/>
                  </a:lnTo>
                  <a:lnTo>
                    <a:pt x="6316662" y="1880235"/>
                  </a:lnTo>
                  <a:lnTo>
                    <a:pt x="6316662" y="1851660"/>
                  </a:lnTo>
                  <a:close/>
                </a:path>
                <a:path w="7950834" h="1880235">
                  <a:moveTo>
                    <a:pt x="6350317" y="0"/>
                  </a:moveTo>
                  <a:lnTo>
                    <a:pt x="6321742" y="0"/>
                  </a:lnTo>
                  <a:lnTo>
                    <a:pt x="6321742" y="28575"/>
                  </a:lnTo>
                  <a:lnTo>
                    <a:pt x="6350317" y="28575"/>
                  </a:lnTo>
                  <a:lnTo>
                    <a:pt x="6350317" y="0"/>
                  </a:lnTo>
                  <a:close/>
                </a:path>
                <a:path w="7950834" h="1880235">
                  <a:moveTo>
                    <a:pt x="6373812" y="1851660"/>
                  </a:moveTo>
                  <a:lnTo>
                    <a:pt x="6345237" y="1851660"/>
                  </a:lnTo>
                  <a:lnTo>
                    <a:pt x="6345237" y="1880235"/>
                  </a:lnTo>
                  <a:lnTo>
                    <a:pt x="6373812" y="1880235"/>
                  </a:lnTo>
                  <a:lnTo>
                    <a:pt x="6373812" y="1851660"/>
                  </a:lnTo>
                  <a:close/>
                </a:path>
                <a:path w="7950834" h="1880235">
                  <a:moveTo>
                    <a:pt x="6407455" y="0"/>
                  </a:moveTo>
                  <a:lnTo>
                    <a:pt x="6378892" y="0"/>
                  </a:lnTo>
                  <a:lnTo>
                    <a:pt x="6378892" y="28575"/>
                  </a:lnTo>
                  <a:lnTo>
                    <a:pt x="6407455" y="28575"/>
                  </a:lnTo>
                  <a:lnTo>
                    <a:pt x="6407455" y="0"/>
                  </a:lnTo>
                  <a:close/>
                </a:path>
                <a:path w="7950834" h="1880235">
                  <a:moveTo>
                    <a:pt x="6430962" y="1851660"/>
                  </a:moveTo>
                  <a:lnTo>
                    <a:pt x="6402387" y="1851660"/>
                  </a:lnTo>
                  <a:lnTo>
                    <a:pt x="6402387" y="1880235"/>
                  </a:lnTo>
                  <a:lnTo>
                    <a:pt x="6430962" y="1880235"/>
                  </a:lnTo>
                  <a:lnTo>
                    <a:pt x="6430962" y="1851660"/>
                  </a:lnTo>
                  <a:close/>
                </a:path>
                <a:path w="7950834" h="1880235">
                  <a:moveTo>
                    <a:pt x="6464605" y="0"/>
                  </a:moveTo>
                  <a:lnTo>
                    <a:pt x="6436030" y="0"/>
                  </a:lnTo>
                  <a:lnTo>
                    <a:pt x="6436030" y="28575"/>
                  </a:lnTo>
                  <a:lnTo>
                    <a:pt x="6464605" y="28575"/>
                  </a:lnTo>
                  <a:lnTo>
                    <a:pt x="6464605" y="0"/>
                  </a:lnTo>
                  <a:close/>
                </a:path>
                <a:path w="7950834" h="1880235">
                  <a:moveTo>
                    <a:pt x="6488112" y="1851660"/>
                  </a:moveTo>
                  <a:lnTo>
                    <a:pt x="6459537" y="1851660"/>
                  </a:lnTo>
                  <a:lnTo>
                    <a:pt x="6459537" y="1880235"/>
                  </a:lnTo>
                  <a:lnTo>
                    <a:pt x="6488112" y="1880235"/>
                  </a:lnTo>
                  <a:lnTo>
                    <a:pt x="6488112" y="1851660"/>
                  </a:lnTo>
                  <a:close/>
                </a:path>
                <a:path w="7950834" h="1880235">
                  <a:moveTo>
                    <a:pt x="6521755" y="0"/>
                  </a:moveTo>
                  <a:lnTo>
                    <a:pt x="6493180" y="0"/>
                  </a:lnTo>
                  <a:lnTo>
                    <a:pt x="6493180" y="28575"/>
                  </a:lnTo>
                  <a:lnTo>
                    <a:pt x="6521755" y="28575"/>
                  </a:lnTo>
                  <a:lnTo>
                    <a:pt x="6521755" y="0"/>
                  </a:lnTo>
                  <a:close/>
                </a:path>
                <a:path w="7950834" h="1880235">
                  <a:moveTo>
                    <a:pt x="6545262" y="1851660"/>
                  </a:moveTo>
                  <a:lnTo>
                    <a:pt x="6516687" y="1851660"/>
                  </a:lnTo>
                  <a:lnTo>
                    <a:pt x="6516687" y="1880235"/>
                  </a:lnTo>
                  <a:lnTo>
                    <a:pt x="6545262" y="1880235"/>
                  </a:lnTo>
                  <a:lnTo>
                    <a:pt x="6545262" y="1851660"/>
                  </a:lnTo>
                  <a:close/>
                </a:path>
                <a:path w="7950834" h="1880235">
                  <a:moveTo>
                    <a:pt x="6578917" y="0"/>
                  </a:moveTo>
                  <a:lnTo>
                    <a:pt x="6550342" y="0"/>
                  </a:lnTo>
                  <a:lnTo>
                    <a:pt x="6550342" y="28575"/>
                  </a:lnTo>
                  <a:lnTo>
                    <a:pt x="6578917" y="28575"/>
                  </a:lnTo>
                  <a:lnTo>
                    <a:pt x="6578917" y="0"/>
                  </a:lnTo>
                  <a:close/>
                </a:path>
                <a:path w="7950834" h="1880235">
                  <a:moveTo>
                    <a:pt x="6602412" y="1851660"/>
                  </a:moveTo>
                  <a:lnTo>
                    <a:pt x="6573837" y="1851660"/>
                  </a:lnTo>
                  <a:lnTo>
                    <a:pt x="6573837" y="1880235"/>
                  </a:lnTo>
                  <a:lnTo>
                    <a:pt x="6602412" y="1880235"/>
                  </a:lnTo>
                  <a:lnTo>
                    <a:pt x="6602412" y="1851660"/>
                  </a:lnTo>
                  <a:close/>
                </a:path>
                <a:path w="7950834" h="1880235">
                  <a:moveTo>
                    <a:pt x="6636067" y="0"/>
                  </a:moveTo>
                  <a:lnTo>
                    <a:pt x="6607492" y="0"/>
                  </a:lnTo>
                  <a:lnTo>
                    <a:pt x="6607492" y="28575"/>
                  </a:lnTo>
                  <a:lnTo>
                    <a:pt x="6636067" y="28575"/>
                  </a:lnTo>
                  <a:lnTo>
                    <a:pt x="6636067" y="0"/>
                  </a:lnTo>
                  <a:close/>
                </a:path>
                <a:path w="7950834" h="1880235">
                  <a:moveTo>
                    <a:pt x="6659562" y="1851660"/>
                  </a:moveTo>
                  <a:lnTo>
                    <a:pt x="6630987" y="1851660"/>
                  </a:lnTo>
                  <a:lnTo>
                    <a:pt x="6630987" y="1880235"/>
                  </a:lnTo>
                  <a:lnTo>
                    <a:pt x="6659562" y="1880235"/>
                  </a:lnTo>
                  <a:lnTo>
                    <a:pt x="6659562" y="1851660"/>
                  </a:lnTo>
                  <a:close/>
                </a:path>
                <a:path w="7950834" h="1880235">
                  <a:moveTo>
                    <a:pt x="6693217" y="0"/>
                  </a:moveTo>
                  <a:lnTo>
                    <a:pt x="6664642" y="0"/>
                  </a:lnTo>
                  <a:lnTo>
                    <a:pt x="6664642" y="28575"/>
                  </a:lnTo>
                  <a:lnTo>
                    <a:pt x="6693217" y="28575"/>
                  </a:lnTo>
                  <a:lnTo>
                    <a:pt x="6693217" y="0"/>
                  </a:lnTo>
                  <a:close/>
                </a:path>
                <a:path w="7950834" h="1880235">
                  <a:moveTo>
                    <a:pt x="6716712" y="1851660"/>
                  </a:moveTo>
                  <a:lnTo>
                    <a:pt x="6688137" y="1851660"/>
                  </a:lnTo>
                  <a:lnTo>
                    <a:pt x="6688137" y="1880235"/>
                  </a:lnTo>
                  <a:lnTo>
                    <a:pt x="6716712" y="1880235"/>
                  </a:lnTo>
                  <a:lnTo>
                    <a:pt x="6716712" y="1851660"/>
                  </a:lnTo>
                  <a:close/>
                </a:path>
                <a:path w="7950834" h="1880235">
                  <a:moveTo>
                    <a:pt x="6750367" y="0"/>
                  </a:moveTo>
                  <a:lnTo>
                    <a:pt x="6721792" y="0"/>
                  </a:lnTo>
                  <a:lnTo>
                    <a:pt x="6721792" y="28575"/>
                  </a:lnTo>
                  <a:lnTo>
                    <a:pt x="6750367" y="28575"/>
                  </a:lnTo>
                  <a:lnTo>
                    <a:pt x="6750367" y="0"/>
                  </a:lnTo>
                  <a:close/>
                </a:path>
                <a:path w="7950834" h="1880235">
                  <a:moveTo>
                    <a:pt x="6773862" y="1851660"/>
                  </a:moveTo>
                  <a:lnTo>
                    <a:pt x="6745287" y="1851660"/>
                  </a:lnTo>
                  <a:lnTo>
                    <a:pt x="6745287" y="1880235"/>
                  </a:lnTo>
                  <a:lnTo>
                    <a:pt x="6773862" y="1880235"/>
                  </a:lnTo>
                  <a:lnTo>
                    <a:pt x="6773862" y="1851660"/>
                  </a:lnTo>
                  <a:close/>
                </a:path>
                <a:path w="7950834" h="1880235">
                  <a:moveTo>
                    <a:pt x="6807517" y="0"/>
                  </a:moveTo>
                  <a:lnTo>
                    <a:pt x="6778942" y="0"/>
                  </a:lnTo>
                  <a:lnTo>
                    <a:pt x="6778942" y="28575"/>
                  </a:lnTo>
                  <a:lnTo>
                    <a:pt x="6807517" y="28575"/>
                  </a:lnTo>
                  <a:lnTo>
                    <a:pt x="6807517" y="0"/>
                  </a:lnTo>
                  <a:close/>
                </a:path>
                <a:path w="7950834" h="1880235">
                  <a:moveTo>
                    <a:pt x="6831012" y="1851660"/>
                  </a:moveTo>
                  <a:lnTo>
                    <a:pt x="6802437" y="1851660"/>
                  </a:lnTo>
                  <a:lnTo>
                    <a:pt x="6802437" y="1880235"/>
                  </a:lnTo>
                  <a:lnTo>
                    <a:pt x="6831012" y="1880235"/>
                  </a:lnTo>
                  <a:lnTo>
                    <a:pt x="6831012" y="1851660"/>
                  </a:lnTo>
                  <a:close/>
                </a:path>
                <a:path w="7950834" h="1880235">
                  <a:moveTo>
                    <a:pt x="6864667" y="0"/>
                  </a:moveTo>
                  <a:lnTo>
                    <a:pt x="6836092" y="0"/>
                  </a:lnTo>
                  <a:lnTo>
                    <a:pt x="6836092" y="28575"/>
                  </a:lnTo>
                  <a:lnTo>
                    <a:pt x="6864667" y="28575"/>
                  </a:lnTo>
                  <a:lnTo>
                    <a:pt x="6864667" y="0"/>
                  </a:lnTo>
                  <a:close/>
                </a:path>
                <a:path w="7950834" h="1880235">
                  <a:moveTo>
                    <a:pt x="6888162" y="1851660"/>
                  </a:moveTo>
                  <a:lnTo>
                    <a:pt x="6859587" y="1851660"/>
                  </a:lnTo>
                  <a:lnTo>
                    <a:pt x="6859587" y="1880235"/>
                  </a:lnTo>
                  <a:lnTo>
                    <a:pt x="6888162" y="1880235"/>
                  </a:lnTo>
                  <a:lnTo>
                    <a:pt x="6888162" y="1851660"/>
                  </a:lnTo>
                  <a:close/>
                </a:path>
                <a:path w="7950834" h="1880235">
                  <a:moveTo>
                    <a:pt x="6921817" y="0"/>
                  </a:moveTo>
                  <a:lnTo>
                    <a:pt x="6893242" y="0"/>
                  </a:lnTo>
                  <a:lnTo>
                    <a:pt x="6893242" y="28575"/>
                  </a:lnTo>
                  <a:lnTo>
                    <a:pt x="6921817" y="28575"/>
                  </a:lnTo>
                  <a:lnTo>
                    <a:pt x="6921817" y="0"/>
                  </a:lnTo>
                  <a:close/>
                </a:path>
                <a:path w="7950834" h="1880235">
                  <a:moveTo>
                    <a:pt x="6945312" y="1851660"/>
                  </a:moveTo>
                  <a:lnTo>
                    <a:pt x="6916737" y="1851660"/>
                  </a:lnTo>
                  <a:lnTo>
                    <a:pt x="6916737" y="1880235"/>
                  </a:lnTo>
                  <a:lnTo>
                    <a:pt x="6945312" y="1880235"/>
                  </a:lnTo>
                  <a:lnTo>
                    <a:pt x="6945312" y="1851660"/>
                  </a:lnTo>
                  <a:close/>
                </a:path>
                <a:path w="7950834" h="1880235">
                  <a:moveTo>
                    <a:pt x="6978967" y="0"/>
                  </a:moveTo>
                  <a:lnTo>
                    <a:pt x="6950392" y="0"/>
                  </a:lnTo>
                  <a:lnTo>
                    <a:pt x="6950392" y="28575"/>
                  </a:lnTo>
                  <a:lnTo>
                    <a:pt x="6978967" y="28575"/>
                  </a:lnTo>
                  <a:lnTo>
                    <a:pt x="6978967" y="0"/>
                  </a:lnTo>
                  <a:close/>
                </a:path>
                <a:path w="7950834" h="1880235">
                  <a:moveTo>
                    <a:pt x="7002462" y="1851660"/>
                  </a:moveTo>
                  <a:lnTo>
                    <a:pt x="6973887" y="1851660"/>
                  </a:lnTo>
                  <a:lnTo>
                    <a:pt x="6973887" y="1880235"/>
                  </a:lnTo>
                  <a:lnTo>
                    <a:pt x="7002462" y="1880235"/>
                  </a:lnTo>
                  <a:lnTo>
                    <a:pt x="7002462" y="1851660"/>
                  </a:lnTo>
                  <a:close/>
                </a:path>
                <a:path w="7950834" h="1880235">
                  <a:moveTo>
                    <a:pt x="7036117" y="0"/>
                  </a:moveTo>
                  <a:lnTo>
                    <a:pt x="7007542" y="0"/>
                  </a:lnTo>
                  <a:lnTo>
                    <a:pt x="7007542" y="28575"/>
                  </a:lnTo>
                  <a:lnTo>
                    <a:pt x="7036117" y="28575"/>
                  </a:lnTo>
                  <a:lnTo>
                    <a:pt x="7036117" y="0"/>
                  </a:lnTo>
                  <a:close/>
                </a:path>
                <a:path w="7950834" h="1880235">
                  <a:moveTo>
                    <a:pt x="7059612" y="1851660"/>
                  </a:moveTo>
                  <a:lnTo>
                    <a:pt x="7031037" y="1851660"/>
                  </a:lnTo>
                  <a:lnTo>
                    <a:pt x="7031037" y="1880235"/>
                  </a:lnTo>
                  <a:lnTo>
                    <a:pt x="7059612" y="1880235"/>
                  </a:lnTo>
                  <a:lnTo>
                    <a:pt x="7059612" y="1851660"/>
                  </a:lnTo>
                  <a:close/>
                </a:path>
                <a:path w="7950834" h="1880235">
                  <a:moveTo>
                    <a:pt x="7093267" y="0"/>
                  </a:moveTo>
                  <a:lnTo>
                    <a:pt x="7064692" y="0"/>
                  </a:lnTo>
                  <a:lnTo>
                    <a:pt x="7064692" y="28575"/>
                  </a:lnTo>
                  <a:lnTo>
                    <a:pt x="7093267" y="28575"/>
                  </a:lnTo>
                  <a:lnTo>
                    <a:pt x="7093267" y="0"/>
                  </a:lnTo>
                  <a:close/>
                </a:path>
                <a:path w="7950834" h="1880235">
                  <a:moveTo>
                    <a:pt x="7116762" y="1851660"/>
                  </a:moveTo>
                  <a:lnTo>
                    <a:pt x="7088187" y="1851660"/>
                  </a:lnTo>
                  <a:lnTo>
                    <a:pt x="7088187" y="1880235"/>
                  </a:lnTo>
                  <a:lnTo>
                    <a:pt x="7116762" y="1880235"/>
                  </a:lnTo>
                  <a:lnTo>
                    <a:pt x="7116762" y="1851660"/>
                  </a:lnTo>
                  <a:close/>
                </a:path>
                <a:path w="7950834" h="1880235">
                  <a:moveTo>
                    <a:pt x="7150417" y="0"/>
                  </a:moveTo>
                  <a:lnTo>
                    <a:pt x="7121842" y="0"/>
                  </a:lnTo>
                  <a:lnTo>
                    <a:pt x="7121842" y="28575"/>
                  </a:lnTo>
                  <a:lnTo>
                    <a:pt x="7150417" y="28575"/>
                  </a:lnTo>
                  <a:lnTo>
                    <a:pt x="7150417" y="0"/>
                  </a:lnTo>
                  <a:close/>
                </a:path>
                <a:path w="7950834" h="1880235">
                  <a:moveTo>
                    <a:pt x="7173912" y="1851660"/>
                  </a:moveTo>
                  <a:lnTo>
                    <a:pt x="7145337" y="1851660"/>
                  </a:lnTo>
                  <a:lnTo>
                    <a:pt x="7145337" y="1880235"/>
                  </a:lnTo>
                  <a:lnTo>
                    <a:pt x="7173912" y="1880235"/>
                  </a:lnTo>
                  <a:lnTo>
                    <a:pt x="7173912" y="1851660"/>
                  </a:lnTo>
                  <a:close/>
                </a:path>
                <a:path w="7950834" h="1880235">
                  <a:moveTo>
                    <a:pt x="7207567" y="0"/>
                  </a:moveTo>
                  <a:lnTo>
                    <a:pt x="7178992" y="0"/>
                  </a:lnTo>
                  <a:lnTo>
                    <a:pt x="7178992" y="28575"/>
                  </a:lnTo>
                  <a:lnTo>
                    <a:pt x="7207567" y="28575"/>
                  </a:lnTo>
                  <a:lnTo>
                    <a:pt x="7207567" y="0"/>
                  </a:lnTo>
                  <a:close/>
                </a:path>
                <a:path w="7950834" h="1880235">
                  <a:moveTo>
                    <a:pt x="7231062" y="1851660"/>
                  </a:moveTo>
                  <a:lnTo>
                    <a:pt x="7202487" y="1851660"/>
                  </a:lnTo>
                  <a:lnTo>
                    <a:pt x="7202487" y="1880235"/>
                  </a:lnTo>
                  <a:lnTo>
                    <a:pt x="7231062" y="1880235"/>
                  </a:lnTo>
                  <a:lnTo>
                    <a:pt x="7231062" y="1851660"/>
                  </a:lnTo>
                  <a:close/>
                </a:path>
                <a:path w="7950834" h="1880235">
                  <a:moveTo>
                    <a:pt x="7264717" y="0"/>
                  </a:moveTo>
                  <a:lnTo>
                    <a:pt x="7236142" y="0"/>
                  </a:lnTo>
                  <a:lnTo>
                    <a:pt x="7236142" y="28575"/>
                  </a:lnTo>
                  <a:lnTo>
                    <a:pt x="7264717" y="28575"/>
                  </a:lnTo>
                  <a:lnTo>
                    <a:pt x="7264717" y="0"/>
                  </a:lnTo>
                  <a:close/>
                </a:path>
                <a:path w="7950834" h="1880235">
                  <a:moveTo>
                    <a:pt x="7288212" y="1851660"/>
                  </a:moveTo>
                  <a:lnTo>
                    <a:pt x="7259637" y="1851660"/>
                  </a:lnTo>
                  <a:lnTo>
                    <a:pt x="7259637" y="1880235"/>
                  </a:lnTo>
                  <a:lnTo>
                    <a:pt x="7288212" y="1880235"/>
                  </a:lnTo>
                  <a:lnTo>
                    <a:pt x="7288212" y="1851660"/>
                  </a:lnTo>
                  <a:close/>
                </a:path>
                <a:path w="7950834" h="1880235">
                  <a:moveTo>
                    <a:pt x="7321867" y="0"/>
                  </a:moveTo>
                  <a:lnTo>
                    <a:pt x="7293292" y="0"/>
                  </a:lnTo>
                  <a:lnTo>
                    <a:pt x="7293292" y="28575"/>
                  </a:lnTo>
                  <a:lnTo>
                    <a:pt x="7321867" y="28575"/>
                  </a:lnTo>
                  <a:lnTo>
                    <a:pt x="7321867" y="0"/>
                  </a:lnTo>
                  <a:close/>
                </a:path>
                <a:path w="7950834" h="1880235">
                  <a:moveTo>
                    <a:pt x="7345362" y="1851660"/>
                  </a:moveTo>
                  <a:lnTo>
                    <a:pt x="7316787" y="1851660"/>
                  </a:lnTo>
                  <a:lnTo>
                    <a:pt x="7316787" y="1880235"/>
                  </a:lnTo>
                  <a:lnTo>
                    <a:pt x="7345362" y="1880235"/>
                  </a:lnTo>
                  <a:lnTo>
                    <a:pt x="7345362" y="1851660"/>
                  </a:lnTo>
                  <a:close/>
                </a:path>
                <a:path w="7950834" h="1880235">
                  <a:moveTo>
                    <a:pt x="7379017" y="0"/>
                  </a:moveTo>
                  <a:lnTo>
                    <a:pt x="7350442" y="0"/>
                  </a:lnTo>
                  <a:lnTo>
                    <a:pt x="7350442" y="28575"/>
                  </a:lnTo>
                  <a:lnTo>
                    <a:pt x="7379017" y="28575"/>
                  </a:lnTo>
                  <a:lnTo>
                    <a:pt x="7379017" y="0"/>
                  </a:lnTo>
                  <a:close/>
                </a:path>
                <a:path w="7950834" h="1880235">
                  <a:moveTo>
                    <a:pt x="7402512" y="1851660"/>
                  </a:moveTo>
                  <a:lnTo>
                    <a:pt x="7373937" y="1851660"/>
                  </a:lnTo>
                  <a:lnTo>
                    <a:pt x="7373937" y="1880235"/>
                  </a:lnTo>
                  <a:lnTo>
                    <a:pt x="7402512" y="1880235"/>
                  </a:lnTo>
                  <a:lnTo>
                    <a:pt x="7402512" y="1851660"/>
                  </a:lnTo>
                  <a:close/>
                </a:path>
                <a:path w="7950834" h="1880235">
                  <a:moveTo>
                    <a:pt x="7436167" y="0"/>
                  </a:moveTo>
                  <a:lnTo>
                    <a:pt x="7407592" y="0"/>
                  </a:lnTo>
                  <a:lnTo>
                    <a:pt x="7407592" y="28575"/>
                  </a:lnTo>
                  <a:lnTo>
                    <a:pt x="7436167" y="28575"/>
                  </a:lnTo>
                  <a:lnTo>
                    <a:pt x="7436167" y="0"/>
                  </a:lnTo>
                  <a:close/>
                </a:path>
                <a:path w="7950834" h="1880235">
                  <a:moveTo>
                    <a:pt x="7459662" y="1851660"/>
                  </a:moveTo>
                  <a:lnTo>
                    <a:pt x="7431087" y="1851660"/>
                  </a:lnTo>
                  <a:lnTo>
                    <a:pt x="7431087" y="1880235"/>
                  </a:lnTo>
                  <a:lnTo>
                    <a:pt x="7459662" y="1880235"/>
                  </a:lnTo>
                  <a:lnTo>
                    <a:pt x="7459662" y="1851660"/>
                  </a:lnTo>
                  <a:close/>
                </a:path>
                <a:path w="7950834" h="1880235">
                  <a:moveTo>
                    <a:pt x="7493317" y="0"/>
                  </a:moveTo>
                  <a:lnTo>
                    <a:pt x="7464742" y="0"/>
                  </a:lnTo>
                  <a:lnTo>
                    <a:pt x="7464742" y="28575"/>
                  </a:lnTo>
                  <a:lnTo>
                    <a:pt x="7493317" y="28575"/>
                  </a:lnTo>
                  <a:lnTo>
                    <a:pt x="7493317" y="0"/>
                  </a:lnTo>
                  <a:close/>
                </a:path>
                <a:path w="7950834" h="1880235">
                  <a:moveTo>
                    <a:pt x="7516812" y="1851660"/>
                  </a:moveTo>
                  <a:lnTo>
                    <a:pt x="7488237" y="1851660"/>
                  </a:lnTo>
                  <a:lnTo>
                    <a:pt x="7488237" y="1880235"/>
                  </a:lnTo>
                  <a:lnTo>
                    <a:pt x="7516812" y="1880235"/>
                  </a:lnTo>
                  <a:lnTo>
                    <a:pt x="7516812" y="1851660"/>
                  </a:lnTo>
                  <a:close/>
                </a:path>
                <a:path w="7950834" h="1880235">
                  <a:moveTo>
                    <a:pt x="7550467" y="0"/>
                  </a:moveTo>
                  <a:lnTo>
                    <a:pt x="7521892" y="0"/>
                  </a:lnTo>
                  <a:lnTo>
                    <a:pt x="7521892" y="28575"/>
                  </a:lnTo>
                  <a:lnTo>
                    <a:pt x="7550467" y="28575"/>
                  </a:lnTo>
                  <a:lnTo>
                    <a:pt x="7550467" y="0"/>
                  </a:lnTo>
                  <a:close/>
                </a:path>
                <a:path w="7950834" h="1880235">
                  <a:moveTo>
                    <a:pt x="7573962" y="1851660"/>
                  </a:moveTo>
                  <a:lnTo>
                    <a:pt x="7545387" y="1851660"/>
                  </a:lnTo>
                  <a:lnTo>
                    <a:pt x="7545387" y="1880235"/>
                  </a:lnTo>
                  <a:lnTo>
                    <a:pt x="7573962" y="1880235"/>
                  </a:lnTo>
                  <a:lnTo>
                    <a:pt x="7573962" y="1851660"/>
                  </a:lnTo>
                  <a:close/>
                </a:path>
                <a:path w="7950834" h="1880235">
                  <a:moveTo>
                    <a:pt x="7607617" y="0"/>
                  </a:moveTo>
                  <a:lnTo>
                    <a:pt x="7579042" y="0"/>
                  </a:lnTo>
                  <a:lnTo>
                    <a:pt x="7579042" y="28575"/>
                  </a:lnTo>
                  <a:lnTo>
                    <a:pt x="7607617" y="28575"/>
                  </a:lnTo>
                  <a:lnTo>
                    <a:pt x="7607617" y="0"/>
                  </a:lnTo>
                  <a:close/>
                </a:path>
                <a:path w="7950834" h="1880235">
                  <a:moveTo>
                    <a:pt x="7631112" y="1851660"/>
                  </a:moveTo>
                  <a:lnTo>
                    <a:pt x="7602537" y="1851660"/>
                  </a:lnTo>
                  <a:lnTo>
                    <a:pt x="7602537" y="1880235"/>
                  </a:lnTo>
                  <a:lnTo>
                    <a:pt x="7631112" y="1880235"/>
                  </a:lnTo>
                  <a:lnTo>
                    <a:pt x="7631112" y="1851660"/>
                  </a:lnTo>
                  <a:close/>
                </a:path>
                <a:path w="7950834" h="1880235">
                  <a:moveTo>
                    <a:pt x="7664767" y="0"/>
                  </a:moveTo>
                  <a:lnTo>
                    <a:pt x="7636192" y="0"/>
                  </a:lnTo>
                  <a:lnTo>
                    <a:pt x="7636192" y="28575"/>
                  </a:lnTo>
                  <a:lnTo>
                    <a:pt x="7664767" y="28575"/>
                  </a:lnTo>
                  <a:lnTo>
                    <a:pt x="7664767" y="0"/>
                  </a:lnTo>
                  <a:close/>
                </a:path>
                <a:path w="7950834" h="1880235">
                  <a:moveTo>
                    <a:pt x="7688262" y="1851660"/>
                  </a:moveTo>
                  <a:lnTo>
                    <a:pt x="7659687" y="1851660"/>
                  </a:lnTo>
                  <a:lnTo>
                    <a:pt x="7659687" y="1880235"/>
                  </a:lnTo>
                  <a:lnTo>
                    <a:pt x="7688262" y="1880235"/>
                  </a:lnTo>
                  <a:lnTo>
                    <a:pt x="7688262" y="1851660"/>
                  </a:lnTo>
                  <a:close/>
                </a:path>
                <a:path w="7950834" h="1880235">
                  <a:moveTo>
                    <a:pt x="7721917" y="0"/>
                  </a:moveTo>
                  <a:lnTo>
                    <a:pt x="7693342" y="0"/>
                  </a:lnTo>
                  <a:lnTo>
                    <a:pt x="7693342" y="28575"/>
                  </a:lnTo>
                  <a:lnTo>
                    <a:pt x="7721917" y="28575"/>
                  </a:lnTo>
                  <a:lnTo>
                    <a:pt x="7721917" y="0"/>
                  </a:lnTo>
                  <a:close/>
                </a:path>
                <a:path w="7950834" h="1880235">
                  <a:moveTo>
                    <a:pt x="7745412" y="1851660"/>
                  </a:moveTo>
                  <a:lnTo>
                    <a:pt x="7716837" y="1851660"/>
                  </a:lnTo>
                  <a:lnTo>
                    <a:pt x="7716837" y="1880235"/>
                  </a:lnTo>
                  <a:lnTo>
                    <a:pt x="7745412" y="1880235"/>
                  </a:lnTo>
                  <a:lnTo>
                    <a:pt x="7745412" y="1851660"/>
                  </a:lnTo>
                  <a:close/>
                </a:path>
                <a:path w="7950834" h="1880235">
                  <a:moveTo>
                    <a:pt x="7779067" y="0"/>
                  </a:moveTo>
                  <a:lnTo>
                    <a:pt x="7750492" y="0"/>
                  </a:lnTo>
                  <a:lnTo>
                    <a:pt x="7750492" y="28575"/>
                  </a:lnTo>
                  <a:lnTo>
                    <a:pt x="7779067" y="28575"/>
                  </a:lnTo>
                  <a:lnTo>
                    <a:pt x="7779067" y="0"/>
                  </a:lnTo>
                  <a:close/>
                </a:path>
                <a:path w="7950834" h="1880235">
                  <a:moveTo>
                    <a:pt x="7802562" y="1851660"/>
                  </a:moveTo>
                  <a:lnTo>
                    <a:pt x="7773987" y="1851660"/>
                  </a:lnTo>
                  <a:lnTo>
                    <a:pt x="7773987" y="1880235"/>
                  </a:lnTo>
                  <a:lnTo>
                    <a:pt x="7802562" y="1880235"/>
                  </a:lnTo>
                  <a:lnTo>
                    <a:pt x="7802562" y="1851660"/>
                  </a:lnTo>
                  <a:close/>
                </a:path>
                <a:path w="7950834" h="1880235">
                  <a:moveTo>
                    <a:pt x="7836217" y="0"/>
                  </a:moveTo>
                  <a:lnTo>
                    <a:pt x="7807642" y="0"/>
                  </a:lnTo>
                  <a:lnTo>
                    <a:pt x="7807642" y="28575"/>
                  </a:lnTo>
                  <a:lnTo>
                    <a:pt x="7836217" y="28575"/>
                  </a:lnTo>
                  <a:lnTo>
                    <a:pt x="7836217" y="0"/>
                  </a:lnTo>
                  <a:close/>
                </a:path>
                <a:path w="7950834" h="1880235">
                  <a:moveTo>
                    <a:pt x="7859712" y="1851660"/>
                  </a:moveTo>
                  <a:lnTo>
                    <a:pt x="7831137" y="1851660"/>
                  </a:lnTo>
                  <a:lnTo>
                    <a:pt x="7831137" y="1880235"/>
                  </a:lnTo>
                  <a:lnTo>
                    <a:pt x="7859712" y="1880235"/>
                  </a:lnTo>
                  <a:lnTo>
                    <a:pt x="7859712" y="1851660"/>
                  </a:lnTo>
                  <a:close/>
                </a:path>
                <a:path w="7950834" h="1880235">
                  <a:moveTo>
                    <a:pt x="7893367" y="0"/>
                  </a:moveTo>
                  <a:lnTo>
                    <a:pt x="7864792" y="0"/>
                  </a:lnTo>
                  <a:lnTo>
                    <a:pt x="7864792" y="28575"/>
                  </a:lnTo>
                  <a:lnTo>
                    <a:pt x="7893367" y="28575"/>
                  </a:lnTo>
                  <a:lnTo>
                    <a:pt x="7893367" y="0"/>
                  </a:lnTo>
                  <a:close/>
                </a:path>
                <a:path w="7950834" h="1880235">
                  <a:moveTo>
                    <a:pt x="7916862" y="1851660"/>
                  </a:moveTo>
                  <a:lnTo>
                    <a:pt x="7888287" y="1851660"/>
                  </a:lnTo>
                  <a:lnTo>
                    <a:pt x="7888287" y="1880235"/>
                  </a:lnTo>
                  <a:lnTo>
                    <a:pt x="7916862" y="1880235"/>
                  </a:lnTo>
                  <a:lnTo>
                    <a:pt x="7916862" y="1851660"/>
                  </a:lnTo>
                  <a:close/>
                </a:path>
                <a:path w="7950834" h="1880235">
                  <a:moveTo>
                    <a:pt x="7950835" y="1828482"/>
                  </a:moveTo>
                  <a:lnTo>
                    <a:pt x="7922260" y="1828482"/>
                  </a:lnTo>
                  <a:lnTo>
                    <a:pt x="7922260" y="1857057"/>
                  </a:lnTo>
                  <a:lnTo>
                    <a:pt x="7950835" y="1857057"/>
                  </a:lnTo>
                  <a:lnTo>
                    <a:pt x="7950835" y="1828482"/>
                  </a:lnTo>
                  <a:close/>
                </a:path>
                <a:path w="7950834" h="1880235">
                  <a:moveTo>
                    <a:pt x="7950835" y="1771332"/>
                  </a:moveTo>
                  <a:lnTo>
                    <a:pt x="7922260" y="1771332"/>
                  </a:lnTo>
                  <a:lnTo>
                    <a:pt x="7922260" y="1799907"/>
                  </a:lnTo>
                  <a:lnTo>
                    <a:pt x="7950835" y="1799907"/>
                  </a:lnTo>
                  <a:lnTo>
                    <a:pt x="7950835" y="1771332"/>
                  </a:lnTo>
                  <a:close/>
                </a:path>
                <a:path w="7950834" h="1880235">
                  <a:moveTo>
                    <a:pt x="7950835" y="1714182"/>
                  </a:moveTo>
                  <a:lnTo>
                    <a:pt x="7922260" y="1714182"/>
                  </a:lnTo>
                  <a:lnTo>
                    <a:pt x="7922260" y="1742757"/>
                  </a:lnTo>
                  <a:lnTo>
                    <a:pt x="7950835" y="1742757"/>
                  </a:lnTo>
                  <a:lnTo>
                    <a:pt x="7950835" y="1714182"/>
                  </a:lnTo>
                  <a:close/>
                </a:path>
                <a:path w="7950834" h="1880235">
                  <a:moveTo>
                    <a:pt x="7950835" y="1657032"/>
                  </a:moveTo>
                  <a:lnTo>
                    <a:pt x="7922260" y="1657032"/>
                  </a:lnTo>
                  <a:lnTo>
                    <a:pt x="7922260" y="1685607"/>
                  </a:lnTo>
                  <a:lnTo>
                    <a:pt x="7950835" y="1685607"/>
                  </a:lnTo>
                  <a:lnTo>
                    <a:pt x="7950835" y="1657032"/>
                  </a:lnTo>
                  <a:close/>
                </a:path>
                <a:path w="7950834" h="1880235">
                  <a:moveTo>
                    <a:pt x="7950835" y="1599882"/>
                  </a:moveTo>
                  <a:lnTo>
                    <a:pt x="7922260" y="1599882"/>
                  </a:lnTo>
                  <a:lnTo>
                    <a:pt x="7922260" y="1628457"/>
                  </a:lnTo>
                  <a:lnTo>
                    <a:pt x="7950835" y="1628457"/>
                  </a:lnTo>
                  <a:lnTo>
                    <a:pt x="7950835" y="1599882"/>
                  </a:lnTo>
                  <a:close/>
                </a:path>
                <a:path w="7950834" h="1880235">
                  <a:moveTo>
                    <a:pt x="7950835" y="1542732"/>
                  </a:moveTo>
                  <a:lnTo>
                    <a:pt x="7922260" y="1542732"/>
                  </a:lnTo>
                  <a:lnTo>
                    <a:pt x="7922260" y="1571307"/>
                  </a:lnTo>
                  <a:lnTo>
                    <a:pt x="7950835" y="1571307"/>
                  </a:lnTo>
                  <a:lnTo>
                    <a:pt x="7950835" y="1542732"/>
                  </a:lnTo>
                  <a:close/>
                </a:path>
                <a:path w="7950834" h="1880235">
                  <a:moveTo>
                    <a:pt x="7950835" y="1485582"/>
                  </a:moveTo>
                  <a:lnTo>
                    <a:pt x="7922260" y="1485582"/>
                  </a:lnTo>
                  <a:lnTo>
                    <a:pt x="7922260" y="1514157"/>
                  </a:lnTo>
                  <a:lnTo>
                    <a:pt x="7950835" y="1514157"/>
                  </a:lnTo>
                  <a:lnTo>
                    <a:pt x="7950835" y="1485582"/>
                  </a:lnTo>
                  <a:close/>
                </a:path>
                <a:path w="7950834" h="1880235">
                  <a:moveTo>
                    <a:pt x="7950835" y="1428432"/>
                  </a:moveTo>
                  <a:lnTo>
                    <a:pt x="7922260" y="1428432"/>
                  </a:lnTo>
                  <a:lnTo>
                    <a:pt x="7922260" y="1457007"/>
                  </a:lnTo>
                  <a:lnTo>
                    <a:pt x="7950835" y="1457007"/>
                  </a:lnTo>
                  <a:lnTo>
                    <a:pt x="7950835" y="1428432"/>
                  </a:lnTo>
                  <a:close/>
                </a:path>
                <a:path w="7950834" h="1880235">
                  <a:moveTo>
                    <a:pt x="7950835" y="1371282"/>
                  </a:moveTo>
                  <a:lnTo>
                    <a:pt x="7922260" y="1371282"/>
                  </a:lnTo>
                  <a:lnTo>
                    <a:pt x="7922260" y="1399857"/>
                  </a:lnTo>
                  <a:lnTo>
                    <a:pt x="7950835" y="1399857"/>
                  </a:lnTo>
                  <a:lnTo>
                    <a:pt x="7950835" y="1371282"/>
                  </a:lnTo>
                  <a:close/>
                </a:path>
                <a:path w="7950834" h="1880235">
                  <a:moveTo>
                    <a:pt x="7950835" y="1314132"/>
                  </a:moveTo>
                  <a:lnTo>
                    <a:pt x="7922260" y="1314132"/>
                  </a:lnTo>
                  <a:lnTo>
                    <a:pt x="7922260" y="1342707"/>
                  </a:lnTo>
                  <a:lnTo>
                    <a:pt x="7950835" y="1342707"/>
                  </a:lnTo>
                  <a:lnTo>
                    <a:pt x="7950835" y="1314132"/>
                  </a:lnTo>
                  <a:close/>
                </a:path>
                <a:path w="7950834" h="1880235">
                  <a:moveTo>
                    <a:pt x="7950835" y="1256982"/>
                  </a:moveTo>
                  <a:lnTo>
                    <a:pt x="7922260" y="1256982"/>
                  </a:lnTo>
                  <a:lnTo>
                    <a:pt x="7922260" y="1285557"/>
                  </a:lnTo>
                  <a:lnTo>
                    <a:pt x="7950835" y="1285557"/>
                  </a:lnTo>
                  <a:lnTo>
                    <a:pt x="7950835" y="1256982"/>
                  </a:lnTo>
                  <a:close/>
                </a:path>
                <a:path w="7950834" h="1880235">
                  <a:moveTo>
                    <a:pt x="7950835" y="1199832"/>
                  </a:moveTo>
                  <a:lnTo>
                    <a:pt x="7922260" y="1199832"/>
                  </a:lnTo>
                  <a:lnTo>
                    <a:pt x="7922260" y="1228407"/>
                  </a:lnTo>
                  <a:lnTo>
                    <a:pt x="7950835" y="1228407"/>
                  </a:lnTo>
                  <a:lnTo>
                    <a:pt x="7950835" y="1199832"/>
                  </a:lnTo>
                  <a:close/>
                </a:path>
                <a:path w="7950834" h="1880235">
                  <a:moveTo>
                    <a:pt x="7950835" y="1142682"/>
                  </a:moveTo>
                  <a:lnTo>
                    <a:pt x="7922260" y="1142682"/>
                  </a:lnTo>
                  <a:lnTo>
                    <a:pt x="7922260" y="1171257"/>
                  </a:lnTo>
                  <a:lnTo>
                    <a:pt x="7950835" y="1171257"/>
                  </a:lnTo>
                  <a:lnTo>
                    <a:pt x="7950835" y="1142682"/>
                  </a:lnTo>
                  <a:close/>
                </a:path>
                <a:path w="7950834" h="1880235">
                  <a:moveTo>
                    <a:pt x="7950835" y="1085532"/>
                  </a:moveTo>
                  <a:lnTo>
                    <a:pt x="7922260" y="1085532"/>
                  </a:lnTo>
                  <a:lnTo>
                    <a:pt x="7922260" y="1114107"/>
                  </a:lnTo>
                  <a:lnTo>
                    <a:pt x="7950835" y="1114107"/>
                  </a:lnTo>
                  <a:lnTo>
                    <a:pt x="7950835" y="1085532"/>
                  </a:lnTo>
                  <a:close/>
                </a:path>
                <a:path w="7950834" h="1880235">
                  <a:moveTo>
                    <a:pt x="7950835" y="1028382"/>
                  </a:moveTo>
                  <a:lnTo>
                    <a:pt x="7922260" y="1028382"/>
                  </a:lnTo>
                  <a:lnTo>
                    <a:pt x="7922260" y="1056957"/>
                  </a:lnTo>
                  <a:lnTo>
                    <a:pt x="7950835" y="1056957"/>
                  </a:lnTo>
                  <a:lnTo>
                    <a:pt x="7950835" y="1028382"/>
                  </a:lnTo>
                  <a:close/>
                </a:path>
                <a:path w="7950834" h="1880235">
                  <a:moveTo>
                    <a:pt x="7950835" y="971232"/>
                  </a:moveTo>
                  <a:lnTo>
                    <a:pt x="7922260" y="971232"/>
                  </a:lnTo>
                  <a:lnTo>
                    <a:pt x="7922260" y="999807"/>
                  </a:lnTo>
                  <a:lnTo>
                    <a:pt x="7950835" y="999807"/>
                  </a:lnTo>
                  <a:lnTo>
                    <a:pt x="7950835" y="971232"/>
                  </a:lnTo>
                  <a:close/>
                </a:path>
                <a:path w="7950834" h="1880235">
                  <a:moveTo>
                    <a:pt x="7950835" y="914082"/>
                  </a:moveTo>
                  <a:lnTo>
                    <a:pt x="7922260" y="914082"/>
                  </a:lnTo>
                  <a:lnTo>
                    <a:pt x="7922260" y="942657"/>
                  </a:lnTo>
                  <a:lnTo>
                    <a:pt x="7950835" y="942657"/>
                  </a:lnTo>
                  <a:lnTo>
                    <a:pt x="7950835" y="914082"/>
                  </a:lnTo>
                  <a:close/>
                </a:path>
                <a:path w="7950834" h="1880235">
                  <a:moveTo>
                    <a:pt x="7950835" y="856932"/>
                  </a:moveTo>
                  <a:lnTo>
                    <a:pt x="7922260" y="856932"/>
                  </a:lnTo>
                  <a:lnTo>
                    <a:pt x="7922260" y="885507"/>
                  </a:lnTo>
                  <a:lnTo>
                    <a:pt x="7950835" y="885507"/>
                  </a:lnTo>
                  <a:lnTo>
                    <a:pt x="7950835" y="856932"/>
                  </a:lnTo>
                  <a:close/>
                </a:path>
                <a:path w="7950834" h="1880235">
                  <a:moveTo>
                    <a:pt x="7950835" y="799782"/>
                  </a:moveTo>
                  <a:lnTo>
                    <a:pt x="7922260" y="799782"/>
                  </a:lnTo>
                  <a:lnTo>
                    <a:pt x="7922260" y="828357"/>
                  </a:lnTo>
                  <a:lnTo>
                    <a:pt x="7950835" y="828357"/>
                  </a:lnTo>
                  <a:lnTo>
                    <a:pt x="7950835" y="799782"/>
                  </a:lnTo>
                  <a:close/>
                </a:path>
                <a:path w="7950834" h="1880235">
                  <a:moveTo>
                    <a:pt x="7950835" y="742632"/>
                  </a:moveTo>
                  <a:lnTo>
                    <a:pt x="7922260" y="742632"/>
                  </a:lnTo>
                  <a:lnTo>
                    <a:pt x="7922260" y="771207"/>
                  </a:lnTo>
                  <a:lnTo>
                    <a:pt x="7950835" y="771207"/>
                  </a:lnTo>
                  <a:lnTo>
                    <a:pt x="7950835" y="742632"/>
                  </a:lnTo>
                  <a:close/>
                </a:path>
                <a:path w="7950834" h="1880235">
                  <a:moveTo>
                    <a:pt x="7950835" y="685482"/>
                  </a:moveTo>
                  <a:lnTo>
                    <a:pt x="7922260" y="685482"/>
                  </a:lnTo>
                  <a:lnTo>
                    <a:pt x="7922260" y="714057"/>
                  </a:lnTo>
                  <a:lnTo>
                    <a:pt x="7950835" y="714057"/>
                  </a:lnTo>
                  <a:lnTo>
                    <a:pt x="7950835" y="685482"/>
                  </a:lnTo>
                  <a:close/>
                </a:path>
                <a:path w="7950834" h="1880235">
                  <a:moveTo>
                    <a:pt x="7950835" y="628332"/>
                  </a:moveTo>
                  <a:lnTo>
                    <a:pt x="7922260" y="628332"/>
                  </a:lnTo>
                  <a:lnTo>
                    <a:pt x="7922260" y="656907"/>
                  </a:lnTo>
                  <a:lnTo>
                    <a:pt x="7950835" y="656907"/>
                  </a:lnTo>
                  <a:lnTo>
                    <a:pt x="7950835" y="628332"/>
                  </a:lnTo>
                  <a:close/>
                </a:path>
                <a:path w="7950834" h="1880235">
                  <a:moveTo>
                    <a:pt x="7950835" y="571182"/>
                  </a:moveTo>
                  <a:lnTo>
                    <a:pt x="7922260" y="571182"/>
                  </a:lnTo>
                  <a:lnTo>
                    <a:pt x="7922260" y="599757"/>
                  </a:lnTo>
                  <a:lnTo>
                    <a:pt x="7950835" y="599757"/>
                  </a:lnTo>
                  <a:lnTo>
                    <a:pt x="7950835" y="571182"/>
                  </a:lnTo>
                  <a:close/>
                </a:path>
                <a:path w="7950834" h="1880235">
                  <a:moveTo>
                    <a:pt x="7950835" y="514032"/>
                  </a:moveTo>
                  <a:lnTo>
                    <a:pt x="7922260" y="514032"/>
                  </a:lnTo>
                  <a:lnTo>
                    <a:pt x="7922260" y="542607"/>
                  </a:lnTo>
                  <a:lnTo>
                    <a:pt x="7950835" y="542607"/>
                  </a:lnTo>
                  <a:lnTo>
                    <a:pt x="7950835" y="514032"/>
                  </a:lnTo>
                  <a:close/>
                </a:path>
                <a:path w="7950834" h="1880235">
                  <a:moveTo>
                    <a:pt x="7950835" y="456882"/>
                  </a:moveTo>
                  <a:lnTo>
                    <a:pt x="7922260" y="456882"/>
                  </a:lnTo>
                  <a:lnTo>
                    <a:pt x="7922260" y="485457"/>
                  </a:lnTo>
                  <a:lnTo>
                    <a:pt x="7950835" y="485457"/>
                  </a:lnTo>
                  <a:lnTo>
                    <a:pt x="7950835" y="456882"/>
                  </a:lnTo>
                  <a:close/>
                </a:path>
                <a:path w="7950834" h="1880235">
                  <a:moveTo>
                    <a:pt x="7950835" y="399732"/>
                  </a:moveTo>
                  <a:lnTo>
                    <a:pt x="7922260" y="399732"/>
                  </a:lnTo>
                  <a:lnTo>
                    <a:pt x="7922260" y="428307"/>
                  </a:lnTo>
                  <a:lnTo>
                    <a:pt x="7950835" y="428307"/>
                  </a:lnTo>
                  <a:lnTo>
                    <a:pt x="7950835" y="399732"/>
                  </a:lnTo>
                  <a:close/>
                </a:path>
                <a:path w="7950834" h="1880235">
                  <a:moveTo>
                    <a:pt x="7950835" y="342582"/>
                  </a:moveTo>
                  <a:lnTo>
                    <a:pt x="7922260" y="342582"/>
                  </a:lnTo>
                  <a:lnTo>
                    <a:pt x="7922260" y="371157"/>
                  </a:lnTo>
                  <a:lnTo>
                    <a:pt x="7950835" y="371157"/>
                  </a:lnTo>
                  <a:lnTo>
                    <a:pt x="7950835" y="342582"/>
                  </a:lnTo>
                  <a:close/>
                </a:path>
                <a:path w="7950834" h="1880235">
                  <a:moveTo>
                    <a:pt x="7950835" y="285432"/>
                  </a:moveTo>
                  <a:lnTo>
                    <a:pt x="7922260" y="285432"/>
                  </a:lnTo>
                  <a:lnTo>
                    <a:pt x="7922260" y="314007"/>
                  </a:lnTo>
                  <a:lnTo>
                    <a:pt x="7950835" y="314007"/>
                  </a:lnTo>
                  <a:lnTo>
                    <a:pt x="7950835" y="285432"/>
                  </a:lnTo>
                  <a:close/>
                </a:path>
                <a:path w="7950834" h="1880235">
                  <a:moveTo>
                    <a:pt x="7950835" y="228282"/>
                  </a:moveTo>
                  <a:lnTo>
                    <a:pt x="7922260" y="228282"/>
                  </a:lnTo>
                  <a:lnTo>
                    <a:pt x="7922260" y="256857"/>
                  </a:lnTo>
                  <a:lnTo>
                    <a:pt x="7950835" y="256857"/>
                  </a:lnTo>
                  <a:lnTo>
                    <a:pt x="7950835" y="228282"/>
                  </a:lnTo>
                  <a:close/>
                </a:path>
                <a:path w="7950834" h="1880235">
                  <a:moveTo>
                    <a:pt x="7950835" y="171132"/>
                  </a:moveTo>
                  <a:lnTo>
                    <a:pt x="7922260" y="171132"/>
                  </a:lnTo>
                  <a:lnTo>
                    <a:pt x="7922260" y="199707"/>
                  </a:lnTo>
                  <a:lnTo>
                    <a:pt x="7950835" y="199707"/>
                  </a:lnTo>
                  <a:lnTo>
                    <a:pt x="7950835" y="171132"/>
                  </a:lnTo>
                  <a:close/>
                </a:path>
                <a:path w="7950834" h="1880235">
                  <a:moveTo>
                    <a:pt x="7950835" y="113982"/>
                  </a:moveTo>
                  <a:lnTo>
                    <a:pt x="7922260" y="113982"/>
                  </a:lnTo>
                  <a:lnTo>
                    <a:pt x="7922260" y="142557"/>
                  </a:lnTo>
                  <a:lnTo>
                    <a:pt x="7950835" y="142557"/>
                  </a:lnTo>
                  <a:lnTo>
                    <a:pt x="7950835" y="113982"/>
                  </a:lnTo>
                  <a:close/>
                </a:path>
                <a:path w="7950834" h="1880235">
                  <a:moveTo>
                    <a:pt x="7950835" y="56832"/>
                  </a:moveTo>
                  <a:lnTo>
                    <a:pt x="7922260" y="56832"/>
                  </a:lnTo>
                  <a:lnTo>
                    <a:pt x="7922260" y="85407"/>
                  </a:lnTo>
                  <a:lnTo>
                    <a:pt x="7950835" y="85407"/>
                  </a:lnTo>
                  <a:lnTo>
                    <a:pt x="7950835" y="56832"/>
                  </a:lnTo>
                  <a:close/>
                </a:path>
                <a:path w="7950834" h="1880235">
                  <a:moveTo>
                    <a:pt x="7950835" y="0"/>
                  </a:moveTo>
                  <a:lnTo>
                    <a:pt x="7921942" y="0"/>
                  </a:lnTo>
                  <a:lnTo>
                    <a:pt x="7921942" y="28575"/>
                  </a:lnTo>
                  <a:lnTo>
                    <a:pt x="7922260" y="28575"/>
                  </a:lnTo>
                  <a:lnTo>
                    <a:pt x="7936547" y="28575"/>
                  </a:lnTo>
                  <a:lnTo>
                    <a:pt x="7936230" y="28257"/>
                  </a:lnTo>
                  <a:lnTo>
                    <a:pt x="7950835" y="28257"/>
                  </a:lnTo>
                  <a:lnTo>
                    <a:pt x="7950835" y="14287"/>
                  </a:lnTo>
                  <a:lnTo>
                    <a:pt x="7950835" y="0"/>
                  </a:lnTo>
                  <a:close/>
                </a:path>
              </a:pathLst>
            </a:custGeom>
            <a:solidFill>
              <a:srgbClr val="44536A"/>
            </a:solidFill>
          </p:spPr>
          <p:txBody>
            <a:bodyPr wrap="square" lIns="0" tIns="0" rIns="0" bIns="0" rtlCol="0"/>
            <a:lstStyle/>
            <a:p>
              <a:endParaRPr/>
            </a:p>
          </p:txBody>
        </p:sp>
        <p:sp>
          <p:nvSpPr>
            <p:cNvPr id="19" name="object 19"/>
            <p:cNvSpPr/>
            <p:nvPr/>
          </p:nvSpPr>
          <p:spPr>
            <a:xfrm>
              <a:off x="3968495" y="2356103"/>
              <a:ext cx="302260" cy="300355"/>
            </a:xfrm>
            <a:custGeom>
              <a:avLst/>
              <a:gdLst/>
              <a:ahLst/>
              <a:cxnLst/>
              <a:rect l="l" t="t" r="r" b="b"/>
              <a:pathLst>
                <a:path w="302260" h="300355">
                  <a:moveTo>
                    <a:pt x="150875" y="300228"/>
                  </a:moveTo>
                  <a:lnTo>
                    <a:pt x="150875" y="225552"/>
                  </a:lnTo>
                  <a:lnTo>
                    <a:pt x="0" y="225552"/>
                  </a:lnTo>
                  <a:lnTo>
                    <a:pt x="0" y="74676"/>
                  </a:lnTo>
                  <a:lnTo>
                    <a:pt x="150875" y="74676"/>
                  </a:lnTo>
                  <a:lnTo>
                    <a:pt x="150875" y="0"/>
                  </a:lnTo>
                  <a:lnTo>
                    <a:pt x="301751" y="150876"/>
                  </a:lnTo>
                  <a:lnTo>
                    <a:pt x="150875" y="300228"/>
                  </a:lnTo>
                  <a:close/>
                </a:path>
              </a:pathLst>
            </a:custGeom>
            <a:solidFill>
              <a:srgbClr val="5F95E6"/>
            </a:solidFill>
          </p:spPr>
          <p:txBody>
            <a:bodyPr wrap="square" lIns="0" tIns="0" rIns="0" bIns="0" rtlCol="0"/>
            <a:lstStyle/>
            <a:p>
              <a:endParaRPr/>
            </a:p>
          </p:txBody>
        </p:sp>
        <p:sp>
          <p:nvSpPr>
            <p:cNvPr id="20" name="object 20"/>
            <p:cNvSpPr/>
            <p:nvPr/>
          </p:nvSpPr>
          <p:spPr>
            <a:xfrm>
              <a:off x="3961764" y="2340089"/>
              <a:ext cx="318135" cy="332740"/>
            </a:xfrm>
            <a:custGeom>
              <a:avLst/>
              <a:gdLst/>
              <a:ahLst/>
              <a:cxnLst/>
              <a:rect l="l" t="t" r="r" b="b"/>
              <a:pathLst>
                <a:path w="318135" h="332739">
                  <a:moveTo>
                    <a:pt x="151447" y="90741"/>
                  </a:moveTo>
                  <a:lnTo>
                    <a:pt x="151447" y="0"/>
                  </a:lnTo>
                  <a:lnTo>
                    <a:pt x="166776" y="15328"/>
                  </a:lnTo>
                  <a:lnTo>
                    <a:pt x="164147" y="15328"/>
                  </a:lnTo>
                  <a:lnTo>
                    <a:pt x="153301" y="19824"/>
                  </a:lnTo>
                  <a:lnTo>
                    <a:pt x="164147" y="30670"/>
                  </a:lnTo>
                  <a:lnTo>
                    <a:pt x="164147" y="84391"/>
                  </a:lnTo>
                  <a:lnTo>
                    <a:pt x="157797" y="84391"/>
                  </a:lnTo>
                  <a:lnTo>
                    <a:pt x="151447" y="90741"/>
                  </a:lnTo>
                  <a:close/>
                </a:path>
                <a:path w="318135" h="332739">
                  <a:moveTo>
                    <a:pt x="164147" y="30670"/>
                  </a:moveTo>
                  <a:lnTo>
                    <a:pt x="153301" y="19824"/>
                  </a:lnTo>
                  <a:lnTo>
                    <a:pt x="164147" y="15328"/>
                  </a:lnTo>
                  <a:lnTo>
                    <a:pt x="164147" y="30670"/>
                  </a:lnTo>
                  <a:close/>
                </a:path>
                <a:path w="318135" h="332739">
                  <a:moveTo>
                    <a:pt x="299624" y="166147"/>
                  </a:moveTo>
                  <a:lnTo>
                    <a:pt x="164147" y="30670"/>
                  </a:lnTo>
                  <a:lnTo>
                    <a:pt x="164147" y="15328"/>
                  </a:lnTo>
                  <a:lnTo>
                    <a:pt x="166776" y="15328"/>
                  </a:lnTo>
                  <a:lnTo>
                    <a:pt x="313105" y="161658"/>
                  </a:lnTo>
                  <a:lnTo>
                    <a:pt x="304114" y="161658"/>
                  </a:lnTo>
                  <a:lnTo>
                    <a:pt x="299624" y="166147"/>
                  </a:lnTo>
                  <a:close/>
                </a:path>
                <a:path w="318135" h="332739">
                  <a:moveTo>
                    <a:pt x="151447" y="247903"/>
                  </a:moveTo>
                  <a:lnTo>
                    <a:pt x="0" y="247903"/>
                  </a:lnTo>
                  <a:lnTo>
                    <a:pt x="0" y="84391"/>
                  </a:lnTo>
                  <a:lnTo>
                    <a:pt x="151447" y="84391"/>
                  </a:lnTo>
                  <a:lnTo>
                    <a:pt x="151447" y="90741"/>
                  </a:lnTo>
                  <a:lnTo>
                    <a:pt x="12700" y="90741"/>
                  </a:lnTo>
                  <a:lnTo>
                    <a:pt x="6350" y="97091"/>
                  </a:lnTo>
                  <a:lnTo>
                    <a:pt x="12700" y="97091"/>
                  </a:lnTo>
                  <a:lnTo>
                    <a:pt x="12700" y="235203"/>
                  </a:lnTo>
                  <a:lnTo>
                    <a:pt x="6350" y="235203"/>
                  </a:lnTo>
                  <a:lnTo>
                    <a:pt x="12700" y="241553"/>
                  </a:lnTo>
                  <a:lnTo>
                    <a:pt x="151447" y="241553"/>
                  </a:lnTo>
                  <a:lnTo>
                    <a:pt x="151447" y="247903"/>
                  </a:lnTo>
                  <a:close/>
                </a:path>
                <a:path w="318135" h="332739">
                  <a:moveTo>
                    <a:pt x="164147" y="97091"/>
                  </a:moveTo>
                  <a:lnTo>
                    <a:pt x="12700" y="97091"/>
                  </a:lnTo>
                  <a:lnTo>
                    <a:pt x="12700" y="90741"/>
                  </a:lnTo>
                  <a:lnTo>
                    <a:pt x="151447" y="90741"/>
                  </a:lnTo>
                  <a:lnTo>
                    <a:pt x="157797" y="84391"/>
                  </a:lnTo>
                  <a:lnTo>
                    <a:pt x="164147" y="84391"/>
                  </a:lnTo>
                  <a:lnTo>
                    <a:pt x="164147" y="97091"/>
                  </a:lnTo>
                  <a:close/>
                </a:path>
                <a:path w="318135" h="332739">
                  <a:moveTo>
                    <a:pt x="12700" y="97091"/>
                  </a:moveTo>
                  <a:lnTo>
                    <a:pt x="6350" y="97091"/>
                  </a:lnTo>
                  <a:lnTo>
                    <a:pt x="12700" y="90741"/>
                  </a:lnTo>
                  <a:lnTo>
                    <a:pt x="12700" y="97091"/>
                  </a:lnTo>
                  <a:close/>
                </a:path>
                <a:path w="318135" h="332739">
                  <a:moveTo>
                    <a:pt x="304114" y="170637"/>
                  </a:moveTo>
                  <a:lnTo>
                    <a:pt x="299631" y="166141"/>
                  </a:lnTo>
                  <a:lnTo>
                    <a:pt x="304114" y="161658"/>
                  </a:lnTo>
                  <a:lnTo>
                    <a:pt x="304114" y="170637"/>
                  </a:lnTo>
                  <a:close/>
                </a:path>
                <a:path w="318135" h="332739">
                  <a:moveTo>
                    <a:pt x="313093" y="170637"/>
                  </a:moveTo>
                  <a:lnTo>
                    <a:pt x="304114" y="170637"/>
                  </a:lnTo>
                  <a:lnTo>
                    <a:pt x="304114" y="161658"/>
                  </a:lnTo>
                  <a:lnTo>
                    <a:pt x="313105" y="161658"/>
                  </a:lnTo>
                  <a:lnTo>
                    <a:pt x="317582" y="166147"/>
                  </a:lnTo>
                  <a:lnTo>
                    <a:pt x="313093" y="170637"/>
                  </a:lnTo>
                  <a:close/>
                </a:path>
                <a:path w="318135" h="332739">
                  <a:moveTo>
                    <a:pt x="166776" y="316953"/>
                  </a:moveTo>
                  <a:lnTo>
                    <a:pt x="164147" y="316953"/>
                  </a:lnTo>
                  <a:lnTo>
                    <a:pt x="164147" y="301625"/>
                  </a:lnTo>
                  <a:lnTo>
                    <a:pt x="299624" y="166147"/>
                  </a:lnTo>
                  <a:lnTo>
                    <a:pt x="304114" y="170637"/>
                  </a:lnTo>
                  <a:lnTo>
                    <a:pt x="313093" y="170637"/>
                  </a:lnTo>
                  <a:lnTo>
                    <a:pt x="166776" y="316953"/>
                  </a:lnTo>
                  <a:close/>
                </a:path>
                <a:path w="318135" h="332739">
                  <a:moveTo>
                    <a:pt x="12700" y="241553"/>
                  </a:moveTo>
                  <a:lnTo>
                    <a:pt x="6350" y="235203"/>
                  </a:lnTo>
                  <a:lnTo>
                    <a:pt x="12700" y="235203"/>
                  </a:lnTo>
                  <a:lnTo>
                    <a:pt x="12700" y="241553"/>
                  </a:lnTo>
                  <a:close/>
                </a:path>
                <a:path w="318135" h="332739">
                  <a:moveTo>
                    <a:pt x="164147" y="247903"/>
                  </a:moveTo>
                  <a:lnTo>
                    <a:pt x="157797" y="247903"/>
                  </a:lnTo>
                  <a:lnTo>
                    <a:pt x="151447" y="241553"/>
                  </a:lnTo>
                  <a:lnTo>
                    <a:pt x="12700" y="241553"/>
                  </a:lnTo>
                  <a:lnTo>
                    <a:pt x="12700" y="235203"/>
                  </a:lnTo>
                  <a:lnTo>
                    <a:pt x="164147" y="235203"/>
                  </a:lnTo>
                  <a:lnTo>
                    <a:pt x="164147" y="247903"/>
                  </a:lnTo>
                  <a:close/>
                </a:path>
                <a:path w="318135" h="332739">
                  <a:moveTo>
                    <a:pt x="151447" y="332282"/>
                  </a:moveTo>
                  <a:lnTo>
                    <a:pt x="151447" y="241553"/>
                  </a:lnTo>
                  <a:lnTo>
                    <a:pt x="157797" y="247903"/>
                  </a:lnTo>
                  <a:lnTo>
                    <a:pt x="164147" y="247903"/>
                  </a:lnTo>
                  <a:lnTo>
                    <a:pt x="164147" y="301625"/>
                  </a:lnTo>
                  <a:lnTo>
                    <a:pt x="153301" y="312470"/>
                  </a:lnTo>
                  <a:lnTo>
                    <a:pt x="164147" y="316953"/>
                  </a:lnTo>
                  <a:lnTo>
                    <a:pt x="166776" y="316953"/>
                  </a:lnTo>
                  <a:lnTo>
                    <a:pt x="151447" y="332282"/>
                  </a:lnTo>
                  <a:close/>
                </a:path>
                <a:path w="318135" h="332739">
                  <a:moveTo>
                    <a:pt x="164147" y="316953"/>
                  </a:moveTo>
                  <a:lnTo>
                    <a:pt x="153301" y="312470"/>
                  </a:lnTo>
                  <a:lnTo>
                    <a:pt x="164147" y="301625"/>
                  </a:lnTo>
                  <a:lnTo>
                    <a:pt x="164147" y="316953"/>
                  </a:lnTo>
                  <a:close/>
                </a:path>
              </a:pathLst>
            </a:custGeom>
            <a:solidFill>
              <a:srgbClr val="2069D2"/>
            </a:solidFill>
          </p:spPr>
          <p:txBody>
            <a:bodyPr wrap="square" lIns="0" tIns="0" rIns="0" bIns="0" rtlCol="0"/>
            <a:lstStyle/>
            <a:p>
              <a:endParaRPr/>
            </a:p>
          </p:txBody>
        </p:sp>
        <p:sp>
          <p:nvSpPr>
            <p:cNvPr id="21" name="object 21"/>
            <p:cNvSpPr/>
            <p:nvPr/>
          </p:nvSpPr>
          <p:spPr>
            <a:xfrm>
              <a:off x="8310562" y="1565160"/>
              <a:ext cx="3759835" cy="1880235"/>
            </a:xfrm>
            <a:custGeom>
              <a:avLst/>
              <a:gdLst/>
              <a:ahLst/>
              <a:cxnLst/>
              <a:rect l="l" t="t" r="r" b="b"/>
              <a:pathLst>
                <a:path w="3759834" h="1880235">
                  <a:moveTo>
                    <a:pt x="14287" y="1865947"/>
                  </a:moveTo>
                  <a:lnTo>
                    <a:pt x="0" y="1865947"/>
                  </a:lnTo>
                  <a:lnTo>
                    <a:pt x="0" y="1837372"/>
                  </a:lnTo>
                  <a:lnTo>
                    <a:pt x="28575" y="1837372"/>
                  </a:lnTo>
                  <a:lnTo>
                    <a:pt x="28575" y="1851660"/>
                  </a:lnTo>
                  <a:lnTo>
                    <a:pt x="14287" y="1851660"/>
                  </a:lnTo>
                  <a:lnTo>
                    <a:pt x="14287" y="1865947"/>
                  </a:lnTo>
                  <a:close/>
                </a:path>
                <a:path w="3759834" h="1880235">
                  <a:moveTo>
                    <a:pt x="35877" y="1880235"/>
                  </a:moveTo>
                  <a:lnTo>
                    <a:pt x="14287" y="1880235"/>
                  </a:lnTo>
                  <a:lnTo>
                    <a:pt x="14287" y="1851660"/>
                  </a:lnTo>
                  <a:lnTo>
                    <a:pt x="28575" y="1851660"/>
                  </a:lnTo>
                  <a:lnTo>
                    <a:pt x="28575" y="1865947"/>
                  </a:lnTo>
                  <a:lnTo>
                    <a:pt x="35877" y="1865947"/>
                  </a:lnTo>
                  <a:lnTo>
                    <a:pt x="35877" y="1880235"/>
                  </a:lnTo>
                  <a:close/>
                </a:path>
                <a:path w="3759834" h="1880235">
                  <a:moveTo>
                    <a:pt x="35877" y="1865947"/>
                  </a:moveTo>
                  <a:lnTo>
                    <a:pt x="28575" y="1865947"/>
                  </a:lnTo>
                  <a:lnTo>
                    <a:pt x="28575" y="1851660"/>
                  </a:lnTo>
                  <a:lnTo>
                    <a:pt x="35877" y="1851660"/>
                  </a:lnTo>
                  <a:lnTo>
                    <a:pt x="35877" y="1865947"/>
                  </a:lnTo>
                  <a:close/>
                </a:path>
                <a:path w="3759834" h="1880235">
                  <a:moveTo>
                    <a:pt x="28575" y="1808797"/>
                  </a:moveTo>
                  <a:lnTo>
                    <a:pt x="0" y="1808797"/>
                  </a:lnTo>
                  <a:lnTo>
                    <a:pt x="0" y="1780222"/>
                  </a:lnTo>
                  <a:lnTo>
                    <a:pt x="28575" y="1780222"/>
                  </a:lnTo>
                  <a:lnTo>
                    <a:pt x="28575" y="1808797"/>
                  </a:lnTo>
                  <a:close/>
                </a:path>
                <a:path w="3759834" h="1880235">
                  <a:moveTo>
                    <a:pt x="28575" y="1751647"/>
                  </a:moveTo>
                  <a:lnTo>
                    <a:pt x="0" y="1751647"/>
                  </a:lnTo>
                  <a:lnTo>
                    <a:pt x="0" y="1723072"/>
                  </a:lnTo>
                  <a:lnTo>
                    <a:pt x="28575" y="1723072"/>
                  </a:lnTo>
                  <a:lnTo>
                    <a:pt x="28575" y="1751647"/>
                  </a:lnTo>
                  <a:close/>
                </a:path>
                <a:path w="3759834" h="1880235">
                  <a:moveTo>
                    <a:pt x="28575" y="1694497"/>
                  </a:moveTo>
                  <a:lnTo>
                    <a:pt x="0" y="1694497"/>
                  </a:lnTo>
                  <a:lnTo>
                    <a:pt x="0" y="1665922"/>
                  </a:lnTo>
                  <a:lnTo>
                    <a:pt x="28575" y="1665922"/>
                  </a:lnTo>
                  <a:lnTo>
                    <a:pt x="28575" y="1694497"/>
                  </a:lnTo>
                  <a:close/>
                </a:path>
                <a:path w="3759834" h="1880235">
                  <a:moveTo>
                    <a:pt x="28575" y="1637347"/>
                  </a:moveTo>
                  <a:lnTo>
                    <a:pt x="0" y="1637347"/>
                  </a:lnTo>
                  <a:lnTo>
                    <a:pt x="0" y="1608772"/>
                  </a:lnTo>
                  <a:lnTo>
                    <a:pt x="28575" y="1608772"/>
                  </a:lnTo>
                  <a:lnTo>
                    <a:pt x="28575" y="1637347"/>
                  </a:lnTo>
                  <a:close/>
                </a:path>
                <a:path w="3759834" h="1880235">
                  <a:moveTo>
                    <a:pt x="28575" y="1580197"/>
                  </a:moveTo>
                  <a:lnTo>
                    <a:pt x="0" y="1580197"/>
                  </a:lnTo>
                  <a:lnTo>
                    <a:pt x="0" y="1551622"/>
                  </a:lnTo>
                  <a:lnTo>
                    <a:pt x="28575" y="1551622"/>
                  </a:lnTo>
                  <a:lnTo>
                    <a:pt x="28575" y="1580197"/>
                  </a:lnTo>
                  <a:close/>
                </a:path>
                <a:path w="3759834" h="1880235">
                  <a:moveTo>
                    <a:pt x="28575" y="1523047"/>
                  </a:moveTo>
                  <a:lnTo>
                    <a:pt x="0" y="1523047"/>
                  </a:lnTo>
                  <a:lnTo>
                    <a:pt x="0" y="1494472"/>
                  </a:lnTo>
                  <a:lnTo>
                    <a:pt x="28575" y="1494472"/>
                  </a:lnTo>
                  <a:lnTo>
                    <a:pt x="28575" y="1523047"/>
                  </a:lnTo>
                  <a:close/>
                </a:path>
                <a:path w="3759834" h="1880235">
                  <a:moveTo>
                    <a:pt x="28575" y="1465897"/>
                  </a:moveTo>
                  <a:lnTo>
                    <a:pt x="0" y="1465897"/>
                  </a:lnTo>
                  <a:lnTo>
                    <a:pt x="0" y="1437322"/>
                  </a:lnTo>
                  <a:lnTo>
                    <a:pt x="28575" y="1437322"/>
                  </a:lnTo>
                  <a:lnTo>
                    <a:pt x="28575" y="1465897"/>
                  </a:lnTo>
                  <a:close/>
                </a:path>
                <a:path w="3759834" h="1880235">
                  <a:moveTo>
                    <a:pt x="28575" y="1408747"/>
                  </a:moveTo>
                  <a:lnTo>
                    <a:pt x="0" y="1408747"/>
                  </a:lnTo>
                  <a:lnTo>
                    <a:pt x="0" y="1380172"/>
                  </a:lnTo>
                  <a:lnTo>
                    <a:pt x="28575" y="1380172"/>
                  </a:lnTo>
                  <a:lnTo>
                    <a:pt x="28575" y="1408747"/>
                  </a:lnTo>
                  <a:close/>
                </a:path>
                <a:path w="3759834" h="1880235">
                  <a:moveTo>
                    <a:pt x="28575" y="1351597"/>
                  </a:moveTo>
                  <a:lnTo>
                    <a:pt x="0" y="1351597"/>
                  </a:lnTo>
                  <a:lnTo>
                    <a:pt x="0" y="1323022"/>
                  </a:lnTo>
                  <a:lnTo>
                    <a:pt x="28575" y="1323022"/>
                  </a:lnTo>
                  <a:lnTo>
                    <a:pt x="28575" y="1351597"/>
                  </a:lnTo>
                  <a:close/>
                </a:path>
                <a:path w="3759834" h="1880235">
                  <a:moveTo>
                    <a:pt x="28575" y="1294447"/>
                  </a:moveTo>
                  <a:lnTo>
                    <a:pt x="0" y="1294447"/>
                  </a:lnTo>
                  <a:lnTo>
                    <a:pt x="0" y="1265872"/>
                  </a:lnTo>
                  <a:lnTo>
                    <a:pt x="28575" y="1265872"/>
                  </a:lnTo>
                  <a:lnTo>
                    <a:pt x="28575" y="1294447"/>
                  </a:lnTo>
                  <a:close/>
                </a:path>
                <a:path w="3759834" h="1880235">
                  <a:moveTo>
                    <a:pt x="28575" y="1237297"/>
                  </a:moveTo>
                  <a:lnTo>
                    <a:pt x="0" y="1237297"/>
                  </a:lnTo>
                  <a:lnTo>
                    <a:pt x="0" y="1208722"/>
                  </a:lnTo>
                  <a:lnTo>
                    <a:pt x="28575" y="1208722"/>
                  </a:lnTo>
                  <a:lnTo>
                    <a:pt x="28575" y="1237297"/>
                  </a:lnTo>
                  <a:close/>
                </a:path>
                <a:path w="3759834" h="1880235">
                  <a:moveTo>
                    <a:pt x="28575" y="1180147"/>
                  </a:moveTo>
                  <a:lnTo>
                    <a:pt x="0" y="1180147"/>
                  </a:lnTo>
                  <a:lnTo>
                    <a:pt x="0" y="1151572"/>
                  </a:lnTo>
                  <a:lnTo>
                    <a:pt x="28575" y="1151572"/>
                  </a:lnTo>
                  <a:lnTo>
                    <a:pt x="28575" y="1180147"/>
                  </a:lnTo>
                  <a:close/>
                </a:path>
                <a:path w="3759834" h="1880235">
                  <a:moveTo>
                    <a:pt x="28575" y="1122997"/>
                  </a:moveTo>
                  <a:lnTo>
                    <a:pt x="0" y="1122997"/>
                  </a:lnTo>
                  <a:lnTo>
                    <a:pt x="0" y="1094422"/>
                  </a:lnTo>
                  <a:lnTo>
                    <a:pt x="28575" y="1094422"/>
                  </a:lnTo>
                  <a:lnTo>
                    <a:pt x="28575" y="1122997"/>
                  </a:lnTo>
                  <a:close/>
                </a:path>
                <a:path w="3759834" h="1880235">
                  <a:moveTo>
                    <a:pt x="28575" y="1065847"/>
                  </a:moveTo>
                  <a:lnTo>
                    <a:pt x="0" y="1065847"/>
                  </a:lnTo>
                  <a:lnTo>
                    <a:pt x="0" y="1037272"/>
                  </a:lnTo>
                  <a:lnTo>
                    <a:pt x="28575" y="1037272"/>
                  </a:lnTo>
                  <a:lnTo>
                    <a:pt x="28575" y="1065847"/>
                  </a:lnTo>
                  <a:close/>
                </a:path>
                <a:path w="3759834" h="1880235">
                  <a:moveTo>
                    <a:pt x="28575" y="1008697"/>
                  </a:moveTo>
                  <a:lnTo>
                    <a:pt x="0" y="1008697"/>
                  </a:lnTo>
                  <a:lnTo>
                    <a:pt x="0" y="980122"/>
                  </a:lnTo>
                  <a:lnTo>
                    <a:pt x="28575" y="980122"/>
                  </a:lnTo>
                  <a:lnTo>
                    <a:pt x="28575" y="1008697"/>
                  </a:lnTo>
                  <a:close/>
                </a:path>
                <a:path w="3759834" h="1880235">
                  <a:moveTo>
                    <a:pt x="28575" y="951547"/>
                  </a:moveTo>
                  <a:lnTo>
                    <a:pt x="0" y="951547"/>
                  </a:lnTo>
                  <a:lnTo>
                    <a:pt x="0" y="922972"/>
                  </a:lnTo>
                  <a:lnTo>
                    <a:pt x="28575" y="922972"/>
                  </a:lnTo>
                  <a:lnTo>
                    <a:pt x="28575" y="951547"/>
                  </a:lnTo>
                  <a:close/>
                </a:path>
                <a:path w="3759834" h="1880235">
                  <a:moveTo>
                    <a:pt x="28575" y="894397"/>
                  </a:moveTo>
                  <a:lnTo>
                    <a:pt x="0" y="894397"/>
                  </a:lnTo>
                  <a:lnTo>
                    <a:pt x="0" y="865822"/>
                  </a:lnTo>
                  <a:lnTo>
                    <a:pt x="28575" y="865822"/>
                  </a:lnTo>
                  <a:lnTo>
                    <a:pt x="28575" y="894397"/>
                  </a:lnTo>
                  <a:close/>
                </a:path>
                <a:path w="3759834" h="1880235">
                  <a:moveTo>
                    <a:pt x="28575" y="837247"/>
                  </a:moveTo>
                  <a:lnTo>
                    <a:pt x="0" y="837247"/>
                  </a:lnTo>
                  <a:lnTo>
                    <a:pt x="0" y="808672"/>
                  </a:lnTo>
                  <a:lnTo>
                    <a:pt x="28575" y="808672"/>
                  </a:lnTo>
                  <a:lnTo>
                    <a:pt x="28575" y="837247"/>
                  </a:lnTo>
                  <a:close/>
                </a:path>
                <a:path w="3759834" h="1880235">
                  <a:moveTo>
                    <a:pt x="28575" y="780097"/>
                  </a:moveTo>
                  <a:lnTo>
                    <a:pt x="0" y="780097"/>
                  </a:lnTo>
                  <a:lnTo>
                    <a:pt x="0" y="751522"/>
                  </a:lnTo>
                  <a:lnTo>
                    <a:pt x="28575" y="751522"/>
                  </a:lnTo>
                  <a:lnTo>
                    <a:pt x="28575" y="780097"/>
                  </a:lnTo>
                  <a:close/>
                </a:path>
                <a:path w="3759834" h="1880235">
                  <a:moveTo>
                    <a:pt x="28575" y="722947"/>
                  </a:moveTo>
                  <a:lnTo>
                    <a:pt x="0" y="722947"/>
                  </a:lnTo>
                  <a:lnTo>
                    <a:pt x="0" y="694372"/>
                  </a:lnTo>
                  <a:lnTo>
                    <a:pt x="28575" y="694372"/>
                  </a:lnTo>
                  <a:lnTo>
                    <a:pt x="28575" y="722947"/>
                  </a:lnTo>
                  <a:close/>
                </a:path>
                <a:path w="3759834" h="1880235">
                  <a:moveTo>
                    <a:pt x="28575" y="665797"/>
                  </a:moveTo>
                  <a:lnTo>
                    <a:pt x="0" y="665797"/>
                  </a:lnTo>
                  <a:lnTo>
                    <a:pt x="0" y="637222"/>
                  </a:lnTo>
                  <a:lnTo>
                    <a:pt x="28575" y="637222"/>
                  </a:lnTo>
                  <a:lnTo>
                    <a:pt x="28575" y="665797"/>
                  </a:lnTo>
                  <a:close/>
                </a:path>
                <a:path w="3759834" h="1880235">
                  <a:moveTo>
                    <a:pt x="28575" y="608647"/>
                  </a:moveTo>
                  <a:lnTo>
                    <a:pt x="0" y="608647"/>
                  </a:lnTo>
                  <a:lnTo>
                    <a:pt x="0" y="580072"/>
                  </a:lnTo>
                  <a:lnTo>
                    <a:pt x="28575" y="580072"/>
                  </a:lnTo>
                  <a:lnTo>
                    <a:pt x="28575" y="608647"/>
                  </a:lnTo>
                  <a:close/>
                </a:path>
                <a:path w="3759834" h="1880235">
                  <a:moveTo>
                    <a:pt x="28575" y="551497"/>
                  </a:moveTo>
                  <a:lnTo>
                    <a:pt x="0" y="551497"/>
                  </a:lnTo>
                  <a:lnTo>
                    <a:pt x="0" y="522922"/>
                  </a:lnTo>
                  <a:lnTo>
                    <a:pt x="28575" y="522922"/>
                  </a:lnTo>
                  <a:lnTo>
                    <a:pt x="28575" y="551497"/>
                  </a:lnTo>
                  <a:close/>
                </a:path>
                <a:path w="3759834" h="1880235">
                  <a:moveTo>
                    <a:pt x="28575" y="494347"/>
                  </a:moveTo>
                  <a:lnTo>
                    <a:pt x="0" y="494347"/>
                  </a:lnTo>
                  <a:lnTo>
                    <a:pt x="0" y="465772"/>
                  </a:lnTo>
                  <a:lnTo>
                    <a:pt x="28575" y="465772"/>
                  </a:lnTo>
                  <a:lnTo>
                    <a:pt x="28575" y="494347"/>
                  </a:lnTo>
                  <a:close/>
                </a:path>
                <a:path w="3759834" h="1880235">
                  <a:moveTo>
                    <a:pt x="28575" y="437197"/>
                  </a:moveTo>
                  <a:lnTo>
                    <a:pt x="0" y="437197"/>
                  </a:lnTo>
                  <a:lnTo>
                    <a:pt x="0" y="408622"/>
                  </a:lnTo>
                  <a:lnTo>
                    <a:pt x="28575" y="408622"/>
                  </a:lnTo>
                  <a:lnTo>
                    <a:pt x="28575" y="437197"/>
                  </a:lnTo>
                  <a:close/>
                </a:path>
                <a:path w="3759834" h="1880235">
                  <a:moveTo>
                    <a:pt x="28575" y="380047"/>
                  </a:moveTo>
                  <a:lnTo>
                    <a:pt x="0" y="380047"/>
                  </a:lnTo>
                  <a:lnTo>
                    <a:pt x="0" y="351472"/>
                  </a:lnTo>
                  <a:lnTo>
                    <a:pt x="28575" y="351472"/>
                  </a:lnTo>
                  <a:lnTo>
                    <a:pt x="28575" y="380047"/>
                  </a:lnTo>
                  <a:close/>
                </a:path>
                <a:path w="3759834" h="1880235">
                  <a:moveTo>
                    <a:pt x="28575" y="322897"/>
                  </a:moveTo>
                  <a:lnTo>
                    <a:pt x="0" y="322897"/>
                  </a:lnTo>
                  <a:lnTo>
                    <a:pt x="0" y="294322"/>
                  </a:lnTo>
                  <a:lnTo>
                    <a:pt x="28575" y="294322"/>
                  </a:lnTo>
                  <a:lnTo>
                    <a:pt x="28575" y="322897"/>
                  </a:lnTo>
                  <a:close/>
                </a:path>
                <a:path w="3759834" h="1880235">
                  <a:moveTo>
                    <a:pt x="28575" y="265747"/>
                  </a:moveTo>
                  <a:lnTo>
                    <a:pt x="0" y="265747"/>
                  </a:lnTo>
                  <a:lnTo>
                    <a:pt x="0" y="237172"/>
                  </a:lnTo>
                  <a:lnTo>
                    <a:pt x="28575" y="237172"/>
                  </a:lnTo>
                  <a:lnTo>
                    <a:pt x="28575" y="265747"/>
                  </a:lnTo>
                  <a:close/>
                </a:path>
                <a:path w="3759834" h="1880235">
                  <a:moveTo>
                    <a:pt x="28575" y="208597"/>
                  </a:moveTo>
                  <a:lnTo>
                    <a:pt x="0" y="208597"/>
                  </a:lnTo>
                  <a:lnTo>
                    <a:pt x="0" y="180022"/>
                  </a:lnTo>
                  <a:lnTo>
                    <a:pt x="28575" y="180022"/>
                  </a:lnTo>
                  <a:lnTo>
                    <a:pt x="28575" y="208597"/>
                  </a:lnTo>
                  <a:close/>
                </a:path>
                <a:path w="3759834" h="1880235">
                  <a:moveTo>
                    <a:pt x="28575" y="151447"/>
                  </a:moveTo>
                  <a:lnTo>
                    <a:pt x="0" y="151447"/>
                  </a:lnTo>
                  <a:lnTo>
                    <a:pt x="0" y="122872"/>
                  </a:lnTo>
                  <a:lnTo>
                    <a:pt x="28575" y="122872"/>
                  </a:lnTo>
                  <a:lnTo>
                    <a:pt x="28575" y="151447"/>
                  </a:lnTo>
                  <a:close/>
                </a:path>
                <a:path w="3759834" h="1880235">
                  <a:moveTo>
                    <a:pt x="28575" y="94297"/>
                  </a:moveTo>
                  <a:lnTo>
                    <a:pt x="0" y="94297"/>
                  </a:lnTo>
                  <a:lnTo>
                    <a:pt x="0" y="65722"/>
                  </a:lnTo>
                  <a:lnTo>
                    <a:pt x="28575" y="65722"/>
                  </a:lnTo>
                  <a:lnTo>
                    <a:pt x="28575" y="94297"/>
                  </a:lnTo>
                  <a:close/>
                </a:path>
                <a:path w="3759834" h="1880235">
                  <a:moveTo>
                    <a:pt x="28575" y="37147"/>
                  </a:moveTo>
                  <a:lnTo>
                    <a:pt x="0" y="37147"/>
                  </a:lnTo>
                  <a:lnTo>
                    <a:pt x="0" y="0"/>
                  </a:lnTo>
                  <a:lnTo>
                    <a:pt x="20002" y="0"/>
                  </a:lnTo>
                  <a:lnTo>
                    <a:pt x="20002" y="22859"/>
                  </a:lnTo>
                  <a:lnTo>
                    <a:pt x="14287" y="28575"/>
                  </a:lnTo>
                  <a:lnTo>
                    <a:pt x="28575" y="28575"/>
                  </a:lnTo>
                  <a:lnTo>
                    <a:pt x="28575" y="37147"/>
                  </a:lnTo>
                  <a:close/>
                </a:path>
                <a:path w="3759834" h="1880235">
                  <a:moveTo>
                    <a:pt x="28575" y="28575"/>
                  </a:moveTo>
                  <a:lnTo>
                    <a:pt x="20002" y="28575"/>
                  </a:lnTo>
                  <a:lnTo>
                    <a:pt x="20002" y="22859"/>
                  </a:lnTo>
                  <a:lnTo>
                    <a:pt x="28575" y="14287"/>
                  </a:lnTo>
                  <a:lnTo>
                    <a:pt x="28575" y="28575"/>
                  </a:lnTo>
                  <a:close/>
                </a:path>
                <a:path w="3759834" h="1880235">
                  <a:moveTo>
                    <a:pt x="20002" y="28575"/>
                  </a:moveTo>
                  <a:lnTo>
                    <a:pt x="14287" y="28575"/>
                  </a:lnTo>
                  <a:lnTo>
                    <a:pt x="20002" y="22859"/>
                  </a:lnTo>
                  <a:lnTo>
                    <a:pt x="20002" y="28575"/>
                  </a:lnTo>
                  <a:close/>
                </a:path>
                <a:path w="3759834" h="1880235">
                  <a:moveTo>
                    <a:pt x="77152" y="28575"/>
                  </a:moveTo>
                  <a:lnTo>
                    <a:pt x="48577" y="28575"/>
                  </a:lnTo>
                  <a:lnTo>
                    <a:pt x="48577" y="0"/>
                  </a:lnTo>
                  <a:lnTo>
                    <a:pt x="77152" y="0"/>
                  </a:lnTo>
                  <a:lnTo>
                    <a:pt x="77152" y="28575"/>
                  </a:lnTo>
                  <a:close/>
                </a:path>
                <a:path w="3759834" h="1880235">
                  <a:moveTo>
                    <a:pt x="134302" y="28575"/>
                  </a:moveTo>
                  <a:lnTo>
                    <a:pt x="105727" y="28575"/>
                  </a:lnTo>
                  <a:lnTo>
                    <a:pt x="105727" y="0"/>
                  </a:lnTo>
                  <a:lnTo>
                    <a:pt x="134302" y="0"/>
                  </a:lnTo>
                  <a:lnTo>
                    <a:pt x="134302" y="28575"/>
                  </a:lnTo>
                  <a:close/>
                </a:path>
                <a:path w="3759834" h="1880235">
                  <a:moveTo>
                    <a:pt x="191452" y="28575"/>
                  </a:moveTo>
                  <a:lnTo>
                    <a:pt x="162877" y="28575"/>
                  </a:lnTo>
                  <a:lnTo>
                    <a:pt x="162877" y="0"/>
                  </a:lnTo>
                  <a:lnTo>
                    <a:pt x="191452" y="0"/>
                  </a:lnTo>
                  <a:lnTo>
                    <a:pt x="191452" y="28575"/>
                  </a:lnTo>
                  <a:close/>
                </a:path>
                <a:path w="3759834" h="1880235">
                  <a:moveTo>
                    <a:pt x="248602" y="28575"/>
                  </a:moveTo>
                  <a:lnTo>
                    <a:pt x="220027" y="28575"/>
                  </a:lnTo>
                  <a:lnTo>
                    <a:pt x="220027" y="0"/>
                  </a:lnTo>
                  <a:lnTo>
                    <a:pt x="248602" y="0"/>
                  </a:lnTo>
                  <a:lnTo>
                    <a:pt x="248602" y="28575"/>
                  </a:lnTo>
                  <a:close/>
                </a:path>
                <a:path w="3759834" h="1880235">
                  <a:moveTo>
                    <a:pt x="305752" y="28575"/>
                  </a:moveTo>
                  <a:lnTo>
                    <a:pt x="277177" y="28575"/>
                  </a:lnTo>
                  <a:lnTo>
                    <a:pt x="277177" y="0"/>
                  </a:lnTo>
                  <a:lnTo>
                    <a:pt x="305752" y="0"/>
                  </a:lnTo>
                  <a:lnTo>
                    <a:pt x="305752" y="28575"/>
                  </a:lnTo>
                  <a:close/>
                </a:path>
                <a:path w="3759834" h="1880235">
                  <a:moveTo>
                    <a:pt x="362902" y="28575"/>
                  </a:moveTo>
                  <a:lnTo>
                    <a:pt x="334327" y="28575"/>
                  </a:lnTo>
                  <a:lnTo>
                    <a:pt x="334327" y="0"/>
                  </a:lnTo>
                  <a:lnTo>
                    <a:pt x="362902" y="0"/>
                  </a:lnTo>
                  <a:lnTo>
                    <a:pt x="362902" y="28575"/>
                  </a:lnTo>
                  <a:close/>
                </a:path>
                <a:path w="3759834" h="1880235">
                  <a:moveTo>
                    <a:pt x="420052" y="28575"/>
                  </a:moveTo>
                  <a:lnTo>
                    <a:pt x="391477" y="28575"/>
                  </a:lnTo>
                  <a:lnTo>
                    <a:pt x="391477" y="0"/>
                  </a:lnTo>
                  <a:lnTo>
                    <a:pt x="420052" y="0"/>
                  </a:lnTo>
                  <a:lnTo>
                    <a:pt x="420052" y="28575"/>
                  </a:lnTo>
                  <a:close/>
                </a:path>
                <a:path w="3759834" h="1880235">
                  <a:moveTo>
                    <a:pt x="477202" y="28575"/>
                  </a:moveTo>
                  <a:lnTo>
                    <a:pt x="448627" y="28575"/>
                  </a:lnTo>
                  <a:lnTo>
                    <a:pt x="448627" y="0"/>
                  </a:lnTo>
                  <a:lnTo>
                    <a:pt x="477202" y="0"/>
                  </a:lnTo>
                  <a:lnTo>
                    <a:pt x="477202" y="28575"/>
                  </a:lnTo>
                  <a:close/>
                </a:path>
                <a:path w="3759834" h="1880235">
                  <a:moveTo>
                    <a:pt x="534352" y="28575"/>
                  </a:moveTo>
                  <a:lnTo>
                    <a:pt x="505777" y="28575"/>
                  </a:lnTo>
                  <a:lnTo>
                    <a:pt x="505777" y="0"/>
                  </a:lnTo>
                  <a:lnTo>
                    <a:pt x="534352" y="0"/>
                  </a:lnTo>
                  <a:lnTo>
                    <a:pt x="534352" y="28575"/>
                  </a:lnTo>
                  <a:close/>
                </a:path>
                <a:path w="3759834" h="1880235">
                  <a:moveTo>
                    <a:pt x="591502" y="28575"/>
                  </a:moveTo>
                  <a:lnTo>
                    <a:pt x="562927" y="28575"/>
                  </a:lnTo>
                  <a:lnTo>
                    <a:pt x="562927" y="0"/>
                  </a:lnTo>
                  <a:lnTo>
                    <a:pt x="591502" y="0"/>
                  </a:lnTo>
                  <a:lnTo>
                    <a:pt x="591502" y="28575"/>
                  </a:lnTo>
                  <a:close/>
                </a:path>
                <a:path w="3759834" h="1880235">
                  <a:moveTo>
                    <a:pt x="648652" y="28575"/>
                  </a:moveTo>
                  <a:lnTo>
                    <a:pt x="620077" y="28575"/>
                  </a:lnTo>
                  <a:lnTo>
                    <a:pt x="620077" y="0"/>
                  </a:lnTo>
                  <a:lnTo>
                    <a:pt x="648652" y="0"/>
                  </a:lnTo>
                  <a:lnTo>
                    <a:pt x="648652" y="28575"/>
                  </a:lnTo>
                  <a:close/>
                </a:path>
                <a:path w="3759834" h="1880235">
                  <a:moveTo>
                    <a:pt x="705802" y="28575"/>
                  </a:moveTo>
                  <a:lnTo>
                    <a:pt x="677227" y="28575"/>
                  </a:lnTo>
                  <a:lnTo>
                    <a:pt x="677227" y="0"/>
                  </a:lnTo>
                  <a:lnTo>
                    <a:pt x="705802" y="0"/>
                  </a:lnTo>
                  <a:lnTo>
                    <a:pt x="705802" y="28575"/>
                  </a:lnTo>
                  <a:close/>
                </a:path>
                <a:path w="3759834" h="1880235">
                  <a:moveTo>
                    <a:pt x="762952" y="28575"/>
                  </a:moveTo>
                  <a:lnTo>
                    <a:pt x="734377" y="28575"/>
                  </a:lnTo>
                  <a:lnTo>
                    <a:pt x="734377" y="0"/>
                  </a:lnTo>
                  <a:lnTo>
                    <a:pt x="762952" y="0"/>
                  </a:lnTo>
                  <a:lnTo>
                    <a:pt x="762952" y="28575"/>
                  </a:lnTo>
                  <a:close/>
                </a:path>
                <a:path w="3759834" h="1880235">
                  <a:moveTo>
                    <a:pt x="820102" y="28575"/>
                  </a:moveTo>
                  <a:lnTo>
                    <a:pt x="791527" y="28575"/>
                  </a:lnTo>
                  <a:lnTo>
                    <a:pt x="791527" y="0"/>
                  </a:lnTo>
                  <a:lnTo>
                    <a:pt x="820102" y="0"/>
                  </a:lnTo>
                  <a:lnTo>
                    <a:pt x="820102" y="28575"/>
                  </a:lnTo>
                  <a:close/>
                </a:path>
                <a:path w="3759834" h="1880235">
                  <a:moveTo>
                    <a:pt x="877252" y="28575"/>
                  </a:moveTo>
                  <a:lnTo>
                    <a:pt x="848677" y="28575"/>
                  </a:lnTo>
                  <a:lnTo>
                    <a:pt x="848677" y="0"/>
                  </a:lnTo>
                  <a:lnTo>
                    <a:pt x="877252" y="0"/>
                  </a:lnTo>
                  <a:lnTo>
                    <a:pt x="877252" y="28575"/>
                  </a:lnTo>
                  <a:close/>
                </a:path>
                <a:path w="3759834" h="1880235">
                  <a:moveTo>
                    <a:pt x="934402" y="28575"/>
                  </a:moveTo>
                  <a:lnTo>
                    <a:pt x="905827" y="28575"/>
                  </a:lnTo>
                  <a:lnTo>
                    <a:pt x="905827" y="0"/>
                  </a:lnTo>
                  <a:lnTo>
                    <a:pt x="934402" y="0"/>
                  </a:lnTo>
                  <a:lnTo>
                    <a:pt x="934402" y="28575"/>
                  </a:lnTo>
                  <a:close/>
                </a:path>
                <a:path w="3759834" h="1880235">
                  <a:moveTo>
                    <a:pt x="991552" y="28575"/>
                  </a:moveTo>
                  <a:lnTo>
                    <a:pt x="962977" y="28575"/>
                  </a:lnTo>
                  <a:lnTo>
                    <a:pt x="962977" y="0"/>
                  </a:lnTo>
                  <a:lnTo>
                    <a:pt x="991552" y="0"/>
                  </a:lnTo>
                  <a:lnTo>
                    <a:pt x="991552" y="28575"/>
                  </a:lnTo>
                  <a:close/>
                </a:path>
                <a:path w="3759834" h="1880235">
                  <a:moveTo>
                    <a:pt x="1048702" y="28575"/>
                  </a:moveTo>
                  <a:lnTo>
                    <a:pt x="1020127" y="28575"/>
                  </a:lnTo>
                  <a:lnTo>
                    <a:pt x="1020127" y="0"/>
                  </a:lnTo>
                  <a:lnTo>
                    <a:pt x="1048702" y="0"/>
                  </a:lnTo>
                  <a:lnTo>
                    <a:pt x="1048702" y="28575"/>
                  </a:lnTo>
                  <a:close/>
                </a:path>
                <a:path w="3759834" h="1880235">
                  <a:moveTo>
                    <a:pt x="1105852" y="28575"/>
                  </a:moveTo>
                  <a:lnTo>
                    <a:pt x="1077277" y="28575"/>
                  </a:lnTo>
                  <a:lnTo>
                    <a:pt x="1077277" y="0"/>
                  </a:lnTo>
                  <a:lnTo>
                    <a:pt x="1105852" y="0"/>
                  </a:lnTo>
                  <a:lnTo>
                    <a:pt x="1105852" y="28575"/>
                  </a:lnTo>
                  <a:close/>
                </a:path>
                <a:path w="3759834" h="1880235">
                  <a:moveTo>
                    <a:pt x="1163002" y="28575"/>
                  </a:moveTo>
                  <a:lnTo>
                    <a:pt x="1134427" y="28575"/>
                  </a:lnTo>
                  <a:lnTo>
                    <a:pt x="1134427" y="0"/>
                  </a:lnTo>
                  <a:lnTo>
                    <a:pt x="1163002" y="0"/>
                  </a:lnTo>
                  <a:lnTo>
                    <a:pt x="1163002" y="28575"/>
                  </a:lnTo>
                  <a:close/>
                </a:path>
                <a:path w="3759834" h="1880235">
                  <a:moveTo>
                    <a:pt x="1220152" y="28575"/>
                  </a:moveTo>
                  <a:lnTo>
                    <a:pt x="1191577" y="28575"/>
                  </a:lnTo>
                  <a:lnTo>
                    <a:pt x="1191577" y="0"/>
                  </a:lnTo>
                  <a:lnTo>
                    <a:pt x="1220152" y="0"/>
                  </a:lnTo>
                  <a:lnTo>
                    <a:pt x="1220152" y="28575"/>
                  </a:lnTo>
                  <a:close/>
                </a:path>
                <a:path w="3759834" h="1880235">
                  <a:moveTo>
                    <a:pt x="1277302" y="28575"/>
                  </a:moveTo>
                  <a:lnTo>
                    <a:pt x="1248727" y="28575"/>
                  </a:lnTo>
                  <a:lnTo>
                    <a:pt x="1248727" y="0"/>
                  </a:lnTo>
                  <a:lnTo>
                    <a:pt x="1277302" y="0"/>
                  </a:lnTo>
                  <a:lnTo>
                    <a:pt x="1277302" y="28575"/>
                  </a:lnTo>
                  <a:close/>
                </a:path>
                <a:path w="3759834" h="1880235">
                  <a:moveTo>
                    <a:pt x="1334452" y="28575"/>
                  </a:moveTo>
                  <a:lnTo>
                    <a:pt x="1305877" y="28575"/>
                  </a:lnTo>
                  <a:lnTo>
                    <a:pt x="1305877" y="0"/>
                  </a:lnTo>
                  <a:lnTo>
                    <a:pt x="1334452" y="0"/>
                  </a:lnTo>
                  <a:lnTo>
                    <a:pt x="1334452" y="28575"/>
                  </a:lnTo>
                  <a:close/>
                </a:path>
                <a:path w="3759834" h="1880235">
                  <a:moveTo>
                    <a:pt x="1391602" y="28575"/>
                  </a:moveTo>
                  <a:lnTo>
                    <a:pt x="1363027" y="28575"/>
                  </a:lnTo>
                  <a:lnTo>
                    <a:pt x="1363027" y="0"/>
                  </a:lnTo>
                  <a:lnTo>
                    <a:pt x="1391602" y="0"/>
                  </a:lnTo>
                  <a:lnTo>
                    <a:pt x="1391602" y="28575"/>
                  </a:lnTo>
                  <a:close/>
                </a:path>
                <a:path w="3759834" h="1880235">
                  <a:moveTo>
                    <a:pt x="1448752" y="28575"/>
                  </a:moveTo>
                  <a:lnTo>
                    <a:pt x="1420177" y="28575"/>
                  </a:lnTo>
                  <a:lnTo>
                    <a:pt x="1420177" y="0"/>
                  </a:lnTo>
                  <a:lnTo>
                    <a:pt x="1448752" y="0"/>
                  </a:lnTo>
                  <a:lnTo>
                    <a:pt x="1448752" y="28575"/>
                  </a:lnTo>
                  <a:close/>
                </a:path>
                <a:path w="3759834" h="1880235">
                  <a:moveTo>
                    <a:pt x="1505902" y="28575"/>
                  </a:moveTo>
                  <a:lnTo>
                    <a:pt x="1477327" y="28575"/>
                  </a:lnTo>
                  <a:lnTo>
                    <a:pt x="1477327" y="0"/>
                  </a:lnTo>
                  <a:lnTo>
                    <a:pt x="1505902" y="0"/>
                  </a:lnTo>
                  <a:lnTo>
                    <a:pt x="1505902" y="28575"/>
                  </a:lnTo>
                  <a:close/>
                </a:path>
                <a:path w="3759834" h="1880235">
                  <a:moveTo>
                    <a:pt x="1563052" y="28575"/>
                  </a:moveTo>
                  <a:lnTo>
                    <a:pt x="1534477" y="28575"/>
                  </a:lnTo>
                  <a:lnTo>
                    <a:pt x="1534477" y="0"/>
                  </a:lnTo>
                  <a:lnTo>
                    <a:pt x="1563052" y="0"/>
                  </a:lnTo>
                  <a:lnTo>
                    <a:pt x="1563052" y="28575"/>
                  </a:lnTo>
                  <a:close/>
                </a:path>
                <a:path w="3759834" h="1880235">
                  <a:moveTo>
                    <a:pt x="1620202" y="28575"/>
                  </a:moveTo>
                  <a:lnTo>
                    <a:pt x="1591627" y="28575"/>
                  </a:lnTo>
                  <a:lnTo>
                    <a:pt x="1591627" y="0"/>
                  </a:lnTo>
                  <a:lnTo>
                    <a:pt x="1620202" y="0"/>
                  </a:lnTo>
                  <a:lnTo>
                    <a:pt x="1620202" y="28575"/>
                  </a:lnTo>
                  <a:close/>
                </a:path>
                <a:path w="3759834" h="1880235">
                  <a:moveTo>
                    <a:pt x="1677352" y="28575"/>
                  </a:moveTo>
                  <a:lnTo>
                    <a:pt x="1648777" y="28575"/>
                  </a:lnTo>
                  <a:lnTo>
                    <a:pt x="1648777" y="0"/>
                  </a:lnTo>
                  <a:lnTo>
                    <a:pt x="1677352" y="0"/>
                  </a:lnTo>
                  <a:lnTo>
                    <a:pt x="1677352" y="28575"/>
                  </a:lnTo>
                  <a:close/>
                </a:path>
                <a:path w="3759834" h="1880235">
                  <a:moveTo>
                    <a:pt x="1734502" y="28575"/>
                  </a:moveTo>
                  <a:lnTo>
                    <a:pt x="1705927" y="28575"/>
                  </a:lnTo>
                  <a:lnTo>
                    <a:pt x="1705927" y="0"/>
                  </a:lnTo>
                  <a:lnTo>
                    <a:pt x="1734502" y="0"/>
                  </a:lnTo>
                  <a:lnTo>
                    <a:pt x="1734502" y="28575"/>
                  </a:lnTo>
                  <a:close/>
                </a:path>
                <a:path w="3759834" h="1880235">
                  <a:moveTo>
                    <a:pt x="1791652" y="28575"/>
                  </a:moveTo>
                  <a:lnTo>
                    <a:pt x="1763077" y="28575"/>
                  </a:lnTo>
                  <a:lnTo>
                    <a:pt x="1763077" y="0"/>
                  </a:lnTo>
                  <a:lnTo>
                    <a:pt x="1791652" y="0"/>
                  </a:lnTo>
                  <a:lnTo>
                    <a:pt x="1791652" y="28575"/>
                  </a:lnTo>
                  <a:close/>
                </a:path>
                <a:path w="3759834" h="1880235">
                  <a:moveTo>
                    <a:pt x="1848802" y="28575"/>
                  </a:moveTo>
                  <a:lnTo>
                    <a:pt x="1820227" y="28575"/>
                  </a:lnTo>
                  <a:lnTo>
                    <a:pt x="1820227" y="0"/>
                  </a:lnTo>
                  <a:lnTo>
                    <a:pt x="1848802" y="0"/>
                  </a:lnTo>
                  <a:lnTo>
                    <a:pt x="1848802" y="28575"/>
                  </a:lnTo>
                  <a:close/>
                </a:path>
                <a:path w="3759834" h="1880235">
                  <a:moveTo>
                    <a:pt x="1905952" y="28575"/>
                  </a:moveTo>
                  <a:lnTo>
                    <a:pt x="1877377" y="28575"/>
                  </a:lnTo>
                  <a:lnTo>
                    <a:pt x="1877377" y="0"/>
                  </a:lnTo>
                  <a:lnTo>
                    <a:pt x="1905952" y="0"/>
                  </a:lnTo>
                  <a:lnTo>
                    <a:pt x="1905952" y="28575"/>
                  </a:lnTo>
                  <a:close/>
                </a:path>
                <a:path w="3759834" h="1880235">
                  <a:moveTo>
                    <a:pt x="1963102" y="28575"/>
                  </a:moveTo>
                  <a:lnTo>
                    <a:pt x="1934527" y="28575"/>
                  </a:lnTo>
                  <a:lnTo>
                    <a:pt x="1934527" y="0"/>
                  </a:lnTo>
                  <a:lnTo>
                    <a:pt x="1963102" y="0"/>
                  </a:lnTo>
                  <a:lnTo>
                    <a:pt x="1963102" y="28575"/>
                  </a:lnTo>
                  <a:close/>
                </a:path>
                <a:path w="3759834" h="1880235">
                  <a:moveTo>
                    <a:pt x="2020252" y="28575"/>
                  </a:moveTo>
                  <a:lnTo>
                    <a:pt x="1991677" y="28575"/>
                  </a:lnTo>
                  <a:lnTo>
                    <a:pt x="1991677" y="0"/>
                  </a:lnTo>
                  <a:lnTo>
                    <a:pt x="2020252" y="0"/>
                  </a:lnTo>
                  <a:lnTo>
                    <a:pt x="2020252" y="28575"/>
                  </a:lnTo>
                  <a:close/>
                </a:path>
                <a:path w="3759834" h="1880235">
                  <a:moveTo>
                    <a:pt x="2077402" y="28575"/>
                  </a:moveTo>
                  <a:lnTo>
                    <a:pt x="2048827" y="28575"/>
                  </a:lnTo>
                  <a:lnTo>
                    <a:pt x="2048827" y="0"/>
                  </a:lnTo>
                  <a:lnTo>
                    <a:pt x="2077402" y="0"/>
                  </a:lnTo>
                  <a:lnTo>
                    <a:pt x="2077402" y="28575"/>
                  </a:lnTo>
                  <a:close/>
                </a:path>
                <a:path w="3759834" h="1880235">
                  <a:moveTo>
                    <a:pt x="2134552" y="28575"/>
                  </a:moveTo>
                  <a:lnTo>
                    <a:pt x="2105977" y="28575"/>
                  </a:lnTo>
                  <a:lnTo>
                    <a:pt x="2105977" y="0"/>
                  </a:lnTo>
                  <a:lnTo>
                    <a:pt x="2134552" y="0"/>
                  </a:lnTo>
                  <a:lnTo>
                    <a:pt x="2134552" y="28575"/>
                  </a:lnTo>
                  <a:close/>
                </a:path>
                <a:path w="3759834" h="1880235">
                  <a:moveTo>
                    <a:pt x="2191702" y="28575"/>
                  </a:moveTo>
                  <a:lnTo>
                    <a:pt x="2163127" y="28575"/>
                  </a:lnTo>
                  <a:lnTo>
                    <a:pt x="2163127" y="0"/>
                  </a:lnTo>
                  <a:lnTo>
                    <a:pt x="2191702" y="0"/>
                  </a:lnTo>
                  <a:lnTo>
                    <a:pt x="2191702" y="28575"/>
                  </a:lnTo>
                  <a:close/>
                </a:path>
                <a:path w="3759834" h="1880235">
                  <a:moveTo>
                    <a:pt x="2248852" y="28575"/>
                  </a:moveTo>
                  <a:lnTo>
                    <a:pt x="2220277" y="28575"/>
                  </a:lnTo>
                  <a:lnTo>
                    <a:pt x="2220277" y="0"/>
                  </a:lnTo>
                  <a:lnTo>
                    <a:pt x="2248852" y="0"/>
                  </a:lnTo>
                  <a:lnTo>
                    <a:pt x="2248852" y="28575"/>
                  </a:lnTo>
                  <a:close/>
                </a:path>
                <a:path w="3759834" h="1880235">
                  <a:moveTo>
                    <a:pt x="2306002" y="28575"/>
                  </a:moveTo>
                  <a:lnTo>
                    <a:pt x="2277427" y="28575"/>
                  </a:lnTo>
                  <a:lnTo>
                    <a:pt x="2277427" y="0"/>
                  </a:lnTo>
                  <a:lnTo>
                    <a:pt x="2306002" y="0"/>
                  </a:lnTo>
                  <a:lnTo>
                    <a:pt x="2306002" y="28575"/>
                  </a:lnTo>
                  <a:close/>
                </a:path>
                <a:path w="3759834" h="1880235">
                  <a:moveTo>
                    <a:pt x="2363152" y="28575"/>
                  </a:moveTo>
                  <a:lnTo>
                    <a:pt x="2334577" y="28575"/>
                  </a:lnTo>
                  <a:lnTo>
                    <a:pt x="2334577" y="0"/>
                  </a:lnTo>
                  <a:lnTo>
                    <a:pt x="2363152" y="0"/>
                  </a:lnTo>
                  <a:lnTo>
                    <a:pt x="2363152" y="28575"/>
                  </a:lnTo>
                  <a:close/>
                </a:path>
                <a:path w="3759834" h="1880235">
                  <a:moveTo>
                    <a:pt x="2420302" y="28575"/>
                  </a:moveTo>
                  <a:lnTo>
                    <a:pt x="2391727" y="28575"/>
                  </a:lnTo>
                  <a:lnTo>
                    <a:pt x="2391727" y="0"/>
                  </a:lnTo>
                  <a:lnTo>
                    <a:pt x="2420302" y="0"/>
                  </a:lnTo>
                  <a:lnTo>
                    <a:pt x="2420302" y="28575"/>
                  </a:lnTo>
                  <a:close/>
                </a:path>
                <a:path w="3759834" h="1880235">
                  <a:moveTo>
                    <a:pt x="2477452" y="28575"/>
                  </a:moveTo>
                  <a:lnTo>
                    <a:pt x="2448877" y="28575"/>
                  </a:lnTo>
                  <a:lnTo>
                    <a:pt x="2448877" y="0"/>
                  </a:lnTo>
                  <a:lnTo>
                    <a:pt x="2477452" y="0"/>
                  </a:lnTo>
                  <a:lnTo>
                    <a:pt x="2477452" y="28575"/>
                  </a:lnTo>
                  <a:close/>
                </a:path>
                <a:path w="3759834" h="1880235">
                  <a:moveTo>
                    <a:pt x="2534602" y="28575"/>
                  </a:moveTo>
                  <a:lnTo>
                    <a:pt x="2506027" y="28575"/>
                  </a:lnTo>
                  <a:lnTo>
                    <a:pt x="2506027" y="0"/>
                  </a:lnTo>
                  <a:lnTo>
                    <a:pt x="2534602" y="0"/>
                  </a:lnTo>
                  <a:lnTo>
                    <a:pt x="2534602" y="28575"/>
                  </a:lnTo>
                  <a:close/>
                </a:path>
                <a:path w="3759834" h="1880235">
                  <a:moveTo>
                    <a:pt x="2591752" y="28575"/>
                  </a:moveTo>
                  <a:lnTo>
                    <a:pt x="2563177" y="28575"/>
                  </a:lnTo>
                  <a:lnTo>
                    <a:pt x="2563177" y="0"/>
                  </a:lnTo>
                  <a:lnTo>
                    <a:pt x="2591752" y="0"/>
                  </a:lnTo>
                  <a:lnTo>
                    <a:pt x="2591752" y="28575"/>
                  </a:lnTo>
                  <a:close/>
                </a:path>
                <a:path w="3759834" h="1880235">
                  <a:moveTo>
                    <a:pt x="2648902" y="28575"/>
                  </a:moveTo>
                  <a:lnTo>
                    <a:pt x="2620327" y="28575"/>
                  </a:lnTo>
                  <a:lnTo>
                    <a:pt x="2620327" y="0"/>
                  </a:lnTo>
                  <a:lnTo>
                    <a:pt x="2648902" y="0"/>
                  </a:lnTo>
                  <a:lnTo>
                    <a:pt x="2648902" y="28575"/>
                  </a:lnTo>
                  <a:close/>
                </a:path>
                <a:path w="3759834" h="1880235">
                  <a:moveTo>
                    <a:pt x="2706052" y="28575"/>
                  </a:moveTo>
                  <a:lnTo>
                    <a:pt x="2677477" y="28575"/>
                  </a:lnTo>
                  <a:lnTo>
                    <a:pt x="2677477" y="0"/>
                  </a:lnTo>
                  <a:lnTo>
                    <a:pt x="2706052" y="0"/>
                  </a:lnTo>
                  <a:lnTo>
                    <a:pt x="2706052" y="28575"/>
                  </a:lnTo>
                  <a:close/>
                </a:path>
                <a:path w="3759834" h="1880235">
                  <a:moveTo>
                    <a:pt x="2763202" y="28575"/>
                  </a:moveTo>
                  <a:lnTo>
                    <a:pt x="2734627" y="28575"/>
                  </a:lnTo>
                  <a:lnTo>
                    <a:pt x="2734627" y="0"/>
                  </a:lnTo>
                  <a:lnTo>
                    <a:pt x="2763202" y="0"/>
                  </a:lnTo>
                  <a:lnTo>
                    <a:pt x="2763202" y="28575"/>
                  </a:lnTo>
                  <a:close/>
                </a:path>
                <a:path w="3759834" h="1880235">
                  <a:moveTo>
                    <a:pt x="2820352" y="28575"/>
                  </a:moveTo>
                  <a:lnTo>
                    <a:pt x="2791777" y="28575"/>
                  </a:lnTo>
                  <a:lnTo>
                    <a:pt x="2791777" y="0"/>
                  </a:lnTo>
                  <a:lnTo>
                    <a:pt x="2820352" y="0"/>
                  </a:lnTo>
                  <a:lnTo>
                    <a:pt x="2820352" y="28575"/>
                  </a:lnTo>
                  <a:close/>
                </a:path>
                <a:path w="3759834" h="1880235">
                  <a:moveTo>
                    <a:pt x="2877502" y="28575"/>
                  </a:moveTo>
                  <a:lnTo>
                    <a:pt x="2848927" y="28575"/>
                  </a:lnTo>
                  <a:lnTo>
                    <a:pt x="2848927" y="0"/>
                  </a:lnTo>
                  <a:lnTo>
                    <a:pt x="2877502" y="0"/>
                  </a:lnTo>
                  <a:lnTo>
                    <a:pt x="2877502" y="28575"/>
                  </a:lnTo>
                  <a:close/>
                </a:path>
                <a:path w="3759834" h="1880235">
                  <a:moveTo>
                    <a:pt x="2934652" y="28575"/>
                  </a:moveTo>
                  <a:lnTo>
                    <a:pt x="2906077" y="28575"/>
                  </a:lnTo>
                  <a:lnTo>
                    <a:pt x="2906077" y="0"/>
                  </a:lnTo>
                  <a:lnTo>
                    <a:pt x="2934652" y="0"/>
                  </a:lnTo>
                  <a:lnTo>
                    <a:pt x="2934652" y="28575"/>
                  </a:lnTo>
                  <a:close/>
                </a:path>
                <a:path w="3759834" h="1880235">
                  <a:moveTo>
                    <a:pt x="2991802" y="28575"/>
                  </a:moveTo>
                  <a:lnTo>
                    <a:pt x="2963227" y="28575"/>
                  </a:lnTo>
                  <a:lnTo>
                    <a:pt x="2963227" y="0"/>
                  </a:lnTo>
                  <a:lnTo>
                    <a:pt x="2991802" y="0"/>
                  </a:lnTo>
                  <a:lnTo>
                    <a:pt x="2991802" y="28575"/>
                  </a:lnTo>
                  <a:close/>
                </a:path>
                <a:path w="3759834" h="1880235">
                  <a:moveTo>
                    <a:pt x="3048952" y="28575"/>
                  </a:moveTo>
                  <a:lnTo>
                    <a:pt x="3020377" y="28575"/>
                  </a:lnTo>
                  <a:lnTo>
                    <a:pt x="3020377" y="0"/>
                  </a:lnTo>
                  <a:lnTo>
                    <a:pt x="3048952" y="0"/>
                  </a:lnTo>
                  <a:lnTo>
                    <a:pt x="3048952" y="28575"/>
                  </a:lnTo>
                  <a:close/>
                </a:path>
                <a:path w="3759834" h="1880235">
                  <a:moveTo>
                    <a:pt x="3106102" y="28575"/>
                  </a:moveTo>
                  <a:lnTo>
                    <a:pt x="3077527" y="28575"/>
                  </a:lnTo>
                  <a:lnTo>
                    <a:pt x="3077527" y="0"/>
                  </a:lnTo>
                  <a:lnTo>
                    <a:pt x="3106102" y="0"/>
                  </a:lnTo>
                  <a:lnTo>
                    <a:pt x="3106102" y="28575"/>
                  </a:lnTo>
                  <a:close/>
                </a:path>
                <a:path w="3759834" h="1880235">
                  <a:moveTo>
                    <a:pt x="3163252" y="28575"/>
                  </a:moveTo>
                  <a:lnTo>
                    <a:pt x="3134677" y="28575"/>
                  </a:lnTo>
                  <a:lnTo>
                    <a:pt x="3134677" y="0"/>
                  </a:lnTo>
                  <a:lnTo>
                    <a:pt x="3163252" y="0"/>
                  </a:lnTo>
                  <a:lnTo>
                    <a:pt x="3163252" y="28575"/>
                  </a:lnTo>
                  <a:close/>
                </a:path>
                <a:path w="3759834" h="1880235">
                  <a:moveTo>
                    <a:pt x="3220402" y="28575"/>
                  </a:moveTo>
                  <a:lnTo>
                    <a:pt x="3191827" y="28575"/>
                  </a:lnTo>
                  <a:lnTo>
                    <a:pt x="3191827" y="0"/>
                  </a:lnTo>
                  <a:lnTo>
                    <a:pt x="3220402" y="0"/>
                  </a:lnTo>
                  <a:lnTo>
                    <a:pt x="3220402" y="28575"/>
                  </a:lnTo>
                  <a:close/>
                </a:path>
                <a:path w="3759834" h="1880235">
                  <a:moveTo>
                    <a:pt x="3277552" y="28575"/>
                  </a:moveTo>
                  <a:lnTo>
                    <a:pt x="3248977" y="28575"/>
                  </a:lnTo>
                  <a:lnTo>
                    <a:pt x="3248977" y="0"/>
                  </a:lnTo>
                  <a:lnTo>
                    <a:pt x="3277552" y="0"/>
                  </a:lnTo>
                  <a:lnTo>
                    <a:pt x="3277552" y="28575"/>
                  </a:lnTo>
                  <a:close/>
                </a:path>
                <a:path w="3759834" h="1880235">
                  <a:moveTo>
                    <a:pt x="3334702" y="28575"/>
                  </a:moveTo>
                  <a:lnTo>
                    <a:pt x="3306127" y="28575"/>
                  </a:lnTo>
                  <a:lnTo>
                    <a:pt x="3306127" y="0"/>
                  </a:lnTo>
                  <a:lnTo>
                    <a:pt x="3334702" y="0"/>
                  </a:lnTo>
                  <a:lnTo>
                    <a:pt x="3334702" y="28575"/>
                  </a:lnTo>
                  <a:close/>
                </a:path>
                <a:path w="3759834" h="1880235">
                  <a:moveTo>
                    <a:pt x="3391852" y="28575"/>
                  </a:moveTo>
                  <a:lnTo>
                    <a:pt x="3363277" y="28575"/>
                  </a:lnTo>
                  <a:lnTo>
                    <a:pt x="3363277" y="0"/>
                  </a:lnTo>
                  <a:lnTo>
                    <a:pt x="3391852" y="0"/>
                  </a:lnTo>
                  <a:lnTo>
                    <a:pt x="3391852" y="28575"/>
                  </a:lnTo>
                  <a:close/>
                </a:path>
                <a:path w="3759834" h="1880235">
                  <a:moveTo>
                    <a:pt x="3449002" y="28575"/>
                  </a:moveTo>
                  <a:lnTo>
                    <a:pt x="3420427" y="28575"/>
                  </a:lnTo>
                  <a:lnTo>
                    <a:pt x="3420427" y="0"/>
                  </a:lnTo>
                  <a:lnTo>
                    <a:pt x="3449002" y="0"/>
                  </a:lnTo>
                  <a:lnTo>
                    <a:pt x="3449002" y="28575"/>
                  </a:lnTo>
                  <a:close/>
                </a:path>
                <a:path w="3759834" h="1880235">
                  <a:moveTo>
                    <a:pt x="3506152" y="28575"/>
                  </a:moveTo>
                  <a:lnTo>
                    <a:pt x="3477577" y="28575"/>
                  </a:lnTo>
                  <a:lnTo>
                    <a:pt x="3477577" y="0"/>
                  </a:lnTo>
                  <a:lnTo>
                    <a:pt x="3506152" y="0"/>
                  </a:lnTo>
                  <a:lnTo>
                    <a:pt x="3506152" y="28575"/>
                  </a:lnTo>
                  <a:close/>
                </a:path>
                <a:path w="3759834" h="1880235">
                  <a:moveTo>
                    <a:pt x="3563302" y="28575"/>
                  </a:moveTo>
                  <a:lnTo>
                    <a:pt x="3534727" y="28575"/>
                  </a:lnTo>
                  <a:lnTo>
                    <a:pt x="3534727" y="0"/>
                  </a:lnTo>
                  <a:lnTo>
                    <a:pt x="3563302" y="0"/>
                  </a:lnTo>
                  <a:lnTo>
                    <a:pt x="3563302" y="28575"/>
                  </a:lnTo>
                  <a:close/>
                </a:path>
                <a:path w="3759834" h="1880235">
                  <a:moveTo>
                    <a:pt x="3620452" y="28575"/>
                  </a:moveTo>
                  <a:lnTo>
                    <a:pt x="3591877" y="28575"/>
                  </a:lnTo>
                  <a:lnTo>
                    <a:pt x="3591877" y="0"/>
                  </a:lnTo>
                  <a:lnTo>
                    <a:pt x="3620452" y="0"/>
                  </a:lnTo>
                  <a:lnTo>
                    <a:pt x="3620452" y="28575"/>
                  </a:lnTo>
                  <a:close/>
                </a:path>
                <a:path w="3759834" h="1880235">
                  <a:moveTo>
                    <a:pt x="3677602" y="28575"/>
                  </a:moveTo>
                  <a:lnTo>
                    <a:pt x="3649027" y="28575"/>
                  </a:lnTo>
                  <a:lnTo>
                    <a:pt x="3649027" y="0"/>
                  </a:lnTo>
                  <a:lnTo>
                    <a:pt x="3677602" y="0"/>
                  </a:lnTo>
                  <a:lnTo>
                    <a:pt x="3677602" y="28575"/>
                  </a:lnTo>
                  <a:close/>
                </a:path>
                <a:path w="3759834" h="1880235">
                  <a:moveTo>
                    <a:pt x="3734752" y="28575"/>
                  </a:moveTo>
                  <a:lnTo>
                    <a:pt x="3706177" y="28575"/>
                  </a:lnTo>
                  <a:lnTo>
                    <a:pt x="3706177" y="0"/>
                  </a:lnTo>
                  <a:lnTo>
                    <a:pt x="3734752" y="0"/>
                  </a:lnTo>
                  <a:lnTo>
                    <a:pt x="3734752" y="28575"/>
                  </a:lnTo>
                  <a:close/>
                </a:path>
                <a:path w="3759834" h="1880235">
                  <a:moveTo>
                    <a:pt x="3759834" y="60642"/>
                  </a:moveTo>
                  <a:lnTo>
                    <a:pt x="3731259" y="60642"/>
                  </a:lnTo>
                  <a:lnTo>
                    <a:pt x="3731259" y="32067"/>
                  </a:lnTo>
                  <a:lnTo>
                    <a:pt x="3759834" y="32067"/>
                  </a:lnTo>
                  <a:lnTo>
                    <a:pt x="3759834" y="60642"/>
                  </a:lnTo>
                  <a:close/>
                </a:path>
                <a:path w="3759834" h="1880235">
                  <a:moveTo>
                    <a:pt x="3759834" y="117792"/>
                  </a:moveTo>
                  <a:lnTo>
                    <a:pt x="3731259" y="117792"/>
                  </a:lnTo>
                  <a:lnTo>
                    <a:pt x="3731259" y="89217"/>
                  </a:lnTo>
                  <a:lnTo>
                    <a:pt x="3759834" y="89217"/>
                  </a:lnTo>
                  <a:lnTo>
                    <a:pt x="3759834" y="117792"/>
                  </a:lnTo>
                  <a:close/>
                </a:path>
                <a:path w="3759834" h="1880235">
                  <a:moveTo>
                    <a:pt x="3759834" y="174942"/>
                  </a:moveTo>
                  <a:lnTo>
                    <a:pt x="3731259" y="174942"/>
                  </a:lnTo>
                  <a:lnTo>
                    <a:pt x="3731259" y="146367"/>
                  </a:lnTo>
                  <a:lnTo>
                    <a:pt x="3759834" y="146367"/>
                  </a:lnTo>
                  <a:lnTo>
                    <a:pt x="3759834" y="174942"/>
                  </a:lnTo>
                  <a:close/>
                </a:path>
                <a:path w="3759834" h="1880235">
                  <a:moveTo>
                    <a:pt x="3759834" y="232092"/>
                  </a:moveTo>
                  <a:lnTo>
                    <a:pt x="3731259" y="232092"/>
                  </a:lnTo>
                  <a:lnTo>
                    <a:pt x="3731259" y="203517"/>
                  </a:lnTo>
                  <a:lnTo>
                    <a:pt x="3759834" y="203517"/>
                  </a:lnTo>
                  <a:lnTo>
                    <a:pt x="3759834" y="232092"/>
                  </a:lnTo>
                  <a:close/>
                </a:path>
                <a:path w="3759834" h="1880235">
                  <a:moveTo>
                    <a:pt x="3759834" y="289242"/>
                  </a:moveTo>
                  <a:lnTo>
                    <a:pt x="3731259" y="289242"/>
                  </a:lnTo>
                  <a:lnTo>
                    <a:pt x="3731259" y="260667"/>
                  </a:lnTo>
                  <a:lnTo>
                    <a:pt x="3759834" y="260667"/>
                  </a:lnTo>
                  <a:lnTo>
                    <a:pt x="3759834" y="289242"/>
                  </a:lnTo>
                  <a:close/>
                </a:path>
                <a:path w="3759834" h="1880235">
                  <a:moveTo>
                    <a:pt x="3759834" y="346392"/>
                  </a:moveTo>
                  <a:lnTo>
                    <a:pt x="3731259" y="346392"/>
                  </a:lnTo>
                  <a:lnTo>
                    <a:pt x="3731259" y="317817"/>
                  </a:lnTo>
                  <a:lnTo>
                    <a:pt x="3759834" y="317817"/>
                  </a:lnTo>
                  <a:lnTo>
                    <a:pt x="3759834" y="346392"/>
                  </a:lnTo>
                  <a:close/>
                </a:path>
                <a:path w="3759834" h="1880235">
                  <a:moveTo>
                    <a:pt x="3759834" y="403542"/>
                  </a:moveTo>
                  <a:lnTo>
                    <a:pt x="3731259" y="403542"/>
                  </a:lnTo>
                  <a:lnTo>
                    <a:pt x="3731259" y="374967"/>
                  </a:lnTo>
                  <a:lnTo>
                    <a:pt x="3759834" y="374967"/>
                  </a:lnTo>
                  <a:lnTo>
                    <a:pt x="3759834" y="403542"/>
                  </a:lnTo>
                  <a:close/>
                </a:path>
                <a:path w="3759834" h="1880235">
                  <a:moveTo>
                    <a:pt x="3759834" y="460692"/>
                  </a:moveTo>
                  <a:lnTo>
                    <a:pt x="3731259" y="460692"/>
                  </a:lnTo>
                  <a:lnTo>
                    <a:pt x="3731259" y="432117"/>
                  </a:lnTo>
                  <a:lnTo>
                    <a:pt x="3759834" y="432117"/>
                  </a:lnTo>
                  <a:lnTo>
                    <a:pt x="3759834" y="460692"/>
                  </a:lnTo>
                  <a:close/>
                </a:path>
                <a:path w="3759834" h="1880235">
                  <a:moveTo>
                    <a:pt x="3759834" y="517842"/>
                  </a:moveTo>
                  <a:lnTo>
                    <a:pt x="3731259" y="517842"/>
                  </a:lnTo>
                  <a:lnTo>
                    <a:pt x="3731259" y="489267"/>
                  </a:lnTo>
                  <a:lnTo>
                    <a:pt x="3759834" y="489267"/>
                  </a:lnTo>
                  <a:lnTo>
                    <a:pt x="3759834" y="517842"/>
                  </a:lnTo>
                  <a:close/>
                </a:path>
                <a:path w="3759834" h="1880235">
                  <a:moveTo>
                    <a:pt x="3759834" y="574992"/>
                  </a:moveTo>
                  <a:lnTo>
                    <a:pt x="3731259" y="574992"/>
                  </a:lnTo>
                  <a:lnTo>
                    <a:pt x="3731259" y="546417"/>
                  </a:lnTo>
                  <a:lnTo>
                    <a:pt x="3759834" y="546417"/>
                  </a:lnTo>
                  <a:lnTo>
                    <a:pt x="3759834" y="574992"/>
                  </a:lnTo>
                  <a:close/>
                </a:path>
                <a:path w="3759834" h="1880235">
                  <a:moveTo>
                    <a:pt x="3759834" y="632142"/>
                  </a:moveTo>
                  <a:lnTo>
                    <a:pt x="3731259" y="632142"/>
                  </a:lnTo>
                  <a:lnTo>
                    <a:pt x="3731259" y="603567"/>
                  </a:lnTo>
                  <a:lnTo>
                    <a:pt x="3759834" y="603567"/>
                  </a:lnTo>
                  <a:lnTo>
                    <a:pt x="3759834" y="632142"/>
                  </a:lnTo>
                  <a:close/>
                </a:path>
                <a:path w="3759834" h="1880235">
                  <a:moveTo>
                    <a:pt x="3759834" y="689292"/>
                  </a:moveTo>
                  <a:lnTo>
                    <a:pt x="3731259" y="689292"/>
                  </a:lnTo>
                  <a:lnTo>
                    <a:pt x="3731259" y="660717"/>
                  </a:lnTo>
                  <a:lnTo>
                    <a:pt x="3759834" y="660717"/>
                  </a:lnTo>
                  <a:lnTo>
                    <a:pt x="3759834" y="689292"/>
                  </a:lnTo>
                  <a:close/>
                </a:path>
                <a:path w="3759834" h="1880235">
                  <a:moveTo>
                    <a:pt x="3759834" y="746442"/>
                  </a:moveTo>
                  <a:lnTo>
                    <a:pt x="3731259" y="746442"/>
                  </a:lnTo>
                  <a:lnTo>
                    <a:pt x="3731259" y="717867"/>
                  </a:lnTo>
                  <a:lnTo>
                    <a:pt x="3759834" y="717867"/>
                  </a:lnTo>
                  <a:lnTo>
                    <a:pt x="3759834" y="746442"/>
                  </a:lnTo>
                  <a:close/>
                </a:path>
                <a:path w="3759834" h="1880235">
                  <a:moveTo>
                    <a:pt x="3759834" y="803592"/>
                  </a:moveTo>
                  <a:lnTo>
                    <a:pt x="3731259" y="803592"/>
                  </a:lnTo>
                  <a:lnTo>
                    <a:pt x="3731259" y="775017"/>
                  </a:lnTo>
                  <a:lnTo>
                    <a:pt x="3759834" y="775017"/>
                  </a:lnTo>
                  <a:lnTo>
                    <a:pt x="3759834" y="803592"/>
                  </a:lnTo>
                  <a:close/>
                </a:path>
                <a:path w="3759834" h="1880235">
                  <a:moveTo>
                    <a:pt x="3759834" y="860742"/>
                  </a:moveTo>
                  <a:lnTo>
                    <a:pt x="3731259" y="860742"/>
                  </a:lnTo>
                  <a:lnTo>
                    <a:pt x="3731259" y="832167"/>
                  </a:lnTo>
                  <a:lnTo>
                    <a:pt x="3759834" y="832167"/>
                  </a:lnTo>
                  <a:lnTo>
                    <a:pt x="3759834" y="860742"/>
                  </a:lnTo>
                  <a:close/>
                </a:path>
                <a:path w="3759834" h="1880235">
                  <a:moveTo>
                    <a:pt x="3759834" y="917892"/>
                  </a:moveTo>
                  <a:lnTo>
                    <a:pt x="3731259" y="917892"/>
                  </a:lnTo>
                  <a:lnTo>
                    <a:pt x="3731259" y="889317"/>
                  </a:lnTo>
                  <a:lnTo>
                    <a:pt x="3759834" y="889317"/>
                  </a:lnTo>
                  <a:lnTo>
                    <a:pt x="3759834" y="917892"/>
                  </a:lnTo>
                  <a:close/>
                </a:path>
                <a:path w="3759834" h="1880235">
                  <a:moveTo>
                    <a:pt x="3759834" y="975042"/>
                  </a:moveTo>
                  <a:lnTo>
                    <a:pt x="3731259" y="975042"/>
                  </a:lnTo>
                  <a:lnTo>
                    <a:pt x="3731259" y="946467"/>
                  </a:lnTo>
                  <a:lnTo>
                    <a:pt x="3759834" y="946467"/>
                  </a:lnTo>
                  <a:lnTo>
                    <a:pt x="3759834" y="975042"/>
                  </a:lnTo>
                  <a:close/>
                </a:path>
                <a:path w="3759834" h="1880235">
                  <a:moveTo>
                    <a:pt x="3759834" y="1032192"/>
                  </a:moveTo>
                  <a:lnTo>
                    <a:pt x="3731259" y="1032192"/>
                  </a:lnTo>
                  <a:lnTo>
                    <a:pt x="3731259" y="1003617"/>
                  </a:lnTo>
                  <a:lnTo>
                    <a:pt x="3759834" y="1003617"/>
                  </a:lnTo>
                  <a:lnTo>
                    <a:pt x="3759834" y="1032192"/>
                  </a:lnTo>
                  <a:close/>
                </a:path>
                <a:path w="3759834" h="1880235">
                  <a:moveTo>
                    <a:pt x="3759834" y="1089342"/>
                  </a:moveTo>
                  <a:lnTo>
                    <a:pt x="3731259" y="1089342"/>
                  </a:lnTo>
                  <a:lnTo>
                    <a:pt x="3731259" y="1060767"/>
                  </a:lnTo>
                  <a:lnTo>
                    <a:pt x="3759834" y="1060767"/>
                  </a:lnTo>
                  <a:lnTo>
                    <a:pt x="3759834" y="1089342"/>
                  </a:lnTo>
                  <a:close/>
                </a:path>
                <a:path w="3759834" h="1880235">
                  <a:moveTo>
                    <a:pt x="3759834" y="1146492"/>
                  </a:moveTo>
                  <a:lnTo>
                    <a:pt x="3731259" y="1146492"/>
                  </a:lnTo>
                  <a:lnTo>
                    <a:pt x="3731259" y="1117917"/>
                  </a:lnTo>
                  <a:lnTo>
                    <a:pt x="3759834" y="1117917"/>
                  </a:lnTo>
                  <a:lnTo>
                    <a:pt x="3759834" y="1146492"/>
                  </a:lnTo>
                  <a:close/>
                </a:path>
                <a:path w="3759834" h="1880235">
                  <a:moveTo>
                    <a:pt x="3759834" y="1203642"/>
                  </a:moveTo>
                  <a:lnTo>
                    <a:pt x="3731259" y="1203642"/>
                  </a:lnTo>
                  <a:lnTo>
                    <a:pt x="3731259" y="1175067"/>
                  </a:lnTo>
                  <a:lnTo>
                    <a:pt x="3759834" y="1175067"/>
                  </a:lnTo>
                  <a:lnTo>
                    <a:pt x="3759834" y="1203642"/>
                  </a:lnTo>
                  <a:close/>
                </a:path>
                <a:path w="3759834" h="1880235">
                  <a:moveTo>
                    <a:pt x="3759834" y="1260792"/>
                  </a:moveTo>
                  <a:lnTo>
                    <a:pt x="3731259" y="1260792"/>
                  </a:lnTo>
                  <a:lnTo>
                    <a:pt x="3731259" y="1232217"/>
                  </a:lnTo>
                  <a:lnTo>
                    <a:pt x="3759834" y="1232217"/>
                  </a:lnTo>
                  <a:lnTo>
                    <a:pt x="3759834" y="1260792"/>
                  </a:lnTo>
                  <a:close/>
                </a:path>
                <a:path w="3759834" h="1880235">
                  <a:moveTo>
                    <a:pt x="3759834" y="1317942"/>
                  </a:moveTo>
                  <a:lnTo>
                    <a:pt x="3731259" y="1317942"/>
                  </a:lnTo>
                  <a:lnTo>
                    <a:pt x="3731259" y="1289367"/>
                  </a:lnTo>
                  <a:lnTo>
                    <a:pt x="3759834" y="1289367"/>
                  </a:lnTo>
                  <a:lnTo>
                    <a:pt x="3759834" y="1317942"/>
                  </a:lnTo>
                  <a:close/>
                </a:path>
                <a:path w="3759834" h="1880235">
                  <a:moveTo>
                    <a:pt x="3759834" y="1375092"/>
                  </a:moveTo>
                  <a:lnTo>
                    <a:pt x="3731259" y="1375092"/>
                  </a:lnTo>
                  <a:lnTo>
                    <a:pt x="3731259" y="1346517"/>
                  </a:lnTo>
                  <a:lnTo>
                    <a:pt x="3759834" y="1346517"/>
                  </a:lnTo>
                  <a:lnTo>
                    <a:pt x="3759834" y="1375092"/>
                  </a:lnTo>
                  <a:close/>
                </a:path>
                <a:path w="3759834" h="1880235">
                  <a:moveTo>
                    <a:pt x="3759834" y="1432242"/>
                  </a:moveTo>
                  <a:lnTo>
                    <a:pt x="3731259" y="1432242"/>
                  </a:lnTo>
                  <a:lnTo>
                    <a:pt x="3731259" y="1403667"/>
                  </a:lnTo>
                  <a:lnTo>
                    <a:pt x="3759834" y="1403667"/>
                  </a:lnTo>
                  <a:lnTo>
                    <a:pt x="3759834" y="1432242"/>
                  </a:lnTo>
                  <a:close/>
                </a:path>
                <a:path w="3759834" h="1880235">
                  <a:moveTo>
                    <a:pt x="3759834" y="1489392"/>
                  </a:moveTo>
                  <a:lnTo>
                    <a:pt x="3731259" y="1489392"/>
                  </a:lnTo>
                  <a:lnTo>
                    <a:pt x="3731259" y="1460817"/>
                  </a:lnTo>
                  <a:lnTo>
                    <a:pt x="3759834" y="1460817"/>
                  </a:lnTo>
                  <a:lnTo>
                    <a:pt x="3759834" y="1489392"/>
                  </a:lnTo>
                  <a:close/>
                </a:path>
                <a:path w="3759834" h="1880235">
                  <a:moveTo>
                    <a:pt x="3759834" y="1546542"/>
                  </a:moveTo>
                  <a:lnTo>
                    <a:pt x="3731259" y="1546542"/>
                  </a:lnTo>
                  <a:lnTo>
                    <a:pt x="3731259" y="1517967"/>
                  </a:lnTo>
                  <a:lnTo>
                    <a:pt x="3759834" y="1517967"/>
                  </a:lnTo>
                  <a:lnTo>
                    <a:pt x="3759834" y="1546542"/>
                  </a:lnTo>
                  <a:close/>
                </a:path>
                <a:path w="3759834" h="1880235">
                  <a:moveTo>
                    <a:pt x="3759834" y="1603692"/>
                  </a:moveTo>
                  <a:lnTo>
                    <a:pt x="3731259" y="1603692"/>
                  </a:lnTo>
                  <a:lnTo>
                    <a:pt x="3731259" y="1575117"/>
                  </a:lnTo>
                  <a:lnTo>
                    <a:pt x="3759834" y="1575117"/>
                  </a:lnTo>
                  <a:lnTo>
                    <a:pt x="3759834" y="1603692"/>
                  </a:lnTo>
                  <a:close/>
                </a:path>
                <a:path w="3759834" h="1880235">
                  <a:moveTo>
                    <a:pt x="3759834" y="1660842"/>
                  </a:moveTo>
                  <a:lnTo>
                    <a:pt x="3731259" y="1660842"/>
                  </a:lnTo>
                  <a:lnTo>
                    <a:pt x="3731259" y="1632267"/>
                  </a:lnTo>
                  <a:lnTo>
                    <a:pt x="3759834" y="1632267"/>
                  </a:lnTo>
                  <a:lnTo>
                    <a:pt x="3759834" y="1660842"/>
                  </a:lnTo>
                  <a:close/>
                </a:path>
                <a:path w="3759834" h="1880235">
                  <a:moveTo>
                    <a:pt x="3759834" y="1717992"/>
                  </a:moveTo>
                  <a:lnTo>
                    <a:pt x="3731259" y="1717992"/>
                  </a:lnTo>
                  <a:lnTo>
                    <a:pt x="3731259" y="1689417"/>
                  </a:lnTo>
                  <a:lnTo>
                    <a:pt x="3759834" y="1689417"/>
                  </a:lnTo>
                  <a:lnTo>
                    <a:pt x="3759834" y="1717992"/>
                  </a:lnTo>
                  <a:close/>
                </a:path>
                <a:path w="3759834" h="1880235">
                  <a:moveTo>
                    <a:pt x="3759834" y="1775142"/>
                  </a:moveTo>
                  <a:lnTo>
                    <a:pt x="3731259" y="1775142"/>
                  </a:lnTo>
                  <a:lnTo>
                    <a:pt x="3731259" y="1746567"/>
                  </a:lnTo>
                  <a:lnTo>
                    <a:pt x="3759834" y="1746567"/>
                  </a:lnTo>
                  <a:lnTo>
                    <a:pt x="3759834" y="1775142"/>
                  </a:lnTo>
                  <a:close/>
                </a:path>
                <a:path w="3759834" h="1880235">
                  <a:moveTo>
                    <a:pt x="3759834" y="1832292"/>
                  </a:moveTo>
                  <a:lnTo>
                    <a:pt x="3731259" y="1832292"/>
                  </a:lnTo>
                  <a:lnTo>
                    <a:pt x="3731259" y="1803717"/>
                  </a:lnTo>
                  <a:lnTo>
                    <a:pt x="3759834" y="1803717"/>
                  </a:lnTo>
                  <a:lnTo>
                    <a:pt x="3759834" y="1832292"/>
                  </a:lnTo>
                  <a:close/>
                </a:path>
                <a:path w="3759834" h="1880235">
                  <a:moveTo>
                    <a:pt x="3759834" y="1880235"/>
                  </a:moveTo>
                  <a:lnTo>
                    <a:pt x="3722052" y="1880235"/>
                  </a:lnTo>
                  <a:lnTo>
                    <a:pt x="3722052" y="1851660"/>
                  </a:lnTo>
                  <a:lnTo>
                    <a:pt x="3731259" y="1851660"/>
                  </a:lnTo>
                  <a:lnTo>
                    <a:pt x="3731259" y="1865947"/>
                  </a:lnTo>
                  <a:lnTo>
                    <a:pt x="3759834" y="1865947"/>
                  </a:lnTo>
                  <a:lnTo>
                    <a:pt x="3759834" y="1880235"/>
                  </a:lnTo>
                  <a:close/>
                </a:path>
                <a:path w="3759834" h="1880235">
                  <a:moveTo>
                    <a:pt x="3731259" y="1865947"/>
                  </a:moveTo>
                  <a:lnTo>
                    <a:pt x="3731259" y="1851660"/>
                  </a:lnTo>
                  <a:lnTo>
                    <a:pt x="3745547" y="1851660"/>
                  </a:lnTo>
                  <a:lnTo>
                    <a:pt x="3731259" y="1865947"/>
                  </a:lnTo>
                  <a:close/>
                </a:path>
                <a:path w="3759834" h="1880235">
                  <a:moveTo>
                    <a:pt x="3759834" y="1865947"/>
                  </a:moveTo>
                  <a:lnTo>
                    <a:pt x="3731259" y="1865947"/>
                  </a:lnTo>
                  <a:lnTo>
                    <a:pt x="3736339" y="1860867"/>
                  </a:lnTo>
                  <a:lnTo>
                    <a:pt x="3759834" y="1860867"/>
                  </a:lnTo>
                  <a:lnTo>
                    <a:pt x="3759834" y="1865947"/>
                  </a:lnTo>
                  <a:close/>
                </a:path>
                <a:path w="3759834" h="1880235">
                  <a:moveTo>
                    <a:pt x="3693477" y="1880235"/>
                  </a:moveTo>
                  <a:lnTo>
                    <a:pt x="3664902" y="1880235"/>
                  </a:lnTo>
                  <a:lnTo>
                    <a:pt x="3664902" y="1851660"/>
                  </a:lnTo>
                  <a:lnTo>
                    <a:pt x="3693477" y="1851660"/>
                  </a:lnTo>
                  <a:lnTo>
                    <a:pt x="3693477" y="1880235"/>
                  </a:lnTo>
                  <a:close/>
                </a:path>
                <a:path w="3759834" h="1880235">
                  <a:moveTo>
                    <a:pt x="3636327" y="1880235"/>
                  </a:moveTo>
                  <a:lnTo>
                    <a:pt x="3607752" y="1880235"/>
                  </a:lnTo>
                  <a:lnTo>
                    <a:pt x="3607752" y="1851660"/>
                  </a:lnTo>
                  <a:lnTo>
                    <a:pt x="3636327" y="1851660"/>
                  </a:lnTo>
                  <a:lnTo>
                    <a:pt x="3636327" y="1880235"/>
                  </a:lnTo>
                  <a:close/>
                </a:path>
                <a:path w="3759834" h="1880235">
                  <a:moveTo>
                    <a:pt x="3579177" y="1880235"/>
                  </a:moveTo>
                  <a:lnTo>
                    <a:pt x="3550602" y="1880235"/>
                  </a:lnTo>
                  <a:lnTo>
                    <a:pt x="3550602" y="1851660"/>
                  </a:lnTo>
                  <a:lnTo>
                    <a:pt x="3579177" y="1851660"/>
                  </a:lnTo>
                  <a:lnTo>
                    <a:pt x="3579177" y="1880235"/>
                  </a:lnTo>
                  <a:close/>
                </a:path>
                <a:path w="3759834" h="1880235">
                  <a:moveTo>
                    <a:pt x="3522027" y="1880235"/>
                  </a:moveTo>
                  <a:lnTo>
                    <a:pt x="3493452" y="1880235"/>
                  </a:lnTo>
                  <a:lnTo>
                    <a:pt x="3493452" y="1851660"/>
                  </a:lnTo>
                  <a:lnTo>
                    <a:pt x="3522027" y="1851660"/>
                  </a:lnTo>
                  <a:lnTo>
                    <a:pt x="3522027" y="1880235"/>
                  </a:lnTo>
                  <a:close/>
                </a:path>
                <a:path w="3759834" h="1880235">
                  <a:moveTo>
                    <a:pt x="3464877" y="1880235"/>
                  </a:moveTo>
                  <a:lnTo>
                    <a:pt x="3436302" y="1880235"/>
                  </a:lnTo>
                  <a:lnTo>
                    <a:pt x="3436302" y="1851660"/>
                  </a:lnTo>
                  <a:lnTo>
                    <a:pt x="3464877" y="1851660"/>
                  </a:lnTo>
                  <a:lnTo>
                    <a:pt x="3464877" y="1880235"/>
                  </a:lnTo>
                  <a:close/>
                </a:path>
                <a:path w="3759834" h="1880235">
                  <a:moveTo>
                    <a:pt x="3407727" y="1880235"/>
                  </a:moveTo>
                  <a:lnTo>
                    <a:pt x="3379152" y="1880235"/>
                  </a:lnTo>
                  <a:lnTo>
                    <a:pt x="3379152" y="1851660"/>
                  </a:lnTo>
                  <a:lnTo>
                    <a:pt x="3407727" y="1851660"/>
                  </a:lnTo>
                  <a:lnTo>
                    <a:pt x="3407727" y="1880235"/>
                  </a:lnTo>
                  <a:close/>
                </a:path>
                <a:path w="3759834" h="1880235">
                  <a:moveTo>
                    <a:pt x="3350577" y="1880235"/>
                  </a:moveTo>
                  <a:lnTo>
                    <a:pt x="3322002" y="1880235"/>
                  </a:lnTo>
                  <a:lnTo>
                    <a:pt x="3322002" y="1851660"/>
                  </a:lnTo>
                  <a:lnTo>
                    <a:pt x="3350577" y="1851660"/>
                  </a:lnTo>
                  <a:lnTo>
                    <a:pt x="3350577" y="1880235"/>
                  </a:lnTo>
                  <a:close/>
                </a:path>
                <a:path w="3759834" h="1880235">
                  <a:moveTo>
                    <a:pt x="3293427" y="1880235"/>
                  </a:moveTo>
                  <a:lnTo>
                    <a:pt x="3264852" y="1880235"/>
                  </a:lnTo>
                  <a:lnTo>
                    <a:pt x="3264852" y="1851660"/>
                  </a:lnTo>
                  <a:lnTo>
                    <a:pt x="3293427" y="1851660"/>
                  </a:lnTo>
                  <a:lnTo>
                    <a:pt x="3293427" y="1880235"/>
                  </a:lnTo>
                  <a:close/>
                </a:path>
                <a:path w="3759834" h="1880235">
                  <a:moveTo>
                    <a:pt x="3236277" y="1880235"/>
                  </a:moveTo>
                  <a:lnTo>
                    <a:pt x="3207702" y="1880235"/>
                  </a:lnTo>
                  <a:lnTo>
                    <a:pt x="3207702" y="1851660"/>
                  </a:lnTo>
                  <a:lnTo>
                    <a:pt x="3236277" y="1851660"/>
                  </a:lnTo>
                  <a:lnTo>
                    <a:pt x="3236277" y="1880235"/>
                  </a:lnTo>
                  <a:close/>
                </a:path>
                <a:path w="3759834" h="1880235">
                  <a:moveTo>
                    <a:pt x="3179127" y="1880235"/>
                  </a:moveTo>
                  <a:lnTo>
                    <a:pt x="3150552" y="1880235"/>
                  </a:lnTo>
                  <a:lnTo>
                    <a:pt x="3150552" y="1851660"/>
                  </a:lnTo>
                  <a:lnTo>
                    <a:pt x="3179127" y="1851660"/>
                  </a:lnTo>
                  <a:lnTo>
                    <a:pt x="3179127" y="1880235"/>
                  </a:lnTo>
                  <a:close/>
                </a:path>
                <a:path w="3759834" h="1880235">
                  <a:moveTo>
                    <a:pt x="3121977" y="1880235"/>
                  </a:moveTo>
                  <a:lnTo>
                    <a:pt x="3093402" y="1880235"/>
                  </a:lnTo>
                  <a:lnTo>
                    <a:pt x="3093402" y="1851660"/>
                  </a:lnTo>
                  <a:lnTo>
                    <a:pt x="3121977" y="1851660"/>
                  </a:lnTo>
                  <a:lnTo>
                    <a:pt x="3121977" y="1880235"/>
                  </a:lnTo>
                  <a:close/>
                </a:path>
                <a:path w="3759834" h="1880235">
                  <a:moveTo>
                    <a:pt x="3064827" y="1880235"/>
                  </a:moveTo>
                  <a:lnTo>
                    <a:pt x="3036252" y="1880235"/>
                  </a:lnTo>
                  <a:lnTo>
                    <a:pt x="3036252" y="1851660"/>
                  </a:lnTo>
                  <a:lnTo>
                    <a:pt x="3064827" y="1851660"/>
                  </a:lnTo>
                  <a:lnTo>
                    <a:pt x="3064827" y="1880235"/>
                  </a:lnTo>
                  <a:close/>
                </a:path>
                <a:path w="3759834" h="1880235">
                  <a:moveTo>
                    <a:pt x="3007677" y="1880235"/>
                  </a:moveTo>
                  <a:lnTo>
                    <a:pt x="2979102" y="1880235"/>
                  </a:lnTo>
                  <a:lnTo>
                    <a:pt x="2979102" y="1851660"/>
                  </a:lnTo>
                  <a:lnTo>
                    <a:pt x="3007677" y="1851660"/>
                  </a:lnTo>
                  <a:lnTo>
                    <a:pt x="3007677" y="1880235"/>
                  </a:lnTo>
                  <a:close/>
                </a:path>
                <a:path w="3759834" h="1880235">
                  <a:moveTo>
                    <a:pt x="2950527" y="1880235"/>
                  </a:moveTo>
                  <a:lnTo>
                    <a:pt x="2921952" y="1880235"/>
                  </a:lnTo>
                  <a:lnTo>
                    <a:pt x="2921952" y="1851660"/>
                  </a:lnTo>
                  <a:lnTo>
                    <a:pt x="2950527" y="1851660"/>
                  </a:lnTo>
                  <a:lnTo>
                    <a:pt x="2950527" y="1880235"/>
                  </a:lnTo>
                  <a:close/>
                </a:path>
                <a:path w="3759834" h="1880235">
                  <a:moveTo>
                    <a:pt x="2893377" y="1880235"/>
                  </a:moveTo>
                  <a:lnTo>
                    <a:pt x="2864802" y="1880235"/>
                  </a:lnTo>
                  <a:lnTo>
                    <a:pt x="2864802" y="1851660"/>
                  </a:lnTo>
                  <a:lnTo>
                    <a:pt x="2893377" y="1851660"/>
                  </a:lnTo>
                  <a:lnTo>
                    <a:pt x="2893377" y="1880235"/>
                  </a:lnTo>
                  <a:close/>
                </a:path>
                <a:path w="3759834" h="1880235">
                  <a:moveTo>
                    <a:pt x="2836227" y="1880235"/>
                  </a:moveTo>
                  <a:lnTo>
                    <a:pt x="2807652" y="1880235"/>
                  </a:lnTo>
                  <a:lnTo>
                    <a:pt x="2807652" y="1851660"/>
                  </a:lnTo>
                  <a:lnTo>
                    <a:pt x="2836227" y="1851660"/>
                  </a:lnTo>
                  <a:lnTo>
                    <a:pt x="2836227" y="1880235"/>
                  </a:lnTo>
                  <a:close/>
                </a:path>
                <a:path w="3759834" h="1880235">
                  <a:moveTo>
                    <a:pt x="2779077" y="1880235"/>
                  </a:moveTo>
                  <a:lnTo>
                    <a:pt x="2750502" y="1880235"/>
                  </a:lnTo>
                  <a:lnTo>
                    <a:pt x="2750502" y="1851660"/>
                  </a:lnTo>
                  <a:lnTo>
                    <a:pt x="2779077" y="1851660"/>
                  </a:lnTo>
                  <a:lnTo>
                    <a:pt x="2779077" y="1880235"/>
                  </a:lnTo>
                  <a:close/>
                </a:path>
                <a:path w="3759834" h="1880235">
                  <a:moveTo>
                    <a:pt x="2721927" y="1880235"/>
                  </a:moveTo>
                  <a:lnTo>
                    <a:pt x="2693352" y="1880235"/>
                  </a:lnTo>
                  <a:lnTo>
                    <a:pt x="2693352" y="1851660"/>
                  </a:lnTo>
                  <a:lnTo>
                    <a:pt x="2721927" y="1851660"/>
                  </a:lnTo>
                  <a:lnTo>
                    <a:pt x="2721927" y="1880235"/>
                  </a:lnTo>
                  <a:close/>
                </a:path>
                <a:path w="3759834" h="1880235">
                  <a:moveTo>
                    <a:pt x="2664777" y="1880235"/>
                  </a:moveTo>
                  <a:lnTo>
                    <a:pt x="2636202" y="1880235"/>
                  </a:lnTo>
                  <a:lnTo>
                    <a:pt x="2636202" y="1851660"/>
                  </a:lnTo>
                  <a:lnTo>
                    <a:pt x="2664777" y="1851660"/>
                  </a:lnTo>
                  <a:lnTo>
                    <a:pt x="2664777" y="1880235"/>
                  </a:lnTo>
                  <a:close/>
                </a:path>
                <a:path w="3759834" h="1880235">
                  <a:moveTo>
                    <a:pt x="2607627" y="1880235"/>
                  </a:moveTo>
                  <a:lnTo>
                    <a:pt x="2579052" y="1880235"/>
                  </a:lnTo>
                  <a:lnTo>
                    <a:pt x="2579052" y="1851660"/>
                  </a:lnTo>
                  <a:lnTo>
                    <a:pt x="2607627" y="1851660"/>
                  </a:lnTo>
                  <a:lnTo>
                    <a:pt x="2607627" y="1880235"/>
                  </a:lnTo>
                  <a:close/>
                </a:path>
                <a:path w="3759834" h="1880235">
                  <a:moveTo>
                    <a:pt x="2550477" y="1880235"/>
                  </a:moveTo>
                  <a:lnTo>
                    <a:pt x="2521902" y="1880235"/>
                  </a:lnTo>
                  <a:lnTo>
                    <a:pt x="2521902" y="1851660"/>
                  </a:lnTo>
                  <a:lnTo>
                    <a:pt x="2550477" y="1851660"/>
                  </a:lnTo>
                  <a:lnTo>
                    <a:pt x="2550477" y="1880235"/>
                  </a:lnTo>
                  <a:close/>
                </a:path>
                <a:path w="3759834" h="1880235">
                  <a:moveTo>
                    <a:pt x="2493327" y="1880235"/>
                  </a:moveTo>
                  <a:lnTo>
                    <a:pt x="2464752" y="1880235"/>
                  </a:lnTo>
                  <a:lnTo>
                    <a:pt x="2464752" y="1851660"/>
                  </a:lnTo>
                  <a:lnTo>
                    <a:pt x="2493327" y="1851660"/>
                  </a:lnTo>
                  <a:lnTo>
                    <a:pt x="2493327" y="1880235"/>
                  </a:lnTo>
                  <a:close/>
                </a:path>
                <a:path w="3759834" h="1880235">
                  <a:moveTo>
                    <a:pt x="2436177" y="1880235"/>
                  </a:moveTo>
                  <a:lnTo>
                    <a:pt x="2407602" y="1880235"/>
                  </a:lnTo>
                  <a:lnTo>
                    <a:pt x="2407602" y="1851660"/>
                  </a:lnTo>
                  <a:lnTo>
                    <a:pt x="2436177" y="1851660"/>
                  </a:lnTo>
                  <a:lnTo>
                    <a:pt x="2436177" y="1880235"/>
                  </a:lnTo>
                  <a:close/>
                </a:path>
                <a:path w="3759834" h="1880235">
                  <a:moveTo>
                    <a:pt x="2379027" y="1880235"/>
                  </a:moveTo>
                  <a:lnTo>
                    <a:pt x="2350452" y="1880235"/>
                  </a:lnTo>
                  <a:lnTo>
                    <a:pt x="2350452" y="1851660"/>
                  </a:lnTo>
                  <a:lnTo>
                    <a:pt x="2379027" y="1851660"/>
                  </a:lnTo>
                  <a:lnTo>
                    <a:pt x="2379027" y="1880235"/>
                  </a:lnTo>
                  <a:close/>
                </a:path>
                <a:path w="3759834" h="1880235">
                  <a:moveTo>
                    <a:pt x="2321877" y="1880235"/>
                  </a:moveTo>
                  <a:lnTo>
                    <a:pt x="2293302" y="1880235"/>
                  </a:lnTo>
                  <a:lnTo>
                    <a:pt x="2293302" y="1851660"/>
                  </a:lnTo>
                  <a:lnTo>
                    <a:pt x="2321877" y="1851660"/>
                  </a:lnTo>
                  <a:lnTo>
                    <a:pt x="2321877" y="1880235"/>
                  </a:lnTo>
                  <a:close/>
                </a:path>
                <a:path w="3759834" h="1880235">
                  <a:moveTo>
                    <a:pt x="2264727" y="1880235"/>
                  </a:moveTo>
                  <a:lnTo>
                    <a:pt x="2236152" y="1880235"/>
                  </a:lnTo>
                  <a:lnTo>
                    <a:pt x="2236152" y="1851660"/>
                  </a:lnTo>
                  <a:lnTo>
                    <a:pt x="2264727" y="1851660"/>
                  </a:lnTo>
                  <a:lnTo>
                    <a:pt x="2264727" y="1880235"/>
                  </a:lnTo>
                  <a:close/>
                </a:path>
                <a:path w="3759834" h="1880235">
                  <a:moveTo>
                    <a:pt x="2207577" y="1880235"/>
                  </a:moveTo>
                  <a:lnTo>
                    <a:pt x="2179002" y="1880235"/>
                  </a:lnTo>
                  <a:lnTo>
                    <a:pt x="2179002" y="1851660"/>
                  </a:lnTo>
                  <a:lnTo>
                    <a:pt x="2207577" y="1851660"/>
                  </a:lnTo>
                  <a:lnTo>
                    <a:pt x="2207577" y="1880235"/>
                  </a:lnTo>
                  <a:close/>
                </a:path>
                <a:path w="3759834" h="1880235">
                  <a:moveTo>
                    <a:pt x="2150427" y="1880235"/>
                  </a:moveTo>
                  <a:lnTo>
                    <a:pt x="2121852" y="1880235"/>
                  </a:lnTo>
                  <a:lnTo>
                    <a:pt x="2121852" y="1851660"/>
                  </a:lnTo>
                  <a:lnTo>
                    <a:pt x="2150427" y="1851660"/>
                  </a:lnTo>
                  <a:lnTo>
                    <a:pt x="2150427" y="1880235"/>
                  </a:lnTo>
                  <a:close/>
                </a:path>
                <a:path w="3759834" h="1880235">
                  <a:moveTo>
                    <a:pt x="2093277" y="1880235"/>
                  </a:moveTo>
                  <a:lnTo>
                    <a:pt x="2064702" y="1880235"/>
                  </a:lnTo>
                  <a:lnTo>
                    <a:pt x="2064702" y="1851660"/>
                  </a:lnTo>
                  <a:lnTo>
                    <a:pt x="2093277" y="1851660"/>
                  </a:lnTo>
                  <a:lnTo>
                    <a:pt x="2093277" y="1880235"/>
                  </a:lnTo>
                  <a:close/>
                </a:path>
                <a:path w="3759834" h="1880235">
                  <a:moveTo>
                    <a:pt x="2036127" y="1880235"/>
                  </a:moveTo>
                  <a:lnTo>
                    <a:pt x="2007552" y="1880235"/>
                  </a:lnTo>
                  <a:lnTo>
                    <a:pt x="2007552" y="1851660"/>
                  </a:lnTo>
                  <a:lnTo>
                    <a:pt x="2036127" y="1851660"/>
                  </a:lnTo>
                  <a:lnTo>
                    <a:pt x="2036127" y="1880235"/>
                  </a:lnTo>
                  <a:close/>
                </a:path>
                <a:path w="3759834" h="1880235">
                  <a:moveTo>
                    <a:pt x="1978977" y="1880235"/>
                  </a:moveTo>
                  <a:lnTo>
                    <a:pt x="1950402" y="1880235"/>
                  </a:lnTo>
                  <a:lnTo>
                    <a:pt x="1950402" y="1851660"/>
                  </a:lnTo>
                  <a:lnTo>
                    <a:pt x="1978977" y="1851660"/>
                  </a:lnTo>
                  <a:lnTo>
                    <a:pt x="1978977" y="1880235"/>
                  </a:lnTo>
                  <a:close/>
                </a:path>
                <a:path w="3759834" h="1880235">
                  <a:moveTo>
                    <a:pt x="1921827" y="1880235"/>
                  </a:moveTo>
                  <a:lnTo>
                    <a:pt x="1893252" y="1880235"/>
                  </a:lnTo>
                  <a:lnTo>
                    <a:pt x="1893252" y="1851660"/>
                  </a:lnTo>
                  <a:lnTo>
                    <a:pt x="1921827" y="1851660"/>
                  </a:lnTo>
                  <a:lnTo>
                    <a:pt x="1921827" y="1880235"/>
                  </a:lnTo>
                  <a:close/>
                </a:path>
                <a:path w="3759834" h="1880235">
                  <a:moveTo>
                    <a:pt x="1864677" y="1880235"/>
                  </a:moveTo>
                  <a:lnTo>
                    <a:pt x="1836102" y="1880235"/>
                  </a:lnTo>
                  <a:lnTo>
                    <a:pt x="1836102" y="1851660"/>
                  </a:lnTo>
                  <a:lnTo>
                    <a:pt x="1864677" y="1851660"/>
                  </a:lnTo>
                  <a:lnTo>
                    <a:pt x="1864677" y="1880235"/>
                  </a:lnTo>
                  <a:close/>
                </a:path>
                <a:path w="3759834" h="1880235">
                  <a:moveTo>
                    <a:pt x="1807527" y="1880235"/>
                  </a:moveTo>
                  <a:lnTo>
                    <a:pt x="1778952" y="1880235"/>
                  </a:lnTo>
                  <a:lnTo>
                    <a:pt x="1778952" y="1851660"/>
                  </a:lnTo>
                  <a:lnTo>
                    <a:pt x="1807527" y="1851660"/>
                  </a:lnTo>
                  <a:lnTo>
                    <a:pt x="1807527" y="1880235"/>
                  </a:lnTo>
                  <a:close/>
                </a:path>
                <a:path w="3759834" h="1880235">
                  <a:moveTo>
                    <a:pt x="1750377" y="1880235"/>
                  </a:moveTo>
                  <a:lnTo>
                    <a:pt x="1721802" y="1880235"/>
                  </a:lnTo>
                  <a:lnTo>
                    <a:pt x="1721802" y="1851660"/>
                  </a:lnTo>
                  <a:lnTo>
                    <a:pt x="1750377" y="1851660"/>
                  </a:lnTo>
                  <a:lnTo>
                    <a:pt x="1750377" y="1880235"/>
                  </a:lnTo>
                  <a:close/>
                </a:path>
                <a:path w="3759834" h="1880235">
                  <a:moveTo>
                    <a:pt x="1693227" y="1880235"/>
                  </a:moveTo>
                  <a:lnTo>
                    <a:pt x="1664652" y="1880235"/>
                  </a:lnTo>
                  <a:lnTo>
                    <a:pt x="1664652" y="1851660"/>
                  </a:lnTo>
                  <a:lnTo>
                    <a:pt x="1693227" y="1851660"/>
                  </a:lnTo>
                  <a:lnTo>
                    <a:pt x="1693227" y="1880235"/>
                  </a:lnTo>
                  <a:close/>
                </a:path>
                <a:path w="3759834" h="1880235">
                  <a:moveTo>
                    <a:pt x="1636077" y="1880235"/>
                  </a:moveTo>
                  <a:lnTo>
                    <a:pt x="1607502" y="1880235"/>
                  </a:lnTo>
                  <a:lnTo>
                    <a:pt x="1607502" y="1851660"/>
                  </a:lnTo>
                  <a:lnTo>
                    <a:pt x="1636077" y="1851660"/>
                  </a:lnTo>
                  <a:lnTo>
                    <a:pt x="1636077" y="1880235"/>
                  </a:lnTo>
                  <a:close/>
                </a:path>
                <a:path w="3759834" h="1880235">
                  <a:moveTo>
                    <a:pt x="1578927" y="1880235"/>
                  </a:moveTo>
                  <a:lnTo>
                    <a:pt x="1550352" y="1880235"/>
                  </a:lnTo>
                  <a:lnTo>
                    <a:pt x="1550352" y="1851660"/>
                  </a:lnTo>
                  <a:lnTo>
                    <a:pt x="1578927" y="1851660"/>
                  </a:lnTo>
                  <a:lnTo>
                    <a:pt x="1578927" y="1880235"/>
                  </a:lnTo>
                  <a:close/>
                </a:path>
                <a:path w="3759834" h="1880235">
                  <a:moveTo>
                    <a:pt x="1521777" y="1880235"/>
                  </a:moveTo>
                  <a:lnTo>
                    <a:pt x="1493202" y="1880235"/>
                  </a:lnTo>
                  <a:lnTo>
                    <a:pt x="1493202" y="1851660"/>
                  </a:lnTo>
                  <a:lnTo>
                    <a:pt x="1521777" y="1851660"/>
                  </a:lnTo>
                  <a:lnTo>
                    <a:pt x="1521777" y="1880235"/>
                  </a:lnTo>
                  <a:close/>
                </a:path>
                <a:path w="3759834" h="1880235">
                  <a:moveTo>
                    <a:pt x="1464627" y="1880235"/>
                  </a:moveTo>
                  <a:lnTo>
                    <a:pt x="1436052" y="1880235"/>
                  </a:lnTo>
                  <a:lnTo>
                    <a:pt x="1436052" y="1851660"/>
                  </a:lnTo>
                  <a:lnTo>
                    <a:pt x="1464627" y="1851660"/>
                  </a:lnTo>
                  <a:lnTo>
                    <a:pt x="1464627" y="1880235"/>
                  </a:lnTo>
                  <a:close/>
                </a:path>
                <a:path w="3759834" h="1880235">
                  <a:moveTo>
                    <a:pt x="1407477" y="1880235"/>
                  </a:moveTo>
                  <a:lnTo>
                    <a:pt x="1378902" y="1880235"/>
                  </a:lnTo>
                  <a:lnTo>
                    <a:pt x="1378902" y="1851660"/>
                  </a:lnTo>
                  <a:lnTo>
                    <a:pt x="1407477" y="1851660"/>
                  </a:lnTo>
                  <a:lnTo>
                    <a:pt x="1407477" y="1880235"/>
                  </a:lnTo>
                  <a:close/>
                </a:path>
                <a:path w="3759834" h="1880235">
                  <a:moveTo>
                    <a:pt x="1350327" y="1880235"/>
                  </a:moveTo>
                  <a:lnTo>
                    <a:pt x="1321752" y="1880235"/>
                  </a:lnTo>
                  <a:lnTo>
                    <a:pt x="1321752" y="1851660"/>
                  </a:lnTo>
                  <a:lnTo>
                    <a:pt x="1350327" y="1851660"/>
                  </a:lnTo>
                  <a:lnTo>
                    <a:pt x="1350327" y="1880235"/>
                  </a:lnTo>
                  <a:close/>
                </a:path>
                <a:path w="3759834" h="1880235">
                  <a:moveTo>
                    <a:pt x="1293177" y="1880235"/>
                  </a:moveTo>
                  <a:lnTo>
                    <a:pt x="1264602" y="1880235"/>
                  </a:lnTo>
                  <a:lnTo>
                    <a:pt x="1264602" y="1851660"/>
                  </a:lnTo>
                  <a:lnTo>
                    <a:pt x="1293177" y="1851660"/>
                  </a:lnTo>
                  <a:lnTo>
                    <a:pt x="1293177" y="1880235"/>
                  </a:lnTo>
                  <a:close/>
                </a:path>
                <a:path w="3759834" h="1880235">
                  <a:moveTo>
                    <a:pt x="1236027" y="1880235"/>
                  </a:moveTo>
                  <a:lnTo>
                    <a:pt x="1207452" y="1880235"/>
                  </a:lnTo>
                  <a:lnTo>
                    <a:pt x="1207452" y="1851660"/>
                  </a:lnTo>
                  <a:lnTo>
                    <a:pt x="1236027" y="1851660"/>
                  </a:lnTo>
                  <a:lnTo>
                    <a:pt x="1236027" y="1880235"/>
                  </a:lnTo>
                  <a:close/>
                </a:path>
                <a:path w="3759834" h="1880235">
                  <a:moveTo>
                    <a:pt x="1178877" y="1880235"/>
                  </a:moveTo>
                  <a:lnTo>
                    <a:pt x="1150302" y="1880235"/>
                  </a:lnTo>
                  <a:lnTo>
                    <a:pt x="1150302" y="1851660"/>
                  </a:lnTo>
                  <a:lnTo>
                    <a:pt x="1178877" y="1851660"/>
                  </a:lnTo>
                  <a:lnTo>
                    <a:pt x="1178877" y="1880235"/>
                  </a:lnTo>
                  <a:close/>
                </a:path>
                <a:path w="3759834" h="1880235">
                  <a:moveTo>
                    <a:pt x="1121727" y="1880235"/>
                  </a:moveTo>
                  <a:lnTo>
                    <a:pt x="1093152" y="1880235"/>
                  </a:lnTo>
                  <a:lnTo>
                    <a:pt x="1093152" y="1851660"/>
                  </a:lnTo>
                  <a:lnTo>
                    <a:pt x="1121727" y="1851660"/>
                  </a:lnTo>
                  <a:lnTo>
                    <a:pt x="1121727" y="1880235"/>
                  </a:lnTo>
                  <a:close/>
                </a:path>
                <a:path w="3759834" h="1880235">
                  <a:moveTo>
                    <a:pt x="1064577" y="1880235"/>
                  </a:moveTo>
                  <a:lnTo>
                    <a:pt x="1036002" y="1880235"/>
                  </a:lnTo>
                  <a:lnTo>
                    <a:pt x="1036002" y="1851660"/>
                  </a:lnTo>
                  <a:lnTo>
                    <a:pt x="1064577" y="1851660"/>
                  </a:lnTo>
                  <a:lnTo>
                    <a:pt x="1064577" y="1880235"/>
                  </a:lnTo>
                  <a:close/>
                </a:path>
                <a:path w="3759834" h="1880235">
                  <a:moveTo>
                    <a:pt x="1007427" y="1880235"/>
                  </a:moveTo>
                  <a:lnTo>
                    <a:pt x="978852" y="1880235"/>
                  </a:lnTo>
                  <a:lnTo>
                    <a:pt x="978852" y="1851660"/>
                  </a:lnTo>
                  <a:lnTo>
                    <a:pt x="1007427" y="1851660"/>
                  </a:lnTo>
                  <a:lnTo>
                    <a:pt x="1007427" y="1880235"/>
                  </a:lnTo>
                  <a:close/>
                </a:path>
                <a:path w="3759834" h="1880235">
                  <a:moveTo>
                    <a:pt x="950277" y="1880235"/>
                  </a:moveTo>
                  <a:lnTo>
                    <a:pt x="921702" y="1880235"/>
                  </a:lnTo>
                  <a:lnTo>
                    <a:pt x="921702" y="1851660"/>
                  </a:lnTo>
                  <a:lnTo>
                    <a:pt x="950277" y="1851660"/>
                  </a:lnTo>
                  <a:lnTo>
                    <a:pt x="950277" y="1880235"/>
                  </a:lnTo>
                  <a:close/>
                </a:path>
                <a:path w="3759834" h="1880235">
                  <a:moveTo>
                    <a:pt x="893127" y="1880235"/>
                  </a:moveTo>
                  <a:lnTo>
                    <a:pt x="864552" y="1880235"/>
                  </a:lnTo>
                  <a:lnTo>
                    <a:pt x="864552" y="1851660"/>
                  </a:lnTo>
                  <a:lnTo>
                    <a:pt x="893127" y="1851660"/>
                  </a:lnTo>
                  <a:lnTo>
                    <a:pt x="893127" y="1880235"/>
                  </a:lnTo>
                  <a:close/>
                </a:path>
                <a:path w="3759834" h="1880235">
                  <a:moveTo>
                    <a:pt x="835977" y="1880235"/>
                  </a:moveTo>
                  <a:lnTo>
                    <a:pt x="807402" y="1880235"/>
                  </a:lnTo>
                  <a:lnTo>
                    <a:pt x="807402" y="1851660"/>
                  </a:lnTo>
                  <a:lnTo>
                    <a:pt x="835977" y="1851660"/>
                  </a:lnTo>
                  <a:lnTo>
                    <a:pt x="835977" y="1880235"/>
                  </a:lnTo>
                  <a:close/>
                </a:path>
                <a:path w="3759834" h="1880235">
                  <a:moveTo>
                    <a:pt x="778827" y="1880235"/>
                  </a:moveTo>
                  <a:lnTo>
                    <a:pt x="750252" y="1880235"/>
                  </a:lnTo>
                  <a:lnTo>
                    <a:pt x="750252" y="1851660"/>
                  </a:lnTo>
                  <a:lnTo>
                    <a:pt x="778827" y="1851660"/>
                  </a:lnTo>
                  <a:lnTo>
                    <a:pt x="778827" y="1880235"/>
                  </a:lnTo>
                  <a:close/>
                </a:path>
                <a:path w="3759834" h="1880235">
                  <a:moveTo>
                    <a:pt x="721677" y="1880235"/>
                  </a:moveTo>
                  <a:lnTo>
                    <a:pt x="693102" y="1880235"/>
                  </a:lnTo>
                  <a:lnTo>
                    <a:pt x="693102" y="1851660"/>
                  </a:lnTo>
                  <a:lnTo>
                    <a:pt x="721677" y="1851660"/>
                  </a:lnTo>
                  <a:lnTo>
                    <a:pt x="721677" y="1880235"/>
                  </a:lnTo>
                  <a:close/>
                </a:path>
                <a:path w="3759834" h="1880235">
                  <a:moveTo>
                    <a:pt x="664527" y="1880235"/>
                  </a:moveTo>
                  <a:lnTo>
                    <a:pt x="635952" y="1880235"/>
                  </a:lnTo>
                  <a:lnTo>
                    <a:pt x="635952" y="1851660"/>
                  </a:lnTo>
                  <a:lnTo>
                    <a:pt x="664527" y="1851660"/>
                  </a:lnTo>
                  <a:lnTo>
                    <a:pt x="664527" y="1880235"/>
                  </a:lnTo>
                  <a:close/>
                </a:path>
                <a:path w="3759834" h="1880235">
                  <a:moveTo>
                    <a:pt x="607377" y="1880235"/>
                  </a:moveTo>
                  <a:lnTo>
                    <a:pt x="578802" y="1880235"/>
                  </a:lnTo>
                  <a:lnTo>
                    <a:pt x="578802" y="1851660"/>
                  </a:lnTo>
                  <a:lnTo>
                    <a:pt x="607377" y="1851660"/>
                  </a:lnTo>
                  <a:lnTo>
                    <a:pt x="607377" y="1880235"/>
                  </a:lnTo>
                  <a:close/>
                </a:path>
                <a:path w="3759834" h="1880235">
                  <a:moveTo>
                    <a:pt x="550227" y="1880235"/>
                  </a:moveTo>
                  <a:lnTo>
                    <a:pt x="521652" y="1880235"/>
                  </a:lnTo>
                  <a:lnTo>
                    <a:pt x="521652" y="1851660"/>
                  </a:lnTo>
                  <a:lnTo>
                    <a:pt x="550227" y="1851660"/>
                  </a:lnTo>
                  <a:lnTo>
                    <a:pt x="550227" y="1880235"/>
                  </a:lnTo>
                  <a:close/>
                </a:path>
                <a:path w="3759834" h="1880235">
                  <a:moveTo>
                    <a:pt x="493077" y="1880235"/>
                  </a:moveTo>
                  <a:lnTo>
                    <a:pt x="464502" y="1880235"/>
                  </a:lnTo>
                  <a:lnTo>
                    <a:pt x="464502" y="1851660"/>
                  </a:lnTo>
                  <a:lnTo>
                    <a:pt x="493077" y="1851660"/>
                  </a:lnTo>
                  <a:lnTo>
                    <a:pt x="493077" y="1880235"/>
                  </a:lnTo>
                  <a:close/>
                </a:path>
                <a:path w="3759834" h="1880235">
                  <a:moveTo>
                    <a:pt x="435927" y="1880235"/>
                  </a:moveTo>
                  <a:lnTo>
                    <a:pt x="407352" y="1880235"/>
                  </a:lnTo>
                  <a:lnTo>
                    <a:pt x="407352" y="1851660"/>
                  </a:lnTo>
                  <a:lnTo>
                    <a:pt x="435927" y="1851660"/>
                  </a:lnTo>
                  <a:lnTo>
                    <a:pt x="435927" y="1880235"/>
                  </a:lnTo>
                  <a:close/>
                </a:path>
                <a:path w="3759834" h="1880235">
                  <a:moveTo>
                    <a:pt x="378777" y="1880235"/>
                  </a:moveTo>
                  <a:lnTo>
                    <a:pt x="350202" y="1880235"/>
                  </a:lnTo>
                  <a:lnTo>
                    <a:pt x="350202" y="1851660"/>
                  </a:lnTo>
                  <a:lnTo>
                    <a:pt x="378777" y="1851660"/>
                  </a:lnTo>
                  <a:lnTo>
                    <a:pt x="378777" y="1880235"/>
                  </a:lnTo>
                  <a:close/>
                </a:path>
                <a:path w="3759834" h="1880235">
                  <a:moveTo>
                    <a:pt x="321627" y="1880235"/>
                  </a:moveTo>
                  <a:lnTo>
                    <a:pt x="293052" y="1880235"/>
                  </a:lnTo>
                  <a:lnTo>
                    <a:pt x="293052" y="1851660"/>
                  </a:lnTo>
                  <a:lnTo>
                    <a:pt x="321627" y="1851660"/>
                  </a:lnTo>
                  <a:lnTo>
                    <a:pt x="321627" y="1880235"/>
                  </a:lnTo>
                  <a:close/>
                </a:path>
                <a:path w="3759834" h="1880235">
                  <a:moveTo>
                    <a:pt x="264477" y="1880235"/>
                  </a:moveTo>
                  <a:lnTo>
                    <a:pt x="235902" y="1880235"/>
                  </a:lnTo>
                  <a:lnTo>
                    <a:pt x="235902" y="1851660"/>
                  </a:lnTo>
                  <a:lnTo>
                    <a:pt x="264477" y="1851660"/>
                  </a:lnTo>
                  <a:lnTo>
                    <a:pt x="264477" y="1880235"/>
                  </a:lnTo>
                  <a:close/>
                </a:path>
                <a:path w="3759834" h="1880235">
                  <a:moveTo>
                    <a:pt x="207327" y="1880235"/>
                  </a:moveTo>
                  <a:lnTo>
                    <a:pt x="178752" y="1880235"/>
                  </a:lnTo>
                  <a:lnTo>
                    <a:pt x="178752" y="1851660"/>
                  </a:lnTo>
                  <a:lnTo>
                    <a:pt x="207327" y="1851660"/>
                  </a:lnTo>
                  <a:lnTo>
                    <a:pt x="207327" y="1880235"/>
                  </a:lnTo>
                  <a:close/>
                </a:path>
                <a:path w="3759834" h="1880235">
                  <a:moveTo>
                    <a:pt x="150177" y="1880235"/>
                  </a:moveTo>
                  <a:lnTo>
                    <a:pt x="121602" y="1880235"/>
                  </a:lnTo>
                  <a:lnTo>
                    <a:pt x="121602" y="1851660"/>
                  </a:lnTo>
                  <a:lnTo>
                    <a:pt x="150177" y="1851660"/>
                  </a:lnTo>
                  <a:lnTo>
                    <a:pt x="150177" y="1880235"/>
                  </a:lnTo>
                  <a:close/>
                </a:path>
                <a:path w="3759834" h="1880235">
                  <a:moveTo>
                    <a:pt x="93027" y="1880235"/>
                  </a:moveTo>
                  <a:lnTo>
                    <a:pt x="64452" y="1880235"/>
                  </a:lnTo>
                  <a:lnTo>
                    <a:pt x="64452" y="1851660"/>
                  </a:lnTo>
                  <a:lnTo>
                    <a:pt x="93027" y="1851660"/>
                  </a:lnTo>
                  <a:lnTo>
                    <a:pt x="93027" y="1880235"/>
                  </a:lnTo>
                  <a:close/>
                </a:path>
              </a:pathLst>
            </a:custGeom>
            <a:solidFill>
              <a:srgbClr val="44536A"/>
            </a:solidFill>
          </p:spPr>
          <p:txBody>
            <a:bodyPr wrap="square" lIns="0" tIns="0" rIns="0" bIns="0" rtlCol="0"/>
            <a:lstStyle/>
            <a:p>
              <a:endParaRPr/>
            </a:p>
          </p:txBody>
        </p:sp>
        <p:sp>
          <p:nvSpPr>
            <p:cNvPr id="22" name="object 22"/>
            <p:cNvSpPr/>
            <p:nvPr/>
          </p:nvSpPr>
          <p:spPr>
            <a:xfrm>
              <a:off x="8051291" y="2356103"/>
              <a:ext cx="302260" cy="300355"/>
            </a:xfrm>
            <a:custGeom>
              <a:avLst/>
              <a:gdLst/>
              <a:ahLst/>
              <a:cxnLst/>
              <a:rect l="l" t="t" r="r" b="b"/>
              <a:pathLst>
                <a:path w="302259" h="300355">
                  <a:moveTo>
                    <a:pt x="150875" y="300228"/>
                  </a:moveTo>
                  <a:lnTo>
                    <a:pt x="150875" y="225552"/>
                  </a:lnTo>
                  <a:lnTo>
                    <a:pt x="0" y="225552"/>
                  </a:lnTo>
                  <a:lnTo>
                    <a:pt x="0" y="74676"/>
                  </a:lnTo>
                  <a:lnTo>
                    <a:pt x="150875" y="74676"/>
                  </a:lnTo>
                  <a:lnTo>
                    <a:pt x="150875" y="0"/>
                  </a:lnTo>
                  <a:lnTo>
                    <a:pt x="301751" y="150876"/>
                  </a:lnTo>
                  <a:lnTo>
                    <a:pt x="150875" y="300228"/>
                  </a:lnTo>
                  <a:close/>
                </a:path>
              </a:pathLst>
            </a:custGeom>
            <a:solidFill>
              <a:srgbClr val="5F95E6"/>
            </a:solidFill>
          </p:spPr>
          <p:txBody>
            <a:bodyPr wrap="square" lIns="0" tIns="0" rIns="0" bIns="0" rtlCol="0"/>
            <a:lstStyle/>
            <a:p>
              <a:endParaRPr/>
            </a:p>
          </p:txBody>
        </p:sp>
        <p:sp>
          <p:nvSpPr>
            <p:cNvPr id="23" name="object 23"/>
            <p:cNvSpPr/>
            <p:nvPr/>
          </p:nvSpPr>
          <p:spPr>
            <a:xfrm>
              <a:off x="8044179" y="2340089"/>
              <a:ext cx="318135" cy="332740"/>
            </a:xfrm>
            <a:custGeom>
              <a:avLst/>
              <a:gdLst/>
              <a:ahLst/>
              <a:cxnLst/>
              <a:rect l="l" t="t" r="r" b="b"/>
              <a:pathLst>
                <a:path w="318134" h="332739">
                  <a:moveTo>
                    <a:pt x="151447" y="90741"/>
                  </a:moveTo>
                  <a:lnTo>
                    <a:pt x="151447" y="0"/>
                  </a:lnTo>
                  <a:lnTo>
                    <a:pt x="166776" y="15328"/>
                  </a:lnTo>
                  <a:lnTo>
                    <a:pt x="164147" y="15328"/>
                  </a:lnTo>
                  <a:lnTo>
                    <a:pt x="153301" y="19824"/>
                  </a:lnTo>
                  <a:lnTo>
                    <a:pt x="164147" y="30670"/>
                  </a:lnTo>
                  <a:lnTo>
                    <a:pt x="164147" y="84391"/>
                  </a:lnTo>
                  <a:lnTo>
                    <a:pt x="157797" y="84391"/>
                  </a:lnTo>
                  <a:lnTo>
                    <a:pt x="151447" y="90741"/>
                  </a:lnTo>
                  <a:close/>
                </a:path>
                <a:path w="318134" h="332739">
                  <a:moveTo>
                    <a:pt x="164147" y="30670"/>
                  </a:moveTo>
                  <a:lnTo>
                    <a:pt x="153301" y="19824"/>
                  </a:lnTo>
                  <a:lnTo>
                    <a:pt x="164147" y="15328"/>
                  </a:lnTo>
                  <a:lnTo>
                    <a:pt x="164147" y="30670"/>
                  </a:lnTo>
                  <a:close/>
                </a:path>
                <a:path w="318134" h="332739">
                  <a:moveTo>
                    <a:pt x="299624" y="166147"/>
                  </a:moveTo>
                  <a:lnTo>
                    <a:pt x="164147" y="30670"/>
                  </a:lnTo>
                  <a:lnTo>
                    <a:pt x="164147" y="15328"/>
                  </a:lnTo>
                  <a:lnTo>
                    <a:pt x="166776" y="15328"/>
                  </a:lnTo>
                  <a:lnTo>
                    <a:pt x="313105" y="161658"/>
                  </a:lnTo>
                  <a:lnTo>
                    <a:pt x="304114" y="161658"/>
                  </a:lnTo>
                  <a:lnTo>
                    <a:pt x="299624" y="166147"/>
                  </a:lnTo>
                  <a:close/>
                </a:path>
                <a:path w="318134" h="332739">
                  <a:moveTo>
                    <a:pt x="151447" y="247903"/>
                  </a:moveTo>
                  <a:lnTo>
                    <a:pt x="0" y="247903"/>
                  </a:lnTo>
                  <a:lnTo>
                    <a:pt x="0" y="84391"/>
                  </a:lnTo>
                  <a:lnTo>
                    <a:pt x="151447" y="84391"/>
                  </a:lnTo>
                  <a:lnTo>
                    <a:pt x="151447" y="90741"/>
                  </a:lnTo>
                  <a:lnTo>
                    <a:pt x="12700" y="90741"/>
                  </a:lnTo>
                  <a:lnTo>
                    <a:pt x="6350" y="97091"/>
                  </a:lnTo>
                  <a:lnTo>
                    <a:pt x="12700" y="97091"/>
                  </a:lnTo>
                  <a:lnTo>
                    <a:pt x="12700" y="235203"/>
                  </a:lnTo>
                  <a:lnTo>
                    <a:pt x="6350" y="235203"/>
                  </a:lnTo>
                  <a:lnTo>
                    <a:pt x="12700" y="241553"/>
                  </a:lnTo>
                  <a:lnTo>
                    <a:pt x="151447" y="241553"/>
                  </a:lnTo>
                  <a:lnTo>
                    <a:pt x="151447" y="247903"/>
                  </a:lnTo>
                  <a:close/>
                </a:path>
                <a:path w="318134" h="332739">
                  <a:moveTo>
                    <a:pt x="164147" y="97091"/>
                  </a:moveTo>
                  <a:lnTo>
                    <a:pt x="12700" y="97091"/>
                  </a:lnTo>
                  <a:lnTo>
                    <a:pt x="12700" y="90741"/>
                  </a:lnTo>
                  <a:lnTo>
                    <a:pt x="151447" y="90741"/>
                  </a:lnTo>
                  <a:lnTo>
                    <a:pt x="157797" y="84391"/>
                  </a:lnTo>
                  <a:lnTo>
                    <a:pt x="164147" y="84391"/>
                  </a:lnTo>
                  <a:lnTo>
                    <a:pt x="164147" y="97091"/>
                  </a:lnTo>
                  <a:close/>
                </a:path>
                <a:path w="318134" h="332739">
                  <a:moveTo>
                    <a:pt x="12700" y="97091"/>
                  </a:moveTo>
                  <a:lnTo>
                    <a:pt x="6350" y="97091"/>
                  </a:lnTo>
                  <a:lnTo>
                    <a:pt x="12700" y="90741"/>
                  </a:lnTo>
                  <a:lnTo>
                    <a:pt x="12700" y="97091"/>
                  </a:lnTo>
                  <a:close/>
                </a:path>
                <a:path w="318134" h="332739">
                  <a:moveTo>
                    <a:pt x="304114" y="170637"/>
                  </a:moveTo>
                  <a:lnTo>
                    <a:pt x="299631" y="166141"/>
                  </a:lnTo>
                  <a:lnTo>
                    <a:pt x="304114" y="161658"/>
                  </a:lnTo>
                  <a:lnTo>
                    <a:pt x="304114" y="170637"/>
                  </a:lnTo>
                  <a:close/>
                </a:path>
                <a:path w="318134" h="332739">
                  <a:moveTo>
                    <a:pt x="313093" y="170637"/>
                  </a:moveTo>
                  <a:lnTo>
                    <a:pt x="304114" y="170637"/>
                  </a:lnTo>
                  <a:lnTo>
                    <a:pt x="304114" y="161658"/>
                  </a:lnTo>
                  <a:lnTo>
                    <a:pt x="313105" y="161658"/>
                  </a:lnTo>
                  <a:lnTo>
                    <a:pt x="317582" y="166147"/>
                  </a:lnTo>
                  <a:lnTo>
                    <a:pt x="313093" y="170637"/>
                  </a:lnTo>
                  <a:close/>
                </a:path>
                <a:path w="318134" h="332739">
                  <a:moveTo>
                    <a:pt x="166776" y="316953"/>
                  </a:moveTo>
                  <a:lnTo>
                    <a:pt x="164147" y="316953"/>
                  </a:lnTo>
                  <a:lnTo>
                    <a:pt x="164147" y="301624"/>
                  </a:lnTo>
                  <a:lnTo>
                    <a:pt x="299624" y="166147"/>
                  </a:lnTo>
                  <a:lnTo>
                    <a:pt x="304114" y="170637"/>
                  </a:lnTo>
                  <a:lnTo>
                    <a:pt x="313093" y="170637"/>
                  </a:lnTo>
                  <a:lnTo>
                    <a:pt x="166776" y="316953"/>
                  </a:lnTo>
                  <a:close/>
                </a:path>
                <a:path w="318134" h="332739">
                  <a:moveTo>
                    <a:pt x="12700" y="241553"/>
                  </a:moveTo>
                  <a:lnTo>
                    <a:pt x="6350" y="235203"/>
                  </a:lnTo>
                  <a:lnTo>
                    <a:pt x="12700" y="235203"/>
                  </a:lnTo>
                  <a:lnTo>
                    <a:pt x="12700" y="241553"/>
                  </a:lnTo>
                  <a:close/>
                </a:path>
                <a:path w="318134" h="332739">
                  <a:moveTo>
                    <a:pt x="164147" y="247903"/>
                  </a:moveTo>
                  <a:lnTo>
                    <a:pt x="157797" y="247903"/>
                  </a:lnTo>
                  <a:lnTo>
                    <a:pt x="151447" y="241553"/>
                  </a:lnTo>
                  <a:lnTo>
                    <a:pt x="12700" y="241553"/>
                  </a:lnTo>
                  <a:lnTo>
                    <a:pt x="12700" y="235203"/>
                  </a:lnTo>
                  <a:lnTo>
                    <a:pt x="164147" y="235203"/>
                  </a:lnTo>
                  <a:lnTo>
                    <a:pt x="164147" y="247903"/>
                  </a:lnTo>
                  <a:close/>
                </a:path>
                <a:path w="318134" h="332739">
                  <a:moveTo>
                    <a:pt x="151447" y="332282"/>
                  </a:moveTo>
                  <a:lnTo>
                    <a:pt x="151447" y="241553"/>
                  </a:lnTo>
                  <a:lnTo>
                    <a:pt x="157797" y="247903"/>
                  </a:lnTo>
                  <a:lnTo>
                    <a:pt x="164147" y="247903"/>
                  </a:lnTo>
                  <a:lnTo>
                    <a:pt x="164147" y="301624"/>
                  </a:lnTo>
                  <a:lnTo>
                    <a:pt x="153301" y="312470"/>
                  </a:lnTo>
                  <a:lnTo>
                    <a:pt x="164147" y="316953"/>
                  </a:lnTo>
                  <a:lnTo>
                    <a:pt x="166776" y="316953"/>
                  </a:lnTo>
                  <a:lnTo>
                    <a:pt x="151447" y="332282"/>
                  </a:lnTo>
                  <a:close/>
                </a:path>
                <a:path w="318134" h="332739">
                  <a:moveTo>
                    <a:pt x="164147" y="316953"/>
                  </a:moveTo>
                  <a:lnTo>
                    <a:pt x="153301" y="312470"/>
                  </a:lnTo>
                  <a:lnTo>
                    <a:pt x="164147" y="301624"/>
                  </a:lnTo>
                  <a:lnTo>
                    <a:pt x="164147" y="316953"/>
                  </a:lnTo>
                  <a:close/>
                </a:path>
              </a:pathLst>
            </a:custGeom>
            <a:solidFill>
              <a:srgbClr val="2069D2"/>
            </a:solidFill>
          </p:spPr>
          <p:txBody>
            <a:bodyPr wrap="square" lIns="0" tIns="0" rIns="0" bIns="0" rtlCol="0"/>
            <a:lstStyle/>
            <a:p>
              <a:endParaRPr/>
            </a:p>
          </p:txBody>
        </p:sp>
      </p:grpSp>
      <p:grpSp>
        <p:nvGrpSpPr>
          <p:cNvPr id="24" name="object 24"/>
          <p:cNvGrpSpPr/>
          <p:nvPr/>
        </p:nvGrpSpPr>
        <p:grpSpPr>
          <a:xfrm>
            <a:off x="131127" y="4542675"/>
            <a:ext cx="11901170" cy="1918335"/>
            <a:chOff x="131127" y="4542675"/>
            <a:chExt cx="11901170" cy="1918335"/>
          </a:xfrm>
        </p:grpSpPr>
        <p:sp>
          <p:nvSpPr>
            <p:cNvPr id="25" name="object 25"/>
            <p:cNvSpPr/>
            <p:nvPr/>
          </p:nvSpPr>
          <p:spPr>
            <a:xfrm>
              <a:off x="131127" y="4542675"/>
              <a:ext cx="11901170" cy="1918335"/>
            </a:xfrm>
            <a:custGeom>
              <a:avLst/>
              <a:gdLst/>
              <a:ahLst/>
              <a:cxnLst/>
              <a:rect l="l" t="t" r="r" b="b"/>
              <a:pathLst>
                <a:path w="11901170" h="1918335">
                  <a:moveTo>
                    <a:pt x="28575" y="1780222"/>
                  </a:moveTo>
                  <a:lnTo>
                    <a:pt x="0" y="1780222"/>
                  </a:lnTo>
                  <a:lnTo>
                    <a:pt x="0" y="1808797"/>
                  </a:lnTo>
                  <a:lnTo>
                    <a:pt x="28575" y="1808797"/>
                  </a:lnTo>
                  <a:lnTo>
                    <a:pt x="28575" y="1780222"/>
                  </a:lnTo>
                  <a:close/>
                </a:path>
                <a:path w="11901170" h="1918335">
                  <a:moveTo>
                    <a:pt x="28575" y="1723072"/>
                  </a:moveTo>
                  <a:lnTo>
                    <a:pt x="0" y="1723072"/>
                  </a:lnTo>
                  <a:lnTo>
                    <a:pt x="0" y="1751647"/>
                  </a:lnTo>
                  <a:lnTo>
                    <a:pt x="28575" y="1751647"/>
                  </a:lnTo>
                  <a:lnTo>
                    <a:pt x="28575" y="1723072"/>
                  </a:lnTo>
                  <a:close/>
                </a:path>
                <a:path w="11901170" h="1918335">
                  <a:moveTo>
                    <a:pt x="28575" y="1665922"/>
                  </a:moveTo>
                  <a:lnTo>
                    <a:pt x="0" y="1665922"/>
                  </a:lnTo>
                  <a:lnTo>
                    <a:pt x="0" y="1694497"/>
                  </a:lnTo>
                  <a:lnTo>
                    <a:pt x="28575" y="1694497"/>
                  </a:lnTo>
                  <a:lnTo>
                    <a:pt x="28575" y="1665922"/>
                  </a:lnTo>
                  <a:close/>
                </a:path>
                <a:path w="11901170" h="1918335">
                  <a:moveTo>
                    <a:pt x="28575" y="1608772"/>
                  </a:moveTo>
                  <a:lnTo>
                    <a:pt x="0" y="1608772"/>
                  </a:lnTo>
                  <a:lnTo>
                    <a:pt x="0" y="1637347"/>
                  </a:lnTo>
                  <a:lnTo>
                    <a:pt x="28575" y="1637347"/>
                  </a:lnTo>
                  <a:lnTo>
                    <a:pt x="28575" y="1608772"/>
                  </a:lnTo>
                  <a:close/>
                </a:path>
                <a:path w="11901170" h="1918335">
                  <a:moveTo>
                    <a:pt x="28575" y="1551622"/>
                  </a:moveTo>
                  <a:lnTo>
                    <a:pt x="0" y="1551622"/>
                  </a:lnTo>
                  <a:lnTo>
                    <a:pt x="0" y="1580197"/>
                  </a:lnTo>
                  <a:lnTo>
                    <a:pt x="28575" y="1580197"/>
                  </a:lnTo>
                  <a:lnTo>
                    <a:pt x="28575" y="1551622"/>
                  </a:lnTo>
                  <a:close/>
                </a:path>
                <a:path w="11901170" h="1918335">
                  <a:moveTo>
                    <a:pt x="28575" y="1494472"/>
                  </a:moveTo>
                  <a:lnTo>
                    <a:pt x="0" y="1494472"/>
                  </a:lnTo>
                  <a:lnTo>
                    <a:pt x="0" y="1523047"/>
                  </a:lnTo>
                  <a:lnTo>
                    <a:pt x="28575" y="1523047"/>
                  </a:lnTo>
                  <a:lnTo>
                    <a:pt x="28575" y="1494472"/>
                  </a:lnTo>
                  <a:close/>
                </a:path>
                <a:path w="11901170" h="1918335">
                  <a:moveTo>
                    <a:pt x="28575" y="1437322"/>
                  </a:moveTo>
                  <a:lnTo>
                    <a:pt x="0" y="1437322"/>
                  </a:lnTo>
                  <a:lnTo>
                    <a:pt x="0" y="1465897"/>
                  </a:lnTo>
                  <a:lnTo>
                    <a:pt x="28575" y="1465897"/>
                  </a:lnTo>
                  <a:lnTo>
                    <a:pt x="28575" y="1437322"/>
                  </a:lnTo>
                  <a:close/>
                </a:path>
                <a:path w="11901170" h="1918335">
                  <a:moveTo>
                    <a:pt x="28575" y="1380172"/>
                  </a:moveTo>
                  <a:lnTo>
                    <a:pt x="0" y="1380172"/>
                  </a:lnTo>
                  <a:lnTo>
                    <a:pt x="0" y="1408747"/>
                  </a:lnTo>
                  <a:lnTo>
                    <a:pt x="28575" y="1408747"/>
                  </a:lnTo>
                  <a:lnTo>
                    <a:pt x="28575" y="1380172"/>
                  </a:lnTo>
                  <a:close/>
                </a:path>
                <a:path w="11901170" h="1918335">
                  <a:moveTo>
                    <a:pt x="28575" y="1323022"/>
                  </a:moveTo>
                  <a:lnTo>
                    <a:pt x="0" y="1323022"/>
                  </a:lnTo>
                  <a:lnTo>
                    <a:pt x="0" y="1351597"/>
                  </a:lnTo>
                  <a:lnTo>
                    <a:pt x="28575" y="1351597"/>
                  </a:lnTo>
                  <a:lnTo>
                    <a:pt x="28575" y="1323022"/>
                  </a:lnTo>
                  <a:close/>
                </a:path>
                <a:path w="11901170" h="1918335">
                  <a:moveTo>
                    <a:pt x="28575" y="1265872"/>
                  </a:moveTo>
                  <a:lnTo>
                    <a:pt x="0" y="1265872"/>
                  </a:lnTo>
                  <a:lnTo>
                    <a:pt x="0" y="1294447"/>
                  </a:lnTo>
                  <a:lnTo>
                    <a:pt x="28575" y="1294447"/>
                  </a:lnTo>
                  <a:lnTo>
                    <a:pt x="28575" y="1265872"/>
                  </a:lnTo>
                  <a:close/>
                </a:path>
                <a:path w="11901170" h="1918335">
                  <a:moveTo>
                    <a:pt x="28575" y="1208722"/>
                  </a:moveTo>
                  <a:lnTo>
                    <a:pt x="0" y="1208722"/>
                  </a:lnTo>
                  <a:lnTo>
                    <a:pt x="0" y="1237297"/>
                  </a:lnTo>
                  <a:lnTo>
                    <a:pt x="28575" y="1237297"/>
                  </a:lnTo>
                  <a:lnTo>
                    <a:pt x="28575" y="1208722"/>
                  </a:lnTo>
                  <a:close/>
                </a:path>
                <a:path w="11901170" h="1918335">
                  <a:moveTo>
                    <a:pt x="28575" y="1151572"/>
                  </a:moveTo>
                  <a:lnTo>
                    <a:pt x="0" y="1151572"/>
                  </a:lnTo>
                  <a:lnTo>
                    <a:pt x="0" y="1180147"/>
                  </a:lnTo>
                  <a:lnTo>
                    <a:pt x="28575" y="1180147"/>
                  </a:lnTo>
                  <a:lnTo>
                    <a:pt x="28575" y="1151572"/>
                  </a:lnTo>
                  <a:close/>
                </a:path>
                <a:path w="11901170" h="1918335">
                  <a:moveTo>
                    <a:pt x="28575" y="1094422"/>
                  </a:moveTo>
                  <a:lnTo>
                    <a:pt x="0" y="1094422"/>
                  </a:lnTo>
                  <a:lnTo>
                    <a:pt x="0" y="1122997"/>
                  </a:lnTo>
                  <a:lnTo>
                    <a:pt x="28575" y="1122997"/>
                  </a:lnTo>
                  <a:lnTo>
                    <a:pt x="28575" y="1094422"/>
                  </a:lnTo>
                  <a:close/>
                </a:path>
                <a:path w="11901170" h="1918335">
                  <a:moveTo>
                    <a:pt x="28575" y="1037272"/>
                  </a:moveTo>
                  <a:lnTo>
                    <a:pt x="0" y="1037272"/>
                  </a:lnTo>
                  <a:lnTo>
                    <a:pt x="0" y="1065847"/>
                  </a:lnTo>
                  <a:lnTo>
                    <a:pt x="28575" y="1065847"/>
                  </a:lnTo>
                  <a:lnTo>
                    <a:pt x="28575" y="1037272"/>
                  </a:lnTo>
                  <a:close/>
                </a:path>
                <a:path w="11901170" h="1918335">
                  <a:moveTo>
                    <a:pt x="28575" y="980122"/>
                  </a:moveTo>
                  <a:lnTo>
                    <a:pt x="0" y="980122"/>
                  </a:lnTo>
                  <a:lnTo>
                    <a:pt x="0" y="1008697"/>
                  </a:lnTo>
                  <a:lnTo>
                    <a:pt x="28575" y="1008697"/>
                  </a:lnTo>
                  <a:lnTo>
                    <a:pt x="28575" y="980122"/>
                  </a:lnTo>
                  <a:close/>
                </a:path>
                <a:path w="11901170" h="1918335">
                  <a:moveTo>
                    <a:pt x="28575" y="922972"/>
                  </a:moveTo>
                  <a:lnTo>
                    <a:pt x="0" y="922972"/>
                  </a:lnTo>
                  <a:lnTo>
                    <a:pt x="0" y="951547"/>
                  </a:lnTo>
                  <a:lnTo>
                    <a:pt x="28575" y="951547"/>
                  </a:lnTo>
                  <a:lnTo>
                    <a:pt x="28575" y="922972"/>
                  </a:lnTo>
                  <a:close/>
                </a:path>
                <a:path w="11901170" h="1918335">
                  <a:moveTo>
                    <a:pt x="28575" y="865822"/>
                  </a:moveTo>
                  <a:lnTo>
                    <a:pt x="0" y="865822"/>
                  </a:lnTo>
                  <a:lnTo>
                    <a:pt x="0" y="894397"/>
                  </a:lnTo>
                  <a:lnTo>
                    <a:pt x="28575" y="894397"/>
                  </a:lnTo>
                  <a:lnTo>
                    <a:pt x="28575" y="865822"/>
                  </a:lnTo>
                  <a:close/>
                </a:path>
                <a:path w="11901170" h="1918335">
                  <a:moveTo>
                    <a:pt x="28575" y="808672"/>
                  </a:moveTo>
                  <a:lnTo>
                    <a:pt x="0" y="808672"/>
                  </a:lnTo>
                  <a:lnTo>
                    <a:pt x="0" y="837247"/>
                  </a:lnTo>
                  <a:lnTo>
                    <a:pt x="28575" y="837247"/>
                  </a:lnTo>
                  <a:lnTo>
                    <a:pt x="28575" y="808672"/>
                  </a:lnTo>
                  <a:close/>
                </a:path>
                <a:path w="11901170" h="1918335">
                  <a:moveTo>
                    <a:pt x="28575" y="751522"/>
                  </a:moveTo>
                  <a:lnTo>
                    <a:pt x="0" y="751522"/>
                  </a:lnTo>
                  <a:lnTo>
                    <a:pt x="0" y="780097"/>
                  </a:lnTo>
                  <a:lnTo>
                    <a:pt x="28575" y="780097"/>
                  </a:lnTo>
                  <a:lnTo>
                    <a:pt x="28575" y="751522"/>
                  </a:lnTo>
                  <a:close/>
                </a:path>
                <a:path w="11901170" h="1918335">
                  <a:moveTo>
                    <a:pt x="28575" y="694372"/>
                  </a:moveTo>
                  <a:lnTo>
                    <a:pt x="0" y="694372"/>
                  </a:lnTo>
                  <a:lnTo>
                    <a:pt x="0" y="722947"/>
                  </a:lnTo>
                  <a:lnTo>
                    <a:pt x="28575" y="722947"/>
                  </a:lnTo>
                  <a:lnTo>
                    <a:pt x="28575" y="694372"/>
                  </a:lnTo>
                  <a:close/>
                </a:path>
                <a:path w="11901170" h="1918335">
                  <a:moveTo>
                    <a:pt x="28575" y="637222"/>
                  </a:moveTo>
                  <a:lnTo>
                    <a:pt x="0" y="637222"/>
                  </a:lnTo>
                  <a:lnTo>
                    <a:pt x="0" y="665797"/>
                  </a:lnTo>
                  <a:lnTo>
                    <a:pt x="28575" y="665797"/>
                  </a:lnTo>
                  <a:lnTo>
                    <a:pt x="28575" y="637222"/>
                  </a:lnTo>
                  <a:close/>
                </a:path>
                <a:path w="11901170" h="1918335">
                  <a:moveTo>
                    <a:pt x="28575" y="580072"/>
                  </a:moveTo>
                  <a:lnTo>
                    <a:pt x="0" y="580072"/>
                  </a:lnTo>
                  <a:lnTo>
                    <a:pt x="0" y="608647"/>
                  </a:lnTo>
                  <a:lnTo>
                    <a:pt x="28575" y="608647"/>
                  </a:lnTo>
                  <a:lnTo>
                    <a:pt x="28575" y="580072"/>
                  </a:lnTo>
                  <a:close/>
                </a:path>
                <a:path w="11901170" h="1918335">
                  <a:moveTo>
                    <a:pt x="28575" y="522922"/>
                  </a:moveTo>
                  <a:lnTo>
                    <a:pt x="0" y="522922"/>
                  </a:lnTo>
                  <a:lnTo>
                    <a:pt x="0" y="551497"/>
                  </a:lnTo>
                  <a:lnTo>
                    <a:pt x="28575" y="551497"/>
                  </a:lnTo>
                  <a:lnTo>
                    <a:pt x="28575" y="522922"/>
                  </a:lnTo>
                  <a:close/>
                </a:path>
                <a:path w="11901170" h="1918335">
                  <a:moveTo>
                    <a:pt x="28575" y="465772"/>
                  </a:moveTo>
                  <a:lnTo>
                    <a:pt x="0" y="465772"/>
                  </a:lnTo>
                  <a:lnTo>
                    <a:pt x="0" y="494347"/>
                  </a:lnTo>
                  <a:lnTo>
                    <a:pt x="28575" y="494347"/>
                  </a:lnTo>
                  <a:lnTo>
                    <a:pt x="28575" y="465772"/>
                  </a:lnTo>
                  <a:close/>
                </a:path>
                <a:path w="11901170" h="1918335">
                  <a:moveTo>
                    <a:pt x="28575" y="408622"/>
                  </a:moveTo>
                  <a:lnTo>
                    <a:pt x="0" y="408622"/>
                  </a:lnTo>
                  <a:lnTo>
                    <a:pt x="0" y="437197"/>
                  </a:lnTo>
                  <a:lnTo>
                    <a:pt x="28575" y="437197"/>
                  </a:lnTo>
                  <a:lnTo>
                    <a:pt x="28575" y="408622"/>
                  </a:lnTo>
                  <a:close/>
                </a:path>
                <a:path w="11901170" h="1918335">
                  <a:moveTo>
                    <a:pt x="28575" y="351472"/>
                  </a:moveTo>
                  <a:lnTo>
                    <a:pt x="0" y="351472"/>
                  </a:lnTo>
                  <a:lnTo>
                    <a:pt x="0" y="380047"/>
                  </a:lnTo>
                  <a:lnTo>
                    <a:pt x="28575" y="380047"/>
                  </a:lnTo>
                  <a:lnTo>
                    <a:pt x="28575" y="351472"/>
                  </a:lnTo>
                  <a:close/>
                </a:path>
                <a:path w="11901170" h="1918335">
                  <a:moveTo>
                    <a:pt x="28575" y="294322"/>
                  </a:moveTo>
                  <a:lnTo>
                    <a:pt x="0" y="294322"/>
                  </a:lnTo>
                  <a:lnTo>
                    <a:pt x="0" y="322897"/>
                  </a:lnTo>
                  <a:lnTo>
                    <a:pt x="28575" y="322897"/>
                  </a:lnTo>
                  <a:lnTo>
                    <a:pt x="28575" y="294322"/>
                  </a:lnTo>
                  <a:close/>
                </a:path>
                <a:path w="11901170" h="1918335">
                  <a:moveTo>
                    <a:pt x="28575" y="237172"/>
                  </a:moveTo>
                  <a:lnTo>
                    <a:pt x="0" y="237172"/>
                  </a:lnTo>
                  <a:lnTo>
                    <a:pt x="0" y="265747"/>
                  </a:lnTo>
                  <a:lnTo>
                    <a:pt x="28575" y="265747"/>
                  </a:lnTo>
                  <a:lnTo>
                    <a:pt x="28575" y="237172"/>
                  </a:lnTo>
                  <a:close/>
                </a:path>
                <a:path w="11901170" h="1918335">
                  <a:moveTo>
                    <a:pt x="28575" y="180022"/>
                  </a:moveTo>
                  <a:lnTo>
                    <a:pt x="0" y="180022"/>
                  </a:lnTo>
                  <a:lnTo>
                    <a:pt x="0" y="208597"/>
                  </a:lnTo>
                  <a:lnTo>
                    <a:pt x="28575" y="208597"/>
                  </a:lnTo>
                  <a:lnTo>
                    <a:pt x="28575" y="180022"/>
                  </a:lnTo>
                  <a:close/>
                </a:path>
                <a:path w="11901170" h="1918335">
                  <a:moveTo>
                    <a:pt x="28575" y="122872"/>
                  </a:moveTo>
                  <a:lnTo>
                    <a:pt x="0" y="122872"/>
                  </a:lnTo>
                  <a:lnTo>
                    <a:pt x="0" y="151447"/>
                  </a:lnTo>
                  <a:lnTo>
                    <a:pt x="28575" y="151447"/>
                  </a:lnTo>
                  <a:lnTo>
                    <a:pt x="28575" y="122872"/>
                  </a:lnTo>
                  <a:close/>
                </a:path>
                <a:path w="11901170" h="1918335">
                  <a:moveTo>
                    <a:pt x="28575" y="65722"/>
                  </a:moveTo>
                  <a:lnTo>
                    <a:pt x="0" y="65722"/>
                  </a:lnTo>
                  <a:lnTo>
                    <a:pt x="0" y="94297"/>
                  </a:lnTo>
                  <a:lnTo>
                    <a:pt x="28575" y="94297"/>
                  </a:lnTo>
                  <a:lnTo>
                    <a:pt x="28575" y="65722"/>
                  </a:lnTo>
                  <a:close/>
                </a:path>
                <a:path w="11901170" h="1918335">
                  <a:moveTo>
                    <a:pt x="28575" y="14287"/>
                  </a:moveTo>
                  <a:lnTo>
                    <a:pt x="20002" y="22860"/>
                  </a:lnTo>
                  <a:lnTo>
                    <a:pt x="20002" y="0"/>
                  </a:lnTo>
                  <a:lnTo>
                    <a:pt x="0" y="0"/>
                  </a:lnTo>
                  <a:lnTo>
                    <a:pt x="0" y="37147"/>
                  </a:lnTo>
                  <a:lnTo>
                    <a:pt x="28575" y="37147"/>
                  </a:lnTo>
                  <a:lnTo>
                    <a:pt x="28575" y="28575"/>
                  </a:lnTo>
                  <a:lnTo>
                    <a:pt x="28575" y="14287"/>
                  </a:lnTo>
                  <a:close/>
                </a:path>
                <a:path w="11901170" h="1918335">
                  <a:moveTo>
                    <a:pt x="43497" y="1851660"/>
                  </a:moveTo>
                  <a:lnTo>
                    <a:pt x="28575" y="1851660"/>
                  </a:lnTo>
                  <a:lnTo>
                    <a:pt x="28575" y="1837372"/>
                  </a:lnTo>
                  <a:lnTo>
                    <a:pt x="0" y="1837372"/>
                  </a:lnTo>
                  <a:lnTo>
                    <a:pt x="0" y="1865947"/>
                  </a:lnTo>
                  <a:lnTo>
                    <a:pt x="14922" y="1865947"/>
                  </a:lnTo>
                  <a:lnTo>
                    <a:pt x="14922" y="1880235"/>
                  </a:lnTo>
                  <a:lnTo>
                    <a:pt x="43497" y="1880235"/>
                  </a:lnTo>
                  <a:lnTo>
                    <a:pt x="43497" y="1865947"/>
                  </a:lnTo>
                  <a:lnTo>
                    <a:pt x="43497" y="1851660"/>
                  </a:lnTo>
                  <a:close/>
                </a:path>
                <a:path w="11901170" h="1918335">
                  <a:moveTo>
                    <a:pt x="77152" y="0"/>
                  </a:moveTo>
                  <a:lnTo>
                    <a:pt x="48577" y="0"/>
                  </a:lnTo>
                  <a:lnTo>
                    <a:pt x="48577" y="28575"/>
                  </a:lnTo>
                  <a:lnTo>
                    <a:pt x="77152" y="28575"/>
                  </a:lnTo>
                  <a:lnTo>
                    <a:pt x="77152" y="0"/>
                  </a:lnTo>
                  <a:close/>
                </a:path>
                <a:path w="11901170" h="1918335">
                  <a:moveTo>
                    <a:pt x="100647" y="1851660"/>
                  </a:moveTo>
                  <a:lnTo>
                    <a:pt x="72072" y="1851660"/>
                  </a:lnTo>
                  <a:lnTo>
                    <a:pt x="72072" y="1880235"/>
                  </a:lnTo>
                  <a:lnTo>
                    <a:pt x="100647" y="1880235"/>
                  </a:lnTo>
                  <a:lnTo>
                    <a:pt x="100647" y="1851660"/>
                  </a:lnTo>
                  <a:close/>
                </a:path>
                <a:path w="11901170" h="1918335">
                  <a:moveTo>
                    <a:pt x="134302" y="0"/>
                  </a:moveTo>
                  <a:lnTo>
                    <a:pt x="105727" y="0"/>
                  </a:lnTo>
                  <a:lnTo>
                    <a:pt x="105727" y="28575"/>
                  </a:lnTo>
                  <a:lnTo>
                    <a:pt x="134302" y="28575"/>
                  </a:lnTo>
                  <a:lnTo>
                    <a:pt x="134302" y="0"/>
                  </a:lnTo>
                  <a:close/>
                </a:path>
                <a:path w="11901170" h="1918335">
                  <a:moveTo>
                    <a:pt x="157797" y="1851660"/>
                  </a:moveTo>
                  <a:lnTo>
                    <a:pt x="129222" y="1851660"/>
                  </a:lnTo>
                  <a:lnTo>
                    <a:pt x="129222" y="1880235"/>
                  </a:lnTo>
                  <a:lnTo>
                    <a:pt x="157797" y="1880235"/>
                  </a:lnTo>
                  <a:lnTo>
                    <a:pt x="157797" y="1851660"/>
                  </a:lnTo>
                  <a:close/>
                </a:path>
                <a:path w="11901170" h="1918335">
                  <a:moveTo>
                    <a:pt x="191452" y="0"/>
                  </a:moveTo>
                  <a:lnTo>
                    <a:pt x="162877" y="0"/>
                  </a:lnTo>
                  <a:lnTo>
                    <a:pt x="162877" y="28575"/>
                  </a:lnTo>
                  <a:lnTo>
                    <a:pt x="191452" y="28575"/>
                  </a:lnTo>
                  <a:lnTo>
                    <a:pt x="191452" y="0"/>
                  </a:lnTo>
                  <a:close/>
                </a:path>
                <a:path w="11901170" h="1918335">
                  <a:moveTo>
                    <a:pt x="214947" y="1851660"/>
                  </a:moveTo>
                  <a:lnTo>
                    <a:pt x="186372" y="1851660"/>
                  </a:lnTo>
                  <a:lnTo>
                    <a:pt x="186372" y="1880235"/>
                  </a:lnTo>
                  <a:lnTo>
                    <a:pt x="214947" y="1880235"/>
                  </a:lnTo>
                  <a:lnTo>
                    <a:pt x="214947" y="1851660"/>
                  </a:lnTo>
                  <a:close/>
                </a:path>
                <a:path w="11901170" h="1918335">
                  <a:moveTo>
                    <a:pt x="248602" y="0"/>
                  </a:moveTo>
                  <a:lnTo>
                    <a:pt x="220027" y="0"/>
                  </a:lnTo>
                  <a:lnTo>
                    <a:pt x="220027" y="28575"/>
                  </a:lnTo>
                  <a:lnTo>
                    <a:pt x="248602" y="28575"/>
                  </a:lnTo>
                  <a:lnTo>
                    <a:pt x="248602" y="0"/>
                  </a:lnTo>
                  <a:close/>
                </a:path>
                <a:path w="11901170" h="1918335">
                  <a:moveTo>
                    <a:pt x="272097" y="1851660"/>
                  </a:moveTo>
                  <a:lnTo>
                    <a:pt x="243522" y="1851660"/>
                  </a:lnTo>
                  <a:lnTo>
                    <a:pt x="243522" y="1880235"/>
                  </a:lnTo>
                  <a:lnTo>
                    <a:pt x="272097" y="1880235"/>
                  </a:lnTo>
                  <a:lnTo>
                    <a:pt x="272097" y="1851660"/>
                  </a:lnTo>
                  <a:close/>
                </a:path>
                <a:path w="11901170" h="1918335">
                  <a:moveTo>
                    <a:pt x="305752" y="0"/>
                  </a:moveTo>
                  <a:lnTo>
                    <a:pt x="277177" y="0"/>
                  </a:lnTo>
                  <a:lnTo>
                    <a:pt x="277177" y="28575"/>
                  </a:lnTo>
                  <a:lnTo>
                    <a:pt x="305752" y="28575"/>
                  </a:lnTo>
                  <a:lnTo>
                    <a:pt x="305752" y="0"/>
                  </a:lnTo>
                  <a:close/>
                </a:path>
                <a:path w="11901170" h="1918335">
                  <a:moveTo>
                    <a:pt x="329247" y="1851660"/>
                  </a:moveTo>
                  <a:lnTo>
                    <a:pt x="300672" y="1851660"/>
                  </a:lnTo>
                  <a:lnTo>
                    <a:pt x="300672" y="1880235"/>
                  </a:lnTo>
                  <a:lnTo>
                    <a:pt x="329247" y="1880235"/>
                  </a:lnTo>
                  <a:lnTo>
                    <a:pt x="329247" y="1851660"/>
                  </a:lnTo>
                  <a:close/>
                </a:path>
                <a:path w="11901170" h="1918335">
                  <a:moveTo>
                    <a:pt x="362902" y="0"/>
                  </a:moveTo>
                  <a:lnTo>
                    <a:pt x="334327" y="0"/>
                  </a:lnTo>
                  <a:lnTo>
                    <a:pt x="334327" y="28575"/>
                  </a:lnTo>
                  <a:lnTo>
                    <a:pt x="362902" y="28575"/>
                  </a:lnTo>
                  <a:lnTo>
                    <a:pt x="362902" y="0"/>
                  </a:lnTo>
                  <a:close/>
                </a:path>
                <a:path w="11901170" h="1918335">
                  <a:moveTo>
                    <a:pt x="386397" y="1851660"/>
                  </a:moveTo>
                  <a:lnTo>
                    <a:pt x="357822" y="1851660"/>
                  </a:lnTo>
                  <a:lnTo>
                    <a:pt x="357822" y="1880235"/>
                  </a:lnTo>
                  <a:lnTo>
                    <a:pt x="386397" y="1880235"/>
                  </a:lnTo>
                  <a:lnTo>
                    <a:pt x="386397" y="1851660"/>
                  </a:lnTo>
                  <a:close/>
                </a:path>
                <a:path w="11901170" h="1918335">
                  <a:moveTo>
                    <a:pt x="420052" y="0"/>
                  </a:moveTo>
                  <a:lnTo>
                    <a:pt x="391477" y="0"/>
                  </a:lnTo>
                  <a:lnTo>
                    <a:pt x="391477" y="28575"/>
                  </a:lnTo>
                  <a:lnTo>
                    <a:pt x="420052" y="28575"/>
                  </a:lnTo>
                  <a:lnTo>
                    <a:pt x="420052" y="0"/>
                  </a:lnTo>
                  <a:close/>
                </a:path>
                <a:path w="11901170" h="1918335">
                  <a:moveTo>
                    <a:pt x="443547" y="1851660"/>
                  </a:moveTo>
                  <a:lnTo>
                    <a:pt x="414972" y="1851660"/>
                  </a:lnTo>
                  <a:lnTo>
                    <a:pt x="414972" y="1880235"/>
                  </a:lnTo>
                  <a:lnTo>
                    <a:pt x="443547" y="1880235"/>
                  </a:lnTo>
                  <a:lnTo>
                    <a:pt x="443547" y="1851660"/>
                  </a:lnTo>
                  <a:close/>
                </a:path>
                <a:path w="11901170" h="1918335">
                  <a:moveTo>
                    <a:pt x="477202" y="0"/>
                  </a:moveTo>
                  <a:lnTo>
                    <a:pt x="448627" y="0"/>
                  </a:lnTo>
                  <a:lnTo>
                    <a:pt x="448627" y="28575"/>
                  </a:lnTo>
                  <a:lnTo>
                    <a:pt x="477202" y="28575"/>
                  </a:lnTo>
                  <a:lnTo>
                    <a:pt x="477202" y="0"/>
                  </a:lnTo>
                  <a:close/>
                </a:path>
                <a:path w="11901170" h="1918335">
                  <a:moveTo>
                    <a:pt x="500697" y="1851660"/>
                  </a:moveTo>
                  <a:lnTo>
                    <a:pt x="472122" y="1851660"/>
                  </a:lnTo>
                  <a:lnTo>
                    <a:pt x="472122" y="1880235"/>
                  </a:lnTo>
                  <a:lnTo>
                    <a:pt x="500697" y="1880235"/>
                  </a:lnTo>
                  <a:lnTo>
                    <a:pt x="500697" y="1851660"/>
                  </a:lnTo>
                  <a:close/>
                </a:path>
                <a:path w="11901170" h="1918335">
                  <a:moveTo>
                    <a:pt x="534352" y="0"/>
                  </a:moveTo>
                  <a:lnTo>
                    <a:pt x="505777" y="0"/>
                  </a:lnTo>
                  <a:lnTo>
                    <a:pt x="505777" y="28575"/>
                  </a:lnTo>
                  <a:lnTo>
                    <a:pt x="534352" y="28575"/>
                  </a:lnTo>
                  <a:lnTo>
                    <a:pt x="534352" y="0"/>
                  </a:lnTo>
                  <a:close/>
                </a:path>
                <a:path w="11901170" h="1918335">
                  <a:moveTo>
                    <a:pt x="557847" y="1851660"/>
                  </a:moveTo>
                  <a:lnTo>
                    <a:pt x="529272" y="1851660"/>
                  </a:lnTo>
                  <a:lnTo>
                    <a:pt x="529272" y="1880235"/>
                  </a:lnTo>
                  <a:lnTo>
                    <a:pt x="557847" y="1880235"/>
                  </a:lnTo>
                  <a:lnTo>
                    <a:pt x="557847" y="1851660"/>
                  </a:lnTo>
                  <a:close/>
                </a:path>
                <a:path w="11901170" h="1918335">
                  <a:moveTo>
                    <a:pt x="591502" y="0"/>
                  </a:moveTo>
                  <a:lnTo>
                    <a:pt x="562927" y="0"/>
                  </a:lnTo>
                  <a:lnTo>
                    <a:pt x="562927" y="28575"/>
                  </a:lnTo>
                  <a:lnTo>
                    <a:pt x="591502" y="28575"/>
                  </a:lnTo>
                  <a:lnTo>
                    <a:pt x="591502" y="0"/>
                  </a:lnTo>
                  <a:close/>
                </a:path>
                <a:path w="11901170" h="1918335">
                  <a:moveTo>
                    <a:pt x="614997" y="1851660"/>
                  </a:moveTo>
                  <a:lnTo>
                    <a:pt x="586422" y="1851660"/>
                  </a:lnTo>
                  <a:lnTo>
                    <a:pt x="586422" y="1880235"/>
                  </a:lnTo>
                  <a:lnTo>
                    <a:pt x="614997" y="1880235"/>
                  </a:lnTo>
                  <a:lnTo>
                    <a:pt x="614997" y="1851660"/>
                  </a:lnTo>
                  <a:close/>
                </a:path>
                <a:path w="11901170" h="1918335">
                  <a:moveTo>
                    <a:pt x="648652" y="0"/>
                  </a:moveTo>
                  <a:lnTo>
                    <a:pt x="620077" y="0"/>
                  </a:lnTo>
                  <a:lnTo>
                    <a:pt x="620077" y="28575"/>
                  </a:lnTo>
                  <a:lnTo>
                    <a:pt x="648652" y="28575"/>
                  </a:lnTo>
                  <a:lnTo>
                    <a:pt x="648652" y="0"/>
                  </a:lnTo>
                  <a:close/>
                </a:path>
                <a:path w="11901170" h="1918335">
                  <a:moveTo>
                    <a:pt x="672147" y="1851660"/>
                  </a:moveTo>
                  <a:lnTo>
                    <a:pt x="643572" y="1851660"/>
                  </a:lnTo>
                  <a:lnTo>
                    <a:pt x="643572" y="1880235"/>
                  </a:lnTo>
                  <a:lnTo>
                    <a:pt x="672147" y="1880235"/>
                  </a:lnTo>
                  <a:lnTo>
                    <a:pt x="672147" y="1851660"/>
                  </a:lnTo>
                  <a:close/>
                </a:path>
                <a:path w="11901170" h="1918335">
                  <a:moveTo>
                    <a:pt x="705802" y="0"/>
                  </a:moveTo>
                  <a:lnTo>
                    <a:pt x="677227" y="0"/>
                  </a:lnTo>
                  <a:lnTo>
                    <a:pt x="677227" y="28575"/>
                  </a:lnTo>
                  <a:lnTo>
                    <a:pt x="705802" y="28575"/>
                  </a:lnTo>
                  <a:lnTo>
                    <a:pt x="705802" y="0"/>
                  </a:lnTo>
                  <a:close/>
                </a:path>
                <a:path w="11901170" h="1918335">
                  <a:moveTo>
                    <a:pt x="729297" y="1851660"/>
                  </a:moveTo>
                  <a:lnTo>
                    <a:pt x="700722" y="1851660"/>
                  </a:lnTo>
                  <a:lnTo>
                    <a:pt x="700722" y="1880235"/>
                  </a:lnTo>
                  <a:lnTo>
                    <a:pt x="729297" y="1880235"/>
                  </a:lnTo>
                  <a:lnTo>
                    <a:pt x="729297" y="1851660"/>
                  </a:lnTo>
                  <a:close/>
                </a:path>
                <a:path w="11901170" h="1918335">
                  <a:moveTo>
                    <a:pt x="762952" y="0"/>
                  </a:moveTo>
                  <a:lnTo>
                    <a:pt x="734377" y="0"/>
                  </a:lnTo>
                  <a:lnTo>
                    <a:pt x="734377" y="28575"/>
                  </a:lnTo>
                  <a:lnTo>
                    <a:pt x="762952" y="28575"/>
                  </a:lnTo>
                  <a:lnTo>
                    <a:pt x="762952" y="0"/>
                  </a:lnTo>
                  <a:close/>
                </a:path>
                <a:path w="11901170" h="1918335">
                  <a:moveTo>
                    <a:pt x="786447" y="1851660"/>
                  </a:moveTo>
                  <a:lnTo>
                    <a:pt x="757872" y="1851660"/>
                  </a:lnTo>
                  <a:lnTo>
                    <a:pt x="757872" y="1880235"/>
                  </a:lnTo>
                  <a:lnTo>
                    <a:pt x="786447" y="1880235"/>
                  </a:lnTo>
                  <a:lnTo>
                    <a:pt x="786447" y="1851660"/>
                  </a:lnTo>
                  <a:close/>
                </a:path>
                <a:path w="11901170" h="1918335">
                  <a:moveTo>
                    <a:pt x="820102" y="0"/>
                  </a:moveTo>
                  <a:lnTo>
                    <a:pt x="791527" y="0"/>
                  </a:lnTo>
                  <a:lnTo>
                    <a:pt x="791527" y="28575"/>
                  </a:lnTo>
                  <a:lnTo>
                    <a:pt x="820102" y="28575"/>
                  </a:lnTo>
                  <a:lnTo>
                    <a:pt x="820102" y="0"/>
                  </a:lnTo>
                  <a:close/>
                </a:path>
                <a:path w="11901170" h="1918335">
                  <a:moveTo>
                    <a:pt x="843597" y="1851660"/>
                  </a:moveTo>
                  <a:lnTo>
                    <a:pt x="815022" y="1851660"/>
                  </a:lnTo>
                  <a:lnTo>
                    <a:pt x="815022" y="1880235"/>
                  </a:lnTo>
                  <a:lnTo>
                    <a:pt x="843597" y="1880235"/>
                  </a:lnTo>
                  <a:lnTo>
                    <a:pt x="843597" y="1851660"/>
                  </a:lnTo>
                  <a:close/>
                </a:path>
                <a:path w="11901170" h="1918335">
                  <a:moveTo>
                    <a:pt x="877252" y="0"/>
                  </a:moveTo>
                  <a:lnTo>
                    <a:pt x="848677" y="0"/>
                  </a:lnTo>
                  <a:lnTo>
                    <a:pt x="848677" y="28575"/>
                  </a:lnTo>
                  <a:lnTo>
                    <a:pt x="877252" y="28575"/>
                  </a:lnTo>
                  <a:lnTo>
                    <a:pt x="877252" y="0"/>
                  </a:lnTo>
                  <a:close/>
                </a:path>
                <a:path w="11901170" h="1918335">
                  <a:moveTo>
                    <a:pt x="900747" y="1851660"/>
                  </a:moveTo>
                  <a:lnTo>
                    <a:pt x="872172" y="1851660"/>
                  </a:lnTo>
                  <a:lnTo>
                    <a:pt x="872172" y="1880235"/>
                  </a:lnTo>
                  <a:lnTo>
                    <a:pt x="900747" y="1880235"/>
                  </a:lnTo>
                  <a:lnTo>
                    <a:pt x="900747" y="1851660"/>
                  </a:lnTo>
                  <a:close/>
                </a:path>
                <a:path w="11901170" h="1918335">
                  <a:moveTo>
                    <a:pt x="934402" y="0"/>
                  </a:moveTo>
                  <a:lnTo>
                    <a:pt x="905827" y="0"/>
                  </a:lnTo>
                  <a:lnTo>
                    <a:pt x="905827" y="28575"/>
                  </a:lnTo>
                  <a:lnTo>
                    <a:pt x="934402" y="28575"/>
                  </a:lnTo>
                  <a:lnTo>
                    <a:pt x="934402" y="0"/>
                  </a:lnTo>
                  <a:close/>
                </a:path>
                <a:path w="11901170" h="1918335">
                  <a:moveTo>
                    <a:pt x="957897" y="1851660"/>
                  </a:moveTo>
                  <a:lnTo>
                    <a:pt x="929322" y="1851660"/>
                  </a:lnTo>
                  <a:lnTo>
                    <a:pt x="929322" y="1880235"/>
                  </a:lnTo>
                  <a:lnTo>
                    <a:pt x="957897" y="1880235"/>
                  </a:lnTo>
                  <a:lnTo>
                    <a:pt x="957897" y="1851660"/>
                  </a:lnTo>
                  <a:close/>
                </a:path>
                <a:path w="11901170" h="1918335">
                  <a:moveTo>
                    <a:pt x="991552" y="0"/>
                  </a:moveTo>
                  <a:lnTo>
                    <a:pt x="962977" y="0"/>
                  </a:lnTo>
                  <a:lnTo>
                    <a:pt x="962977" y="28575"/>
                  </a:lnTo>
                  <a:lnTo>
                    <a:pt x="991552" y="28575"/>
                  </a:lnTo>
                  <a:lnTo>
                    <a:pt x="991552" y="0"/>
                  </a:lnTo>
                  <a:close/>
                </a:path>
                <a:path w="11901170" h="1918335">
                  <a:moveTo>
                    <a:pt x="1015047" y="1851660"/>
                  </a:moveTo>
                  <a:lnTo>
                    <a:pt x="986472" y="1851660"/>
                  </a:lnTo>
                  <a:lnTo>
                    <a:pt x="986472" y="1880235"/>
                  </a:lnTo>
                  <a:lnTo>
                    <a:pt x="1015047" y="1880235"/>
                  </a:lnTo>
                  <a:lnTo>
                    <a:pt x="1015047" y="1851660"/>
                  </a:lnTo>
                  <a:close/>
                </a:path>
                <a:path w="11901170" h="1918335">
                  <a:moveTo>
                    <a:pt x="1048702" y="0"/>
                  </a:moveTo>
                  <a:lnTo>
                    <a:pt x="1020127" y="0"/>
                  </a:lnTo>
                  <a:lnTo>
                    <a:pt x="1020127" y="28575"/>
                  </a:lnTo>
                  <a:lnTo>
                    <a:pt x="1048702" y="28575"/>
                  </a:lnTo>
                  <a:lnTo>
                    <a:pt x="1048702" y="0"/>
                  </a:lnTo>
                  <a:close/>
                </a:path>
                <a:path w="11901170" h="1918335">
                  <a:moveTo>
                    <a:pt x="1072197" y="1851660"/>
                  </a:moveTo>
                  <a:lnTo>
                    <a:pt x="1043622" y="1851660"/>
                  </a:lnTo>
                  <a:lnTo>
                    <a:pt x="1043622" y="1880235"/>
                  </a:lnTo>
                  <a:lnTo>
                    <a:pt x="1072197" y="1880235"/>
                  </a:lnTo>
                  <a:lnTo>
                    <a:pt x="1072197" y="1851660"/>
                  </a:lnTo>
                  <a:close/>
                </a:path>
                <a:path w="11901170" h="1918335">
                  <a:moveTo>
                    <a:pt x="1105852" y="0"/>
                  </a:moveTo>
                  <a:lnTo>
                    <a:pt x="1077277" y="0"/>
                  </a:lnTo>
                  <a:lnTo>
                    <a:pt x="1077277" y="28575"/>
                  </a:lnTo>
                  <a:lnTo>
                    <a:pt x="1105852" y="28575"/>
                  </a:lnTo>
                  <a:lnTo>
                    <a:pt x="1105852" y="0"/>
                  </a:lnTo>
                  <a:close/>
                </a:path>
                <a:path w="11901170" h="1918335">
                  <a:moveTo>
                    <a:pt x="1129347" y="1851660"/>
                  </a:moveTo>
                  <a:lnTo>
                    <a:pt x="1100772" y="1851660"/>
                  </a:lnTo>
                  <a:lnTo>
                    <a:pt x="1100772" y="1880235"/>
                  </a:lnTo>
                  <a:lnTo>
                    <a:pt x="1129347" y="1880235"/>
                  </a:lnTo>
                  <a:lnTo>
                    <a:pt x="1129347" y="1851660"/>
                  </a:lnTo>
                  <a:close/>
                </a:path>
                <a:path w="11901170" h="1918335">
                  <a:moveTo>
                    <a:pt x="1163002" y="0"/>
                  </a:moveTo>
                  <a:lnTo>
                    <a:pt x="1134427" y="0"/>
                  </a:lnTo>
                  <a:lnTo>
                    <a:pt x="1134427" y="28575"/>
                  </a:lnTo>
                  <a:lnTo>
                    <a:pt x="1163002" y="28575"/>
                  </a:lnTo>
                  <a:lnTo>
                    <a:pt x="1163002" y="0"/>
                  </a:lnTo>
                  <a:close/>
                </a:path>
                <a:path w="11901170" h="1918335">
                  <a:moveTo>
                    <a:pt x="1186497" y="1851660"/>
                  </a:moveTo>
                  <a:lnTo>
                    <a:pt x="1157922" y="1851660"/>
                  </a:lnTo>
                  <a:lnTo>
                    <a:pt x="1157922" y="1880235"/>
                  </a:lnTo>
                  <a:lnTo>
                    <a:pt x="1186497" y="1880235"/>
                  </a:lnTo>
                  <a:lnTo>
                    <a:pt x="1186497" y="1851660"/>
                  </a:lnTo>
                  <a:close/>
                </a:path>
                <a:path w="11901170" h="1918335">
                  <a:moveTo>
                    <a:pt x="1220152" y="0"/>
                  </a:moveTo>
                  <a:lnTo>
                    <a:pt x="1191577" y="0"/>
                  </a:lnTo>
                  <a:lnTo>
                    <a:pt x="1191577" y="28575"/>
                  </a:lnTo>
                  <a:lnTo>
                    <a:pt x="1220152" y="28575"/>
                  </a:lnTo>
                  <a:lnTo>
                    <a:pt x="1220152" y="0"/>
                  </a:lnTo>
                  <a:close/>
                </a:path>
                <a:path w="11901170" h="1918335">
                  <a:moveTo>
                    <a:pt x="1243647" y="1851660"/>
                  </a:moveTo>
                  <a:lnTo>
                    <a:pt x="1215072" y="1851660"/>
                  </a:lnTo>
                  <a:lnTo>
                    <a:pt x="1215072" y="1880235"/>
                  </a:lnTo>
                  <a:lnTo>
                    <a:pt x="1243647" y="1880235"/>
                  </a:lnTo>
                  <a:lnTo>
                    <a:pt x="1243647" y="1851660"/>
                  </a:lnTo>
                  <a:close/>
                </a:path>
                <a:path w="11901170" h="1918335">
                  <a:moveTo>
                    <a:pt x="1277302" y="0"/>
                  </a:moveTo>
                  <a:lnTo>
                    <a:pt x="1248727" y="0"/>
                  </a:lnTo>
                  <a:lnTo>
                    <a:pt x="1248727" y="28575"/>
                  </a:lnTo>
                  <a:lnTo>
                    <a:pt x="1277302" y="28575"/>
                  </a:lnTo>
                  <a:lnTo>
                    <a:pt x="1277302" y="0"/>
                  </a:lnTo>
                  <a:close/>
                </a:path>
                <a:path w="11901170" h="1918335">
                  <a:moveTo>
                    <a:pt x="1300797" y="1851660"/>
                  </a:moveTo>
                  <a:lnTo>
                    <a:pt x="1272222" y="1851660"/>
                  </a:lnTo>
                  <a:lnTo>
                    <a:pt x="1272222" y="1880235"/>
                  </a:lnTo>
                  <a:lnTo>
                    <a:pt x="1300797" y="1880235"/>
                  </a:lnTo>
                  <a:lnTo>
                    <a:pt x="1300797" y="1851660"/>
                  </a:lnTo>
                  <a:close/>
                </a:path>
                <a:path w="11901170" h="1918335">
                  <a:moveTo>
                    <a:pt x="1334452" y="0"/>
                  </a:moveTo>
                  <a:lnTo>
                    <a:pt x="1305877" y="0"/>
                  </a:lnTo>
                  <a:lnTo>
                    <a:pt x="1305877" y="28575"/>
                  </a:lnTo>
                  <a:lnTo>
                    <a:pt x="1334452" y="28575"/>
                  </a:lnTo>
                  <a:lnTo>
                    <a:pt x="1334452" y="0"/>
                  </a:lnTo>
                  <a:close/>
                </a:path>
                <a:path w="11901170" h="1918335">
                  <a:moveTo>
                    <a:pt x="1357947" y="1851660"/>
                  </a:moveTo>
                  <a:lnTo>
                    <a:pt x="1329372" y="1851660"/>
                  </a:lnTo>
                  <a:lnTo>
                    <a:pt x="1329372" y="1880235"/>
                  </a:lnTo>
                  <a:lnTo>
                    <a:pt x="1357947" y="1880235"/>
                  </a:lnTo>
                  <a:lnTo>
                    <a:pt x="1357947" y="1851660"/>
                  </a:lnTo>
                  <a:close/>
                </a:path>
                <a:path w="11901170" h="1918335">
                  <a:moveTo>
                    <a:pt x="1391602" y="0"/>
                  </a:moveTo>
                  <a:lnTo>
                    <a:pt x="1363027" y="0"/>
                  </a:lnTo>
                  <a:lnTo>
                    <a:pt x="1363027" y="28575"/>
                  </a:lnTo>
                  <a:lnTo>
                    <a:pt x="1391602" y="28575"/>
                  </a:lnTo>
                  <a:lnTo>
                    <a:pt x="1391602" y="0"/>
                  </a:lnTo>
                  <a:close/>
                </a:path>
                <a:path w="11901170" h="1918335">
                  <a:moveTo>
                    <a:pt x="1415097" y="1851660"/>
                  </a:moveTo>
                  <a:lnTo>
                    <a:pt x="1386522" y="1851660"/>
                  </a:lnTo>
                  <a:lnTo>
                    <a:pt x="1386522" y="1880235"/>
                  </a:lnTo>
                  <a:lnTo>
                    <a:pt x="1415097" y="1880235"/>
                  </a:lnTo>
                  <a:lnTo>
                    <a:pt x="1415097" y="1851660"/>
                  </a:lnTo>
                  <a:close/>
                </a:path>
                <a:path w="11901170" h="1918335">
                  <a:moveTo>
                    <a:pt x="1448752" y="0"/>
                  </a:moveTo>
                  <a:lnTo>
                    <a:pt x="1420177" y="0"/>
                  </a:lnTo>
                  <a:lnTo>
                    <a:pt x="1420177" y="28575"/>
                  </a:lnTo>
                  <a:lnTo>
                    <a:pt x="1448752" y="28575"/>
                  </a:lnTo>
                  <a:lnTo>
                    <a:pt x="1448752" y="0"/>
                  </a:lnTo>
                  <a:close/>
                </a:path>
                <a:path w="11901170" h="1918335">
                  <a:moveTo>
                    <a:pt x="1472247" y="1851660"/>
                  </a:moveTo>
                  <a:lnTo>
                    <a:pt x="1443672" y="1851660"/>
                  </a:lnTo>
                  <a:lnTo>
                    <a:pt x="1443672" y="1880235"/>
                  </a:lnTo>
                  <a:lnTo>
                    <a:pt x="1472247" y="1880235"/>
                  </a:lnTo>
                  <a:lnTo>
                    <a:pt x="1472247" y="1851660"/>
                  </a:lnTo>
                  <a:close/>
                </a:path>
                <a:path w="11901170" h="1918335">
                  <a:moveTo>
                    <a:pt x="1505902" y="0"/>
                  </a:moveTo>
                  <a:lnTo>
                    <a:pt x="1477327" y="0"/>
                  </a:lnTo>
                  <a:lnTo>
                    <a:pt x="1477327" y="28575"/>
                  </a:lnTo>
                  <a:lnTo>
                    <a:pt x="1505902" y="28575"/>
                  </a:lnTo>
                  <a:lnTo>
                    <a:pt x="1505902" y="0"/>
                  </a:lnTo>
                  <a:close/>
                </a:path>
                <a:path w="11901170" h="1918335">
                  <a:moveTo>
                    <a:pt x="1529397" y="1851660"/>
                  </a:moveTo>
                  <a:lnTo>
                    <a:pt x="1500822" y="1851660"/>
                  </a:lnTo>
                  <a:lnTo>
                    <a:pt x="1500822" y="1880235"/>
                  </a:lnTo>
                  <a:lnTo>
                    <a:pt x="1529397" y="1880235"/>
                  </a:lnTo>
                  <a:lnTo>
                    <a:pt x="1529397" y="1851660"/>
                  </a:lnTo>
                  <a:close/>
                </a:path>
                <a:path w="11901170" h="1918335">
                  <a:moveTo>
                    <a:pt x="1563052" y="0"/>
                  </a:moveTo>
                  <a:lnTo>
                    <a:pt x="1534477" y="0"/>
                  </a:lnTo>
                  <a:lnTo>
                    <a:pt x="1534477" y="28575"/>
                  </a:lnTo>
                  <a:lnTo>
                    <a:pt x="1563052" y="28575"/>
                  </a:lnTo>
                  <a:lnTo>
                    <a:pt x="1563052" y="0"/>
                  </a:lnTo>
                  <a:close/>
                </a:path>
                <a:path w="11901170" h="1918335">
                  <a:moveTo>
                    <a:pt x="1586547" y="1851660"/>
                  </a:moveTo>
                  <a:lnTo>
                    <a:pt x="1557972" y="1851660"/>
                  </a:lnTo>
                  <a:lnTo>
                    <a:pt x="1557972" y="1880235"/>
                  </a:lnTo>
                  <a:lnTo>
                    <a:pt x="1586547" y="1880235"/>
                  </a:lnTo>
                  <a:lnTo>
                    <a:pt x="1586547" y="1851660"/>
                  </a:lnTo>
                  <a:close/>
                </a:path>
                <a:path w="11901170" h="1918335">
                  <a:moveTo>
                    <a:pt x="1620202" y="0"/>
                  </a:moveTo>
                  <a:lnTo>
                    <a:pt x="1591627" y="0"/>
                  </a:lnTo>
                  <a:lnTo>
                    <a:pt x="1591627" y="28575"/>
                  </a:lnTo>
                  <a:lnTo>
                    <a:pt x="1620202" y="28575"/>
                  </a:lnTo>
                  <a:lnTo>
                    <a:pt x="1620202" y="0"/>
                  </a:lnTo>
                  <a:close/>
                </a:path>
                <a:path w="11901170" h="1918335">
                  <a:moveTo>
                    <a:pt x="1643697" y="1851660"/>
                  </a:moveTo>
                  <a:lnTo>
                    <a:pt x="1615122" y="1851660"/>
                  </a:lnTo>
                  <a:lnTo>
                    <a:pt x="1615122" y="1880235"/>
                  </a:lnTo>
                  <a:lnTo>
                    <a:pt x="1643697" y="1880235"/>
                  </a:lnTo>
                  <a:lnTo>
                    <a:pt x="1643697" y="1851660"/>
                  </a:lnTo>
                  <a:close/>
                </a:path>
                <a:path w="11901170" h="1918335">
                  <a:moveTo>
                    <a:pt x="1677352" y="0"/>
                  </a:moveTo>
                  <a:lnTo>
                    <a:pt x="1648777" y="0"/>
                  </a:lnTo>
                  <a:lnTo>
                    <a:pt x="1648777" y="28575"/>
                  </a:lnTo>
                  <a:lnTo>
                    <a:pt x="1677352" y="28575"/>
                  </a:lnTo>
                  <a:lnTo>
                    <a:pt x="1677352" y="0"/>
                  </a:lnTo>
                  <a:close/>
                </a:path>
                <a:path w="11901170" h="1918335">
                  <a:moveTo>
                    <a:pt x="1700847" y="1851660"/>
                  </a:moveTo>
                  <a:lnTo>
                    <a:pt x="1672272" y="1851660"/>
                  </a:lnTo>
                  <a:lnTo>
                    <a:pt x="1672272" y="1880235"/>
                  </a:lnTo>
                  <a:lnTo>
                    <a:pt x="1700847" y="1880235"/>
                  </a:lnTo>
                  <a:lnTo>
                    <a:pt x="1700847" y="1851660"/>
                  </a:lnTo>
                  <a:close/>
                </a:path>
                <a:path w="11901170" h="1918335">
                  <a:moveTo>
                    <a:pt x="1734502" y="0"/>
                  </a:moveTo>
                  <a:lnTo>
                    <a:pt x="1705927" y="0"/>
                  </a:lnTo>
                  <a:lnTo>
                    <a:pt x="1705927" y="28575"/>
                  </a:lnTo>
                  <a:lnTo>
                    <a:pt x="1734502" y="28575"/>
                  </a:lnTo>
                  <a:lnTo>
                    <a:pt x="1734502" y="0"/>
                  </a:lnTo>
                  <a:close/>
                </a:path>
                <a:path w="11901170" h="1918335">
                  <a:moveTo>
                    <a:pt x="1757997" y="1851660"/>
                  </a:moveTo>
                  <a:lnTo>
                    <a:pt x="1729422" y="1851660"/>
                  </a:lnTo>
                  <a:lnTo>
                    <a:pt x="1729422" y="1880235"/>
                  </a:lnTo>
                  <a:lnTo>
                    <a:pt x="1757997" y="1880235"/>
                  </a:lnTo>
                  <a:lnTo>
                    <a:pt x="1757997" y="1851660"/>
                  </a:lnTo>
                  <a:close/>
                </a:path>
                <a:path w="11901170" h="1918335">
                  <a:moveTo>
                    <a:pt x="1791652" y="0"/>
                  </a:moveTo>
                  <a:lnTo>
                    <a:pt x="1763077" y="0"/>
                  </a:lnTo>
                  <a:lnTo>
                    <a:pt x="1763077" y="28575"/>
                  </a:lnTo>
                  <a:lnTo>
                    <a:pt x="1791652" y="28575"/>
                  </a:lnTo>
                  <a:lnTo>
                    <a:pt x="1791652" y="0"/>
                  </a:lnTo>
                  <a:close/>
                </a:path>
                <a:path w="11901170" h="1918335">
                  <a:moveTo>
                    <a:pt x="1815147" y="1851660"/>
                  </a:moveTo>
                  <a:lnTo>
                    <a:pt x="1786572" y="1851660"/>
                  </a:lnTo>
                  <a:lnTo>
                    <a:pt x="1786572" y="1880235"/>
                  </a:lnTo>
                  <a:lnTo>
                    <a:pt x="1815147" y="1880235"/>
                  </a:lnTo>
                  <a:lnTo>
                    <a:pt x="1815147" y="1851660"/>
                  </a:lnTo>
                  <a:close/>
                </a:path>
                <a:path w="11901170" h="1918335">
                  <a:moveTo>
                    <a:pt x="1848802" y="0"/>
                  </a:moveTo>
                  <a:lnTo>
                    <a:pt x="1820227" y="0"/>
                  </a:lnTo>
                  <a:lnTo>
                    <a:pt x="1820227" y="28575"/>
                  </a:lnTo>
                  <a:lnTo>
                    <a:pt x="1848802" y="28575"/>
                  </a:lnTo>
                  <a:lnTo>
                    <a:pt x="1848802" y="0"/>
                  </a:lnTo>
                  <a:close/>
                </a:path>
                <a:path w="11901170" h="1918335">
                  <a:moveTo>
                    <a:pt x="1872297" y="1851660"/>
                  </a:moveTo>
                  <a:lnTo>
                    <a:pt x="1843722" y="1851660"/>
                  </a:lnTo>
                  <a:lnTo>
                    <a:pt x="1843722" y="1880235"/>
                  </a:lnTo>
                  <a:lnTo>
                    <a:pt x="1872297" y="1880235"/>
                  </a:lnTo>
                  <a:lnTo>
                    <a:pt x="1872297" y="1851660"/>
                  </a:lnTo>
                  <a:close/>
                </a:path>
                <a:path w="11901170" h="1918335">
                  <a:moveTo>
                    <a:pt x="1905952" y="0"/>
                  </a:moveTo>
                  <a:lnTo>
                    <a:pt x="1877377" y="0"/>
                  </a:lnTo>
                  <a:lnTo>
                    <a:pt x="1877377" y="28575"/>
                  </a:lnTo>
                  <a:lnTo>
                    <a:pt x="1905952" y="28575"/>
                  </a:lnTo>
                  <a:lnTo>
                    <a:pt x="1905952" y="0"/>
                  </a:lnTo>
                  <a:close/>
                </a:path>
                <a:path w="11901170" h="1918335">
                  <a:moveTo>
                    <a:pt x="1929447" y="1851660"/>
                  </a:moveTo>
                  <a:lnTo>
                    <a:pt x="1900872" y="1851660"/>
                  </a:lnTo>
                  <a:lnTo>
                    <a:pt x="1900872" y="1880235"/>
                  </a:lnTo>
                  <a:lnTo>
                    <a:pt x="1929447" y="1880235"/>
                  </a:lnTo>
                  <a:lnTo>
                    <a:pt x="1929447" y="1851660"/>
                  </a:lnTo>
                  <a:close/>
                </a:path>
                <a:path w="11901170" h="1918335">
                  <a:moveTo>
                    <a:pt x="1963102" y="0"/>
                  </a:moveTo>
                  <a:lnTo>
                    <a:pt x="1934527" y="0"/>
                  </a:lnTo>
                  <a:lnTo>
                    <a:pt x="1934527" y="28575"/>
                  </a:lnTo>
                  <a:lnTo>
                    <a:pt x="1963102" y="28575"/>
                  </a:lnTo>
                  <a:lnTo>
                    <a:pt x="1963102" y="0"/>
                  </a:lnTo>
                  <a:close/>
                </a:path>
                <a:path w="11901170" h="1918335">
                  <a:moveTo>
                    <a:pt x="1986597" y="1851660"/>
                  </a:moveTo>
                  <a:lnTo>
                    <a:pt x="1958022" y="1851660"/>
                  </a:lnTo>
                  <a:lnTo>
                    <a:pt x="1958022" y="1880235"/>
                  </a:lnTo>
                  <a:lnTo>
                    <a:pt x="1986597" y="1880235"/>
                  </a:lnTo>
                  <a:lnTo>
                    <a:pt x="1986597" y="1851660"/>
                  </a:lnTo>
                  <a:close/>
                </a:path>
                <a:path w="11901170" h="1918335">
                  <a:moveTo>
                    <a:pt x="2020252" y="0"/>
                  </a:moveTo>
                  <a:lnTo>
                    <a:pt x="1991677" y="0"/>
                  </a:lnTo>
                  <a:lnTo>
                    <a:pt x="1991677" y="28575"/>
                  </a:lnTo>
                  <a:lnTo>
                    <a:pt x="2020252" y="28575"/>
                  </a:lnTo>
                  <a:lnTo>
                    <a:pt x="2020252" y="0"/>
                  </a:lnTo>
                  <a:close/>
                </a:path>
                <a:path w="11901170" h="1918335">
                  <a:moveTo>
                    <a:pt x="2043747" y="1851660"/>
                  </a:moveTo>
                  <a:lnTo>
                    <a:pt x="2015172" y="1851660"/>
                  </a:lnTo>
                  <a:lnTo>
                    <a:pt x="2015172" y="1880235"/>
                  </a:lnTo>
                  <a:lnTo>
                    <a:pt x="2043747" y="1880235"/>
                  </a:lnTo>
                  <a:lnTo>
                    <a:pt x="2043747" y="1851660"/>
                  </a:lnTo>
                  <a:close/>
                </a:path>
                <a:path w="11901170" h="1918335">
                  <a:moveTo>
                    <a:pt x="2077402" y="0"/>
                  </a:moveTo>
                  <a:lnTo>
                    <a:pt x="2048827" y="0"/>
                  </a:lnTo>
                  <a:lnTo>
                    <a:pt x="2048827" y="28575"/>
                  </a:lnTo>
                  <a:lnTo>
                    <a:pt x="2077402" y="28575"/>
                  </a:lnTo>
                  <a:lnTo>
                    <a:pt x="2077402" y="0"/>
                  </a:lnTo>
                  <a:close/>
                </a:path>
                <a:path w="11901170" h="1918335">
                  <a:moveTo>
                    <a:pt x="2100897" y="1851660"/>
                  </a:moveTo>
                  <a:lnTo>
                    <a:pt x="2072322" y="1851660"/>
                  </a:lnTo>
                  <a:lnTo>
                    <a:pt x="2072322" y="1880235"/>
                  </a:lnTo>
                  <a:lnTo>
                    <a:pt x="2100897" y="1880235"/>
                  </a:lnTo>
                  <a:lnTo>
                    <a:pt x="2100897" y="1851660"/>
                  </a:lnTo>
                  <a:close/>
                </a:path>
                <a:path w="11901170" h="1918335">
                  <a:moveTo>
                    <a:pt x="2134552" y="0"/>
                  </a:moveTo>
                  <a:lnTo>
                    <a:pt x="2105977" y="0"/>
                  </a:lnTo>
                  <a:lnTo>
                    <a:pt x="2105977" y="28575"/>
                  </a:lnTo>
                  <a:lnTo>
                    <a:pt x="2134552" y="28575"/>
                  </a:lnTo>
                  <a:lnTo>
                    <a:pt x="2134552" y="0"/>
                  </a:lnTo>
                  <a:close/>
                </a:path>
                <a:path w="11901170" h="1918335">
                  <a:moveTo>
                    <a:pt x="2158047" y="1851660"/>
                  </a:moveTo>
                  <a:lnTo>
                    <a:pt x="2129472" y="1851660"/>
                  </a:lnTo>
                  <a:lnTo>
                    <a:pt x="2129472" y="1880235"/>
                  </a:lnTo>
                  <a:lnTo>
                    <a:pt x="2158047" y="1880235"/>
                  </a:lnTo>
                  <a:lnTo>
                    <a:pt x="2158047" y="1851660"/>
                  </a:lnTo>
                  <a:close/>
                </a:path>
                <a:path w="11901170" h="1918335">
                  <a:moveTo>
                    <a:pt x="2191702" y="0"/>
                  </a:moveTo>
                  <a:lnTo>
                    <a:pt x="2163127" y="0"/>
                  </a:lnTo>
                  <a:lnTo>
                    <a:pt x="2163127" y="28575"/>
                  </a:lnTo>
                  <a:lnTo>
                    <a:pt x="2191702" y="28575"/>
                  </a:lnTo>
                  <a:lnTo>
                    <a:pt x="2191702" y="0"/>
                  </a:lnTo>
                  <a:close/>
                </a:path>
                <a:path w="11901170" h="1918335">
                  <a:moveTo>
                    <a:pt x="2215197" y="1851660"/>
                  </a:moveTo>
                  <a:lnTo>
                    <a:pt x="2186622" y="1851660"/>
                  </a:lnTo>
                  <a:lnTo>
                    <a:pt x="2186622" y="1880235"/>
                  </a:lnTo>
                  <a:lnTo>
                    <a:pt x="2215197" y="1880235"/>
                  </a:lnTo>
                  <a:lnTo>
                    <a:pt x="2215197" y="1851660"/>
                  </a:lnTo>
                  <a:close/>
                </a:path>
                <a:path w="11901170" h="1918335">
                  <a:moveTo>
                    <a:pt x="2248852" y="0"/>
                  </a:moveTo>
                  <a:lnTo>
                    <a:pt x="2220277" y="0"/>
                  </a:lnTo>
                  <a:lnTo>
                    <a:pt x="2220277" y="28575"/>
                  </a:lnTo>
                  <a:lnTo>
                    <a:pt x="2248852" y="28575"/>
                  </a:lnTo>
                  <a:lnTo>
                    <a:pt x="2248852" y="0"/>
                  </a:lnTo>
                  <a:close/>
                </a:path>
                <a:path w="11901170" h="1918335">
                  <a:moveTo>
                    <a:pt x="2272347" y="1851660"/>
                  </a:moveTo>
                  <a:lnTo>
                    <a:pt x="2243772" y="1851660"/>
                  </a:lnTo>
                  <a:lnTo>
                    <a:pt x="2243772" y="1880235"/>
                  </a:lnTo>
                  <a:lnTo>
                    <a:pt x="2272347" y="1880235"/>
                  </a:lnTo>
                  <a:lnTo>
                    <a:pt x="2272347" y="1851660"/>
                  </a:lnTo>
                  <a:close/>
                </a:path>
                <a:path w="11901170" h="1918335">
                  <a:moveTo>
                    <a:pt x="2306002" y="0"/>
                  </a:moveTo>
                  <a:lnTo>
                    <a:pt x="2277427" y="0"/>
                  </a:lnTo>
                  <a:lnTo>
                    <a:pt x="2277427" y="28575"/>
                  </a:lnTo>
                  <a:lnTo>
                    <a:pt x="2306002" y="28575"/>
                  </a:lnTo>
                  <a:lnTo>
                    <a:pt x="2306002" y="0"/>
                  </a:lnTo>
                  <a:close/>
                </a:path>
                <a:path w="11901170" h="1918335">
                  <a:moveTo>
                    <a:pt x="2329497" y="1851660"/>
                  </a:moveTo>
                  <a:lnTo>
                    <a:pt x="2300922" y="1851660"/>
                  </a:lnTo>
                  <a:lnTo>
                    <a:pt x="2300922" y="1880235"/>
                  </a:lnTo>
                  <a:lnTo>
                    <a:pt x="2329497" y="1880235"/>
                  </a:lnTo>
                  <a:lnTo>
                    <a:pt x="2329497" y="1851660"/>
                  </a:lnTo>
                  <a:close/>
                </a:path>
                <a:path w="11901170" h="1918335">
                  <a:moveTo>
                    <a:pt x="2363152" y="0"/>
                  </a:moveTo>
                  <a:lnTo>
                    <a:pt x="2334577" y="0"/>
                  </a:lnTo>
                  <a:lnTo>
                    <a:pt x="2334577" y="28575"/>
                  </a:lnTo>
                  <a:lnTo>
                    <a:pt x="2363152" y="28575"/>
                  </a:lnTo>
                  <a:lnTo>
                    <a:pt x="2363152" y="0"/>
                  </a:lnTo>
                  <a:close/>
                </a:path>
                <a:path w="11901170" h="1918335">
                  <a:moveTo>
                    <a:pt x="2386647" y="1851660"/>
                  </a:moveTo>
                  <a:lnTo>
                    <a:pt x="2358072" y="1851660"/>
                  </a:lnTo>
                  <a:lnTo>
                    <a:pt x="2358072" y="1880235"/>
                  </a:lnTo>
                  <a:lnTo>
                    <a:pt x="2386647" y="1880235"/>
                  </a:lnTo>
                  <a:lnTo>
                    <a:pt x="2386647" y="1851660"/>
                  </a:lnTo>
                  <a:close/>
                </a:path>
                <a:path w="11901170" h="1918335">
                  <a:moveTo>
                    <a:pt x="2420302" y="0"/>
                  </a:moveTo>
                  <a:lnTo>
                    <a:pt x="2391727" y="0"/>
                  </a:lnTo>
                  <a:lnTo>
                    <a:pt x="2391727" y="28575"/>
                  </a:lnTo>
                  <a:lnTo>
                    <a:pt x="2420302" y="28575"/>
                  </a:lnTo>
                  <a:lnTo>
                    <a:pt x="2420302" y="0"/>
                  </a:lnTo>
                  <a:close/>
                </a:path>
                <a:path w="11901170" h="1918335">
                  <a:moveTo>
                    <a:pt x="2443797" y="1851660"/>
                  </a:moveTo>
                  <a:lnTo>
                    <a:pt x="2415222" y="1851660"/>
                  </a:lnTo>
                  <a:lnTo>
                    <a:pt x="2415222" y="1880235"/>
                  </a:lnTo>
                  <a:lnTo>
                    <a:pt x="2443797" y="1880235"/>
                  </a:lnTo>
                  <a:lnTo>
                    <a:pt x="2443797" y="1851660"/>
                  </a:lnTo>
                  <a:close/>
                </a:path>
                <a:path w="11901170" h="1918335">
                  <a:moveTo>
                    <a:pt x="2477452" y="0"/>
                  </a:moveTo>
                  <a:lnTo>
                    <a:pt x="2448877" y="0"/>
                  </a:lnTo>
                  <a:lnTo>
                    <a:pt x="2448877" y="28575"/>
                  </a:lnTo>
                  <a:lnTo>
                    <a:pt x="2477452" y="28575"/>
                  </a:lnTo>
                  <a:lnTo>
                    <a:pt x="2477452" y="0"/>
                  </a:lnTo>
                  <a:close/>
                </a:path>
                <a:path w="11901170" h="1918335">
                  <a:moveTo>
                    <a:pt x="2500947" y="1851660"/>
                  </a:moveTo>
                  <a:lnTo>
                    <a:pt x="2472372" y="1851660"/>
                  </a:lnTo>
                  <a:lnTo>
                    <a:pt x="2472372" y="1880235"/>
                  </a:lnTo>
                  <a:lnTo>
                    <a:pt x="2500947" y="1880235"/>
                  </a:lnTo>
                  <a:lnTo>
                    <a:pt x="2500947" y="1851660"/>
                  </a:lnTo>
                  <a:close/>
                </a:path>
                <a:path w="11901170" h="1918335">
                  <a:moveTo>
                    <a:pt x="2534602" y="0"/>
                  </a:moveTo>
                  <a:lnTo>
                    <a:pt x="2506027" y="0"/>
                  </a:lnTo>
                  <a:lnTo>
                    <a:pt x="2506027" y="28575"/>
                  </a:lnTo>
                  <a:lnTo>
                    <a:pt x="2534602" y="28575"/>
                  </a:lnTo>
                  <a:lnTo>
                    <a:pt x="2534602" y="0"/>
                  </a:lnTo>
                  <a:close/>
                </a:path>
                <a:path w="11901170" h="1918335">
                  <a:moveTo>
                    <a:pt x="2558097" y="1851660"/>
                  </a:moveTo>
                  <a:lnTo>
                    <a:pt x="2529522" y="1851660"/>
                  </a:lnTo>
                  <a:lnTo>
                    <a:pt x="2529522" y="1880235"/>
                  </a:lnTo>
                  <a:lnTo>
                    <a:pt x="2558097" y="1880235"/>
                  </a:lnTo>
                  <a:lnTo>
                    <a:pt x="2558097" y="1851660"/>
                  </a:lnTo>
                  <a:close/>
                </a:path>
                <a:path w="11901170" h="1918335">
                  <a:moveTo>
                    <a:pt x="2591752" y="0"/>
                  </a:moveTo>
                  <a:lnTo>
                    <a:pt x="2563177" y="0"/>
                  </a:lnTo>
                  <a:lnTo>
                    <a:pt x="2563177" y="28575"/>
                  </a:lnTo>
                  <a:lnTo>
                    <a:pt x="2591752" y="28575"/>
                  </a:lnTo>
                  <a:lnTo>
                    <a:pt x="2591752" y="0"/>
                  </a:lnTo>
                  <a:close/>
                </a:path>
                <a:path w="11901170" h="1918335">
                  <a:moveTo>
                    <a:pt x="2615247" y="1851660"/>
                  </a:moveTo>
                  <a:lnTo>
                    <a:pt x="2586672" y="1851660"/>
                  </a:lnTo>
                  <a:lnTo>
                    <a:pt x="2586672" y="1880235"/>
                  </a:lnTo>
                  <a:lnTo>
                    <a:pt x="2615247" y="1880235"/>
                  </a:lnTo>
                  <a:lnTo>
                    <a:pt x="2615247" y="1851660"/>
                  </a:lnTo>
                  <a:close/>
                </a:path>
                <a:path w="11901170" h="1918335">
                  <a:moveTo>
                    <a:pt x="2648902" y="0"/>
                  </a:moveTo>
                  <a:lnTo>
                    <a:pt x="2620327" y="0"/>
                  </a:lnTo>
                  <a:lnTo>
                    <a:pt x="2620327" y="28575"/>
                  </a:lnTo>
                  <a:lnTo>
                    <a:pt x="2648902" y="28575"/>
                  </a:lnTo>
                  <a:lnTo>
                    <a:pt x="2648902" y="0"/>
                  </a:lnTo>
                  <a:close/>
                </a:path>
                <a:path w="11901170" h="1918335">
                  <a:moveTo>
                    <a:pt x="2672397" y="1851660"/>
                  </a:moveTo>
                  <a:lnTo>
                    <a:pt x="2643822" y="1851660"/>
                  </a:lnTo>
                  <a:lnTo>
                    <a:pt x="2643822" y="1880235"/>
                  </a:lnTo>
                  <a:lnTo>
                    <a:pt x="2672397" y="1880235"/>
                  </a:lnTo>
                  <a:lnTo>
                    <a:pt x="2672397" y="1851660"/>
                  </a:lnTo>
                  <a:close/>
                </a:path>
                <a:path w="11901170" h="1918335">
                  <a:moveTo>
                    <a:pt x="2706052" y="0"/>
                  </a:moveTo>
                  <a:lnTo>
                    <a:pt x="2677477" y="0"/>
                  </a:lnTo>
                  <a:lnTo>
                    <a:pt x="2677477" y="28575"/>
                  </a:lnTo>
                  <a:lnTo>
                    <a:pt x="2706052" y="28575"/>
                  </a:lnTo>
                  <a:lnTo>
                    <a:pt x="2706052" y="0"/>
                  </a:lnTo>
                  <a:close/>
                </a:path>
                <a:path w="11901170" h="1918335">
                  <a:moveTo>
                    <a:pt x="2729547" y="1851660"/>
                  </a:moveTo>
                  <a:lnTo>
                    <a:pt x="2700972" y="1851660"/>
                  </a:lnTo>
                  <a:lnTo>
                    <a:pt x="2700972" y="1880235"/>
                  </a:lnTo>
                  <a:lnTo>
                    <a:pt x="2729547" y="1880235"/>
                  </a:lnTo>
                  <a:lnTo>
                    <a:pt x="2729547" y="1851660"/>
                  </a:lnTo>
                  <a:close/>
                </a:path>
                <a:path w="11901170" h="1918335">
                  <a:moveTo>
                    <a:pt x="2763202" y="0"/>
                  </a:moveTo>
                  <a:lnTo>
                    <a:pt x="2734627" y="0"/>
                  </a:lnTo>
                  <a:lnTo>
                    <a:pt x="2734627" y="28575"/>
                  </a:lnTo>
                  <a:lnTo>
                    <a:pt x="2763202" y="28575"/>
                  </a:lnTo>
                  <a:lnTo>
                    <a:pt x="2763202" y="0"/>
                  </a:lnTo>
                  <a:close/>
                </a:path>
                <a:path w="11901170" h="1918335">
                  <a:moveTo>
                    <a:pt x="2786697" y="1851660"/>
                  </a:moveTo>
                  <a:lnTo>
                    <a:pt x="2758122" y="1851660"/>
                  </a:lnTo>
                  <a:lnTo>
                    <a:pt x="2758122" y="1880235"/>
                  </a:lnTo>
                  <a:lnTo>
                    <a:pt x="2786697" y="1880235"/>
                  </a:lnTo>
                  <a:lnTo>
                    <a:pt x="2786697" y="1851660"/>
                  </a:lnTo>
                  <a:close/>
                </a:path>
                <a:path w="11901170" h="1918335">
                  <a:moveTo>
                    <a:pt x="2820352" y="0"/>
                  </a:moveTo>
                  <a:lnTo>
                    <a:pt x="2791777" y="0"/>
                  </a:lnTo>
                  <a:lnTo>
                    <a:pt x="2791777" y="28575"/>
                  </a:lnTo>
                  <a:lnTo>
                    <a:pt x="2820352" y="28575"/>
                  </a:lnTo>
                  <a:lnTo>
                    <a:pt x="2820352" y="0"/>
                  </a:lnTo>
                  <a:close/>
                </a:path>
                <a:path w="11901170" h="1918335">
                  <a:moveTo>
                    <a:pt x="2843847" y="1851660"/>
                  </a:moveTo>
                  <a:lnTo>
                    <a:pt x="2815272" y="1851660"/>
                  </a:lnTo>
                  <a:lnTo>
                    <a:pt x="2815272" y="1880235"/>
                  </a:lnTo>
                  <a:lnTo>
                    <a:pt x="2843847" y="1880235"/>
                  </a:lnTo>
                  <a:lnTo>
                    <a:pt x="2843847" y="1851660"/>
                  </a:lnTo>
                  <a:close/>
                </a:path>
                <a:path w="11901170" h="1918335">
                  <a:moveTo>
                    <a:pt x="2877502" y="0"/>
                  </a:moveTo>
                  <a:lnTo>
                    <a:pt x="2848927" y="0"/>
                  </a:lnTo>
                  <a:lnTo>
                    <a:pt x="2848927" y="28575"/>
                  </a:lnTo>
                  <a:lnTo>
                    <a:pt x="2877502" y="28575"/>
                  </a:lnTo>
                  <a:lnTo>
                    <a:pt x="2877502" y="0"/>
                  </a:lnTo>
                  <a:close/>
                </a:path>
                <a:path w="11901170" h="1918335">
                  <a:moveTo>
                    <a:pt x="2900997" y="1851660"/>
                  </a:moveTo>
                  <a:lnTo>
                    <a:pt x="2872422" y="1851660"/>
                  </a:lnTo>
                  <a:lnTo>
                    <a:pt x="2872422" y="1880235"/>
                  </a:lnTo>
                  <a:lnTo>
                    <a:pt x="2900997" y="1880235"/>
                  </a:lnTo>
                  <a:lnTo>
                    <a:pt x="2900997" y="1851660"/>
                  </a:lnTo>
                  <a:close/>
                </a:path>
                <a:path w="11901170" h="1918335">
                  <a:moveTo>
                    <a:pt x="2934652" y="0"/>
                  </a:moveTo>
                  <a:lnTo>
                    <a:pt x="2906077" y="0"/>
                  </a:lnTo>
                  <a:lnTo>
                    <a:pt x="2906077" y="28575"/>
                  </a:lnTo>
                  <a:lnTo>
                    <a:pt x="2934652" y="28575"/>
                  </a:lnTo>
                  <a:lnTo>
                    <a:pt x="2934652" y="0"/>
                  </a:lnTo>
                  <a:close/>
                </a:path>
                <a:path w="11901170" h="1918335">
                  <a:moveTo>
                    <a:pt x="2958147" y="1851660"/>
                  </a:moveTo>
                  <a:lnTo>
                    <a:pt x="2929572" y="1851660"/>
                  </a:lnTo>
                  <a:lnTo>
                    <a:pt x="2929572" y="1880235"/>
                  </a:lnTo>
                  <a:lnTo>
                    <a:pt x="2958147" y="1880235"/>
                  </a:lnTo>
                  <a:lnTo>
                    <a:pt x="2958147" y="1851660"/>
                  </a:lnTo>
                  <a:close/>
                </a:path>
                <a:path w="11901170" h="1918335">
                  <a:moveTo>
                    <a:pt x="2991802" y="0"/>
                  </a:moveTo>
                  <a:lnTo>
                    <a:pt x="2963227" y="0"/>
                  </a:lnTo>
                  <a:lnTo>
                    <a:pt x="2963227" y="28575"/>
                  </a:lnTo>
                  <a:lnTo>
                    <a:pt x="2991802" y="28575"/>
                  </a:lnTo>
                  <a:lnTo>
                    <a:pt x="2991802" y="0"/>
                  </a:lnTo>
                  <a:close/>
                </a:path>
                <a:path w="11901170" h="1918335">
                  <a:moveTo>
                    <a:pt x="3015297" y="1851660"/>
                  </a:moveTo>
                  <a:lnTo>
                    <a:pt x="2986722" y="1851660"/>
                  </a:lnTo>
                  <a:lnTo>
                    <a:pt x="2986722" y="1880235"/>
                  </a:lnTo>
                  <a:lnTo>
                    <a:pt x="3015297" y="1880235"/>
                  </a:lnTo>
                  <a:lnTo>
                    <a:pt x="3015297" y="1851660"/>
                  </a:lnTo>
                  <a:close/>
                </a:path>
                <a:path w="11901170" h="1918335">
                  <a:moveTo>
                    <a:pt x="3048952" y="0"/>
                  </a:moveTo>
                  <a:lnTo>
                    <a:pt x="3020377" y="0"/>
                  </a:lnTo>
                  <a:lnTo>
                    <a:pt x="3020377" y="28575"/>
                  </a:lnTo>
                  <a:lnTo>
                    <a:pt x="3048952" y="28575"/>
                  </a:lnTo>
                  <a:lnTo>
                    <a:pt x="3048952" y="0"/>
                  </a:lnTo>
                  <a:close/>
                </a:path>
                <a:path w="11901170" h="1918335">
                  <a:moveTo>
                    <a:pt x="3072447" y="1851660"/>
                  </a:moveTo>
                  <a:lnTo>
                    <a:pt x="3043872" y="1851660"/>
                  </a:lnTo>
                  <a:lnTo>
                    <a:pt x="3043872" y="1880235"/>
                  </a:lnTo>
                  <a:lnTo>
                    <a:pt x="3072447" y="1880235"/>
                  </a:lnTo>
                  <a:lnTo>
                    <a:pt x="3072447" y="1851660"/>
                  </a:lnTo>
                  <a:close/>
                </a:path>
                <a:path w="11901170" h="1918335">
                  <a:moveTo>
                    <a:pt x="3106102" y="0"/>
                  </a:moveTo>
                  <a:lnTo>
                    <a:pt x="3077527" y="0"/>
                  </a:lnTo>
                  <a:lnTo>
                    <a:pt x="3077527" y="28575"/>
                  </a:lnTo>
                  <a:lnTo>
                    <a:pt x="3106102" y="28575"/>
                  </a:lnTo>
                  <a:lnTo>
                    <a:pt x="3106102" y="0"/>
                  </a:lnTo>
                  <a:close/>
                </a:path>
                <a:path w="11901170" h="1918335">
                  <a:moveTo>
                    <a:pt x="3129597" y="1851660"/>
                  </a:moveTo>
                  <a:lnTo>
                    <a:pt x="3101022" y="1851660"/>
                  </a:lnTo>
                  <a:lnTo>
                    <a:pt x="3101022" y="1880235"/>
                  </a:lnTo>
                  <a:lnTo>
                    <a:pt x="3129597" y="1880235"/>
                  </a:lnTo>
                  <a:lnTo>
                    <a:pt x="3129597" y="1851660"/>
                  </a:lnTo>
                  <a:close/>
                </a:path>
                <a:path w="11901170" h="1918335">
                  <a:moveTo>
                    <a:pt x="3163239" y="0"/>
                  </a:moveTo>
                  <a:lnTo>
                    <a:pt x="3134664" y="0"/>
                  </a:lnTo>
                  <a:lnTo>
                    <a:pt x="3134664" y="28575"/>
                  </a:lnTo>
                  <a:lnTo>
                    <a:pt x="3163239" y="28575"/>
                  </a:lnTo>
                  <a:lnTo>
                    <a:pt x="3163239" y="0"/>
                  </a:lnTo>
                  <a:close/>
                </a:path>
                <a:path w="11901170" h="1918335">
                  <a:moveTo>
                    <a:pt x="3186747" y="1851660"/>
                  </a:moveTo>
                  <a:lnTo>
                    <a:pt x="3158172" y="1851660"/>
                  </a:lnTo>
                  <a:lnTo>
                    <a:pt x="3158172" y="1880235"/>
                  </a:lnTo>
                  <a:lnTo>
                    <a:pt x="3186747" y="1880235"/>
                  </a:lnTo>
                  <a:lnTo>
                    <a:pt x="3186747" y="1851660"/>
                  </a:lnTo>
                  <a:close/>
                </a:path>
                <a:path w="11901170" h="1918335">
                  <a:moveTo>
                    <a:pt x="3220402" y="0"/>
                  </a:moveTo>
                  <a:lnTo>
                    <a:pt x="3191814" y="0"/>
                  </a:lnTo>
                  <a:lnTo>
                    <a:pt x="3191814" y="28575"/>
                  </a:lnTo>
                  <a:lnTo>
                    <a:pt x="3220402" y="28575"/>
                  </a:lnTo>
                  <a:lnTo>
                    <a:pt x="3220402" y="0"/>
                  </a:lnTo>
                  <a:close/>
                </a:path>
                <a:path w="11901170" h="1918335">
                  <a:moveTo>
                    <a:pt x="3243897" y="1851660"/>
                  </a:moveTo>
                  <a:lnTo>
                    <a:pt x="3215322" y="1851660"/>
                  </a:lnTo>
                  <a:lnTo>
                    <a:pt x="3215322" y="1880235"/>
                  </a:lnTo>
                  <a:lnTo>
                    <a:pt x="3243897" y="1880235"/>
                  </a:lnTo>
                  <a:lnTo>
                    <a:pt x="3243897" y="1851660"/>
                  </a:lnTo>
                  <a:close/>
                </a:path>
                <a:path w="11901170" h="1918335">
                  <a:moveTo>
                    <a:pt x="3277552" y="0"/>
                  </a:moveTo>
                  <a:lnTo>
                    <a:pt x="3248977" y="0"/>
                  </a:lnTo>
                  <a:lnTo>
                    <a:pt x="3248977" y="28575"/>
                  </a:lnTo>
                  <a:lnTo>
                    <a:pt x="3277552" y="28575"/>
                  </a:lnTo>
                  <a:lnTo>
                    <a:pt x="3277552" y="0"/>
                  </a:lnTo>
                  <a:close/>
                </a:path>
                <a:path w="11901170" h="1918335">
                  <a:moveTo>
                    <a:pt x="3301047" y="1851660"/>
                  </a:moveTo>
                  <a:lnTo>
                    <a:pt x="3272472" y="1851660"/>
                  </a:lnTo>
                  <a:lnTo>
                    <a:pt x="3272472" y="1880235"/>
                  </a:lnTo>
                  <a:lnTo>
                    <a:pt x="3301047" y="1880235"/>
                  </a:lnTo>
                  <a:lnTo>
                    <a:pt x="3301047" y="1851660"/>
                  </a:lnTo>
                  <a:close/>
                </a:path>
                <a:path w="11901170" h="1918335">
                  <a:moveTo>
                    <a:pt x="3334702" y="0"/>
                  </a:moveTo>
                  <a:lnTo>
                    <a:pt x="3306127" y="0"/>
                  </a:lnTo>
                  <a:lnTo>
                    <a:pt x="3306127" y="28575"/>
                  </a:lnTo>
                  <a:lnTo>
                    <a:pt x="3334702" y="28575"/>
                  </a:lnTo>
                  <a:lnTo>
                    <a:pt x="3334702" y="0"/>
                  </a:lnTo>
                  <a:close/>
                </a:path>
                <a:path w="11901170" h="1918335">
                  <a:moveTo>
                    <a:pt x="3358197" y="1851660"/>
                  </a:moveTo>
                  <a:lnTo>
                    <a:pt x="3329622" y="1851660"/>
                  </a:lnTo>
                  <a:lnTo>
                    <a:pt x="3329622" y="1880235"/>
                  </a:lnTo>
                  <a:lnTo>
                    <a:pt x="3358197" y="1880235"/>
                  </a:lnTo>
                  <a:lnTo>
                    <a:pt x="3358197" y="1851660"/>
                  </a:lnTo>
                  <a:close/>
                </a:path>
                <a:path w="11901170" h="1918335">
                  <a:moveTo>
                    <a:pt x="3391852" y="0"/>
                  </a:moveTo>
                  <a:lnTo>
                    <a:pt x="3363277" y="0"/>
                  </a:lnTo>
                  <a:lnTo>
                    <a:pt x="3363277" y="28575"/>
                  </a:lnTo>
                  <a:lnTo>
                    <a:pt x="3391852" y="28575"/>
                  </a:lnTo>
                  <a:lnTo>
                    <a:pt x="3391852" y="0"/>
                  </a:lnTo>
                  <a:close/>
                </a:path>
                <a:path w="11901170" h="1918335">
                  <a:moveTo>
                    <a:pt x="3415347" y="1851660"/>
                  </a:moveTo>
                  <a:lnTo>
                    <a:pt x="3386772" y="1851660"/>
                  </a:lnTo>
                  <a:lnTo>
                    <a:pt x="3386772" y="1880235"/>
                  </a:lnTo>
                  <a:lnTo>
                    <a:pt x="3415347" y="1880235"/>
                  </a:lnTo>
                  <a:lnTo>
                    <a:pt x="3415347" y="1851660"/>
                  </a:lnTo>
                  <a:close/>
                </a:path>
                <a:path w="11901170" h="1918335">
                  <a:moveTo>
                    <a:pt x="3449002" y="0"/>
                  </a:moveTo>
                  <a:lnTo>
                    <a:pt x="3420427" y="0"/>
                  </a:lnTo>
                  <a:lnTo>
                    <a:pt x="3420427" y="28575"/>
                  </a:lnTo>
                  <a:lnTo>
                    <a:pt x="3449002" y="28575"/>
                  </a:lnTo>
                  <a:lnTo>
                    <a:pt x="3449002" y="0"/>
                  </a:lnTo>
                  <a:close/>
                </a:path>
                <a:path w="11901170" h="1918335">
                  <a:moveTo>
                    <a:pt x="3472497" y="1851660"/>
                  </a:moveTo>
                  <a:lnTo>
                    <a:pt x="3443922" y="1851660"/>
                  </a:lnTo>
                  <a:lnTo>
                    <a:pt x="3443922" y="1880235"/>
                  </a:lnTo>
                  <a:lnTo>
                    <a:pt x="3472497" y="1880235"/>
                  </a:lnTo>
                  <a:lnTo>
                    <a:pt x="3472497" y="1851660"/>
                  </a:lnTo>
                  <a:close/>
                </a:path>
                <a:path w="11901170" h="1918335">
                  <a:moveTo>
                    <a:pt x="3506152" y="0"/>
                  </a:moveTo>
                  <a:lnTo>
                    <a:pt x="3477577" y="0"/>
                  </a:lnTo>
                  <a:lnTo>
                    <a:pt x="3477577" y="28575"/>
                  </a:lnTo>
                  <a:lnTo>
                    <a:pt x="3506152" y="28575"/>
                  </a:lnTo>
                  <a:lnTo>
                    <a:pt x="3506152" y="0"/>
                  </a:lnTo>
                  <a:close/>
                </a:path>
                <a:path w="11901170" h="1918335">
                  <a:moveTo>
                    <a:pt x="3529647" y="1851660"/>
                  </a:moveTo>
                  <a:lnTo>
                    <a:pt x="3501072" y="1851660"/>
                  </a:lnTo>
                  <a:lnTo>
                    <a:pt x="3501072" y="1880235"/>
                  </a:lnTo>
                  <a:lnTo>
                    <a:pt x="3529647" y="1880235"/>
                  </a:lnTo>
                  <a:lnTo>
                    <a:pt x="3529647" y="1851660"/>
                  </a:lnTo>
                  <a:close/>
                </a:path>
                <a:path w="11901170" h="1918335">
                  <a:moveTo>
                    <a:pt x="3563302" y="0"/>
                  </a:moveTo>
                  <a:lnTo>
                    <a:pt x="3534727" y="0"/>
                  </a:lnTo>
                  <a:lnTo>
                    <a:pt x="3534727" y="28575"/>
                  </a:lnTo>
                  <a:lnTo>
                    <a:pt x="3563302" y="28575"/>
                  </a:lnTo>
                  <a:lnTo>
                    <a:pt x="3563302" y="0"/>
                  </a:lnTo>
                  <a:close/>
                </a:path>
                <a:path w="11901170" h="1918335">
                  <a:moveTo>
                    <a:pt x="3586797" y="1851660"/>
                  </a:moveTo>
                  <a:lnTo>
                    <a:pt x="3558222" y="1851660"/>
                  </a:lnTo>
                  <a:lnTo>
                    <a:pt x="3558222" y="1880235"/>
                  </a:lnTo>
                  <a:lnTo>
                    <a:pt x="3586797" y="1880235"/>
                  </a:lnTo>
                  <a:lnTo>
                    <a:pt x="3586797" y="1851660"/>
                  </a:lnTo>
                  <a:close/>
                </a:path>
                <a:path w="11901170" h="1918335">
                  <a:moveTo>
                    <a:pt x="3620452" y="0"/>
                  </a:moveTo>
                  <a:lnTo>
                    <a:pt x="3591877" y="0"/>
                  </a:lnTo>
                  <a:lnTo>
                    <a:pt x="3591877" y="28575"/>
                  </a:lnTo>
                  <a:lnTo>
                    <a:pt x="3620452" y="28575"/>
                  </a:lnTo>
                  <a:lnTo>
                    <a:pt x="3620452" y="0"/>
                  </a:lnTo>
                  <a:close/>
                </a:path>
                <a:path w="11901170" h="1918335">
                  <a:moveTo>
                    <a:pt x="3643947" y="1851660"/>
                  </a:moveTo>
                  <a:lnTo>
                    <a:pt x="3615372" y="1851660"/>
                  </a:lnTo>
                  <a:lnTo>
                    <a:pt x="3615372" y="1880235"/>
                  </a:lnTo>
                  <a:lnTo>
                    <a:pt x="3643947" y="1880235"/>
                  </a:lnTo>
                  <a:lnTo>
                    <a:pt x="3643947" y="1851660"/>
                  </a:lnTo>
                  <a:close/>
                </a:path>
                <a:path w="11901170" h="1918335">
                  <a:moveTo>
                    <a:pt x="3677602" y="0"/>
                  </a:moveTo>
                  <a:lnTo>
                    <a:pt x="3649027" y="0"/>
                  </a:lnTo>
                  <a:lnTo>
                    <a:pt x="3649027" y="28575"/>
                  </a:lnTo>
                  <a:lnTo>
                    <a:pt x="3677602" y="28575"/>
                  </a:lnTo>
                  <a:lnTo>
                    <a:pt x="3677602" y="0"/>
                  </a:lnTo>
                  <a:close/>
                </a:path>
                <a:path w="11901170" h="1918335">
                  <a:moveTo>
                    <a:pt x="3701097" y="1851660"/>
                  </a:moveTo>
                  <a:lnTo>
                    <a:pt x="3672522" y="1851660"/>
                  </a:lnTo>
                  <a:lnTo>
                    <a:pt x="3672522" y="1880235"/>
                  </a:lnTo>
                  <a:lnTo>
                    <a:pt x="3701097" y="1880235"/>
                  </a:lnTo>
                  <a:lnTo>
                    <a:pt x="3701097" y="1851660"/>
                  </a:lnTo>
                  <a:close/>
                </a:path>
                <a:path w="11901170" h="1918335">
                  <a:moveTo>
                    <a:pt x="3734752" y="0"/>
                  </a:moveTo>
                  <a:lnTo>
                    <a:pt x="3706177" y="0"/>
                  </a:lnTo>
                  <a:lnTo>
                    <a:pt x="3706177" y="28575"/>
                  </a:lnTo>
                  <a:lnTo>
                    <a:pt x="3734752" y="28575"/>
                  </a:lnTo>
                  <a:lnTo>
                    <a:pt x="3734752" y="0"/>
                  </a:lnTo>
                  <a:close/>
                </a:path>
                <a:path w="11901170" h="1918335">
                  <a:moveTo>
                    <a:pt x="3758247" y="1851660"/>
                  </a:moveTo>
                  <a:lnTo>
                    <a:pt x="3729672" y="1851660"/>
                  </a:lnTo>
                  <a:lnTo>
                    <a:pt x="3729672" y="1880235"/>
                  </a:lnTo>
                  <a:lnTo>
                    <a:pt x="3758247" y="1880235"/>
                  </a:lnTo>
                  <a:lnTo>
                    <a:pt x="3758247" y="1851660"/>
                  </a:lnTo>
                  <a:close/>
                </a:path>
                <a:path w="11901170" h="1918335">
                  <a:moveTo>
                    <a:pt x="3791902" y="0"/>
                  </a:moveTo>
                  <a:lnTo>
                    <a:pt x="3763327" y="0"/>
                  </a:lnTo>
                  <a:lnTo>
                    <a:pt x="3763327" y="28575"/>
                  </a:lnTo>
                  <a:lnTo>
                    <a:pt x="3791902" y="28575"/>
                  </a:lnTo>
                  <a:lnTo>
                    <a:pt x="3791902" y="0"/>
                  </a:lnTo>
                  <a:close/>
                </a:path>
                <a:path w="11901170" h="1918335">
                  <a:moveTo>
                    <a:pt x="3815397" y="1851660"/>
                  </a:moveTo>
                  <a:lnTo>
                    <a:pt x="3786822" y="1851660"/>
                  </a:lnTo>
                  <a:lnTo>
                    <a:pt x="3786822" y="1880235"/>
                  </a:lnTo>
                  <a:lnTo>
                    <a:pt x="3815397" y="1880235"/>
                  </a:lnTo>
                  <a:lnTo>
                    <a:pt x="3815397" y="1851660"/>
                  </a:lnTo>
                  <a:close/>
                </a:path>
                <a:path w="11901170" h="1918335">
                  <a:moveTo>
                    <a:pt x="3849370" y="1828482"/>
                  </a:moveTo>
                  <a:lnTo>
                    <a:pt x="3820795" y="1828482"/>
                  </a:lnTo>
                  <a:lnTo>
                    <a:pt x="3820795" y="1857057"/>
                  </a:lnTo>
                  <a:lnTo>
                    <a:pt x="3849370" y="1857057"/>
                  </a:lnTo>
                  <a:lnTo>
                    <a:pt x="3849370" y="1828482"/>
                  </a:lnTo>
                  <a:close/>
                </a:path>
                <a:path w="11901170" h="1918335">
                  <a:moveTo>
                    <a:pt x="3849370" y="1771332"/>
                  </a:moveTo>
                  <a:lnTo>
                    <a:pt x="3820795" y="1771332"/>
                  </a:lnTo>
                  <a:lnTo>
                    <a:pt x="3820795" y="1799907"/>
                  </a:lnTo>
                  <a:lnTo>
                    <a:pt x="3849370" y="1799907"/>
                  </a:lnTo>
                  <a:lnTo>
                    <a:pt x="3849370" y="1771332"/>
                  </a:lnTo>
                  <a:close/>
                </a:path>
                <a:path w="11901170" h="1918335">
                  <a:moveTo>
                    <a:pt x="3849370" y="1714182"/>
                  </a:moveTo>
                  <a:lnTo>
                    <a:pt x="3820795" y="1714182"/>
                  </a:lnTo>
                  <a:lnTo>
                    <a:pt x="3820795" y="1742757"/>
                  </a:lnTo>
                  <a:lnTo>
                    <a:pt x="3849370" y="1742757"/>
                  </a:lnTo>
                  <a:lnTo>
                    <a:pt x="3849370" y="1714182"/>
                  </a:lnTo>
                  <a:close/>
                </a:path>
                <a:path w="11901170" h="1918335">
                  <a:moveTo>
                    <a:pt x="3849370" y="1657032"/>
                  </a:moveTo>
                  <a:lnTo>
                    <a:pt x="3820795" y="1657032"/>
                  </a:lnTo>
                  <a:lnTo>
                    <a:pt x="3820795" y="1685607"/>
                  </a:lnTo>
                  <a:lnTo>
                    <a:pt x="3849370" y="1685607"/>
                  </a:lnTo>
                  <a:lnTo>
                    <a:pt x="3849370" y="1657032"/>
                  </a:lnTo>
                  <a:close/>
                </a:path>
                <a:path w="11901170" h="1918335">
                  <a:moveTo>
                    <a:pt x="3849370" y="1599882"/>
                  </a:moveTo>
                  <a:lnTo>
                    <a:pt x="3820795" y="1599882"/>
                  </a:lnTo>
                  <a:lnTo>
                    <a:pt x="3820795" y="1628457"/>
                  </a:lnTo>
                  <a:lnTo>
                    <a:pt x="3849370" y="1628457"/>
                  </a:lnTo>
                  <a:lnTo>
                    <a:pt x="3849370" y="1599882"/>
                  </a:lnTo>
                  <a:close/>
                </a:path>
                <a:path w="11901170" h="1918335">
                  <a:moveTo>
                    <a:pt x="3849370" y="1542732"/>
                  </a:moveTo>
                  <a:lnTo>
                    <a:pt x="3820795" y="1542732"/>
                  </a:lnTo>
                  <a:lnTo>
                    <a:pt x="3820795" y="1571307"/>
                  </a:lnTo>
                  <a:lnTo>
                    <a:pt x="3849370" y="1571307"/>
                  </a:lnTo>
                  <a:lnTo>
                    <a:pt x="3849370" y="1542732"/>
                  </a:lnTo>
                  <a:close/>
                </a:path>
                <a:path w="11901170" h="1918335">
                  <a:moveTo>
                    <a:pt x="3849370" y="1485582"/>
                  </a:moveTo>
                  <a:lnTo>
                    <a:pt x="3820795" y="1485582"/>
                  </a:lnTo>
                  <a:lnTo>
                    <a:pt x="3820795" y="1514157"/>
                  </a:lnTo>
                  <a:lnTo>
                    <a:pt x="3849370" y="1514157"/>
                  </a:lnTo>
                  <a:lnTo>
                    <a:pt x="3849370" y="1485582"/>
                  </a:lnTo>
                  <a:close/>
                </a:path>
                <a:path w="11901170" h="1918335">
                  <a:moveTo>
                    <a:pt x="3849370" y="1428432"/>
                  </a:moveTo>
                  <a:lnTo>
                    <a:pt x="3820795" y="1428432"/>
                  </a:lnTo>
                  <a:lnTo>
                    <a:pt x="3820795" y="1457007"/>
                  </a:lnTo>
                  <a:lnTo>
                    <a:pt x="3849370" y="1457007"/>
                  </a:lnTo>
                  <a:lnTo>
                    <a:pt x="3849370" y="1428432"/>
                  </a:lnTo>
                  <a:close/>
                </a:path>
                <a:path w="11901170" h="1918335">
                  <a:moveTo>
                    <a:pt x="3849370" y="1371282"/>
                  </a:moveTo>
                  <a:lnTo>
                    <a:pt x="3820795" y="1371282"/>
                  </a:lnTo>
                  <a:lnTo>
                    <a:pt x="3820795" y="1399857"/>
                  </a:lnTo>
                  <a:lnTo>
                    <a:pt x="3849370" y="1399857"/>
                  </a:lnTo>
                  <a:lnTo>
                    <a:pt x="3849370" y="1371282"/>
                  </a:lnTo>
                  <a:close/>
                </a:path>
                <a:path w="11901170" h="1918335">
                  <a:moveTo>
                    <a:pt x="3849370" y="1314132"/>
                  </a:moveTo>
                  <a:lnTo>
                    <a:pt x="3820795" y="1314132"/>
                  </a:lnTo>
                  <a:lnTo>
                    <a:pt x="3820795" y="1342707"/>
                  </a:lnTo>
                  <a:lnTo>
                    <a:pt x="3849370" y="1342707"/>
                  </a:lnTo>
                  <a:lnTo>
                    <a:pt x="3849370" y="1314132"/>
                  </a:lnTo>
                  <a:close/>
                </a:path>
                <a:path w="11901170" h="1918335">
                  <a:moveTo>
                    <a:pt x="3849370" y="1256982"/>
                  </a:moveTo>
                  <a:lnTo>
                    <a:pt x="3820795" y="1256982"/>
                  </a:lnTo>
                  <a:lnTo>
                    <a:pt x="3820795" y="1285557"/>
                  </a:lnTo>
                  <a:lnTo>
                    <a:pt x="3849370" y="1285557"/>
                  </a:lnTo>
                  <a:lnTo>
                    <a:pt x="3849370" y="1256982"/>
                  </a:lnTo>
                  <a:close/>
                </a:path>
                <a:path w="11901170" h="1918335">
                  <a:moveTo>
                    <a:pt x="3849370" y="1199832"/>
                  </a:moveTo>
                  <a:lnTo>
                    <a:pt x="3820795" y="1199832"/>
                  </a:lnTo>
                  <a:lnTo>
                    <a:pt x="3820795" y="1228407"/>
                  </a:lnTo>
                  <a:lnTo>
                    <a:pt x="3849370" y="1228407"/>
                  </a:lnTo>
                  <a:lnTo>
                    <a:pt x="3849370" y="1199832"/>
                  </a:lnTo>
                  <a:close/>
                </a:path>
                <a:path w="11901170" h="1918335">
                  <a:moveTo>
                    <a:pt x="3849370" y="1142682"/>
                  </a:moveTo>
                  <a:lnTo>
                    <a:pt x="3820795" y="1142682"/>
                  </a:lnTo>
                  <a:lnTo>
                    <a:pt x="3820795" y="1171257"/>
                  </a:lnTo>
                  <a:lnTo>
                    <a:pt x="3849370" y="1171257"/>
                  </a:lnTo>
                  <a:lnTo>
                    <a:pt x="3849370" y="1142682"/>
                  </a:lnTo>
                  <a:close/>
                </a:path>
                <a:path w="11901170" h="1918335">
                  <a:moveTo>
                    <a:pt x="3849370" y="1085532"/>
                  </a:moveTo>
                  <a:lnTo>
                    <a:pt x="3820795" y="1085532"/>
                  </a:lnTo>
                  <a:lnTo>
                    <a:pt x="3820795" y="1114107"/>
                  </a:lnTo>
                  <a:lnTo>
                    <a:pt x="3849370" y="1114107"/>
                  </a:lnTo>
                  <a:lnTo>
                    <a:pt x="3849370" y="1085532"/>
                  </a:lnTo>
                  <a:close/>
                </a:path>
                <a:path w="11901170" h="1918335">
                  <a:moveTo>
                    <a:pt x="3849370" y="1028382"/>
                  </a:moveTo>
                  <a:lnTo>
                    <a:pt x="3820795" y="1028382"/>
                  </a:lnTo>
                  <a:lnTo>
                    <a:pt x="3820795" y="1056957"/>
                  </a:lnTo>
                  <a:lnTo>
                    <a:pt x="3849370" y="1056957"/>
                  </a:lnTo>
                  <a:lnTo>
                    <a:pt x="3849370" y="1028382"/>
                  </a:lnTo>
                  <a:close/>
                </a:path>
                <a:path w="11901170" h="1918335">
                  <a:moveTo>
                    <a:pt x="3849370" y="971232"/>
                  </a:moveTo>
                  <a:lnTo>
                    <a:pt x="3820795" y="971232"/>
                  </a:lnTo>
                  <a:lnTo>
                    <a:pt x="3820795" y="999807"/>
                  </a:lnTo>
                  <a:lnTo>
                    <a:pt x="3849370" y="999807"/>
                  </a:lnTo>
                  <a:lnTo>
                    <a:pt x="3849370" y="971232"/>
                  </a:lnTo>
                  <a:close/>
                </a:path>
                <a:path w="11901170" h="1918335">
                  <a:moveTo>
                    <a:pt x="3849370" y="914082"/>
                  </a:moveTo>
                  <a:lnTo>
                    <a:pt x="3820795" y="914082"/>
                  </a:lnTo>
                  <a:lnTo>
                    <a:pt x="3820795" y="942657"/>
                  </a:lnTo>
                  <a:lnTo>
                    <a:pt x="3849370" y="942657"/>
                  </a:lnTo>
                  <a:lnTo>
                    <a:pt x="3849370" y="914082"/>
                  </a:lnTo>
                  <a:close/>
                </a:path>
                <a:path w="11901170" h="1918335">
                  <a:moveTo>
                    <a:pt x="3849370" y="856932"/>
                  </a:moveTo>
                  <a:lnTo>
                    <a:pt x="3820795" y="856932"/>
                  </a:lnTo>
                  <a:lnTo>
                    <a:pt x="3820795" y="885507"/>
                  </a:lnTo>
                  <a:lnTo>
                    <a:pt x="3849370" y="885507"/>
                  </a:lnTo>
                  <a:lnTo>
                    <a:pt x="3849370" y="856932"/>
                  </a:lnTo>
                  <a:close/>
                </a:path>
                <a:path w="11901170" h="1918335">
                  <a:moveTo>
                    <a:pt x="3849370" y="799782"/>
                  </a:moveTo>
                  <a:lnTo>
                    <a:pt x="3820795" y="799782"/>
                  </a:lnTo>
                  <a:lnTo>
                    <a:pt x="3820795" y="828357"/>
                  </a:lnTo>
                  <a:lnTo>
                    <a:pt x="3849370" y="828357"/>
                  </a:lnTo>
                  <a:lnTo>
                    <a:pt x="3849370" y="799782"/>
                  </a:lnTo>
                  <a:close/>
                </a:path>
                <a:path w="11901170" h="1918335">
                  <a:moveTo>
                    <a:pt x="3849370" y="742632"/>
                  </a:moveTo>
                  <a:lnTo>
                    <a:pt x="3820795" y="742632"/>
                  </a:lnTo>
                  <a:lnTo>
                    <a:pt x="3820795" y="771207"/>
                  </a:lnTo>
                  <a:lnTo>
                    <a:pt x="3849370" y="771207"/>
                  </a:lnTo>
                  <a:lnTo>
                    <a:pt x="3849370" y="742632"/>
                  </a:lnTo>
                  <a:close/>
                </a:path>
                <a:path w="11901170" h="1918335">
                  <a:moveTo>
                    <a:pt x="3849370" y="685482"/>
                  </a:moveTo>
                  <a:lnTo>
                    <a:pt x="3820795" y="685482"/>
                  </a:lnTo>
                  <a:lnTo>
                    <a:pt x="3820795" y="714057"/>
                  </a:lnTo>
                  <a:lnTo>
                    <a:pt x="3849370" y="714057"/>
                  </a:lnTo>
                  <a:lnTo>
                    <a:pt x="3849370" y="685482"/>
                  </a:lnTo>
                  <a:close/>
                </a:path>
                <a:path w="11901170" h="1918335">
                  <a:moveTo>
                    <a:pt x="3849370" y="628332"/>
                  </a:moveTo>
                  <a:lnTo>
                    <a:pt x="3820795" y="628332"/>
                  </a:lnTo>
                  <a:lnTo>
                    <a:pt x="3820795" y="656907"/>
                  </a:lnTo>
                  <a:lnTo>
                    <a:pt x="3849370" y="656907"/>
                  </a:lnTo>
                  <a:lnTo>
                    <a:pt x="3849370" y="628332"/>
                  </a:lnTo>
                  <a:close/>
                </a:path>
                <a:path w="11901170" h="1918335">
                  <a:moveTo>
                    <a:pt x="3849370" y="571182"/>
                  </a:moveTo>
                  <a:lnTo>
                    <a:pt x="3820795" y="571182"/>
                  </a:lnTo>
                  <a:lnTo>
                    <a:pt x="3820795" y="599757"/>
                  </a:lnTo>
                  <a:lnTo>
                    <a:pt x="3849370" y="599757"/>
                  </a:lnTo>
                  <a:lnTo>
                    <a:pt x="3849370" y="571182"/>
                  </a:lnTo>
                  <a:close/>
                </a:path>
                <a:path w="11901170" h="1918335">
                  <a:moveTo>
                    <a:pt x="3849370" y="514032"/>
                  </a:moveTo>
                  <a:lnTo>
                    <a:pt x="3820795" y="514032"/>
                  </a:lnTo>
                  <a:lnTo>
                    <a:pt x="3820795" y="542607"/>
                  </a:lnTo>
                  <a:lnTo>
                    <a:pt x="3849370" y="542607"/>
                  </a:lnTo>
                  <a:lnTo>
                    <a:pt x="3849370" y="514032"/>
                  </a:lnTo>
                  <a:close/>
                </a:path>
                <a:path w="11901170" h="1918335">
                  <a:moveTo>
                    <a:pt x="3849370" y="456882"/>
                  </a:moveTo>
                  <a:lnTo>
                    <a:pt x="3820795" y="456882"/>
                  </a:lnTo>
                  <a:lnTo>
                    <a:pt x="3820795" y="485457"/>
                  </a:lnTo>
                  <a:lnTo>
                    <a:pt x="3849370" y="485457"/>
                  </a:lnTo>
                  <a:lnTo>
                    <a:pt x="3849370" y="456882"/>
                  </a:lnTo>
                  <a:close/>
                </a:path>
                <a:path w="11901170" h="1918335">
                  <a:moveTo>
                    <a:pt x="3849370" y="399732"/>
                  </a:moveTo>
                  <a:lnTo>
                    <a:pt x="3820795" y="399732"/>
                  </a:lnTo>
                  <a:lnTo>
                    <a:pt x="3820795" y="428307"/>
                  </a:lnTo>
                  <a:lnTo>
                    <a:pt x="3849370" y="428307"/>
                  </a:lnTo>
                  <a:lnTo>
                    <a:pt x="3849370" y="399732"/>
                  </a:lnTo>
                  <a:close/>
                </a:path>
                <a:path w="11901170" h="1918335">
                  <a:moveTo>
                    <a:pt x="3849370" y="342582"/>
                  </a:moveTo>
                  <a:lnTo>
                    <a:pt x="3820795" y="342582"/>
                  </a:lnTo>
                  <a:lnTo>
                    <a:pt x="3820795" y="371157"/>
                  </a:lnTo>
                  <a:lnTo>
                    <a:pt x="3849370" y="371157"/>
                  </a:lnTo>
                  <a:lnTo>
                    <a:pt x="3849370" y="342582"/>
                  </a:lnTo>
                  <a:close/>
                </a:path>
                <a:path w="11901170" h="1918335">
                  <a:moveTo>
                    <a:pt x="3849370" y="285432"/>
                  </a:moveTo>
                  <a:lnTo>
                    <a:pt x="3820795" y="285432"/>
                  </a:lnTo>
                  <a:lnTo>
                    <a:pt x="3820795" y="314007"/>
                  </a:lnTo>
                  <a:lnTo>
                    <a:pt x="3849370" y="314007"/>
                  </a:lnTo>
                  <a:lnTo>
                    <a:pt x="3849370" y="285432"/>
                  </a:lnTo>
                  <a:close/>
                </a:path>
                <a:path w="11901170" h="1918335">
                  <a:moveTo>
                    <a:pt x="3849370" y="228282"/>
                  </a:moveTo>
                  <a:lnTo>
                    <a:pt x="3820795" y="228282"/>
                  </a:lnTo>
                  <a:lnTo>
                    <a:pt x="3820795" y="256857"/>
                  </a:lnTo>
                  <a:lnTo>
                    <a:pt x="3849370" y="256857"/>
                  </a:lnTo>
                  <a:lnTo>
                    <a:pt x="3849370" y="228282"/>
                  </a:lnTo>
                  <a:close/>
                </a:path>
                <a:path w="11901170" h="1918335">
                  <a:moveTo>
                    <a:pt x="3849370" y="171132"/>
                  </a:moveTo>
                  <a:lnTo>
                    <a:pt x="3820795" y="171132"/>
                  </a:lnTo>
                  <a:lnTo>
                    <a:pt x="3820795" y="199707"/>
                  </a:lnTo>
                  <a:lnTo>
                    <a:pt x="3849370" y="199707"/>
                  </a:lnTo>
                  <a:lnTo>
                    <a:pt x="3849370" y="171132"/>
                  </a:lnTo>
                  <a:close/>
                </a:path>
                <a:path w="11901170" h="1918335">
                  <a:moveTo>
                    <a:pt x="3849370" y="113982"/>
                  </a:moveTo>
                  <a:lnTo>
                    <a:pt x="3820795" y="113982"/>
                  </a:lnTo>
                  <a:lnTo>
                    <a:pt x="3820795" y="142557"/>
                  </a:lnTo>
                  <a:lnTo>
                    <a:pt x="3849370" y="142557"/>
                  </a:lnTo>
                  <a:lnTo>
                    <a:pt x="3849370" y="113982"/>
                  </a:lnTo>
                  <a:close/>
                </a:path>
                <a:path w="11901170" h="1918335">
                  <a:moveTo>
                    <a:pt x="3849370" y="56832"/>
                  </a:moveTo>
                  <a:lnTo>
                    <a:pt x="3820795" y="56832"/>
                  </a:lnTo>
                  <a:lnTo>
                    <a:pt x="3820795" y="85407"/>
                  </a:lnTo>
                  <a:lnTo>
                    <a:pt x="3849370" y="85407"/>
                  </a:lnTo>
                  <a:lnTo>
                    <a:pt x="3849370" y="56832"/>
                  </a:lnTo>
                  <a:close/>
                </a:path>
                <a:path w="11901170" h="1918335">
                  <a:moveTo>
                    <a:pt x="3849370" y="0"/>
                  </a:moveTo>
                  <a:lnTo>
                    <a:pt x="3820477" y="0"/>
                  </a:lnTo>
                  <a:lnTo>
                    <a:pt x="3820477" y="28575"/>
                  </a:lnTo>
                  <a:lnTo>
                    <a:pt x="3820795" y="28575"/>
                  </a:lnTo>
                  <a:lnTo>
                    <a:pt x="3835082" y="28575"/>
                  </a:lnTo>
                  <a:lnTo>
                    <a:pt x="3834765" y="28257"/>
                  </a:lnTo>
                  <a:lnTo>
                    <a:pt x="3849370" y="28257"/>
                  </a:lnTo>
                  <a:lnTo>
                    <a:pt x="3849370" y="14287"/>
                  </a:lnTo>
                  <a:lnTo>
                    <a:pt x="3849370" y="0"/>
                  </a:lnTo>
                  <a:close/>
                </a:path>
                <a:path w="11901170" h="1918335">
                  <a:moveTo>
                    <a:pt x="4107180" y="1818322"/>
                  </a:moveTo>
                  <a:lnTo>
                    <a:pt x="4078605" y="1818322"/>
                  </a:lnTo>
                  <a:lnTo>
                    <a:pt x="4078605" y="1846897"/>
                  </a:lnTo>
                  <a:lnTo>
                    <a:pt x="4107180" y="1846897"/>
                  </a:lnTo>
                  <a:lnTo>
                    <a:pt x="4107180" y="1818322"/>
                  </a:lnTo>
                  <a:close/>
                </a:path>
                <a:path w="11901170" h="1918335">
                  <a:moveTo>
                    <a:pt x="4107180" y="1761172"/>
                  </a:moveTo>
                  <a:lnTo>
                    <a:pt x="4078605" y="1761172"/>
                  </a:lnTo>
                  <a:lnTo>
                    <a:pt x="4078605" y="1789747"/>
                  </a:lnTo>
                  <a:lnTo>
                    <a:pt x="4107180" y="1789747"/>
                  </a:lnTo>
                  <a:lnTo>
                    <a:pt x="4107180" y="1761172"/>
                  </a:lnTo>
                  <a:close/>
                </a:path>
                <a:path w="11901170" h="1918335">
                  <a:moveTo>
                    <a:pt x="4107180" y="1704022"/>
                  </a:moveTo>
                  <a:lnTo>
                    <a:pt x="4078605" y="1704022"/>
                  </a:lnTo>
                  <a:lnTo>
                    <a:pt x="4078605" y="1732597"/>
                  </a:lnTo>
                  <a:lnTo>
                    <a:pt x="4107180" y="1732597"/>
                  </a:lnTo>
                  <a:lnTo>
                    <a:pt x="4107180" y="1704022"/>
                  </a:lnTo>
                  <a:close/>
                </a:path>
                <a:path w="11901170" h="1918335">
                  <a:moveTo>
                    <a:pt x="4107180" y="1646872"/>
                  </a:moveTo>
                  <a:lnTo>
                    <a:pt x="4078605" y="1646872"/>
                  </a:lnTo>
                  <a:lnTo>
                    <a:pt x="4078605" y="1675447"/>
                  </a:lnTo>
                  <a:lnTo>
                    <a:pt x="4107180" y="1675447"/>
                  </a:lnTo>
                  <a:lnTo>
                    <a:pt x="4107180" y="1646872"/>
                  </a:lnTo>
                  <a:close/>
                </a:path>
                <a:path w="11901170" h="1918335">
                  <a:moveTo>
                    <a:pt x="4107180" y="1589722"/>
                  </a:moveTo>
                  <a:lnTo>
                    <a:pt x="4078605" y="1589722"/>
                  </a:lnTo>
                  <a:lnTo>
                    <a:pt x="4078605" y="1618297"/>
                  </a:lnTo>
                  <a:lnTo>
                    <a:pt x="4107180" y="1618297"/>
                  </a:lnTo>
                  <a:lnTo>
                    <a:pt x="4107180" y="1589722"/>
                  </a:lnTo>
                  <a:close/>
                </a:path>
                <a:path w="11901170" h="1918335">
                  <a:moveTo>
                    <a:pt x="4107180" y="1532572"/>
                  </a:moveTo>
                  <a:lnTo>
                    <a:pt x="4078605" y="1532572"/>
                  </a:lnTo>
                  <a:lnTo>
                    <a:pt x="4078605" y="1561147"/>
                  </a:lnTo>
                  <a:lnTo>
                    <a:pt x="4107180" y="1561147"/>
                  </a:lnTo>
                  <a:lnTo>
                    <a:pt x="4107180" y="1532572"/>
                  </a:lnTo>
                  <a:close/>
                </a:path>
                <a:path w="11901170" h="1918335">
                  <a:moveTo>
                    <a:pt x="4107180" y="1475422"/>
                  </a:moveTo>
                  <a:lnTo>
                    <a:pt x="4078605" y="1475422"/>
                  </a:lnTo>
                  <a:lnTo>
                    <a:pt x="4078605" y="1503997"/>
                  </a:lnTo>
                  <a:lnTo>
                    <a:pt x="4107180" y="1503997"/>
                  </a:lnTo>
                  <a:lnTo>
                    <a:pt x="4107180" y="1475422"/>
                  </a:lnTo>
                  <a:close/>
                </a:path>
                <a:path w="11901170" h="1918335">
                  <a:moveTo>
                    <a:pt x="4107180" y="1418272"/>
                  </a:moveTo>
                  <a:lnTo>
                    <a:pt x="4078605" y="1418272"/>
                  </a:lnTo>
                  <a:lnTo>
                    <a:pt x="4078605" y="1446847"/>
                  </a:lnTo>
                  <a:lnTo>
                    <a:pt x="4107180" y="1446847"/>
                  </a:lnTo>
                  <a:lnTo>
                    <a:pt x="4107180" y="1418272"/>
                  </a:lnTo>
                  <a:close/>
                </a:path>
                <a:path w="11901170" h="1918335">
                  <a:moveTo>
                    <a:pt x="4107180" y="1361122"/>
                  </a:moveTo>
                  <a:lnTo>
                    <a:pt x="4078605" y="1361122"/>
                  </a:lnTo>
                  <a:lnTo>
                    <a:pt x="4078605" y="1389697"/>
                  </a:lnTo>
                  <a:lnTo>
                    <a:pt x="4107180" y="1389697"/>
                  </a:lnTo>
                  <a:lnTo>
                    <a:pt x="4107180" y="1361122"/>
                  </a:lnTo>
                  <a:close/>
                </a:path>
                <a:path w="11901170" h="1918335">
                  <a:moveTo>
                    <a:pt x="4107180" y="1303972"/>
                  </a:moveTo>
                  <a:lnTo>
                    <a:pt x="4078605" y="1303972"/>
                  </a:lnTo>
                  <a:lnTo>
                    <a:pt x="4078605" y="1332547"/>
                  </a:lnTo>
                  <a:lnTo>
                    <a:pt x="4107180" y="1332547"/>
                  </a:lnTo>
                  <a:lnTo>
                    <a:pt x="4107180" y="1303972"/>
                  </a:lnTo>
                  <a:close/>
                </a:path>
                <a:path w="11901170" h="1918335">
                  <a:moveTo>
                    <a:pt x="4107180" y="1246822"/>
                  </a:moveTo>
                  <a:lnTo>
                    <a:pt x="4078605" y="1246822"/>
                  </a:lnTo>
                  <a:lnTo>
                    <a:pt x="4078605" y="1275397"/>
                  </a:lnTo>
                  <a:lnTo>
                    <a:pt x="4107180" y="1275397"/>
                  </a:lnTo>
                  <a:lnTo>
                    <a:pt x="4107180" y="1246822"/>
                  </a:lnTo>
                  <a:close/>
                </a:path>
                <a:path w="11901170" h="1918335">
                  <a:moveTo>
                    <a:pt x="4107180" y="1189672"/>
                  </a:moveTo>
                  <a:lnTo>
                    <a:pt x="4078605" y="1189672"/>
                  </a:lnTo>
                  <a:lnTo>
                    <a:pt x="4078605" y="1218247"/>
                  </a:lnTo>
                  <a:lnTo>
                    <a:pt x="4107180" y="1218247"/>
                  </a:lnTo>
                  <a:lnTo>
                    <a:pt x="4107180" y="1189672"/>
                  </a:lnTo>
                  <a:close/>
                </a:path>
                <a:path w="11901170" h="1918335">
                  <a:moveTo>
                    <a:pt x="4107180" y="1132522"/>
                  </a:moveTo>
                  <a:lnTo>
                    <a:pt x="4078605" y="1132522"/>
                  </a:lnTo>
                  <a:lnTo>
                    <a:pt x="4078605" y="1161097"/>
                  </a:lnTo>
                  <a:lnTo>
                    <a:pt x="4107180" y="1161097"/>
                  </a:lnTo>
                  <a:lnTo>
                    <a:pt x="4107180" y="1132522"/>
                  </a:lnTo>
                  <a:close/>
                </a:path>
                <a:path w="11901170" h="1918335">
                  <a:moveTo>
                    <a:pt x="4107180" y="1075372"/>
                  </a:moveTo>
                  <a:lnTo>
                    <a:pt x="4078605" y="1075372"/>
                  </a:lnTo>
                  <a:lnTo>
                    <a:pt x="4078605" y="1103947"/>
                  </a:lnTo>
                  <a:lnTo>
                    <a:pt x="4107180" y="1103947"/>
                  </a:lnTo>
                  <a:lnTo>
                    <a:pt x="4107180" y="1075372"/>
                  </a:lnTo>
                  <a:close/>
                </a:path>
                <a:path w="11901170" h="1918335">
                  <a:moveTo>
                    <a:pt x="4107180" y="1018222"/>
                  </a:moveTo>
                  <a:lnTo>
                    <a:pt x="4078605" y="1018222"/>
                  </a:lnTo>
                  <a:lnTo>
                    <a:pt x="4078605" y="1046797"/>
                  </a:lnTo>
                  <a:lnTo>
                    <a:pt x="4107180" y="1046797"/>
                  </a:lnTo>
                  <a:lnTo>
                    <a:pt x="4107180" y="1018222"/>
                  </a:lnTo>
                  <a:close/>
                </a:path>
                <a:path w="11901170" h="1918335">
                  <a:moveTo>
                    <a:pt x="4107180" y="961072"/>
                  </a:moveTo>
                  <a:lnTo>
                    <a:pt x="4078605" y="961072"/>
                  </a:lnTo>
                  <a:lnTo>
                    <a:pt x="4078605" y="989647"/>
                  </a:lnTo>
                  <a:lnTo>
                    <a:pt x="4107180" y="989647"/>
                  </a:lnTo>
                  <a:lnTo>
                    <a:pt x="4107180" y="961072"/>
                  </a:lnTo>
                  <a:close/>
                </a:path>
                <a:path w="11901170" h="1918335">
                  <a:moveTo>
                    <a:pt x="4107180" y="903922"/>
                  </a:moveTo>
                  <a:lnTo>
                    <a:pt x="4078605" y="903922"/>
                  </a:lnTo>
                  <a:lnTo>
                    <a:pt x="4078605" y="932497"/>
                  </a:lnTo>
                  <a:lnTo>
                    <a:pt x="4107180" y="932497"/>
                  </a:lnTo>
                  <a:lnTo>
                    <a:pt x="4107180" y="903922"/>
                  </a:lnTo>
                  <a:close/>
                </a:path>
                <a:path w="11901170" h="1918335">
                  <a:moveTo>
                    <a:pt x="4107180" y="846772"/>
                  </a:moveTo>
                  <a:lnTo>
                    <a:pt x="4078605" y="846772"/>
                  </a:lnTo>
                  <a:lnTo>
                    <a:pt x="4078605" y="875347"/>
                  </a:lnTo>
                  <a:lnTo>
                    <a:pt x="4107180" y="875347"/>
                  </a:lnTo>
                  <a:lnTo>
                    <a:pt x="4107180" y="846772"/>
                  </a:lnTo>
                  <a:close/>
                </a:path>
                <a:path w="11901170" h="1918335">
                  <a:moveTo>
                    <a:pt x="4107180" y="789622"/>
                  </a:moveTo>
                  <a:lnTo>
                    <a:pt x="4078605" y="789622"/>
                  </a:lnTo>
                  <a:lnTo>
                    <a:pt x="4078605" y="818197"/>
                  </a:lnTo>
                  <a:lnTo>
                    <a:pt x="4107180" y="818197"/>
                  </a:lnTo>
                  <a:lnTo>
                    <a:pt x="4107180" y="789622"/>
                  </a:lnTo>
                  <a:close/>
                </a:path>
                <a:path w="11901170" h="1918335">
                  <a:moveTo>
                    <a:pt x="4107180" y="732472"/>
                  </a:moveTo>
                  <a:lnTo>
                    <a:pt x="4078605" y="732472"/>
                  </a:lnTo>
                  <a:lnTo>
                    <a:pt x="4078605" y="761047"/>
                  </a:lnTo>
                  <a:lnTo>
                    <a:pt x="4107180" y="761047"/>
                  </a:lnTo>
                  <a:lnTo>
                    <a:pt x="4107180" y="732472"/>
                  </a:lnTo>
                  <a:close/>
                </a:path>
                <a:path w="11901170" h="1918335">
                  <a:moveTo>
                    <a:pt x="4107180" y="675322"/>
                  </a:moveTo>
                  <a:lnTo>
                    <a:pt x="4078605" y="675322"/>
                  </a:lnTo>
                  <a:lnTo>
                    <a:pt x="4078605" y="703897"/>
                  </a:lnTo>
                  <a:lnTo>
                    <a:pt x="4107180" y="703897"/>
                  </a:lnTo>
                  <a:lnTo>
                    <a:pt x="4107180" y="675322"/>
                  </a:lnTo>
                  <a:close/>
                </a:path>
                <a:path w="11901170" h="1918335">
                  <a:moveTo>
                    <a:pt x="4107180" y="618172"/>
                  </a:moveTo>
                  <a:lnTo>
                    <a:pt x="4078605" y="618172"/>
                  </a:lnTo>
                  <a:lnTo>
                    <a:pt x="4078605" y="646747"/>
                  </a:lnTo>
                  <a:lnTo>
                    <a:pt x="4107180" y="646747"/>
                  </a:lnTo>
                  <a:lnTo>
                    <a:pt x="4107180" y="618172"/>
                  </a:lnTo>
                  <a:close/>
                </a:path>
                <a:path w="11901170" h="1918335">
                  <a:moveTo>
                    <a:pt x="4107180" y="561022"/>
                  </a:moveTo>
                  <a:lnTo>
                    <a:pt x="4078605" y="561022"/>
                  </a:lnTo>
                  <a:lnTo>
                    <a:pt x="4078605" y="589597"/>
                  </a:lnTo>
                  <a:lnTo>
                    <a:pt x="4107180" y="589597"/>
                  </a:lnTo>
                  <a:lnTo>
                    <a:pt x="4107180" y="561022"/>
                  </a:lnTo>
                  <a:close/>
                </a:path>
                <a:path w="11901170" h="1918335">
                  <a:moveTo>
                    <a:pt x="4107180" y="503872"/>
                  </a:moveTo>
                  <a:lnTo>
                    <a:pt x="4078605" y="503872"/>
                  </a:lnTo>
                  <a:lnTo>
                    <a:pt x="4078605" y="532447"/>
                  </a:lnTo>
                  <a:lnTo>
                    <a:pt x="4107180" y="532447"/>
                  </a:lnTo>
                  <a:lnTo>
                    <a:pt x="4107180" y="503872"/>
                  </a:lnTo>
                  <a:close/>
                </a:path>
                <a:path w="11901170" h="1918335">
                  <a:moveTo>
                    <a:pt x="4107180" y="446722"/>
                  </a:moveTo>
                  <a:lnTo>
                    <a:pt x="4078605" y="446722"/>
                  </a:lnTo>
                  <a:lnTo>
                    <a:pt x="4078605" y="475297"/>
                  </a:lnTo>
                  <a:lnTo>
                    <a:pt x="4107180" y="475297"/>
                  </a:lnTo>
                  <a:lnTo>
                    <a:pt x="4107180" y="446722"/>
                  </a:lnTo>
                  <a:close/>
                </a:path>
                <a:path w="11901170" h="1918335">
                  <a:moveTo>
                    <a:pt x="4107180" y="389572"/>
                  </a:moveTo>
                  <a:lnTo>
                    <a:pt x="4078605" y="389572"/>
                  </a:lnTo>
                  <a:lnTo>
                    <a:pt x="4078605" y="418147"/>
                  </a:lnTo>
                  <a:lnTo>
                    <a:pt x="4107180" y="418147"/>
                  </a:lnTo>
                  <a:lnTo>
                    <a:pt x="4107180" y="389572"/>
                  </a:lnTo>
                  <a:close/>
                </a:path>
                <a:path w="11901170" h="1918335">
                  <a:moveTo>
                    <a:pt x="4107180" y="332422"/>
                  </a:moveTo>
                  <a:lnTo>
                    <a:pt x="4078605" y="332422"/>
                  </a:lnTo>
                  <a:lnTo>
                    <a:pt x="4078605" y="360997"/>
                  </a:lnTo>
                  <a:lnTo>
                    <a:pt x="4107180" y="360997"/>
                  </a:lnTo>
                  <a:lnTo>
                    <a:pt x="4107180" y="332422"/>
                  </a:lnTo>
                  <a:close/>
                </a:path>
                <a:path w="11901170" h="1918335">
                  <a:moveTo>
                    <a:pt x="4107180" y="275272"/>
                  </a:moveTo>
                  <a:lnTo>
                    <a:pt x="4078605" y="275272"/>
                  </a:lnTo>
                  <a:lnTo>
                    <a:pt x="4078605" y="303847"/>
                  </a:lnTo>
                  <a:lnTo>
                    <a:pt x="4107180" y="303847"/>
                  </a:lnTo>
                  <a:lnTo>
                    <a:pt x="4107180" y="275272"/>
                  </a:lnTo>
                  <a:close/>
                </a:path>
                <a:path w="11901170" h="1918335">
                  <a:moveTo>
                    <a:pt x="4107180" y="218122"/>
                  </a:moveTo>
                  <a:lnTo>
                    <a:pt x="4078605" y="218122"/>
                  </a:lnTo>
                  <a:lnTo>
                    <a:pt x="4078605" y="246697"/>
                  </a:lnTo>
                  <a:lnTo>
                    <a:pt x="4107180" y="246697"/>
                  </a:lnTo>
                  <a:lnTo>
                    <a:pt x="4107180" y="218122"/>
                  </a:lnTo>
                  <a:close/>
                </a:path>
                <a:path w="11901170" h="1918335">
                  <a:moveTo>
                    <a:pt x="4107180" y="160972"/>
                  </a:moveTo>
                  <a:lnTo>
                    <a:pt x="4078605" y="160972"/>
                  </a:lnTo>
                  <a:lnTo>
                    <a:pt x="4078605" y="189547"/>
                  </a:lnTo>
                  <a:lnTo>
                    <a:pt x="4107180" y="189547"/>
                  </a:lnTo>
                  <a:lnTo>
                    <a:pt x="4107180" y="160972"/>
                  </a:lnTo>
                  <a:close/>
                </a:path>
                <a:path w="11901170" h="1918335">
                  <a:moveTo>
                    <a:pt x="4107180" y="103822"/>
                  </a:moveTo>
                  <a:lnTo>
                    <a:pt x="4078605" y="103822"/>
                  </a:lnTo>
                  <a:lnTo>
                    <a:pt x="4078605" y="132397"/>
                  </a:lnTo>
                  <a:lnTo>
                    <a:pt x="4107180" y="132397"/>
                  </a:lnTo>
                  <a:lnTo>
                    <a:pt x="4107180" y="103822"/>
                  </a:lnTo>
                  <a:close/>
                </a:path>
                <a:path w="11901170" h="1918335">
                  <a:moveTo>
                    <a:pt x="4107180" y="52387"/>
                  </a:moveTo>
                  <a:lnTo>
                    <a:pt x="4098607" y="60960"/>
                  </a:lnTo>
                  <a:lnTo>
                    <a:pt x="4098607" y="38100"/>
                  </a:lnTo>
                  <a:lnTo>
                    <a:pt x="4078605" y="38100"/>
                  </a:lnTo>
                  <a:lnTo>
                    <a:pt x="4078605" y="75247"/>
                  </a:lnTo>
                  <a:lnTo>
                    <a:pt x="4107180" y="75247"/>
                  </a:lnTo>
                  <a:lnTo>
                    <a:pt x="4107180" y="66675"/>
                  </a:lnTo>
                  <a:lnTo>
                    <a:pt x="4107180" y="52387"/>
                  </a:lnTo>
                  <a:close/>
                </a:path>
                <a:path w="11901170" h="1918335">
                  <a:moveTo>
                    <a:pt x="4122102" y="1889760"/>
                  </a:moveTo>
                  <a:lnTo>
                    <a:pt x="4107180" y="1889760"/>
                  </a:lnTo>
                  <a:lnTo>
                    <a:pt x="4107180" y="1875472"/>
                  </a:lnTo>
                  <a:lnTo>
                    <a:pt x="4078605" y="1875472"/>
                  </a:lnTo>
                  <a:lnTo>
                    <a:pt x="4078605" y="1904047"/>
                  </a:lnTo>
                  <a:lnTo>
                    <a:pt x="4093527" y="1904047"/>
                  </a:lnTo>
                  <a:lnTo>
                    <a:pt x="4093527" y="1918335"/>
                  </a:lnTo>
                  <a:lnTo>
                    <a:pt x="4122102" y="1918335"/>
                  </a:lnTo>
                  <a:lnTo>
                    <a:pt x="4122102" y="1904047"/>
                  </a:lnTo>
                  <a:lnTo>
                    <a:pt x="4122102" y="1889760"/>
                  </a:lnTo>
                  <a:close/>
                </a:path>
                <a:path w="11901170" h="1918335">
                  <a:moveTo>
                    <a:pt x="4155757" y="38100"/>
                  </a:moveTo>
                  <a:lnTo>
                    <a:pt x="4127182" y="38100"/>
                  </a:lnTo>
                  <a:lnTo>
                    <a:pt x="4127182" y="66675"/>
                  </a:lnTo>
                  <a:lnTo>
                    <a:pt x="4155757" y="66675"/>
                  </a:lnTo>
                  <a:lnTo>
                    <a:pt x="4155757" y="38100"/>
                  </a:lnTo>
                  <a:close/>
                </a:path>
                <a:path w="11901170" h="1918335">
                  <a:moveTo>
                    <a:pt x="4179252" y="1889760"/>
                  </a:moveTo>
                  <a:lnTo>
                    <a:pt x="4150677" y="1889760"/>
                  </a:lnTo>
                  <a:lnTo>
                    <a:pt x="4150677" y="1918335"/>
                  </a:lnTo>
                  <a:lnTo>
                    <a:pt x="4179252" y="1918335"/>
                  </a:lnTo>
                  <a:lnTo>
                    <a:pt x="4179252" y="1889760"/>
                  </a:lnTo>
                  <a:close/>
                </a:path>
                <a:path w="11901170" h="1918335">
                  <a:moveTo>
                    <a:pt x="4212907" y="38100"/>
                  </a:moveTo>
                  <a:lnTo>
                    <a:pt x="4184332" y="38100"/>
                  </a:lnTo>
                  <a:lnTo>
                    <a:pt x="4184332" y="66675"/>
                  </a:lnTo>
                  <a:lnTo>
                    <a:pt x="4212907" y="66675"/>
                  </a:lnTo>
                  <a:lnTo>
                    <a:pt x="4212907" y="38100"/>
                  </a:lnTo>
                  <a:close/>
                </a:path>
                <a:path w="11901170" h="1918335">
                  <a:moveTo>
                    <a:pt x="4236402" y="1889760"/>
                  </a:moveTo>
                  <a:lnTo>
                    <a:pt x="4207827" y="1889760"/>
                  </a:lnTo>
                  <a:lnTo>
                    <a:pt x="4207827" y="1918335"/>
                  </a:lnTo>
                  <a:lnTo>
                    <a:pt x="4236402" y="1918335"/>
                  </a:lnTo>
                  <a:lnTo>
                    <a:pt x="4236402" y="1889760"/>
                  </a:lnTo>
                  <a:close/>
                </a:path>
                <a:path w="11901170" h="1918335">
                  <a:moveTo>
                    <a:pt x="4270057" y="38100"/>
                  </a:moveTo>
                  <a:lnTo>
                    <a:pt x="4241482" y="38100"/>
                  </a:lnTo>
                  <a:lnTo>
                    <a:pt x="4241482" y="66675"/>
                  </a:lnTo>
                  <a:lnTo>
                    <a:pt x="4270057" y="66675"/>
                  </a:lnTo>
                  <a:lnTo>
                    <a:pt x="4270057" y="38100"/>
                  </a:lnTo>
                  <a:close/>
                </a:path>
                <a:path w="11901170" h="1918335">
                  <a:moveTo>
                    <a:pt x="4293552" y="1889760"/>
                  </a:moveTo>
                  <a:lnTo>
                    <a:pt x="4264977" y="1889760"/>
                  </a:lnTo>
                  <a:lnTo>
                    <a:pt x="4264977" y="1918335"/>
                  </a:lnTo>
                  <a:lnTo>
                    <a:pt x="4293552" y="1918335"/>
                  </a:lnTo>
                  <a:lnTo>
                    <a:pt x="4293552" y="1889760"/>
                  </a:lnTo>
                  <a:close/>
                </a:path>
                <a:path w="11901170" h="1918335">
                  <a:moveTo>
                    <a:pt x="4327207" y="38100"/>
                  </a:moveTo>
                  <a:lnTo>
                    <a:pt x="4298632" y="38100"/>
                  </a:lnTo>
                  <a:lnTo>
                    <a:pt x="4298632" y="66675"/>
                  </a:lnTo>
                  <a:lnTo>
                    <a:pt x="4327207" y="66675"/>
                  </a:lnTo>
                  <a:lnTo>
                    <a:pt x="4327207" y="38100"/>
                  </a:lnTo>
                  <a:close/>
                </a:path>
                <a:path w="11901170" h="1918335">
                  <a:moveTo>
                    <a:pt x="4350702" y="1889760"/>
                  </a:moveTo>
                  <a:lnTo>
                    <a:pt x="4322127" y="1889760"/>
                  </a:lnTo>
                  <a:lnTo>
                    <a:pt x="4322127" y="1918335"/>
                  </a:lnTo>
                  <a:lnTo>
                    <a:pt x="4350702" y="1918335"/>
                  </a:lnTo>
                  <a:lnTo>
                    <a:pt x="4350702" y="1889760"/>
                  </a:lnTo>
                  <a:close/>
                </a:path>
                <a:path w="11901170" h="1918335">
                  <a:moveTo>
                    <a:pt x="4384357" y="38100"/>
                  </a:moveTo>
                  <a:lnTo>
                    <a:pt x="4355782" y="38100"/>
                  </a:lnTo>
                  <a:lnTo>
                    <a:pt x="4355782" y="66675"/>
                  </a:lnTo>
                  <a:lnTo>
                    <a:pt x="4384357" y="66675"/>
                  </a:lnTo>
                  <a:lnTo>
                    <a:pt x="4384357" y="38100"/>
                  </a:lnTo>
                  <a:close/>
                </a:path>
                <a:path w="11901170" h="1918335">
                  <a:moveTo>
                    <a:pt x="4407852" y="1889760"/>
                  </a:moveTo>
                  <a:lnTo>
                    <a:pt x="4379277" y="1889760"/>
                  </a:lnTo>
                  <a:lnTo>
                    <a:pt x="4379277" y="1918335"/>
                  </a:lnTo>
                  <a:lnTo>
                    <a:pt x="4407852" y="1918335"/>
                  </a:lnTo>
                  <a:lnTo>
                    <a:pt x="4407852" y="1889760"/>
                  </a:lnTo>
                  <a:close/>
                </a:path>
                <a:path w="11901170" h="1918335">
                  <a:moveTo>
                    <a:pt x="4441507" y="38100"/>
                  </a:moveTo>
                  <a:lnTo>
                    <a:pt x="4412932" y="38100"/>
                  </a:lnTo>
                  <a:lnTo>
                    <a:pt x="4412932" y="66675"/>
                  </a:lnTo>
                  <a:lnTo>
                    <a:pt x="4441507" y="66675"/>
                  </a:lnTo>
                  <a:lnTo>
                    <a:pt x="4441507" y="38100"/>
                  </a:lnTo>
                  <a:close/>
                </a:path>
                <a:path w="11901170" h="1918335">
                  <a:moveTo>
                    <a:pt x="4465002" y="1889760"/>
                  </a:moveTo>
                  <a:lnTo>
                    <a:pt x="4436427" y="1889760"/>
                  </a:lnTo>
                  <a:lnTo>
                    <a:pt x="4436427" y="1918335"/>
                  </a:lnTo>
                  <a:lnTo>
                    <a:pt x="4465002" y="1918335"/>
                  </a:lnTo>
                  <a:lnTo>
                    <a:pt x="4465002" y="1889760"/>
                  </a:lnTo>
                  <a:close/>
                </a:path>
                <a:path w="11901170" h="1918335">
                  <a:moveTo>
                    <a:pt x="4498657" y="38100"/>
                  </a:moveTo>
                  <a:lnTo>
                    <a:pt x="4470082" y="38100"/>
                  </a:lnTo>
                  <a:lnTo>
                    <a:pt x="4470082" y="66675"/>
                  </a:lnTo>
                  <a:lnTo>
                    <a:pt x="4498657" y="66675"/>
                  </a:lnTo>
                  <a:lnTo>
                    <a:pt x="4498657" y="38100"/>
                  </a:lnTo>
                  <a:close/>
                </a:path>
                <a:path w="11901170" h="1918335">
                  <a:moveTo>
                    <a:pt x="4522152" y="1889760"/>
                  </a:moveTo>
                  <a:lnTo>
                    <a:pt x="4493577" y="1889760"/>
                  </a:lnTo>
                  <a:lnTo>
                    <a:pt x="4493577" y="1918335"/>
                  </a:lnTo>
                  <a:lnTo>
                    <a:pt x="4522152" y="1918335"/>
                  </a:lnTo>
                  <a:lnTo>
                    <a:pt x="4522152" y="1889760"/>
                  </a:lnTo>
                  <a:close/>
                </a:path>
                <a:path w="11901170" h="1918335">
                  <a:moveTo>
                    <a:pt x="4555807" y="38100"/>
                  </a:moveTo>
                  <a:lnTo>
                    <a:pt x="4527232" y="38100"/>
                  </a:lnTo>
                  <a:lnTo>
                    <a:pt x="4527232" y="66675"/>
                  </a:lnTo>
                  <a:lnTo>
                    <a:pt x="4555807" y="66675"/>
                  </a:lnTo>
                  <a:lnTo>
                    <a:pt x="4555807" y="38100"/>
                  </a:lnTo>
                  <a:close/>
                </a:path>
                <a:path w="11901170" h="1918335">
                  <a:moveTo>
                    <a:pt x="4579302" y="1889760"/>
                  </a:moveTo>
                  <a:lnTo>
                    <a:pt x="4550727" y="1889760"/>
                  </a:lnTo>
                  <a:lnTo>
                    <a:pt x="4550727" y="1918335"/>
                  </a:lnTo>
                  <a:lnTo>
                    <a:pt x="4579302" y="1918335"/>
                  </a:lnTo>
                  <a:lnTo>
                    <a:pt x="4579302" y="1889760"/>
                  </a:lnTo>
                  <a:close/>
                </a:path>
                <a:path w="11901170" h="1918335">
                  <a:moveTo>
                    <a:pt x="4612957" y="38100"/>
                  </a:moveTo>
                  <a:lnTo>
                    <a:pt x="4584382" y="38100"/>
                  </a:lnTo>
                  <a:lnTo>
                    <a:pt x="4584382" y="66675"/>
                  </a:lnTo>
                  <a:lnTo>
                    <a:pt x="4612957" y="66675"/>
                  </a:lnTo>
                  <a:lnTo>
                    <a:pt x="4612957" y="38100"/>
                  </a:lnTo>
                  <a:close/>
                </a:path>
                <a:path w="11901170" h="1918335">
                  <a:moveTo>
                    <a:pt x="4636452" y="1889760"/>
                  </a:moveTo>
                  <a:lnTo>
                    <a:pt x="4607877" y="1889760"/>
                  </a:lnTo>
                  <a:lnTo>
                    <a:pt x="4607877" y="1918335"/>
                  </a:lnTo>
                  <a:lnTo>
                    <a:pt x="4636452" y="1918335"/>
                  </a:lnTo>
                  <a:lnTo>
                    <a:pt x="4636452" y="1889760"/>
                  </a:lnTo>
                  <a:close/>
                </a:path>
                <a:path w="11901170" h="1918335">
                  <a:moveTo>
                    <a:pt x="4670107" y="38100"/>
                  </a:moveTo>
                  <a:lnTo>
                    <a:pt x="4641532" y="38100"/>
                  </a:lnTo>
                  <a:lnTo>
                    <a:pt x="4641532" y="66675"/>
                  </a:lnTo>
                  <a:lnTo>
                    <a:pt x="4670107" y="66675"/>
                  </a:lnTo>
                  <a:lnTo>
                    <a:pt x="4670107" y="38100"/>
                  </a:lnTo>
                  <a:close/>
                </a:path>
                <a:path w="11901170" h="1918335">
                  <a:moveTo>
                    <a:pt x="4693602" y="1889760"/>
                  </a:moveTo>
                  <a:lnTo>
                    <a:pt x="4665027" y="1889760"/>
                  </a:lnTo>
                  <a:lnTo>
                    <a:pt x="4665027" y="1918335"/>
                  </a:lnTo>
                  <a:lnTo>
                    <a:pt x="4693602" y="1918335"/>
                  </a:lnTo>
                  <a:lnTo>
                    <a:pt x="4693602" y="1889760"/>
                  </a:lnTo>
                  <a:close/>
                </a:path>
                <a:path w="11901170" h="1918335">
                  <a:moveTo>
                    <a:pt x="4727257" y="38100"/>
                  </a:moveTo>
                  <a:lnTo>
                    <a:pt x="4698682" y="38100"/>
                  </a:lnTo>
                  <a:lnTo>
                    <a:pt x="4698682" y="66675"/>
                  </a:lnTo>
                  <a:lnTo>
                    <a:pt x="4727257" y="66675"/>
                  </a:lnTo>
                  <a:lnTo>
                    <a:pt x="4727257" y="38100"/>
                  </a:lnTo>
                  <a:close/>
                </a:path>
                <a:path w="11901170" h="1918335">
                  <a:moveTo>
                    <a:pt x="4750752" y="1889760"/>
                  </a:moveTo>
                  <a:lnTo>
                    <a:pt x="4722177" y="1889760"/>
                  </a:lnTo>
                  <a:lnTo>
                    <a:pt x="4722177" y="1918335"/>
                  </a:lnTo>
                  <a:lnTo>
                    <a:pt x="4750752" y="1918335"/>
                  </a:lnTo>
                  <a:lnTo>
                    <a:pt x="4750752" y="1889760"/>
                  </a:lnTo>
                  <a:close/>
                </a:path>
                <a:path w="11901170" h="1918335">
                  <a:moveTo>
                    <a:pt x="4784407" y="38100"/>
                  </a:moveTo>
                  <a:lnTo>
                    <a:pt x="4755832" y="38100"/>
                  </a:lnTo>
                  <a:lnTo>
                    <a:pt x="4755832" y="66675"/>
                  </a:lnTo>
                  <a:lnTo>
                    <a:pt x="4784407" y="66675"/>
                  </a:lnTo>
                  <a:lnTo>
                    <a:pt x="4784407" y="38100"/>
                  </a:lnTo>
                  <a:close/>
                </a:path>
                <a:path w="11901170" h="1918335">
                  <a:moveTo>
                    <a:pt x="4807902" y="1889760"/>
                  </a:moveTo>
                  <a:lnTo>
                    <a:pt x="4779327" y="1889760"/>
                  </a:lnTo>
                  <a:lnTo>
                    <a:pt x="4779327" y="1918335"/>
                  </a:lnTo>
                  <a:lnTo>
                    <a:pt x="4807902" y="1918335"/>
                  </a:lnTo>
                  <a:lnTo>
                    <a:pt x="4807902" y="1889760"/>
                  </a:lnTo>
                  <a:close/>
                </a:path>
                <a:path w="11901170" h="1918335">
                  <a:moveTo>
                    <a:pt x="4841557" y="38100"/>
                  </a:moveTo>
                  <a:lnTo>
                    <a:pt x="4812982" y="38100"/>
                  </a:lnTo>
                  <a:lnTo>
                    <a:pt x="4812982" y="66675"/>
                  </a:lnTo>
                  <a:lnTo>
                    <a:pt x="4841557" y="66675"/>
                  </a:lnTo>
                  <a:lnTo>
                    <a:pt x="4841557" y="38100"/>
                  </a:lnTo>
                  <a:close/>
                </a:path>
                <a:path w="11901170" h="1918335">
                  <a:moveTo>
                    <a:pt x="4865052" y="1889760"/>
                  </a:moveTo>
                  <a:lnTo>
                    <a:pt x="4836477" y="1889760"/>
                  </a:lnTo>
                  <a:lnTo>
                    <a:pt x="4836477" y="1918335"/>
                  </a:lnTo>
                  <a:lnTo>
                    <a:pt x="4865052" y="1918335"/>
                  </a:lnTo>
                  <a:lnTo>
                    <a:pt x="4865052" y="1889760"/>
                  </a:lnTo>
                  <a:close/>
                </a:path>
                <a:path w="11901170" h="1918335">
                  <a:moveTo>
                    <a:pt x="4898707" y="38100"/>
                  </a:moveTo>
                  <a:lnTo>
                    <a:pt x="4870132" y="38100"/>
                  </a:lnTo>
                  <a:lnTo>
                    <a:pt x="4870132" y="66675"/>
                  </a:lnTo>
                  <a:lnTo>
                    <a:pt x="4898707" y="66675"/>
                  </a:lnTo>
                  <a:lnTo>
                    <a:pt x="4898707" y="38100"/>
                  </a:lnTo>
                  <a:close/>
                </a:path>
                <a:path w="11901170" h="1918335">
                  <a:moveTo>
                    <a:pt x="4922202" y="1889760"/>
                  </a:moveTo>
                  <a:lnTo>
                    <a:pt x="4893627" y="1889760"/>
                  </a:lnTo>
                  <a:lnTo>
                    <a:pt x="4893627" y="1918335"/>
                  </a:lnTo>
                  <a:lnTo>
                    <a:pt x="4922202" y="1918335"/>
                  </a:lnTo>
                  <a:lnTo>
                    <a:pt x="4922202" y="1889760"/>
                  </a:lnTo>
                  <a:close/>
                </a:path>
                <a:path w="11901170" h="1918335">
                  <a:moveTo>
                    <a:pt x="4955857" y="38100"/>
                  </a:moveTo>
                  <a:lnTo>
                    <a:pt x="4927282" y="38100"/>
                  </a:lnTo>
                  <a:lnTo>
                    <a:pt x="4927282" y="66675"/>
                  </a:lnTo>
                  <a:lnTo>
                    <a:pt x="4955857" y="66675"/>
                  </a:lnTo>
                  <a:lnTo>
                    <a:pt x="4955857" y="38100"/>
                  </a:lnTo>
                  <a:close/>
                </a:path>
                <a:path w="11901170" h="1918335">
                  <a:moveTo>
                    <a:pt x="4979352" y="1889760"/>
                  </a:moveTo>
                  <a:lnTo>
                    <a:pt x="4950777" y="1889760"/>
                  </a:lnTo>
                  <a:lnTo>
                    <a:pt x="4950777" y="1918335"/>
                  </a:lnTo>
                  <a:lnTo>
                    <a:pt x="4979352" y="1918335"/>
                  </a:lnTo>
                  <a:lnTo>
                    <a:pt x="4979352" y="1889760"/>
                  </a:lnTo>
                  <a:close/>
                </a:path>
                <a:path w="11901170" h="1918335">
                  <a:moveTo>
                    <a:pt x="5013007" y="38100"/>
                  </a:moveTo>
                  <a:lnTo>
                    <a:pt x="4984432" y="38100"/>
                  </a:lnTo>
                  <a:lnTo>
                    <a:pt x="4984432" y="66675"/>
                  </a:lnTo>
                  <a:lnTo>
                    <a:pt x="5013007" y="66675"/>
                  </a:lnTo>
                  <a:lnTo>
                    <a:pt x="5013007" y="38100"/>
                  </a:lnTo>
                  <a:close/>
                </a:path>
                <a:path w="11901170" h="1918335">
                  <a:moveTo>
                    <a:pt x="5036502" y="1889760"/>
                  </a:moveTo>
                  <a:lnTo>
                    <a:pt x="5007927" y="1889760"/>
                  </a:lnTo>
                  <a:lnTo>
                    <a:pt x="5007927" y="1918335"/>
                  </a:lnTo>
                  <a:lnTo>
                    <a:pt x="5036502" y="1918335"/>
                  </a:lnTo>
                  <a:lnTo>
                    <a:pt x="5036502" y="1889760"/>
                  </a:lnTo>
                  <a:close/>
                </a:path>
                <a:path w="11901170" h="1918335">
                  <a:moveTo>
                    <a:pt x="5070157" y="38100"/>
                  </a:moveTo>
                  <a:lnTo>
                    <a:pt x="5041582" y="38100"/>
                  </a:lnTo>
                  <a:lnTo>
                    <a:pt x="5041582" y="66675"/>
                  </a:lnTo>
                  <a:lnTo>
                    <a:pt x="5070157" y="66675"/>
                  </a:lnTo>
                  <a:lnTo>
                    <a:pt x="5070157" y="38100"/>
                  </a:lnTo>
                  <a:close/>
                </a:path>
                <a:path w="11901170" h="1918335">
                  <a:moveTo>
                    <a:pt x="5093652" y="1889760"/>
                  </a:moveTo>
                  <a:lnTo>
                    <a:pt x="5065077" y="1889760"/>
                  </a:lnTo>
                  <a:lnTo>
                    <a:pt x="5065077" y="1918335"/>
                  </a:lnTo>
                  <a:lnTo>
                    <a:pt x="5093652" y="1918335"/>
                  </a:lnTo>
                  <a:lnTo>
                    <a:pt x="5093652" y="1889760"/>
                  </a:lnTo>
                  <a:close/>
                </a:path>
                <a:path w="11901170" h="1918335">
                  <a:moveTo>
                    <a:pt x="5127307" y="38100"/>
                  </a:moveTo>
                  <a:lnTo>
                    <a:pt x="5098732" y="38100"/>
                  </a:lnTo>
                  <a:lnTo>
                    <a:pt x="5098732" y="66675"/>
                  </a:lnTo>
                  <a:lnTo>
                    <a:pt x="5127307" y="66675"/>
                  </a:lnTo>
                  <a:lnTo>
                    <a:pt x="5127307" y="38100"/>
                  </a:lnTo>
                  <a:close/>
                </a:path>
                <a:path w="11901170" h="1918335">
                  <a:moveTo>
                    <a:pt x="5150802" y="1889760"/>
                  </a:moveTo>
                  <a:lnTo>
                    <a:pt x="5122227" y="1889760"/>
                  </a:lnTo>
                  <a:lnTo>
                    <a:pt x="5122227" y="1918335"/>
                  </a:lnTo>
                  <a:lnTo>
                    <a:pt x="5150802" y="1918335"/>
                  </a:lnTo>
                  <a:lnTo>
                    <a:pt x="5150802" y="1889760"/>
                  </a:lnTo>
                  <a:close/>
                </a:path>
                <a:path w="11901170" h="1918335">
                  <a:moveTo>
                    <a:pt x="5184457" y="38100"/>
                  </a:moveTo>
                  <a:lnTo>
                    <a:pt x="5155882" y="38100"/>
                  </a:lnTo>
                  <a:lnTo>
                    <a:pt x="5155882" y="66675"/>
                  </a:lnTo>
                  <a:lnTo>
                    <a:pt x="5184457" y="66675"/>
                  </a:lnTo>
                  <a:lnTo>
                    <a:pt x="5184457" y="38100"/>
                  </a:lnTo>
                  <a:close/>
                </a:path>
                <a:path w="11901170" h="1918335">
                  <a:moveTo>
                    <a:pt x="5207952" y="1889760"/>
                  </a:moveTo>
                  <a:lnTo>
                    <a:pt x="5179377" y="1889760"/>
                  </a:lnTo>
                  <a:lnTo>
                    <a:pt x="5179377" y="1918335"/>
                  </a:lnTo>
                  <a:lnTo>
                    <a:pt x="5207952" y="1918335"/>
                  </a:lnTo>
                  <a:lnTo>
                    <a:pt x="5207952" y="1889760"/>
                  </a:lnTo>
                  <a:close/>
                </a:path>
                <a:path w="11901170" h="1918335">
                  <a:moveTo>
                    <a:pt x="5241607" y="38100"/>
                  </a:moveTo>
                  <a:lnTo>
                    <a:pt x="5213032" y="38100"/>
                  </a:lnTo>
                  <a:lnTo>
                    <a:pt x="5213032" y="66675"/>
                  </a:lnTo>
                  <a:lnTo>
                    <a:pt x="5241607" y="66675"/>
                  </a:lnTo>
                  <a:lnTo>
                    <a:pt x="5241607" y="38100"/>
                  </a:lnTo>
                  <a:close/>
                </a:path>
                <a:path w="11901170" h="1918335">
                  <a:moveTo>
                    <a:pt x="5265102" y="1889760"/>
                  </a:moveTo>
                  <a:lnTo>
                    <a:pt x="5236527" y="1889760"/>
                  </a:lnTo>
                  <a:lnTo>
                    <a:pt x="5236527" y="1918335"/>
                  </a:lnTo>
                  <a:lnTo>
                    <a:pt x="5265102" y="1918335"/>
                  </a:lnTo>
                  <a:lnTo>
                    <a:pt x="5265102" y="1889760"/>
                  </a:lnTo>
                  <a:close/>
                </a:path>
                <a:path w="11901170" h="1918335">
                  <a:moveTo>
                    <a:pt x="5298757" y="38100"/>
                  </a:moveTo>
                  <a:lnTo>
                    <a:pt x="5270182" y="38100"/>
                  </a:lnTo>
                  <a:lnTo>
                    <a:pt x="5270182" y="66675"/>
                  </a:lnTo>
                  <a:lnTo>
                    <a:pt x="5298757" y="66675"/>
                  </a:lnTo>
                  <a:lnTo>
                    <a:pt x="5298757" y="38100"/>
                  </a:lnTo>
                  <a:close/>
                </a:path>
                <a:path w="11901170" h="1918335">
                  <a:moveTo>
                    <a:pt x="5322252" y="1889760"/>
                  </a:moveTo>
                  <a:lnTo>
                    <a:pt x="5293677" y="1889760"/>
                  </a:lnTo>
                  <a:lnTo>
                    <a:pt x="5293677" y="1918335"/>
                  </a:lnTo>
                  <a:lnTo>
                    <a:pt x="5322252" y="1918335"/>
                  </a:lnTo>
                  <a:lnTo>
                    <a:pt x="5322252" y="1889760"/>
                  </a:lnTo>
                  <a:close/>
                </a:path>
                <a:path w="11901170" h="1918335">
                  <a:moveTo>
                    <a:pt x="5355907" y="38100"/>
                  </a:moveTo>
                  <a:lnTo>
                    <a:pt x="5327332" y="38100"/>
                  </a:lnTo>
                  <a:lnTo>
                    <a:pt x="5327332" y="66675"/>
                  </a:lnTo>
                  <a:lnTo>
                    <a:pt x="5355907" y="66675"/>
                  </a:lnTo>
                  <a:lnTo>
                    <a:pt x="5355907" y="38100"/>
                  </a:lnTo>
                  <a:close/>
                </a:path>
                <a:path w="11901170" h="1918335">
                  <a:moveTo>
                    <a:pt x="5379402" y="1889760"/>
                  </a:moveTo>
                  <a:lnTo>
                    <a:pt x="5350827" y="1889760"/>
                  </a:lnTo>
                  <a:lnTo>
                    <a:pt x="5350827" y="1918335"/>
                  </a:lnTo>
                  <a:lnTo>
                    <a:pt x="5379402" y="1918335"/>
                  </a:lnTo>
                  <a:lnTo>
                    <a:pt x="5379402" y="1889760"/>
                  </a:lnTo>
                  <a:close/>
                </a:path>
                <a:path w="11901170" h="1918335">
                  <a:moveTo>
                    <a:pt x="5413057" y="38100"/>
                  </a:moveTo>
                  <a:lnTo>
                    <a:pt x="5384482" y="38100"/>
                  </a:lnTo>
                  <a:lnTo>
                    <a:pt x="5384482" y="66675"/>
                  </a:lnTo>
                  <a:lnTo>
                    <a:pt x="5413057" y="66675"/>
                  </a:lnTo>
                  <a:lnTo>
                    <a:pt x="5413057" y="38100"/>
                  </a:lnTo>
                  <a:close/>
                </a:path>
                <a:path w="11901170" h="1918335">
                  <a:moveTo>
                    <a:pt x="5436552" y="1889760"/>
                  </a:moveTo>
                  <a:lnTo>
                    <a:pt x="5407977" y="1889760"/>
                  </a:lnTo>
                  <a:lnTo>
                    <a:pt x="5407977" y="1918335"/>
                  </a:lnTo>
                  <a:lnTo>
                    <a:pt x="5436552" y="1918335"/>
                  </a:lnTo>
                  <a:lnTo>
                    <a:pt x="5436552" y="1889760"/>
                  </a:lnTo>
                  <a:close/>
                </a:path>
                <a:path w="11901170" h="1918335">
                  <a:moveTo>
                    <a:pt x="5470207" y="38100"/>
                  </a:moveTo>
                  <a:lnTo>
                    <a:pt x="5441632" y="38100"/>
                  </a:lnTo>
                  <a:lnTo>
                    <a:pt x="5441632" y="66675"/>
                  </a:lnTo>
                  <a:lnTo>
                    <a:pt x="5470207" y="66675"/>
                  </a:lnTo>
                  <a:lnTo>
                    <a:pt x="5470207" y="38100"/>
                  </a:lnTo>
                  <a:close/>
                </a:path>
                <a:path w="11901170" h="1918335">
                  <a:moveTo>
                    <a:pt x="5493702" y="1889760"/>
                  </a:moveTo>
                  <a:lnTo>
                    <a:pt x="5465127" y="1889760"/>
                  </a:lnTo>
                  <a:lnTo>
                    <a:pt x="5465127" y="1918335"/>
                  </a:lnTo>
                  <a:lnTo>
                    <a:pt x="5493702" y="1918335"/>
                  </a:lnTo>
                  <a:lnTo>
                    <a:pt x="5493702" y="1889760"/>
                  </a:lnTo>
                  <a:close/>
                </a:path>
                <a:path w="11901170" h="1918335">
                  <a:moveTo>
                    <a:pt x="5527357" y="38100"/>
                  </a:moveTo>
                  <a:lnTo>
                    <a:pt x="5498782" y="38100"/>
                  </a:lnTo>
                  <a:lnTo>
                    <a:pt x="5498782" y="66675"/>
                  </a:lnTo>
                  <a:lnTo>
                    <a:pt x="5527357" y="66675"/>
                  </a:lnTo>
                  <a:lnTo>
                    <a:pt x="5527357" y="38100"/>
                  </a:lnTo>
                  <a:close/>
                </a:path>
                <a:path w="11901170" h="1918335">
                  <a:moveTo>
                    <a:pt x="5550852" y="1889760"/>
                  </a:moveTo>
                  <a:lnTo>
                    <a:pt x="5522277" y="1889760"/>
                  </a:lnTo>
                  <a:lnTo>
                    <a:pt x="5522277" y="1918335"/>
                  </a:lnTo>
                  <a:lnTo>
                    <a:pt x="5550852" y="1918335"/>
                  </a:lnTo>
                  <a:lnTo>
                    <a:pt x="5550852" y="1889760"/>
                  </a:lnTo>
                  <a:close/>
                </a:path>
                <a:path w="11901170" h="1918335">
                  <a:moveTo>
                    <a:pt x="5584507" y="38100"/>
                  </a:moveTo>
                  <a:lnTo>
                    <a:pt x="5555932" y="38100"/>
                  </a:lnTo>
                  <a:lnTo>
                    <a:pt x="5555932" y="66675"/>
                  </a:lnTo>
                  <a:lnTo>
                    <a:pt x="5584507" y="66675"/>
                  </a:lnTo>
                  <a:lnTo>
                    <a:pt x="5584507" y="38100"/>
                  </a:lnTo>
                  <a:close/>
                </a:path>
                <a:path w="11901170" h="1918335">
                  <a:moveTo>
                    <a:pt x="5608002" y="1889760"/>
                  </a:moveTo>
                  <a:lnTo>
                    <a:pt x="5579427" y="1889760"/>
                  </a:lnTo>
                  <a:lnTo>
                    <a:pt x="5579427" y="1918335"/>
                  </a:lnTo>
                  <a:lnTo>
                    <a:pt x="5608002" y="1918335"/>
                  </a:lnTo>
                  <a:lnTo>
                    <a:pt x="5608002" y="1889760"/>
                  </a:lnTo>
                  <a:close/>
                </a:path>
                <a:path w="11901170" h="1918335">
                  <a:moveTo>
                    <a:pt x="5641657" y="38100"/>
                  </a:moveTo>
                  <a:lnTo>
                    <a:pt x="5613082" y="38100"/>
                  </a:lnTo>
                  <a:lnTo>
                    <a:pt x="5613082" y="66675"/>
                  </a:lnTo>
                  <a:lnTo>
                    <a:pt x="5641657" y="66675"/>
                  </a:lnTo>
                  <a:lnTo>
                    <a:pt x="5641657" y="38100"/>
                  </a:lnTo>
                  <a:close/>
                </a:path>
                <a:path w="11901170" h="1918335">
                  <a:moveTo>
                    <a:pt x="5665152" y="1889760"/>
                  </a:moveTo>
                  <a:lnTo>
                    <a:pt x="5636577" y="1889760"/>
                  </a:lnTo>
                  <a:lnTo>
                    <a:pt x="5636577" y="1918335"/>
                  </a:lnTo>
                  <a:lnTo>
                    <a:pt x="5665152" y="1918335"/>
                  </a:lnTo>
                  <a:lnTo>
                    <a:pt x="5665152" y="1889760"/>
                  </a:lnTo>
                  <a:close/>
                </a:path>
                <a:path w="11901170" h="1918335">
                  <a:moveTo>
                    <a:pt x="5698807" y="38100"/>
                  </a:moveTo>
                  <a:lnTo>
                    <a:pt x="5670232" y="38100"/>
                  </a:lnTo>
                  <a:lnTo>
                    <a:pt x="5670232" y="66675"/>
                  </a:lnTo>
                  <a:lnTo>
                    <a:pt x="5698807" y="66675"/>
                  </a:lnTo>
                  <a:lnTo>
                    <a:pt x="5698807" y="38100"/>
                  </a:lnTo>
                  <a:close/>
                </a:path>
                <a:path w="11901170" h="1918335">
                  <a:moveTo>
                    <a:pt x="5722302" y="1889760"/>
                  </a:moveTo>
                  <a:lnTo>
                    <a:pt x="5693727" y="1889760"/>
                  </a:lnTo>
                  <a:lnTo>
                    <a:pt x="5693727" y="1918335"/>
                  </a:lnTo>
                  <a:lnTo>
                    <a:pt x="5722302" y="1918335"/>
                  </a:lnTo>
                  <a:lnTo>
                    <a:pt x="5722302" y="1889760"/>
                  </a:lnTo>
                  <a:close/>
                </a:path>
                <a:path w="11901170" h="1918335">
                  <a:moveTo>
                    <a:pt x="5755957" y="38100"/>
                  </a:moveTo>
                  <a:lnTo>
                    <a:pt x="5727382" y="38100"/>
                  </a:lnTo>
                  <a:lnTo>
                    <a:pt x="5727382" y="66675"/>
                  </a:lnTo>
                  <a:lnTo>
                    <a:pt x="5755957" y="66675"/>
                  </a:lnTo>
                  <a:lnTo>
                    <a:pt x="5755957" y="38100"/>
                  </a:lnTo>
                  <a:close/>
                </a:path>
                <a:path w="11901170" h="1918335">
                  <a:moveTo>
                    <a:pt x="5779452" y="1889760"/>
                  </a:moveTo>
                  <a:lnTo>
                    <a:pt x="5750877" y="1889760"/>
                  </a:lnTo>
                  <a:lnTo>
                    <a:pt x="5750877" y="1918335"/>
                  </a:lnTo>
                  <a:lnTo>
                    <a:pt x="5779452" y="1918335"/>
                  </a:lnTo>
                  <a:lnTo>
                    <a:pt x="5779452" y="1889760"/>
                  </a:lnTo>
                  <a:close/>
                </a:path>
                <a:path w="11901170" h="1918335">
                  <a:moveTo>
                    <a:pt x="5813107" y="38100"/>
                  </a:moveTo>
                  <a:lnTo>
                    <a:pt x="5784532" y="38100"/>
                  </a:lnTo>
                  <a:lnTo>
                    <a:pt x="5784532" y="66675"/>
                  </a:lnTo>
                  <a:lnTo>
                    <a:pt x="5813107" y="66675"/>
                  </a:lnTo>
                  <a:lnTo>
                    <a:pt x="5813107" y="38100"/>
                  </a:lnTo>
                  <a:close/>
                </a:path>
                <a:path w="11901170" h="1918335">
                  <a:moveTo>
                    <a:pt x="5836602" y="1889760"/>
                  </a:moveTo>
                  <a:lnTo>
                    <a:pt x="5808027" y="1889760"/>
                  </a:lnTo>
                  <a:lnTo>
                    <a:pt x="5808027" y="1918335"/>
                  </a:lnTo>
                  <a:lnTo>
                    <a:pt x="5836602" y="1918335"/>
                  </a:lnTo>
                  <a:lnTo>
                    <a:pt x="5836602" y="1889760"/>
                  </a:lnTo>
                  <a:close/>
                </a:path>
                <a:path w="11901170" h="1918335">
                  <a:moveTo>
                    <a:pt x="5870257" y="38100"/>
                  </a:moveTo>
                  <a:lnTo>
                    <a:pt x="5841682" y="38100"/>
                  </a:lnTo>
                  <a:lnTo>
                    <a:pt x="5841682" y="66675"/>
                  </a:lnTo>
                  <a:lnTo>
                    <a:pt x="5870257" y="66675"/>
                  </a:lnTo>
                  <a:lnTo>
                    <a:pt x="5870257" y="38100"/>
                  </a:lnTo>
                  <a:close/>
                </a:path>
                <a:path w="11901170" h="1918335">
                  <a:moveTo>
                    <a:pt x="5893752" y="1889760"/>
                  </a:moveTo>
                  <a:lnTo>
                    <a:pt x="5865177" y="1889760"/>
                  </a:lnTo>
                  <a:lnTo>
                    <a:pt x="5865177" y="1918335"/>
                  </a:lnTo>
                  <a:lnTo>
                    <a:pt x="5893752" y="1918335"/>
                  </a:lnTo>
                  <a:lnTo>
                    <a:pt x="5893752" y="1889760"/>
                  </a:lnTo>
                  <a:close/>
                </a:path>
                <a:path w="11901170" h="1918335">
                  <a:moveTo>
                    <a:pt x="5927407" y="38100"/>
                  </a:moveTo>
                  <a:lnTo>
                    <a:pt x="5898832" y="38100"/>
                  </a:lnTo>
                  <a:lnTo>
                    <a:pt x="5898832" y="66675"/>
                  </a:lnTo>
                  <a:lnTo>
                    <a:pt x="5927407" y="66675"/>
                  </a:lnTo>
                  <a:lnTo>
                    <a:pt x="5927407" y="38100"/>
                  </a:lnTo>
                  <a:close/>
                </a:path>
                <a:path w="11901170" h="1918335">
                  <a:moveTo>
                    <a:pt x="5950902" y="1889760"/>
                  </a:moveTo>
                  <a:lnTo>
                    <a:pt x="5922327" y="1889760"/>
                  </a:lnTo>
                  <a:lnTo>
                    <a:pt x="5922327" y="1918335"/>
                  </a:lnTo>
                  <a:lnTo>
                    <a:pt x="5950902" y="1918335"/>
                  </a:lnTo>
                  <a:lnTo>
                    <a:pt x="5950902" y="1889760"/>
                  </a:lnTo>
                  <a:close/>
                </a:path>
                <a:path w="11901170" h="1918335">
                  <a:moveTo>
                    <a:pt x="5984557" y="38100"/>
                  </a:moveTo>
                  <a:lnTo>
                    <a:pt x="5955982" y="38100"/>
                  </a:lnTo>
                  <a:lnTo>
                    <a:pt x="5955982" y="66675"/>
                  </a:lnTo>
                  <a:lnTo>
                    <a:pt x="5984557" y="66675"/>
                  </a:lnTo>
                  <a:lnTo>
                    <a:pt x="5984557" y="38100"/>
                  </a:lnTo>
                  <a:close/>
                </a:path>
                <a:path w="11901170" h="1918335">
                  <a:moveTo>
                    <a:pt x="6008052" y="1889760"/>
                  </a:moveTo>
                  <a:lnTo>
                    <a:pt x="5979477" y="1889760"/>
                  </a:lnTo>
                  <a:lnTo>
                    <a:pt x="5979477" y="1918335"/>
                  </a:lnTo>
                  <a:lnTo>
                    <a:pt x="6008052" y="1918335"/>
                  </a:lnTo>
                  <a:lnTo>
                    <a:pt x="6008052" y="1889760"/>
                  </a:lnTo>
                  <a:close/>
                </a:path>
                <a:path w="11901170" h="1918335">
                  <a:moveTo>
                    <a:pt x="6041707" y="38100"/>
                  </a:moveTo>
                  <a:lnTo>
                    <a:pt x="6013132" y="38100"/>
                  </a:lnTo>
                  <a:lnTo>
                    <a:pt x="6013132" y="66675"/>
                  </a:lnTo>
                  <a:lnTo>
                    <a:pt x="6041707" y="66675"/>
                  </a:lnTo>
                  <a:lnTo>
                    <a:pt x="6041707" y="38100"/>
                  </a:lnTo>
                  <a:close/>
                </a:path>
                <a:path w="11901170" h="1918335">
                  <a:moveTo>
                    <a:pt x="6065202" y="1889760"/>
                  </a:moveTo>
                  <a:lnTo>
                    <a:pt x="6036627" y="1889760"/>
                  </a:lnTo>
                  <a:lnTo>
                    <a:pt x="6036627" y="1918335"/>
                  </a:lnTo>
                  <a:lnTo>
                    <a:pt x="6065202" y="1918335"/>
                  </a:lnTo>
                  <a:lnTo>
                    <a:pt x="6065202" y="1889760"/>
                  </a:lnTo>
                  <a:close/>
                </a:path>
                <a:path w="11901170" h="1918335">
                  <a:moveTo>
                    <a:pt x="6098857" y="38100"/>
                  </a:moveTo>
                  <a:lnTo>
                    <a:pt x="6070282" y="38100"/>
                  </a:lnTo>
                  <a:lnTo>
                    <a:pt x="6070282" y="66675"/>
                  </a:lnTo>
                  <a:lnTo>
                    <a:pt x="6098857" y="66675"/>
                  </a:lnTo>
                  <a:lnTo>
                    <a:pt x="6098857" y="38100"/>
                  </a:lnTo>
                  <a:close/>
                </a:path>
                <a:path w="11901170" h="1918335">
                  <a:moveTo>
                    <a:pt x="6122352" y="1889760"/>
                  </a:moveTo>
                  <a:lnTo>
                    <a:pt x="6093777" y="1889760"/>
                  </a:lnTo>
                  <a:lnTo>
                    <a:pt x="6093777" y="1918335"/>
                  </a:lnTo>
                  <a:lnTo>
                    <a:pt x="6122352" y="1918335"/>
                  </a:lnTo>
                  <a:lnTo>
                    <a:pt x="6122352" y="1889760"/>
                  </a:lnTo>
                  <a:close/>
                </a:path>
                <a:path w="11901170" h="1918335">
                  <a:moveTo>
                    <a:pt x="6156007" y="38100"/>
                  </a:moveTo>
                  <a:lnTo>
                    <a:pt x="6127432" y="38100"/>
                  </a:lnTo>
                  <a:lnTo>
                    <a:pt x="6127432" y="66675"/>
                  </a:lnTo>
                  <a:lnTo>
                    <a:pt x="6156007" y="66675"/>
                  </a:lnTo>
                  <a:lnTo>
                    <a:pt x="6156007" y="38100"/>
                  </a:lnTo>
                  <a:close/>
                </a:path>
                <a:path w="11901170" h="1918335">
                  <a:moveTo>
                    <a:pt x="6179502" y="1889760"/>
                  </a:moveTo>
                  <a:lnTo>
                    <a:pt x="6150927" y="1889760"/>
                  </a:lnTo>
                  <a:lnTo>
                    <a:pt x="6150927" y="1918335"/>
                  </a:lnTo>
                  <a:lnTo>
                    <a:pt x="6179502" y="1918335"/>
                  </a:lnTo>
                  <a:lnTo>
                    <a:pt x="6179502" y="1889760"/>
                  </a:lnTo>
                  <a:close/>
                </a:path>
                <a:path w="11901170" h="1918335">
                  <a:moveTo>
                    <a:pt x="6213157" y="38100"/>
                  </a:moveTo>
                  <a:lnTo>
                    <a:pt x="6184582" y="38100"/>
                  </a:lnTo>
                  <a:lnTo>
                    <a:pt x="6184582" y="66675"/>
                  </a:lnTo>
                  <a:lnTo>
                    <a:pt x="6213157" y="66675"/>
                  </a:lnTo>
                  <a:lnTo>
                    <a:pt x="6213157" y="38100"/>
                  </a:lnTo>
                  <a:close/>
                </a:path>
                <a:path w="11901170" h="1918335">
                  <a:moveTo>
                    <a:pt x="6236652" y="1889760"/>
                  </a:moveTo>
                  <a:lnTo>
                    <a:pt x="6208077" y="1889760"/>
                  </a:lnTo>
                  <a:lnTo>
                    <a:pt x="6208077" y="1918335"/>
                  </a:lnTo>
                  <a:lnTo>
                    <a:pt x="6236652" y="1918335"/>
                  </a:lnTo>
                  <a:lnTo>
                    <a:pt x="6236652" y="1889760"/>
                  </a:lnTo>
                  <a:close/>
                </a:path>
                <a:path w="11901170" h="1918335">
                  <a:moveTo>
                    <a:pt x="6270307" y="38100"/>
                  </a:moveTo>
                  <a:lnTo>
                    <a:pt x="6241732" y="38100"/>
                  </a:lnTo>
                  <a:lnTo>
                    <a:pt x="6241732" y="66675"/>
                  </a:lnTo>
                  <a:lnTo>
                    <a:pt x="6270307" y="66675"/>
                  </a:lnTo>
                  <a:lnTo>
                    <a:pt x="6270307" y="38100"/>
                  </a:lnTo>
                  <a:close/>
                </a:path>
                <a:path w="11901170" h="1918335">
                  <a:moveTo>
                    <a:pt x="6293802" y="1889760"/>
                  </a:moveTo>
                  <a:lnTo>
                    <a:pt x="6265227" y="1889760"/>
                  </a:lnTo>
                  <a:lnTo>
                    <a:pt x="6265227" y="1918335"/>
                  </a:lnTo>
                  <a:lnTo>
                    <a:pt x="6293802" y="1918335"/>
                  </a:lnTo>
                  <a:lnTo>
                    <a:pt x="6293802" y="1889760"/>
                  </a:lnTo>
                  <a:close/>
                </a:path>
                <a:path w="11901170" h="1918335">
                  <a:moveTo>
                    <a:pt x="6327457" y="38100"/>
                  </a:moveTo>
                  <a:lnTo>
                    <a:pt x="6298882" y="38100"/>
                  </a:lnTo>
                  <a:lnTo>
                    <a:pt x="6298882" y="66675"/>
                  </a:lnTo>
                  <a:lnTo>
                    <a:pt x="6327457" y="66675"/>
                  </a:lnTo>
                  <a:lnTo>
                    <a:pt x="6327457" y="38100"/>
                  </a:lnTo>
                  <a:close/>
                </a:path>
                <a:path w="11901170" h="1918335">
                  <a:moveTo>
                    <a:pt x="6350952" y="1889760"/>
                  </a:moveTo>
                  <a:lnTo>
                    <a:pt x="6322377" y="1889760"/>
                  </a:lnTo>
                  <a:lnTo>
                    <a:pt x="6322377" y="1918335"/>
                  </a:lnTo>
                  <a:lnTo>
                    <a:pt x="6350952" y="1918335"/>
                  </a:lnTo>
                  <a:lnTo>
                    <a:pt x="6350952" y="1889760"/>
                  </a:lnTo>
                  <a:close/>
                </a:path>
                <a:path w="11901170" h="1918335">
                  <a:moveTo>
                    <a:pt x="6384595" y="38100"/>
                  </a:moveTo>
                  <a:lnTo>
                    <a:pt x="6356032" y="38100"/>
                  </a:lnTo>
                  <a:lnTo>
                    <a:pt x="6356032" y="66675"/>
                  </a:lnTo>
                  <a:lnTo>
                    <a:pt x="6384595" y="66675"/>
                  </a:lnTo>
                  <a:lnTo>
                    <a:pt x="6384595" y="38100"/>
                  </a:lnTo>
                  <a:close/>
                </a:path>
                <a:path w="11901170" h="1918335">
                  <a:moveTo>
                    <a:pt x="6408102" y="1889760"/>
                  </a:moveTo>
                  <a:lnTo>
                    <a:pt x="6379527" y="1889760"/>
                  </a:lnTo>
                  <a:lnTo>
                    <a:pt x="6379527" y="1918335"/>
                  </a:lnTo>
                  <a:lnTo>
                    <a:pt x="6408102" y="1918335"/>
                  </a:lnTo>
                  <a:lnTo>
                    <a:pt x="6408102" y="1889760"/>
                  </a:lnTo>
                  <a:close/>
                </a:path>
                <a:path w="11901170" h="1918335">
                  <a:moveTo>
                    <a:pt x="6441745" y="38100"/>
                  </a:moveTo>
                  <a:lnTo>
                    <a:pt x="6413170" y="38100"/>
                  </a:lnTo>
                  <a:lnTo>
                    <a:pt x="6413170" y="66675"/>
                  </a:lnTo>
                  <a:lnTo>
                    <a:pt x="6441745" y="66675"/>
                  </a:lnTo>
                  <a:lnTo>
                    <a:pt x="6441745" y="38100"/>
                  </a:lnTo>
                  <a:close/>
                </a:path>
                <a:path w="11901170" h="1918335">
                  <a:moveTo>
                    <a:pt x="6465252" y="1889760"/>
                  </a:moveTo>
                  <a:lnTo>
                    <a:pt x="6436677" y="1889760"/>
                  </a:lnTo>
                  <a:lnTo>
                    <a:pt x="6436677" y="1918335"/>
                  </a:lnTo>
                  <a:lnTo>
                    <a:pt x="6465252" y="1918335"/>
                  </a:lnTo>
                  <a:lnTo>
                    <a:pt x="6465252" y="1889760"/>
                  </a:lnTo>
                  <a:close/>
                </a:path>
                <a:path w="11901170" h="1918335">
                  <a:moveTo>
                    <a:pt x="6498895" y="38100"/>
                  </a:moveTo>
                  <a:lnTo>
                    <a:pt x="6470320" y="38100"/>
                  </a:lnTo>
                  <a:lnTo>
                    <a:pt x="6470320" y="66675"/>
                  </a:lnTo>
                  <a:lnTo>
                    <a:pt x="6498895" y="66675"/>
                  </a:lnTo>
                  <a:lnTo>
                    <a:pt x="6498895" y="38100"/>
                  </a:lnTo>
                  <a:close/>
                </a:path>
                <a:path w="11901170" h="1918335">
                  <a:moveTo>
                    <a:pt x="6522402" y="1889760"/>
                  </a:moveTo>
                  <a:lnTo>
                    <a:pt x="6493827" y="1889760"/>
                  </a:lnTo>
                  <a:lnTo>
                    <a:pt x="6493827" y="1918335"/>
                  </a:lnTo>
                  <a:lnTo>
                    <a:pt x="6522402" y="1918335"/>
                  </a:lnTo>
                  <a:lnTo>
                    <a:pt x="6522402" y="1889760"/>
                  </a:lnTo>
                  <a:close/>
                </a:path>
                <a:path w="11901170" h="1918335">
                  <a:moveTo>
                    <a:pt x="6556057" y="38100"/>
                  </a:moveTo>
                  <a:lnTo>
                    <a:pt x="6527482" y="38100"/>
                  </a:lnTo>
                  <a:lnTo>
                    <a:pt x="6527482" y="66675"/>
                  </a:lnTo>
                  <a:lnTo>
                    <a:pt x="6556057" y="66675"/>
                  </a:lnTo>
                  <a:lnTo>
                    <a:pt x="6556057" y="38100"/>
                  </a:lnTo>
                  <a:close/>
                </a:path>
                <a:path w="11901170" h="1918335">
                  <a:moveTo>
                    <a:pt x="6579552" y="1889760"/>
                  </a:moveTo>
                  <a:lnTo>
                    <a:pt x="6550977" y="1889760"/>
                  </a:lnTo>
                  <a:lnTo>
                    <a:pt x="6550977" y="1918335"/>
                  </a:lnTo>
                  <a:lnTo>
                    <a:pt x="6579552" y="1918335"/>
                  </a:lnTo>
                  <a:lnTo>
                    <a:pt x="6579552" y="1889760"/>
                  </a:lnTo>
                  <a:close/>
                </a:path>
                <a:path w="11901170" h="1918335">
                  <a:moveTo>
                    <a:pt x="6613207" y="38100"/>
                  </a:moveTo>
                  <a:lnTo>
                    <a:pt x="6584632" y="38100"/>
                  </a:lnTo>
                  <a:lnTo>
                    <a:pt x="6584632" y="66675"/>
                  </a:lnTo>
                  <a:lnTo>
                    <a:pt x="6613207" y="66675"/>
                  </a:lnTo>
                  <a:lnTo>
                    <a:pt x="6613207" y="38100"/>
                  </a:lnTo>
                  <a:close/>
                </a:path>
                <a:path w="11901170" h="1918335">
                  <a:moveTo>
                    <a:pt x="6636702" y="1889760"/>
                  </a:moveTo>
                  <a:lnTo>
                    <a:pt x="6608127" y="1889760"/>
                  </a:lnTo>
                  <a:lnTo>
                    <a:pt x="6608127" y="1918335"/>
                  </a:lnTo>
                  <a:lnTo>
                    <a:pt x="6636702" y="1918335"/>
                  </a:lnTo>
                  <a:lnTo>
                    <a:pt x="6636702" y="1889760"/>
                  </a:lnTo>
                  <a:close/>
                </a:path>
                <a:path w="11901170" h="1918335">
                  <a:moveTo>
                    <a:pt x="6670357" y="38100"/>
                  </a:moveTo>
                  <a:lnTo>
                    <a:pt x="6641782" y="38100"/>
                  </a:lnTo>
                  <a:lnTo>
                    <a:pt x="6641782" y="66675"/>
                  </a:lnTo>
                  <a:lnTo>
                    <a:pt x="6670357" y="66675"/>
                  </a:lnTo>
                  <a:lnTo>
                    <a:pt x="6670357" y="38100"/>
                  </a:lnTo>
                  <a:close/>
                </a:path>
                <a:path w="11901170" h="1918335">
                  <a:moveTo>
                    <a:pt x="6693852" y="1889760"/>
                  </a:moveTo>
                  <a:lnTo>
                    <a:pt x="6665277" y="1889760"/>
                  </a:lnTo>
                  <a:lnTo>
                    <a:pt x="6665277" y="1918335"/>
                  </a:lnTo>
                  <a:lnTo>
                    <a:pt x="6693852" y="1918335"/>
                  </a:lnTo>
                  <a:lnTo>
                    <a:pt x="6693852" y="1889760"/>
                  </a:lnTo>
                  <a:close/>
                </a:path>
                <a:path w="11901170" h="1918335">
                  <a:moveTo>
                    <a:pt x="6727507" y="38100"/>
                  </a:moveTo>
                  <a:lnTo>
                    <a:pt x="6698932" y="38100"/>
                  </a:lnTo>
                  <a:lnTo>
                    <a:pt x="6698932" y="66675"/>
                  </a:lnTo>
                  <a:lnTo>
                    <a:pt x="6727507" y="66675"/>
                  </a:lnTo>
                  <a:lnTo>
                    <a:pt x="6727507" y="38100"/>
                  </a:lnTo>
                  <a:close/>
                </a:path>
                <a:path w="11901170" h="1918335">
                  <a:moveTo>
                    <a:pt x="6751002" y="1889760"/>
                  </a:moveTo>
                  <a:lnTo>
                    <a:pt x="6722427" y="1889760"/>
                  </a:lnTo>
                  <a:lnTo>
                    <a:pt x="6722427" y="1918335"/>
                  </a:lnTo>
                  <a:lnTo>
                    <a:pt x="6751002" y="1918335"/>
                  </a:lnTo>
                  <a:lnTo>
                    <a:pt x="6751002" y="1889760"/>
                  </a:lnTo>
                  <a:close/>
                </a:path>
                <a:path w="11901170" h="1918335">
                  <a:moveTo>
                    <a:pt x="6784657" y="38100"/>
                  </a:moveTo>
                  <a:lnTo>
                    <a:pt x="6756082" y="38100"/>
                  </a:lnTo>
                  <a:lnTo>
                    <a:pt x="6756082" y="66675"/>
                  </a:lnTo>
                  <a:lnTo>
                    <a:pt x="6784657" y="66675"/>
                  </a:lnTo>
                  <a:lnTo>
                    <a:pt x="6784657" y="38100"/>
                  </a:lnTo>
                  <a:close/>
                </a:path>
                <a:path w="11901170" h="1918335">
                  <a:moveTo>
                    <a:pt x="6808152" y="1889760"/>
                  </a:moveTo>
                  <a:lnTo>
                    <a:pt x="6779577" y="1889760"/>
                  </a:lnTo>
                  <a:lnTo>
                    <a:pt x="6779577" y="1918335"/>
                  </a:lnTo>
                  <a:lnTo>
                    <a:pt x="6808152" y="1918335"/>
                  </a:lnTo>
                  <a:lnTo>
                    <a:pt x="6808152" y="1889760"/>
                  </a:lnTo>
                  <a:close/>
                </a:path>
                <a:path w="11901170" h="1918335">
                  <a:moveTo>
                    <a:pt x="6841807" y="38100"/>
                  </a:moveTo>
                  <a:lnTo>
                    <a:pt x="6813232" y="38100"/>
                  </a:lnTo>
                  <a:lnTo>
                    <a:pt x="6813232" y="66675"/>
                  </a:lnTo>
                  <a:lnTo>
                    <a:pt x="6841807" y="66675"/>
                  </a:lnTo>
                  <a:lnTo>
                    <a:pt x="6841807" y="38100"/>
                  </a:lnTo>
                  <a:close/>
                </a:path>
                <a:path w="11901170" h="1918335">
                  <a:moveTo>
                    <a:pt x="6865302" y="1889760"/>
                  </a:moveTo>
                  <a:lnTo>
                    <a:pt x="6836727" y="1889760"/>
                  </a:lnTo>
                  <a:lnTo>
                    <a:pt x="6836727" y="1918335"/>
                  </a:lnTo>
                  <a:lnTo>
                    <a:pt x="6865302" y="1918335"/>
                  </a:lnTo>
                  <a:lnTo>
                    <a:pt x="6865302" y="1889760"/>
                  </a:lnTo>
                  <a:close/>
                </a:path>
                <a:path w="11901170" h="1918335">
                  <a:moveTo>
                    <a:pt x="6898957" y="38100"/>
                  </a:moveTo>
                  <a:lnTo>
                    <a:pt x="6870382" y="38100"/>
                  </a:lnTo>
                  <a:lnTo>
                    <a:pt x="6870382" y="66675"/>
                  </a:lnTo>
                  <a:lnTo>
                    <a:pt x="6898957" y="66675"/>
                  </a:lnTo>
                  <a:lnTo>
                    <a:pt x="6898957" y="38100"/>
                  </a:lnTo>
                  <a:close/>
                </a:path>
                <a:path w="11901170" h="1918335">
                  <a:moveTo>
                    <a:pt x="6922452" y="1889760"/>
                  </a:moveTo>
                  <a:lnTo>
                    <a:pt x="6893877" y="1889760"/>
                  </a:lnTo>
                  <a:lnTo>
                    <a:pt x="6893877" y="1918335"/>
                  </a:lnTo>
                  <a:lnTo>
                    <a:pt x="6922452" y="1918335"/>
                  </a:lnTo>
                  <a:lnTo>
                    <a:pt x="6922452" y="1889760"/>
                  </a:lnTo>
                  <a:close/>
                </a:path>
                <a:path w="11901170" h="1918335">
                  <a:moveTo>
                    <a:pt x="6956107" y="38100"/>
                  </a:moveTo>
                  <a:lnTo>
                    <a:pt x="6927532" y="38100"/>
                  </a:lnTo>
                  <a:lnTo>
                    <a:pt x="6927532" y="66675"/>
                  </a:lnTo>
                  <a:lnTo>
                    <a:pt x="6956107" y="66675"/>
                  </a:lnTo>
                  <a:lnTo>
                    <a:pt x="6956107" y="38100"/>
                  </a:lnTo>
                  <a:close/>
                </a:path>
                <a:path w="11901170" h="1918335">
                  <a:moveTo>
                    <a:pt x="6979602" y="1889760"/>
                  </a:moveTo>
                  <a:lnTo>
                    <a:pt x="6951027" y="1889760"/>
                  </a:lnTo>
                  <a:lnTo>
                    <a:pt x="6951027" y="1918335"/>
                  </a:lnTo>
                  <a:lnTo>
                    <a:pt x="6979602" y="1918335"/>
                  </a:lnTo>
                  <a:lnTo>
                    <a:pt x="6979602" y="1889760"/>
                  </a:lnTo>
                  <a:close/>
                </a:path>
                <a:path w="11901170" h="1918335">
                  <a:moveTo>
                    <a:pt x="7013257" y="38100"/>
                  </a:moveTo>
                  <a:lnTo>
                    <a:pt x="6984682" y="38100"/>
                  </a:lnTo>
                  <a:lnTo>
                    <a:pt x="6984682" y="66675"/>
                  </a:lnTo>
                  <a:lnTo>
                    <a:pt x="7013257" y="66675"/>
                  </a:lnTo>
                  <a:lnTo>
                    <a:pt x="7013257" y="38100"/>
                  </a:lnTo>
                  <a:close/>
                </a:path>
                <a:path w="11901170" h="1918335">
                  <a:moveTo>
                    <a:pt x="7036752" y="1889760"/>
                  </a:moveTo>
                  <a:lnTo>
                    <a:pt x="7008177" y="1889760"/>
                  </a:lnTo>
                  <a:lnTo>
                    <a:pt x="7008177" y="1918335"/>
                  </a:lnTo>
                  <a:lnTo>
                    <a:pt x="7036752" y="1918335"/>
                  </a:lnTo>
                  <a:lnTo>
                    <a:pt x="7036752" y="1889760"/>
                  </a:lnTo>
                  <a:close/>
                </a:path>
                <a:path w="11901170" h="1918335">
                  <a:moveTo>
                    <a:pt x="7070407" y="38100"/>
                  </a:moveTo>
                  <a:lnTo>
                    <a:pt x="7041832" y="38100"/>
                  </a:lnTo>
                  <a:lnTo>
                    <a:pt x="7041832" y="66675"/>
                  </a:lnTo>
                  <a:lnTo>
                    <a:pt x="7070407" y="66675"/>
                  </a:lnTo>
                  <a:lnTo>
                    <a:pt x="7070407" y="38100"/>
                  </a:lnTo>
                  <a:close/>
                </a:path>
                <a:path w="11901170" h="1918335">
                  <a:moveTo>
                    <a:pt x="7093902" y="1889760"/>
                  </a:moveTo>
                  <a:lnTo>
                    <a:pt x="7065327" y="1889760"/>
                  </a:lnTo>
                  <a:lnTo>
                    <a:pt x="7065327" y="1918335"/>
                  </a:lnTo>
                  <a:lnTo>
                    <a:pt x="7093902" y="1918335"/>
                  </a:lnTo>
                  <a:lnTo>
                    <a:pt x="7093902" y="1889760"/>
                  </a:lnTo>
                  <a:close/>
                </a:path>
                <a:path w="11901170" h="1918335">
                  <a:moveTo>
                    <a:pt x="7127557" y="38100"/>
                  </a:moveTo>
                  <a:lnTo>
                    <a:pt x="7098982" y="38100"/>
                  </a:lnTo>
                  <a:lnTo>
                    <a:pt x="7098982" y="66675"/>
                  </a:lnTo>
                  <a:lnTo>
                    <a:pt x="7127557" y="66675"/>
                  </a:lnTo>
                  <a:lnTo>
                    <a:pt x="7127557" y="38100"/>
                  </a:lnTo>
                  <a:close/>
                </a:path>
                <a:path w="11901170" h="1918335">
                  <a:moveTo>
                    <a:pt x="7151052" y="1889760"/>
                  </a:moveTo>
                  <a:lnTo>
                    <a:pt x="7122477" y="1889760"/>
                  </a:lnTo>
                  <a:lnTo>
                    <a:pt x="7122477" y="1918335"/>
                  </a:lnTo>
                  <a:lnTo>
                    <a:pt x="7151052" y="1918335"/>
                  </a:lnTo>
                  <a:lnTo>
                    <a:pt x="7151052" y="1889760"/>
                  </a:lnTo>
                  <a:close/>
                </a:path>
                <a:path w="11901170" h="1918335">
                  <a:moveTo>
                    <a:pt x="7184707" y="38100"/>
                  </a:moveTo>
                  <a:lnTo>
                    <a:pt x="7156132" y="38100"/>
                  </a:lnTo>
                  <a:lnTo>
                    <a:pt x="7156132" y="66675"/>
                  </a:lnTo>
                  <a:lnTo>
                    <a:pt x="7184707" y="66675"/>
                  </a:lnTo>
                  <a:lnTo>
                    <a:pt x="7184707" y="38100"/>
                  </a:lnTo>
                  <a:close/>
                </a:path>
                <a:path w="11901170" h="1918335">
                  <a:moveTo>
                    <a:pt x="7208202" y="1889760"/>
                  </a:moveTo>
                  <a:lnTo>
                    <a:pt x="7179627" y="1889760"/>
                  </a:lnTo>
                  <a:lnTo>
                    <a:pt x="7179627" y="1918335"/>
                  </a:lnTo>
                  <a:lnTo>
                    <a:pt x="7208202" y="1918335"/>
                  </a:lnTo>
                  <a:lnTo>
                    <a:pt x="7208202" y="1889760"/>
                  </a:lnTo>
                  <a:close/>
                </a:path>
                <a:path w="11901170" h="1918335">
                  <a:moveTo>
                    <a:pt x="7241857" y="38100"/>
                  </a:moveTo>
                  <a:lnTo>
                    <a:pt x="7213282" y="38100"/>
                  </a:lnTo>
                  <a:lnTo>
                    <a:pt x="7213282" y="66675"/>
                  </a:lnTo>
                  <a:lnTo>
                    <a:pt x="7241857" y="66675"/>
                  </a:lnTo>
                  <a:lnTo>
                    <a:pt x="7241857" y="38100"/>
                  </a:lnTo>
                  <a:close/>
                </a:path>
                <a:path w="11901170" h="1918335">
                  <a:moveTo>
                    <a:pt x="7265352" y="1889760"/>
                  </a:moveTo>
                  <a:lnTo>
                    <a:pt x="7236777" y="1889760"/>
                  </a:lnTo>
                  <a:lnTo>
                    <a:pt x="7236777" y="1918335"/>
                  </a:lnTo>
                  <a:lnTo>
                    <a:pt x="7265352" y="1918335"/>
                  </a:lnTo>
                  <a:lnTo>
                    <a:pt x="7265352" y="1889760"/>
                  </a:lnTo>
                  <a:close/>
                </a:path>
                <a:path w="11901170" h="1918335">
                  <a:moveTo>
                    <a:pt x="7299007" y="38100"/>
                  </a:moveTo>
                  <a:lnTo>
                    <a:pt x="7270432" y="38100"/>
                  </a:lnTo>
                  <a:lnTo>
                    <a:pt x="7270432" y="66675"/>
                  </a:lnTo>
                  <a:lnTo>
                    <a:pt x="7299007" y="66675"/>
                  </a:lnTo>
                  <a:lnTo>
                    <a:pt x="7299007" y="38100"/>
                  </a:lnTo>
                  <a:close/>
                </a:path>
                <a:path w="11901170" h="1918335">
                  <a:moveTo>
                    <a:pt x="7322502" y="1889760"/>
                  </a:moveTo>
                  <a:lnTo>
                    <a:pt x="7293927" y="1889760"/>
                  </a:lnTo>
                  <a:lnTo>
                    <a:pt x="7293927" y="1918335"/>
                  </a:lnTo>
                  <a:lnTo>
                    <a:pt x="7322502" y="1918335"/>
                  </a:lnTo>
                  <a:lnTo>
                    <a:pt x="7322502" y="1889760"/>
                  </a:lnTo>
                  <a:close/>
                </a:path>
                <a:path w="11901170" h="1918335">
                  <a:moveTo>
                    <a:pt x="7356157" y="38100"/>
                  </a:moveTo>
                  <a:lnTo>
                    <a:pt x="7327582" y="38100"/>
                  </a:lnTo>
                  <a:lnTo>
                    <a:pt x="7327582" y="66675"/>
                  </a:lnTo>
                  <a:lnTo>
                    <a:pt x="7356157" y="66675"/>
                  </a:lnTo>
                  <a:lnTo>
                    <a:pt x="7356157" y="38100"/>
                  </a:lnTo>
                  <a:close/>
                </a:path>
                <a:path w="11901170" h="1918335">
                  <a:moveTo>
                    <a:pt x="7379652" y="1889760"/>
                  </a:moveTo>
                  <a:lnTo>
                    <a:pt x="7351077" y="1889760"/>
                  </a:lnTo>
                  <a:lnTo>
                    <a:pt x="7351077" y="1918335"/>
                  </a:lnTo>
                  <a:lnTo>
                    <a:pt x="7379652" y="1918335"/>
                  </a:lnTo>
                  <a:lnTo>
                    <a:pt x="7379652" y="1889760"/>
                  </a:lnTo>
                  <a:close/>
                </a:path>
                <a:path w="11901170" h="1918335">
                  <a:moveTo>
                    <a:pt x="7413307" y="38100"/>
                  </a:moveTo>
                  <a:lnTo>
                    <a:pt x="7384732" y="38100"/>
                  </a:lnTo>
                  <a:lnTo>
                    <a:pt x="7384732" y="66675"/>
                  </a:lnTo>
                  <a:lnTo>
                    <a:pt x="7413307" y="66675"/>
                  </a:lnTo>
                  <a:lnTo>
                    <a:pt x="7413307" y="38100"/>
                  </a:lnTo>
                  <a:close/>
                </a:path>
                <a:path w="11901170" h="1918335">
                  <a:moveTo>
                    <a:pt x="7436802" y="1889760"/>
                  </a:moveTo>
                  <a:lnTo>
                    <a:pt x="7408227" y="1889760"/>
                  </a:lnTo>
                  <a:lnTo>
                    <a:pt x="7408227" y="1918335"/>
                  </a:lnTo>
                  <a:lnTo>
                    <a:pt x="7436802" y="1918335"/>
                  </a:lnTo>
                  <a:lnTo>
                    <a:pt x="7436802" y="1889760"/>
                  </a:lnTo>
                  <a:close/>
                </a:path>
                <a:path w="11901170" h="1918335">
                  <a:moveTo>
                    <a:pt x="7470457" y="38100"/>
                  </a:moveTo>
                  <a:lnTo>
                    <a:pt x="7441882" y="38100"/>
                  </a:lnTo>
                  <a:lnTo>
                    <a:pt x="7441882" y="66675"/>
                  </a:lnTo>
                  <a:lnTo>
                    <a:pt x="7470457" y="66675"/>
                  </a:lnTo>
                  <a:lnTo>
                    <a:pt x="7470457" y="38100"/>
                  </a:lnTo>
                  <a:close/>
                </a:path>
                <a:path w="11901170" h="1918335">
                  <a:moveTo>
                    <a:pt x="7493952" y="1889760"/>
                  </a:moveTo>
                  <a:lnTo>
                    <a:pt x="7465377" y="1889760"/>
                  </a:lnTo>
                  <a:lnTo>
                    <a:pt x="7465377" y="1918335"/>
                  </a:lnTo>
                  <a:lnTo>
                    <a:pt x="7493952" y="1918335"/>
                  </a:lnTo>
                  <a:lnTo>
                    <a:pt x="7493952" y="1889760"/>
                  </a:lnTo>
                  <a:close/>
                </a:path>
                <a:path w="11901170" h="1918335">
                  <a:moveTo>
                    <a:pt x="7527607" y="38100"/>
                  </a:moveTo>
                  <a:lnTo>
                    <a:pt x="7499032" y="38100"/>
                  </a:lnTo>
                  <a:lnTo>
                    <a:pt x="7499032" y="66675"/>
                  </a:lnTo>
                  <a:lnTo>
                    <a:pt x="7527607" y="66675"/>
                  </a:lnTo>
                  <a:lnTo>
                    <a:pt x="7527607" y="38100"/>
                  </a:lnTo>
                  <a:close/>
                </a:path>
                <a:path w="11901170" h="1918335">
                  <a:moveTo>
                    <a:pt x="7551102" y="1889760"/>
                  </a:moveTo>
                  <a:lnTo>
                    <a:pt x="7522527" y="1889760"/>
                  </a:lnTo>
                  <a:lnTo>
                    <a:pt x="7522527" y="1918335"/>
                  </a:lnTo>
                  <a:lnTo>
                    <a:pt x="7551102" y="1918335"/>
                  </a:lnTo>
                  <a:lnTo>
                    <a:pt x="7551102" y="1889760"/>
                  </a:lnTo>
                  <a:close/>
                </a:path>
                <a:path w="11901170" h="1918335">
                  <a:moveTo>
                    <a:pt x="7584757" y="38100"/>
                  </a:moveTo>
                  <a:lnTo>
                    <a:pt x="7556182" y="38100"/>
                  </a:lnTo>
                  <a:lnTo>
                    <a:pt x="7556182" y="66675"/>
                  </a:lnTo>
                  <a:lnTo>
                    <a:pt x="7584757" y="66675"/>
                  </a:lnTo>
                  <a:lnTo>
                    <a:pt x="7584757" y="38100"/>
                  </a:lnTo>
                  <a:close/>
                </a:path>
                <a:path w="11901170" h="1918335">
                  <a:moveTo>
                    <a:pt x="7608252" y="1889760"/>
                  </a:moveTo>
                  <a:lnTo>
                    <a:pt x="7579677" y="1889760"/>
                  </a:lnTo>
                  <a:lnTo>
                    <a:pt x="7579677" y="1918335"/>
                  </a:lnTo>
                  <a:lnTo>
                    <a:pt x="7608252" y="1918335"/>
                  </a:lnTo>
                  <a:lnTo>
                    <a:pt x="7608252" y="1889760"/>
                  </a:lnTo>
                  <a:close/>
                </a:path>
                <a:path w="11901170" h="1918335">
                  <a:moveTo>
                    <a:pt x="7641907" y="38100"/>
                  </a:moveTo>
                  <a:lnTo>
                    <a:pt x="7613332" y="38100"/>
                  </a:lnTo>
                  <a:lnTo>
                    <a:pt x="7613332" y="66675"/>
                  </a:lnTo>
                  <a:lnTo>
                    <a:pt x="7641907" y="66675"/>
                  </a:lnTo>
                  <a:lnTo>
                    <a:pt x="7641907" y="38100"/>
                  </a:lnTo>
                  <a:close/>
                </a:path>
                <a:path w="11901170" h="1918335">
                  <a:moveTo>
                    <a:pt x="7665402" y="1889760"/>
                  </a:moveTo>
                  <a:lnTo>
                    <a:pt x="7636827" y="1889760"/>
                  </a:lnTo>
                  <a:lnTo>
                    <a:pt x="7636827" y="1918335"/>
                  </a:lnTo>
                  <a:lnTo>
                    <a:pt x="7665402" y="1918335"/>
                  </a:lnTo>
                  <a:lnTo>
                    <a:pt x="7665402" y="1889760"/>
                  </a:lnTo>
                  <a:close/>
                </a:path>
                <a:path w="11901170" h="1918335">
                  <a:moveTo>
                    <a:pt x="7699057" y="38100"/>
                  </a:moveTo>
                  <a:lnTo>
                    <a:pt x="7670482" y="38100"/>
                  </a:lnTo>
                  <a:lnTo>
                    <a:pt x="7670482" y="66675"/>
                  </a:lnTo>
                  <a:lnTo>
                    <a:pt x="7699057" y="66675"/>
                  </a:lnTo>
                  <a:lnTo>
                    <a:pt x="7699057" y="38100"/>
                  </a:lnTo>
                  <a:close/>
                </a:path>
                <a:path w="11901170" h="1918335">
                  <a:moveTo>
                    <a:pt x="7722552" y="1889760"/>
                  </a:moveTo>
                  <a:lnTo>
                    <a:pt x="7693977" y="1889760"/>
                  </a:lnTo>
                  <a:lnTo>
                    <a:pt x="7693977" y="1918335"/>
                  </a:lnTo>
                  <a:lnTo>
                    <a:pt x="7722552" y="1918335"/>
                  </a:lnTo>
                  <a:lnTo>
                    <a:pt x="7722552" y="1889760"/>
                  </a:lnTo>
                  <a:close/>
                </a:path>
                <a:path w="11901170" h="1918335">
                  <a:moveTo>
                    <a:pt x="7756207" y="38100"/>
                  </a:moveTo>
                  <a:lnTo>
                    <a:pt x="7727632" y="38100"/>
                  </a:lnTo>
                  <a:lnTo>
                    <a:pt x="7727632" y="66675"/>
                  </a:lnTo>
                  <a:lnTo>
                    <a:pt x="7756207" y="66675"/>
                  </a:lnTo>
                  <a:lnTo>
                    <a:pt x="7756207" y="38100"/>
                  </a:lnTo>
                  <a:close/>
                </a:path>
                <a:path w="11901170" h="1918335">
                  <a:moveTo>
                    <a:pt x="7779702" y="1889760"/>
                  </a:moveTo>
                  <a:lnTo>
                    <a:pt x="7751127" y="1889760"/>
                  </a:lnTo>
                  <a:lnTo>
                    <a:pt x="7751127" y="1918335"/>
                  </a:lnTo>
                  <a:lnTo>
                    <a:pt x="7779702" y="1918335"/>
                  </a:lnTo>
                  <a:lnTo>
                    <a:pt x="7779702" y="1889760"/>
                  </a:lnTo>
                  <a:close/>
                </a:path>
                <a:path w="11901170" h="1918335">
                  <a:moveTo>
                    <a:pt x="7813357" y="38100"/>
                  </a:moveTo>
                  <a:lnTo>
                    <a:pt x="7784782" y="38100"/>
                  </a:lnTo>
                  <a:lnTo>
                    <a:pt x="7784782" y="66675"/>
                  </a:lnTo>
                  <a:lnTo>
                    <a:pt x="7813357" y="66675"/>
                  </a:lnTo>
                  <a:lnTo>
                    <a:pt x="7813357" y="38100"/>
                  </a:lnTo>
                  <a:close/>
                </a:path>
                <a:path w="11901170" h="1918335">
                  <a:moveTo>
                    <a:pt x="7836852" y="1889760"/>
                  </a:moveTo>
                  <a:lnTo>
                    <a:pt x="7808277" y="1889760"/>
                  </a:lnTo>
                  <a:lnTo>
                    <a:pt x="7808277" y="1918335"/>
                  </a:lnTo>
                  <a:lnTo>
                    <a:pt x="7836852" y="1918335"/>
                  </a:lnTo>
                  <a:lnTo>
                    <a:pt x="7836852" y="1889760"/>
                  </a:lnTo>
                  <a:close/>
                </a:path>
                <a:path w="11901170" h="1918335">
                  <a:moveTo>
                    <a:pt x="7870507" y="38100"/>
                  </a:moveTo>
                  <a:lnTo>
                    <a:pt x="7841932" y="38100"/>
                  </a:lnTo>
                  <a:lnTo>
                    <a:pt x="7841932" y="66675"/>
                  </a:lnTo>
                  <a:lnTo>
                    <a:pt x="7870507" y="66675"/>
                  </a:lnTo>
                  <a:lnTo>
                    <a:pt x="7870507" y="38100"/>
                  </a:lnTo>
                  <a:close/>
                </a:path>
                <a:path w="11901170" h="1918335">
                  <a:moveTo>
                    <a:pt x="7894002" y="1889760"/>
                  </a:moveTo>
                  <a:lnTo>
                    <a:pt x="7865427" y="1889760"/>
                  </a:lnTo>
                  <a:lnTo>
                    <a:pt x="7865427" y="1918335"/>
                  </a:lnTo>
                  <a:lnTo>
                    <a:pt x="7894002" y="1918335"/>
                  </a:lnTo>
                  <a:lnTo>
                    <a:pt x="7894002" y="1889760"/>
                  </a:lnTo>
                  <a:close/>
                </a:path>
                <a:path w="11901170" h="1918335">
                  <a:moveTo>
                    <a:pt x="7927975" y="1866582"/>
                  </a:moveTo>
                  <a:lnTo>
                    <a:pt x="7899400" y="1866582"/>
                  </a:lnTo>
                  <a:lnTo>
                    <a:pt x="7899400" y="1895157"/>
                  </a:lnTo>
                  <a:lnTo>
                    <a:pt x="7927975" y="1895157"/>
                  </a:lnTo>
                  <a:lnTo>
                    <a:pt x="7927975" y="1866582"/>
                  </a:lnTo>
                  <a:close/>
                </a:path>
                <a:path w="11901170" h="1918335">
                  <a:moveTo>
                    <a:pt x="7927975" y="1809432"/>
                  </a:moveTo>
                  <a:lnTo>
                    <a:pt x="7899400" y="1809432"/>
                  </a:lnTo>
                  <a:lnTo>
                    <a:pt x="7899400" y="1838007"/>
                  </a:lnTo>
                  <a:lnTo>
                    <a:pt x="7927975" y="1838007"/>
                  </a:lnTo>
                  <a:lnTo>
                    <a:pt x="7927975" y="1809432"/>
                  </a:lnTo>
                  <a:close/>
                </a:path>
                <a:path w="11901170" h="1918335">
                  <a:moveTo>
                    <a:pt x="7927975" y="1752282"/>
                  </a:moveTo>
                  <a:lnTo>
                    <a:pt x="7899400" y="1752282"/>
                  </a:lnTo>
                  <a:lnTo>
                    <a:pt x="7899400" y="1780857"/>
                  </a:lnTo>
                  <a:lnTo>
                    <a:pt x="7927975" y="1780857"/>
                  </a:lnTo>
                  <a:lnTo>
                    <a:pt x="7927975" y="1752282"/>
                  </a:lnTo>
                  <a:close/>
                </a:path>
                <a:path w="11901170" h="1918335">
                  <a:moveTo>
                    <a:pt x="7927975" y="1695132"/>
                  </a:moveTo>
                  <a:lnTo>
                    <a:pt x="7899400" y="1695132"/>
                  </a:lnTo>
                  <a:lnTo>
                    <a:pt x="7899400" y="1723707"/>
                  </a:lnTo>
                  <a:lnTo>
                    <a:pt x="7927975" y="1723707"/>
                  </a:lnTo>
                  <a:lnTo>
                    <a:pt x="7927975" y="1695132"/>
                  </a:lnTo>
                  <a:close/>
                </a:path>
                <a:path w="11901170" h="1918335">
                  <a:moveTo>
                    <a:pt x="7927975" y="1637982"/>
                  </a:moveTo>
                  <a:lnTo>
                    <a:pt x="7899400" y="1637982"/>
                  </a:lnTo>
                  <a:lnTo>
                    <a:pt x="7899400" y="1666557"/>
                  </a:lnTo>
                  <a:lnTo>
                    <a:pt x="7927975" y="1666557"/>
                  </a:lnTo>
                  <a:lnTo>
                    <a:pt x="7927975" y="1637982"/>
                  </a:lnTo>
                  <a:close/>
                </a:path>
                <a:path w="11901170" h="1918335">
                  <a:moveTo>
                    <a:pt x="7927975" y="1580832"/>
                  </a:moveTo>
                  <a:lnTo>
                    <a:pt x="7899400" y="1580832"/>
                  </a:lnTo>
                  <a:lnTo>
                    <a:pt x="7899400" y="1609407"/>
                  </a:lnTo>
                  <a:lnTo>
                    <a:pt x="7927975" y="1609407"/>
                  </a:lnTo>
                  <a:lnTo>
                    <a:pt x="7927975" y="1580832"/>
                  </a:lnTo>
                  <a:close/>
                </a:path>
                <a:path w="11901170" h="1918335">
                  <a:moveTo>
                    <a:pt x="7927975" y="1523682"/>
                  </a:moveTo>
                  <a:lnTo>
                    <a:pt x="7899400" y="1523682"/>
                  </a:lnTo>
                  <a:lnTo>
                    <a:pt x="7899400" y="1552257"/>
                  </a:lnTo>
                  <a:lnTo>
                    <a:pt x="7927975" y="1552257"/>
                  </a:lnTo>
                  <a:lnTo>
                    <a:pt x="7927975" y="1523682"/>
                  </a:lnTo>
                  <a:close/>
                </a:path>
                <a:path w="11901170" h="1918335">
                  <a:moveTo>
                    <a:pt x="7927975" y="1466532"/>
                  </a:moveTo>
                  <a:lnTo>
                    <a:pt x="7899400" y="1466532"/>
                  </a:lnTo>
                  <a:lnTo>
                    <a:pt x="7899400" y="1495107"/>
                  </a:lnTo>
                  <a:lnTo>
                    <a:pt x="7927975" y="1495107"/>
                  </a:lnTo>
                  <a:lnTo>
                    <a:pt x="7927975" y="1466532"/>
                  </a:lnTo>
                  <a:close/>
                </a:path>
                <a:path w="11901170" h="1918335">
                  <a:moveTo>
                    <a:pt x="7927975" y="1409382"/>
                  </a:moveTo>
                  <a:lnTo>
                    <a:pt x="7899400" y="1409382"/>
                  </a:lnTo>
                  <a:lnTo>
                    <a:pt x="7899400" y="1437957"/>
                  </a:lnTo>
                  <a:lnTo>
                    <a:pt x="7927975" y="1437957"/>
                  </a:lnTo>
                  <a:lnTo>
                    <a:pt x="7927975" y="1409382"/>
                  </a:lnTo>
                  <a:close/>
                </a:path>
                <a:path w="11901170" h="1918335">
                  <a:moveTo>
                    <a:pt x="7927975" y="1352232"/>
                  </a:moveTo>
                  <a:lnTo>
                    <a:pt x="7899400" y="1352232"/>
                  </a:lnTo>
                  <a:lnTo>
                    <a:pt x="7899400" y="1380807"/>
                  </a:lnTo>
                  <a:lnTo>
                    <a:pt x="7927975" y="1380807"/>
                  </a:lnTo>
                  <a:lnTo>
                    <a:pt x="7927975" y="1352232"/>
                  </a:lnTo>
                  <a:close/>
                </a:path>
                <a:path w="11901170" h="1918335">
                  <a:moveTo>
                    <a:pt x="7927975" y="1295082"/>
                  </a:moveTo>
                  <a:lnTo>
                    <a:pt x="7899400" y="1295082"/>
                  </a:lnTo>
                  <a:lnTo>
                    <a:pt x="7899400" y="1323657"/>
                  </a:lnTo>
                  <a:lnTo>
                    <a:pt x="7927975" y="1323657"/>
                  </a:lnTo>
                  <a:lnTo>
                    <a:pt x="7927975" y="1295082"/>
                  </a:lnTo>
                  <a:close/>
                </a:path>
                <a:path w="11901170" h="1918335">
                  <a:moveTo>
                    <a:pt x="7927975" y="1237932"/>
                  </a:moveTo>
                  <a:lnTo>
                    <a:pt x="7899400" y="1237932"/>
                  </a:lnTo>
                  <a:lnTo>
                    <a:pt x="7899400" y="1266507"/>
                  </a:lnTo>
                  <a:lnTo>
                    <a:pt x="7927975" y="1266507"/>
                  </a:lnTo>
                  <a:lnTo>
                    <a:pt x="7927975" y="1237932"/>
                  </a:lnTo>
                  <a:close/>
                </a:path>
                <a:path w="11901170" h="1918335">
                  <a:moveTo>
                    <a:pt x="7927975" y="1180782"/>
                  </a:moveTo>
                  <a:lnTo>
                    <a:pt x="7899400" y="1180782"/>
                  </a:lnTo>
                  <a:lnTo>
                    <a:pt x="7899400" y="1209357"/>
                  </a:lnTo>
                  <a:lnTo>
                    <a:pt x="7927975" y="1209357"/>
                  </a:lnTo>
                  <a:lnTo>
                    <a:pt x="7927975" y="1180782"/>
                  </a:lnTo>
                  <a:close/>
                </a:path>
                <a:path w="11901170" h="1918335">
                  <a:moveTo>
                    <a:pt x="7927975" y="1123632"/>
                  </a:moveTo>
                  <a:lnTo>
                    <a:pt x="7899400" y="1123632"/>
                  </a:lnTo>
                  <a:lnTo>
                    <a:pt x="7899400" y="1152207"/>
                  </a:lnTo>
                  <a:lnTo>
                    <a:pt x="7927975" y="1152207"/>
                  </a:lnTo>
                  <a:lnTo>
                    <a:pt x="7927975" y="1123632"/>
                  </a:lnTo>
                  <a:close/>
                </a:path>
                <a:path w="11901170" h="1918335">
                  <a:moveTo>
                    <a:pt x="7927975" y="1066482"/>
                  </a:moveTo>
                  <a:lnTo>
                    <a:pt x="7899400" y="1066482"/>
                  </a:lnTo>
                  <a:lnTo>
                    <a:pt x="7899400" y="1095057"/>
                  </a:lnTo>
                  <a:lnTo>
                    <a:pt x="7927975" y="1095057"/>
                  </a:lnTo>
                  <a:lnTo>
                    <a:pt x="7927975" y="1066482"/>
                  </a:lnTo>
                  <a:close/>
                </a:path>
                <a:path w="11901170" h="1918335">
                  <a:moveTo>
                    <a:pt x="7927975" y="1009332"/>
                  </a:moveTo>
                  <a:lnTo>
                    <a:pt x="7899400" y="1009332"/>
                  </a:lnTo>
                  <a:lnTo>
                    <a:pt x="7899400" y="1037907"/>
                  </a:lnTo>
                  <a:lnTo>
                    <a:pt x="7927975" y="1037907"/>
                  </a:lnTo>
                  <a:lnTo>
                    <a:pt x="7927975" y="1009332"/>
                  </a:lnTo>
                  <a:close/>
                </a:path>
                <a:path w="11901170" h="1918335">
                  <a:moveTo>
                    <a:pt x="7927975" y="952182"/>
                  </a:moveTo>
                  <a:lnTo>
                    <a:pt x="7899400" y="952182"/>
                  </a:lnTo>
                  <a:lnTo>
                    <a:pt x="7899400" y="980757"/>
                  </a:lnTo>
                  <a:lnTo>
                    <a:pt x="7927975" y="980757"/>
                  </a:lnTo>
                  <a:lnTo>
                    <a:pt x="7927975" y="952182"/>
                  </a:lnTo>
                  <a:close/>
                </a:path>
                <a:path w="11901170" h="1918335">
                  <a:moveTo>
                    <a:pt x="7927975" y="895032"/>
                  </a:moveTo>
                  <a:lnTo>
                    <a:pt x="7899400" y="895032"/>
                  </a:lnTo>
                  <a:lnTo>
                    <a:pt x="7899400" y="923607"/>
                  </a:lnTo>
                  <a:lnTo>
                    <a:pt x="7927975" y="923607"/>
                  </a:lnTo>
                  <a:lnTo>
                    <a:pt x="7927975" y="895032"/>
                  </a:lnTo>
                  <a:close/>
                </a:path>
                <a:path w="11901170" h="1918335">
                  <a:moveTo>
                    <a:pt x="7927975" y="837882"/>
                  </a:moveTo>
                  <a:lnTo>
                    <a:pt x="7899400" y="837882"/>
                  </a:lnTo>
                  <a:lnTo>
                    <a:pt x="7899400" y="866457"/>
                  </a:lnTo>
                  <a:lnTo>
                    <a:pt x="7927975" y="866457"/>
                  </a:lnTo>
                  <a:lnTo>
                    <a:pt x="7927975" y="837882"/>
                  </a:lnTo>
                  <a:close/>
                </a:path>
                <a:path w="11901170" h="1918335">
                  <a:moveTo>
                    <a:pt x="7927975" y="780732"/>
                  </a:moveTo>
                  <a:lnTo>
                    <a:pt x="7899400" y="780732"/>
                  </a:lnTo>
                  <a:lnTo>
                    <a:pt x="7899400" y="809307"/>
                  </a:lnTo>
                  <a:lnTo>
                    <a:pt x="7927975" y="809307"/>
                  </a:lnTo>
                  <a:lnTo>
                    <a:pt x="7927975" y="780732"/>
                  </a:lnTo>
                  <a:close/>
                </a:path>
                <a:path w="11901170" h="1918335">
                  <a:moveTo>
                    <a:pt x="7927975" y="723582"/>
                  </a:moveTo>
                  <a:lnTo>
                    <a:pt x="7899400" y="723582"/>
                  </a:lnTo>
                  <a:lnTo>
                    <a:pt x="7899400" y="752157"/>
                  </a:lnTo>
                  <a:lnTo>
                    <a:pt x="7927975" y="752157"/>
                  </a:lnTo>
                  <a:lnTo>
                    <a:pt x="7927975" y="723582"/>
                  </a:lnTo>
                  <a:close/>
                </a:path>
                <a:path w="11901170" h="1918335">
                  <a:moveTo>
                    <a:pt x="7927975" y="666432"/>
                  </a:moveTo>
                  <a:lnTo>
                    <a:pt x="7899400" y="666432"/>
                  </a:lnTo>
                  <a:lnTo>
                    <a:pt x="7899400" y="695007"/>
                  </a:lnTo>
                  <a:lnTo>
                    <a:pt x="7927975" y="695007"/>
                  </a:lnTo>
                  <a:lnTo>
                    <a:pt x="7927975" y="666432"/>
                  </a:lnTo>
                  <a:close/>
                </a:path>
                <a:path w="11901170" h="1918335">
                  <a:moveTo>
                    <a:pt x="7927975" y="609282"/>
                  </a:moveTo>
                  <a:lnTo>
                    <a:pt x="7899400" y="609282"/>
                  </a:lnTo>
                  <a:lnTo>
                    <a:pt x="7899400" y="637857"/>
                  </a:lnTo>
                  <a:lnTo>
                    <a:pt x="7927975" y="637857"/>
                  </a:lnTo>
                  <a:lnTo>
                    <a:pt x="7927975" y="609282"/>
                  </a:lnTo>
                  <a:close/>
                </a:path>
                <a:path w="11901170" h="1918335">
                  <a:moveTo>
                    <a:pt x="7927975" y="552132"/>
                  </a:moveTo>
                  <a:lnTo>
                    <a:pt x="7899400" y="552132"/>
                  </a:lnTo>
                  <a:lnTo>
                    <a:pt x="7899400" y="580707"/>
                  </a:lnTo>
                  <a:lnTo>
                    <a:pt x="7927975" y="580707"/>
                  </a:lnTo>
                  <a:lnTo>
                    <a:pt x="7927975" y="552132"/>
                  </a:lnTo>
                  <a:close/>
                </a:path>
                <a:path w="11901170" h="1918335">
                  <a:moveTo>
                    <a:pt x="7927975" y="494982"/>
                  </a:moveTo>
                  <a:lnTo>
                    <a:pt x="7899400" y="494982"/>
                  </a:lnTo>
                  <a:lnTo>
                    <a:pt x="7899400" y="523557"/>
                  </a:lnTo>
                  <a:lnTo>
                    <a:pt x="7927975" y="523557"/>
                  </a:lnTo>
                  <a:lnTo>
                    <a:pt x="7927975" y="494982"/>
                  </a:lnTo>
                  <a:close/>
                </a:path>
                <a:path w="11901170" h="1918335">
                  <a:moveTo>
                    <a:pt x="7927975" y="437832"/>
                  </a:moveTo>
                  <a:lnTo>
                    <a:pt x="7899400" y="437832"/>
                  </a:lnTo>
                  <a:lnTo>
                    <a:pt x="7899400" y="466407"/>
                  </a:lnTo>
                  <a:lnTo>
                    <a:pt x="7927975" y="466407"/>
                  </a:lnTo>
                  <a:lnTo>
                    <a:pt x="7927975" y="437832"/>
                  </a:lnTo>
                  <a:close/>
                </a:path>
                <a:path w="11901170" h="1918335">
                  <a:moveTo>
                    <a:pt x="7927975" y="380682"/>
                  </a:moveTo>
                  <a:lnTo>
                    <a:pt x="7899400" y="380682"/>
                  </a:lnTo>
                  <a:lnTo>
                    <a:pt x="7899400" y="409257"/>
                  </a:lnTo>
                  <a:lnTo>
                    <a:pt x="7927975" y="409257"/>
                  </a:lnTo>
                  <a:lnTo>
                    <a:pt x="7927975" y="380682"/>
                  </a:lnTo>
                  <a:close/>
                </a:path>
                <a:path w="11901170" h="1918335">
                  <a:moveTo>
                    <a:pt x="7927975" y="323532"/>
                  </a:moveTo>
                  <a:lnTo>
                    <a:pt x="7899400" y="323532"/>
                  </a:lnTo>
                  <a:lnTo>
                    <a:pt x="7899400" y="352107"/>
                  </a:lnTo>
                  <a:lnTo>
                    <a:pt x="7927975" y="352107"/>
                  </a:lnTo>
                  <a:lnTo>
                    <a:pt x="7927975" y="323532"/>
                  </a:lnTo>
                  <a:close/>
                </a:path>
                <a:path w="11901170" h="1918335">
                  <a:moveTo>
                    <a:pt x="7927975" y="266382"/>
                  </a:moveTo>
                  <a:lnTo>
                    <a:pt x="7899400" y="266382"/>
                  </a:lnTo>
                  <a:lnTo>
                    <a:pt x="7899400" y="294957"/>
                  </a:lnTo>
                  <a:lnTo>
                    <a:pt x="7927975" y="294957"/>
                  </a:lnTo>
                  <a:lnTo>
                    <a:pt x="7927975" y="266382"/>
                  </a:lnTo>
                  <a:close/>
                </a:path>
                <a:path w="11901170" h="1918335">
                  <a:moveTo>
                    <a:pt x="7927975" y="209232"/>
                  </a:moveTo>
                  <a:lnTo>
                    <a:pt x="7899400" y="209232"/>
                  </a:lnTo>
                  <a:lnTo>
                    <a:pt x="7899400" y="237807"/>
                  </a:lnTo>
                  <a:lnTo>
                    <a:pt x="7927975" y="237807"/>
                  </a:lnTo>
                  <a:lnTo>
                    <a:pt x="7927975" y="209232"/>
                  </a:lnTo>
                  <a:close/>
                </a:path>
                <a:path w="11901170" h="1918335">
                  <a:moveTo>
                    <a:pt x="7927975" y="152082"/>
                  </a:moveTo>
                  <a:lnTo>
                    <a:pt x="7899400" y="152082"/>
                  </a:lnTo>
                  <a:lnTo>
                    <a:pt x="7899400" y="180657"/>
                  </a:lnTo>
                  <a:lnTo>
                    <a:pt x="7927975" y="180657"/>
                  </a:lnTo>
                  <a:lnTo>
                    <a:pt x="7927975" y="152082"/>
                  </a:lnTo>
                  <a:close/>
                </a:path>
                <a:path w="11901170" h="1918335">
                  <a:moveTo>
                    <a:pt x="7927975" y="94932"/>
                  </a:moveTo>
                  <a:lnTo>
                    <a:pt x="7899400" y="94932"/>
                  </a:lnTo>
                  <a:lnTo>
                    <a:pt x="7899400" y="123507"/>
                  </a:lnTo>
                  <a:lnTo>
                    <a:pt x="7927975" y="123507"/>
                  </a:lnTo>
                  <a:lnTo>
                    <a:pt x="7927975" y="94932"/>
                  </a:lnTo>
                  <a:close/>
                </a:path>
                <a:path w="11901170" h="1918335">
                  <a:moveTo>
                    <a:pt x="7927975" y="38100"/>
                  </a:moveTo>
                  <a:lnTo>
                    <a:pt x="7899082" y="38100"/>
                  </a:lnTo>
                  <a:lnTo>
                    <a:pt x="7899082" y="66675"/>
                  </a:lnTo>
                  <a:lnTo>
                    <a:pt x="7899400" y="66675"/>
                  </a:lnTo>
                  <a:lnTo>
                    <a:pt x="7913687" y="66675"/>
                  </a:lnTo>
                  <a:lnTo>
                    <a:pt x="7913370" y="66357"/>
                  </a:lnTo>
                  <a:lnTo>
                    <a:pt x="7927975" y="66357"/>
                  </a:lnTo>
                  <a:lnTo>
                    <a:pt x="7927975" y="52387"/>
                  </a:lnTo>
                  <a:lnTo>
                    <a:pt x="7927975" y="38100"/>
                  </a:lnTo>
                  <a:close/>
                </a:path>
                <a:path w="11901170" h="1918335">
                  <a:moveTo>
                    <a:pt x="8185785" y="1867852"/>
                  </a:moveTo>
                  <a:lnTo>
                    <a:pt x="8157210" y="1867852"/>
                  </a:lnTo>
                  <a:lnTo>
                    <a:pt x="8157210" y="1896427"/>
                  </a:lnTo>
                  <a:lnTo>
                    <a:pt x="8185785" y="1896427"/>
                  </a:lnTo>
                  <a:lnTo>
                    <a:pt x="8185785" y="1867852"/>
                  </a:lnTo>
                  <a:close/>
                </a:path>
                <a:path w="11901170" h="1918335">
                  <a:moveTo>
                    <a:pt x="8185785" y="1810702"/>
                  </a:moveTo>
                  <a:lnTo>
                    <a:pt x="8157210" y="1810702"/>
                  </a:lnTo>
                  <a:lnTo>
                    <a:pt x="8157210" y="1839277"/>
                  </a:lnTo>
                  <a:lnTo>
                    <a:pt x="8185785" y="1839277"/>
                  </a:lnTo>
                  <a:lnTo>
                    <a:pt x="8185785" y="1810702"/>
                  </a:lnTo>
                  <a:close/>
                </a:path>
                <a:path w="11901170" h="1918335">
                  <a:moveTo>
                    <a:pt x="8185785" y="1753552"/>
                  </a:moveTo>
                  <a:lnTo>
                    <a:pt x="8157210" y="1753552"/>
                  </a:lnTo>
                  <a:lnTo>
                    <a:pt x="8157210" y="1782127"/>
                  </a:lnTo>
                  <a:lnTo>
                    <a:pt x="8185785" y="1782127"/>
                  </a:lnTo>
                  <a:lnTo>
                    <a:pt x="8185785" y="1753552"/>
                  </a:lnTo>
                  <a:close/>
                </a:path>
                <a:path w="11901170" h="1918335">
                  <a:moveTo>
                    <a:pt x="8185785" y="1696402"/>
                  </a:moveTo>
                  <a:lnTo>
                    <a:pt x="8157210" y="1696402"/>
                  </a:lnTo>
                  <a:lnTo>
                    <a:pt x="8157210" y="1724977"/>
                  </a:lnTo>
                  <a:lnTo>
                    <a:pt x="8185785" y="1724977"/>
                  </a:lnTo>
                  <a:lnTo>
                    <a:pt x="8185785" y="1696402"/>
                  </a:lnTo>
                  <a:close/>
                </a:path>
                <a:path w="11901170" h="1918335">
                  <a:moveTo>
                    <a:pt x="8185785" y="1639252"/>
                  </a:moveTo>
                  <a:lnTo>
                    <a:pt x="8157210" y="1639252"/>
                  </a:lnTo>
                  <a:lnTo>
                    <a:pt x="8157210" y="1667827"/>
                  </a:lnTo>
                  <a:lnTo>
                    <a:pt x="8185785" y="1667827"/>
                  </a:lnTo>
                  <a:lnTo>
                    <a:pt x="8185785" y="1639252"/>
                  </a:lnTo>
                  <a:close/>
                </a:path>
                <a:path w="11901170" h="1918335">
                  <a:moveTo>
                    <a:pt x="8185785" y="1582102"/>
                  </a:moveTo>
                  <a:lnTo>
                    <a:pt x="8157210" y="1582102"/>
                  </a:lnTo>
                  <a:lnTo>
                    <a:pt x="8157210" y="1610677"/>
                  </a:lnTo>
                  <a:lnTo>
                    <a:pt x="8185785" y="1610677"/>
                  </a:lnTo>
                  <a:lnTo>
                    <a:pt x="8185785" y="1582102"/>
                  </a:lnTo>
                  <a:close/>
                </a:path>
                <a:path w="11901170" h="1918335">
                  <a:moveTo>
                    <a:pt x="8185785" y="1524952"/>
                  </a:moveTo>
                  <a:lnTo>
                    <a:pt x="8157210" y="1524952"/>
                  </a:lnTo>
                  <a:lnTo>
                    <a:pt x="8157210" y="1553527"/>
                  </a:lnTo>
                  <a:lnTo>
                    <a:pt x="8185785" y="1553527"/>
                  </a:lnTo>
                  <a:lnTo>
                    <a:pt x="8185785" y="1524952"/>
                  </a:lnTo>
                  <a:close/>
                </a:path>
                <a:path w="11901170" h="1918335">
                  <a:moveTo>
                    <a:pt x="8185785" y="1467802"/>
                  </a:moveTo>
                  <a:lnTo>
                    <a:pt x="8157210" y="1467802"/>
                  </a:lnTo>
                  <a:lnTo>
                    <a:pt x="8157210" y="1496377"/>
                  </a:lnTo>
                  <a:lnTo>
                    <a:pt x="8185785" y="1496377"/>
                  </a:lnTo>
                  <a:lnTo>
                    <a:pt x="8185785" y="1467802"/>
                  </a:lnTo>
                  <a:close/>
                </a:path>
                <a:path w="11901170" h="1918335">
                  <a:moveTo>
                    <a:pt x="8185785" y="1410652"/>
                  </a:moveTo>
                  <a:lnTo>
                    <a:pt x="8157210" y="1410652"/>
                  </a:lnTo>
                  <a:lnTo>
                    <a:pt x="8157210" y="1439227"/>
                  </a:lnTo>
                  <a:lnTo>
                    <a:pt x="8185785" y="1439227"/>
                  </a:lnTo>
                  <a:lnTo>
                    <a:pt x="8185785" y="1410652"/>
                  </a:lnTo>
                  <a:close/>
                </a:path>
                <a:path w="11901170" h="1918335">
                  <a:moveTo>
                    <a:pt x="8185785" y="1353502"/>
                  </a:moveTo>
                  <a:lnTo>
                    <a:pt x="8157210" y="1353502"/>
                  </a:lnTo>
                  <a:lnTo>
                    <a:pt x="8157210" y="1382077"/>
                  </a:lnTo>
                  <a:lnTo>
                    <a:pt x="8185785" y="1382077"/>
                  </a:lnTo>
                  <a:lnTo>
                    <a:pt x="8185785" y="1353502"/>
                  </a:lnTo>
                  <a:close/>
                </a:path>
                <a:path w="11901170" h="1918335">
                  <a:moveTo>
                    <a:pt x="8185785" y="1296352"/>
                  </a:moveTo>
                  <a:lnTo>
                    <a:pt x="8157210" y="1296352"/>
                  </a:lnTo>
                  <a:lnTo>
                    <a:pt x="8157210" y="1324927"/>
                  </a:lnTo>
                  <a:lnTo>
                    <a:pt x="8185785" y="1324927"/>
                  </a:lnTo>
                  <a:lnTo>
                    <a:pt x="8185785" y="1296352"/>
                  </a:lnTo>
                  <a:close/>
                </a:path>
                <a:path w="11901170" h="1918335">
                  <a:moveTo>
                    <a:pt x="8185785" y="1239202"/>
                  </a:moveTo>
                  <a:lnTo>
                    <a:pt x="8157210" y="1239202"/>
                  </a:lnTo>
                  <a:lnTo>
                    <a:pt x="8157210" y="1267777"/>
                  </a:lnTo>
                  <a:lnTo>
                    <a:pt x="8185785" y="1267777"/>
                  </a:lnTo>
                  <a:lnTo>
                    <a:pt x="8185785" y="1239202"/>
                  </a:lnTo>
                  <a:close/>
                </a:path>
                <a:path w="11901170" h="1918335">
                  <a:moveTo>
                    <a:pt x="8185785" y="1182052"/>
                  </a:moveTo>
                  <a:lnTo>
                    <a:pt x="8157210" y="1182052"/>
                  </a:lnTo>
                  <a:lnTo>
                    <a:pt x="8157210" y="1210627"/>
                  </a:lnTo>
                  <a:lnTo>
                    <a:pt x="8185785" y="1210627"/>
                  </a:lnTo>
                  <a:lnTo>
                    <a:pt x="8185785" y="1182052"/>
                  </a:lnTo>
                  <a:close/>
                </a:path>
                <a:path w="11901170" h="1918335">
                  <a:moveTo>
                    <a:pt x="8185785" y="1124902"/>
                  </a:moveTo>
                  <a:lnTo>
                    <a:pt x="8157210" y="1124902"/>
                  </a:lnTo>
                  <a:lnTo>
                    <a:pt x="8157210" y="1153477"/>
                  </a:lnTo>
                  <a:lnTo>
                    <a:pt x="8185785" y="1153477"/>
                  </a:lnTo>
                  <a:lnTo>
                    <a:pt x="8185785" y="1124902"/>
                  </a:lnTo>
                  <a:close/>
                </a:path>
                <a:path w="11901170" h="1918335">
                  <a:moveTo>
                    <a:pt x="8185785" y="1067752"/>
                  </a:moveTo>
                  <a:lnTo>
                    <a:pt x="8157210" y="1067752"/>
                  </a:lnTo>
                  <a:lnTo>
                    <a:pt x="8157210" y="1096327"/>
                  </a:lnTo>
                  <a:lnTo>
                    <a:pt x="8185785" y="1096327"/>
                  </a:lnTo>
                  <a:lnTo>
                    <a:pt x="8185785" y="1067752"/>
                  </a:lnTo>
                  <a:close/>
                </a:path>
                <a:path w="11901170" h="1918335">
                  <a:moveTo>
                    <a:pt x="8185785" y="1010602"/>
                  </a:moveTo>
                  <a:lnTo>
                    <a:pt x="8157210" y="1010602"/>
                  </a:lnTo>
                  <a:lnTo>
                    <a:pt x="8157210" y="1039177"/>
                  </a:lnTo>
                  <a:lnTo>
                    <a:pt x="8185785" y="1039177"/>
                  </a:lnTo>
                  <a:lnTo>
                    <a:pt x="8185785" y="1010602"/>
                  </a:lnTo>
                  <a:close/>
                </a:path>
                <a:path w="11901170" h="1918335">
                  <a:moveTo>
                    <a:pt x="8185785" y="953452"/>
                  </a:moveTo>
                  <a:lnTo>
                    <a:pt x="8157210" y="953452"/>
                  </a:lnTo>
                  <a:lnTo>
                    <a:pt x="8157210" y="982027"/>
                  </a:lnTo>
                  <a:lnTo>
                    <a:pt x="8185785" y="982027"/>
                  </a:lnTo>
                  <a:lnTo>
                    <a:pt x="8185785" y="953452"/>
                  </a:lnTo>
                  <a:close/>
                </a:path>
                <a:path w="11901170" h="1918335">
                  <a:moveTo>
                    <a:pt x="8185785" y="896302"/>
                  </a:moveTo>
                  <a:lnTo>
                    <a:pt x="8157210" y="896302"/>
                  </a:lnTo>
                  <a:lnTo>
                    <a:pt x="8157210" y="924877"/>
                  </a:lnTo>
                  <a:lnTo>
                    <a:pt x="8185785" y="924877"/>
                  </a:lnTo>
                  <a:lnTo>
                    <a:pt x="8185785" y="896302"/>
                  </a:lnTo>
                  <a:close/>
                </a:path>
                <a:path w="11901170" h="1918335">
                  <a:moveTo>
                    <a:pt x="8185785" y="839152"/>
                  </a:moveTo>
                  <a:lnTo>
                    <a:pt x="8157210" y="839152"/>
                  </a:lnTo>
                  <a:lnTo>
                    <a:pt x="8157210" y="867727"/>
                  </a:lnTo>
                  <a:lnTo>
                    <a:pt x="8185785" y="867727"/>
                  </a:lnTo>
                  <a:lnTo>
                    <a:pt x="8185785" y="839152"/>
                  </a:lnTo>
                  <a:close/>
                </a:path>
                <a:path w="11901170" h="1918335">
                  <a:moveTo>
                    <a:pt x="8185785" y="782002"/>
                  </a:moveTo>
                  <a:lnTo>
                    <a:pt x="8157210" y="782002"/>
                  </a:lnTo>
                  <a:lnTo>
                    <a:pt x="8157210" y="810577"/>
                  </a:lnTo>
                  <a:lnTo>
                    <a:pt x="8185785" y="810577"/>
                  </a:lnTo>
                  <a:lnTo>
                    <a:pt x="8185785" y="782002"/>
                  </a:lnTo>
                  <a:close/>
                </a:path>
                <a:path w="11901170" h="1918335">
                  <a:moveTo>
                    <a:pt x="8185785" y="724852"/>
                  </a:moveTo>
                  <a:lnTo>
                    <a:pt x="8157210" y="724852"/>
                  </a:lnTo>
                  <a:lnTo>
                    <a:pt x="8157210" y="753427"/>
                  </a:lnTo>
                  <a:lnTo>
                    <a:pt x="8185785" y="753427"/>
                  </a:lnTo>
                  <a:lnTo>
                    <a:pt x="8185785" y="724852"/>
                  </a:lnTo>
                  <a:close/>
                </a:path>
                <a:path w="11901170" h="1918335">
                  <a:moveTo>
                    <a:pt x="8185785" y="667702"/>
                  </a:moveTo>
                  <a:lnTo>
                    <a:pt x="8157210" y="667702"/>
                  </a:lnTo>
                  <a:lnTo>
                    <a:pt x="8157210" y="696277"/>
                  </a:lnTo>
                  <a:lnTo>
                    <a:pt x="8185785" y="696277"/>
                  </a:lnTo>
                  <a:lnTo>
                    <a:pt x="8185785" y="667702"/>
                  </a:lnTo>
                  <a:close/>
                </a:path>
                <a:path w="11901170" h="1918335">
                  <a:moveTo>
                    <a:pt x="8185785" y="610552"/>
                  </a:moveTo>
                  <a:lnTo>
                    <a:pt x="8157210" y="610552"/>
                  </a:lnTo>
                  <a:lnTo>
                    <a:pt x="8157210" y="639127"/>
                  </a:lnTo>
                  <a:lnTo>
                    <a:pt x="8185785" y="639127"/>
                  </a:lnTo>
                  <a:lnTo>
                    <a:pt x="8185785" y="610552"/>
                  </a:lnTo>
                  <a:close/>
                </a:path>
                <a:path w="11901170" h="1918335">
                  <a:moveTo>
                    <a:pt x="8185785" y="553402"/>
                  </a:moveTo>
                  <a:lnTo>
                    <a:pt x="8157210" y="553402"/>
                  </a:lnTo>
                  <a:lnTo>
                    <a:pt x="8157210" y="581977"/>
                  </a:lnTo>
                  <a:lnTo>
                    <a:pt x="8185785" y="581977"/>
                  </a:lnTo>
                  <a:lnTo>
                    <a:pt x="8185785" y="553402"/>
                  </a:lnTo>
                  <a:close/>
                </a:path>
                <a:path w="11901170" h="1918335">
                  <a:moveTo>
                    <a:pt x="8185785" y="496252"/>
                  </a:moveTo>
                  <a:lnTo>
                    <a:pt x="8157210" y="496252"/>
                  </a:lnTo>
                  <a:lnTo>
                    <a:pt x="8157210" y="524827"/>
                  </a:lnTo>
                  <a:lnTo>
                    <a:pt x="8185785" y="524827"/>
                  </a:lnTo>
                  <a:lnTo>
                    <a:pt x="8185785" y="496252"/>
                  </a:lnTo>
                  <a:close/>
                </a:path>
                <a:path w="11901170" h="1918335">
                  <a:moveTo>
                    <a:pt x="8185785" y="439102"/>
                  </a:moveTo>
                  <a:lnTo>
                    <a:pt x="8157210" y="439102"/>
                  </a:lnTo>
                  <a:lnTo>
                    <a:pt x="8157210" y="467677"/>
                  </a:lnTo>
                  <a:lnTo>
                    <a:pt x="8185785" y="467677"/>
                  </a:lnTo>
                  <a:lnTo>
                    <a:pt x="8185785" y="439102"/>
                  </a:lnTo>
                  <a:close/>
                </a:path>
                <a:path w="11901170" h="1918335">
                  <a:moveTo>
                    <a:pt x="8185785" y="381952"/>
                  </a:moveTo>
                  <a:lnTo>
                    <a:pt x="8157210" y="381952"/>
                  </a:lnTo>
                  <a:lnTo>
                    <a:pt x="8157210" y="410527"/>
                  </a:lnTo>
                  <a:lnTo>
                    <a:pt x="8185785" y="410527"/>
                  </a:lnTo>
                  <a:lnTo>
                    <a:pt x="8185785" y="381952"/>
                  </a:lnTo>
                  <a:close/>
                </a:path>
                <a:path w="11901170" h="1918335">
                  <a:moveTo>
                    <a:pt x="8185785" y="324802"/>
                  </a:moveTo>
                  <a:lnTo>
                    <a:pt x="8157210" y="324802"/>
                  </a:lnTo>
                  <a:lnTo>
                    <a:pt x="8157210" y="353377"/>
                  </a:lnTo>
                  <a:lnTo>
                    <a:pt x="8185785" y="353377"/>
                  </a:lnTo>
                  <a:lnTo>
                    <a:pt x="8185785" y="324802"/>
                  </a:lnTo>
                  <a:close/>
                </a:path>
                <a:path w="11901170" h="1918335">
                  <a:moveTo>
                    <a:pt x="8185785" y="267652"/>
                  </a:moveTo>
                  <a:lnTo>
                    <a:pt x="8157210" y="267652"/>
                  </a:lnTo>
                  <a:lnTo>
                    <a:pt x="8157210" y="296227"/>
                  </a:lnTo>
                  <a:lnTo>
                    <a:pt x="8185785" y="296227"/>
                  </a:lnTo>
                  <a:lnTo>
                    <a:pt x="8185785" y="267652"/>
                  </a:lnTo>
                  <a:close/>
                </a:path>
                <a:path w="11901170" h="1918335">
                  <a:moveTo>
                    <a:pt x="8185785" y="210502"/>
                  </a:moveTo>
                  <a:lnTo>
                    <a:pt x="8157210" y="210502"/>
                  </a:lnTo>
                  <a:lnTo>
                    <a:pt x="8157210" y="239077"/>
                  </a:lnTo>
                  <a:lnTo>
                    <a:pt x="8185785" y="239077"/>
                  </a:lnTo>
                  <a:lnTo>
                    <a:pt x="8185785" y="210502"/>
                  </a:lnTo>
                  <a:close/>
                </a:path>
                <a:path w="11901170" h="1918335">
                  <a:moveTo>
                    <a:pt x="8185785" y="153352"/>
                  </a:moveTo>
                  <a:lnTo>
                    <a:pt x="8157210" y="153352"/>
                  </a:lnTo>
                  <a:lnTo>
                    <a:pt x="8157210" y="181927"/>
                  </a:lnTo>
                  <a:lnTo>
                    <a:pt x="8185785" y="181927"/>
                  </a:lnTo>
                  <a:lnTo>
                    <a:pt x="8185785" y="153352"/>
                  </a:lnTo>
                  <a:close/>
                </a:path>
                <a:path w="11901170" h="1918335">
                  <a:moveTo>
                    <a:pt x="8185785" y="96202"/>
                  </a:moveTo>
                  <a:lnTo>
                    <a:pt x="8157210" y="96202"/>
                  </a:lnTo>
                  <a:lnTo>
                    <a:pt x="8157210" y="124777"/>
                  </a:lnTo>
                  <a:lnTo>
                    <a:pt x="8185785" y="124777"/>
                  </a:lnTo>
                  <a:lnTo>
                    <a:pt x="8185785" y="96202"/>
                  </a:lnTo>
                  <a:close/>
                </a:path>
                <a:path w="11901170" h="1918335">
                  <a:moveTo>
                    <a:pt x="8185785" y="44767"/>
                  </a:moveTo>
                  <a:lnTo>
                    <a:pt x="8177212" y="53340"/>
                  </a:lnTo>
                  <a:lnTo>
                    <a:pt x="8177212" y="30480"/>
                  </a:lnTo>
                  <a:lnTo>
                    <a:pt x="8157210" y="30480"/>
                  </a:lnTo>
                  <a:lnTo>
                    <a:pt x="8157210" y="67627"/>
                  </a:lnTo>
                  <a:lnTo>
                    <a:pt x="8185785" y="67627"/>
                  </a:lnTo>
                  <a:lnTo>
                    <a:pt x="8185785" y="59055"/>
                  </a:lnTo>
                  <a:lnTo>
                    <a:pt x="8185785" y="44767"/>
                  </a:lnTo>
                  <a:close/>
                </a:path>
                <a:path w="11901170" h="1918335">
                  <a:moveTo>
                    <a:pt x="8218487" y="1882140"/>
                  </a:moveTo>
                  <a:lnTo>
                    <a:pt x="8189912" y="1882140"/>
                  </a:lnTo>
                  <a:lnTo>
                    <a:pt x="8189912" y="1910715"/>
                  </a:lnTo>
                  <a:lnTo>
                    <a:pt x="8218487" y="1910715"/>
                  </a:lnTo>
                  <a:lnTo>
                    <a:pt x="8218487" y="1882140"/>
                  </a:lnTo>
                  <a:close/>
                </a:path>
                <a:path w="11901170" h="1918335">
                  <a:moveTo>
                    <a:pt x="8234362" y="30480"/>
                  </a:moveTo>
                  <a:lnTo>
                    <a:pt x="8205787" y="30480"/>
                  </a:lnTo>
                  <a:lnTo>
                    <a:pt x="8205787" y="59055"/>
                  </a:lnTo>
                  <a:lnTo>
                    <a:pt x="8234362" y="59055"/>
                  </a:lnTo>
                  <a:lnTo>
                    <a:pt x="8234362" y="30480"/>
                  </a:lnTo>
                  <a:close/>
                </a:path>
                <a:path w="11901170" h="1918335">
                  <a:moveTo>
                    <a:pt x="8275637" y="1882140"/>
                  </a:moveTo>
                  <a:lnTo>
                    <a:pt x="8247062" y="1882140"/>
                  </a:lnTo>
                  <a:lnTo>
                    <a:pt x="8247062" y="1910715"/>
                  </a:lnTo>
                  <a:lnTo>
                    <a:pt x="8275637" y="1910715"/>
                  </a:lnTo>
                  <a:lnTo>
                    <a:pt x="8275637" y="1882140"/>
                  </a:lnTo>
                  <a:close/>
                </a:path>
                <a:path w="11901170" h="1918335">
                  <a:moveTo>
                    <a:pt x="8291512" y="30480"/>
                  </a:moveTo>
                  <a:lnTo>
                    <a:pt x="8262937" y="30480"/>
                  </a:lnTo>
                  <a:lnTo>
                    <a:pt x="8262937" y="59055"/>
                  </a:lnTo>
                  <a:lnTo>
                    <a:pt x="8291512" y="59055"/>
                  </a:lnTo>
                  <a:lnTo>
                    <a:pt x="8291512" y="30480"/>
                  </a:lnTo>
                  <a:close/>
                </a:path>
                <a:path w="11901170" h="1918335">
                  <a:moveTo>
                    <a:pt x="8332787" y="1882140"/>
                  </a:moveTo>
                  <a:lnTo>
                    <a:pt x="8304212" y="1882140"/>
                  </a:lnTo>
                  <a:lnTo>
                    <a:pt x="8304212" y="1910715"/>
                  </a:lnTo>
                  <a:lnTo>
                    <a:pt x="8332787" y="1910715"/>
                  </a:lnTo>
                  <a:lnTo>
                    <a:pt x="8332787" y="1882140"/>
                  </a:lnTo>
                  <a:close/>
                </a:path>
                <a:path w="11901170" h="1918335">
                  <a:moveTo>
                    <a:pt x="8348662" y="30480"/>
                  </a:moveTo>
                  <a:lnTo>
                    <a:pt x="8320087" y="30480"/>
                  </a:lnTo>
                  <a:lnTo>
                    <a:pt x="8320087" y="59055"/>
                  </a:lnTo>
                  <a:lnTo>
                    <a:pt x="8348662" y="59055"/>
                  </a:lnTo>
                  <a:lnTo>
                    <a:pt x="8348662" y="30480"/>
                  </a:lnTo>
                  <a:close/>
                </a:path>
                <a:path w="11901170" h="1918335">
                  <a:moveTo>
                    <a:pt x="8389937" y="1882140"/>
                  </a:moveTo>
                  <a:lnTo>
                    <a:pt x="8361362" y="1882140"/>
                  </a:lnTo>
                  <a:lnTo>
                    <a:pt x="8361362" y="1910715"/>
                  </a:lnTo>
                  <a:lnTo>
                    <a:pt x="8389937" y="1910715"/>
                  </a:lnTo>
                  <a:lnTo>
                    <a:pt x="8389937" y="1882140"/>
                  </a:lnTo>
                  <a:close/>
                </a:path>
                <a:path w="11901170" h="1918335">
                  <a:moveTo>
                    <a:pt x="8405812" y="30480"/>
                  </a:moveTo>
                  <a:lnTo>
                    <a:pt x="8377237" y="30480"/>
                  </a:lnTo>
                  <a:lnTo>
                    <a:pt x="8377237" y="59055"/>
                  </a:lnTo>
                  <a:lnTo>
                    <a:pt x="8405812" y="59055"/>
                  </a:lnTo>
                  <a:lnTo>
                    <a:pt x="8405812" y="30480"/>
                  </a:lnTo>
                  <a:close/>
                </a:path>
                <a:path w="11901170" h="1918335">
                  <a:moveTo>
                    <a:pt x="8447087" y="1882140"/>
                  </a:moveTo>
                  <a:lnTo>
                    <a:pt x="8418512" y="1882140"/>
                  </a:lnTo>
                  <a:lnTo>
                    <a:pt x="8418512" y="1910715"/>
                  </a:lnTo>
                  <a:lnTo>
                    <a:pt x="8447087" y="1910715"/>
                  </a:lnTo>
                  <a:lnTo>
                    <a:pt x="8447087" y="1882140"/>
                  </a:lnTo>
                  <a:close/>
                </a:path>
                <a:path w="11901170" h="1918335">
                  <a:moveTo>
                    <a:pt x="8462962" y="30480"/>
                  </a:moveTo>
                  <a:lnTo>
                    <a:pt x="8434387" y="30480"/>
                  </a:lnTo>
                  <a:lnTo>
                    <a:pt x="8434387" y="59055"/>
                  </a:lnTo>
                  <a:lnTo>
                    <a:pt x="8462962" y="59055"/>
                  </a:lnTo>
                  <a:lnTo>
                    <a:pt x="8462962" y="30480"/>
                  </a:lnTo>
                  <a:close/>
                </a:path>
                <a:path w="11901170" h="1918335">
                  <a:moveTo>
                    <a:pt x="8504237" y="1882140"/>
                  </a:moveTo>
                  <a:lnTo>
                    <a:pt x="8475662" y="1882140"/>
                  </a:lnTo>
                  <a:lnTo>
                    <a:pt x="8475662" y="1910715"/>
                  </a:lnTo>
                  <a:lnTo>
                    <a:pt x="8504237" y="1910715"/>
                  </a:lnTo>
                  <a:lnTo>
                    <a:pt x="8504237" y="1882140"/>
                  </a:lnTo>
                  <a:close/>
                </a:path>
                <a:path w="11901170" h="1918335">
                  <a:moveTo>
                    <a:pt x="8520112" y="30480"/>
                  </a:moveTo>
                  <a:lnTo>
                    <a:pt x="8491537" y="30480"/>
                  </a:lnTo>
                  <a:lnTo>
                    <a:pt x="8491537" y="59055"/>
                  </a:lnTo>
                  <a:lnTo>
                    <a:pt x="8520112" y="59055"/>
                  </a:lnTo>
                  <a:lnTo>
                    <a:pt x="8520112" y="30480"/>
                  </a:lnTo>
                  <a:close/>
                </a:path>
                <a:path w="11901170" h="1918335">
                  <a:moveTo>
                    <a:pt x="8561387" y="1882140"/>
                  </a:moveTo>
                  <a:lnTo>
                    <a:pt x="8532812" y="1882140"/>
                  </a:lnTo>
                  <a:lnTo>
                    <a:pt x="8532812" y="1910715"/>
                  </a:lnTo>
                  <a:lnTo>
                    <a:pt x="8561387" y="1910715"/>
                  </a:lnTo>
                  <a:lnTo>
                    <a:pt x="8561387" y="1882140"/>
                  </a:lnTo>
                  <a:close/>
                </a:path>
                <a:path w="11901170" h="1918335">
                  <a:moveTo>
                    <a:pt x="8577262" y="30480"/>
                  </a:moveTo>
                  <a:lnTo>
                    <a:pt x="8548687" y="30480"/>
                  </a:lnTo>
                  <a:lnTo>
                    <a:pt x="8548687" y="59055"/>
                  </a:lnTo>
                  <a:lnTo>
                    <a:pt x="8577262" y="59055"/>
                  </a:lnTo>
                  <a:lnTo>
                    <a:pt x="8577262" y="30480"/>
                  </a:lnTo>
                  <a:close/>
                </a:path>
                <a:path w="11901170" h="1918335">
                  <a:moveTo>
                    <a:pt x="8618537" y="1882140"/>
                  </a:moveTo>
                  <a:lnTo>
                    <a:pt x="8589962" y="1882140"/>
                  </a:lnTo>
                  <a:lnTo>
                    <a:pt x="8589962" y="1910715"/>
                  </a:lnTo>
                  <a:lnTo>
                    <a:pt x="8618537" y="1910715"/>
                  </a:lnTo>
                  <a:lnTo>
                    <a:pt x="8618537" y="1882140"/>
                  </a:lnTo>
                  <a:close/>
                </a:path>
                <a:path w="11901170" h="1918335">
                  <a:moveTo>
                    <a:pt x="8634412" y="30480"/>
                  </a:moveTo>
                  <a:lnTo>
                    <a:pt x="8605837" y="30480"/>
                  </a:lnTo>
                  <a:lnTo>
                    <a:pt x="8605837" y="59055"/>
                  </a:lnTo>
                  <a:lnTo>
                    <a:pt x="8634412" y="59055"/>
                  </a:lnTo>
                  <a:lnTo>
                    <a:pt x="8634412" y="30480"/>
                  </a:lnTo>
                  <a:close/>
                </a:path>
                <a:path w="11901170" h="1918335">
                  <a:moveTo>
                    <a:pt x="8675687" y="1882140"/>
                  </a:moveTo>
                  <a:lnTo>
                    <a:pt x="8647112" y="1882140"/>
                  </a:lnTo>
                  <a:lnTo>
                    <a:pt x="8647112" y="1910715"/>
                  </a:lnTo>
                  <a:lnTo>
                    <a:pt x="8675687" y="1910715"/>
                  </a:lnTo>
                  <a:lnTo>
                    <a:pt x="8675687" y="1882140"/>
                  </a:lnTo>
                  <a:close/>
                </a:path>
                <a:path w="11901170" h="1918335">
                  <a:moveTo>
                    <a:pt x="8691562" y="30480"/>
                  </a:moveTo>
                  <a:lnTo>
                    <a:pt x="8662987" y="30480"/>
                  </a:lnTo>
                  <a:lnTo>
                    <a:pt x="8662987" y="59055"/>
                  </a:lnTo>
                  <a:lnTo>
                    <a:pt x="8691562" y="59055"/>
                  </a:lnTo>
                  <a:lnTo>
                    <a:pt x="8691562" y="30480"/>
                  </a:lnTo>
                  <a:close/>
                </a:path>
                <a:path w="11901170" h="1918335">
                  <a:moveTo>
                    <a:pt x="8732837" y="1882140"/>
                  </a:moveTo>
                  <a:lnTo>
                    <a:pt x="8704262" y="1882140"/>
                  </a:lnTo>
                  <a:lnTo>
                    <a:pt x="8704262" y="1910715"/>
                  </a:lnTo>
                  <a:lnTo>
                    <a:pt x="8732837" y="1910715"/>
                  </a:lnTo>
                  <a:lnTo>
                    <a:pt x="8732837" y="1882140"/>
                  </a:lnTo>
                  <a:close/>
                </a:path>
                <a:path w="11901170" h="1918335">
                  <a:moveTo>
                    <a:pt x="8748712" y="30480"/>
                  </a:moveTo>
                  <a:lnTo>
                    <a:pt x="8720137" y="30480"/>
                  </a:lnTo>
                  <a:lnTo>
                    <a:pt x="8720137" y="59055"/>
                  </a:lnTo>
                  <a:lnTo>
                    <a:pt x="8748712" y="59055"/>
                  </a:lnTo>
                  <a:lnTo>
                    <a:pt x="8748712" y="30480"/>
                  </a:lnTo>
                  <a:close/>
                </a:path>
                <a:path w="11901170" h="1918335">
                  <a:moveTo>
                    <a:pt x="8789987" y="1882140"/>
                  </a:moveTo>
                  <a:lnTo>
                    <a:pt x="8761412" y="1882140"/>
                  </a:lnTo>
                  <a:lnTo>
                    <a:pt x="8761412" y="1910715"/>
                  </a:lnTo>
                  <a:lnTo>
                    <a:pt x="8789987" y="1910715"/>
                  </a:lnTo>
                  <a:lnTo>
                    <a:pt x="8789987" y="1882140"/>
                  </a:lnTo>
                  <a:close/>
                </a:path>
                <a:path w="11901170" h="1918335">
                  <a:moveTo>
                    <a:pt x="8805862" y="30480"/>
                  </a:moveTo>
                  <a:lnTo>
                    <a:pt x="8777287" y="30480"/>
                  </a:lnTo>
                  <a:lnTo>
                    <a:pt x="8777287" y="59055"/>
                  </a:lnTo>
                  <a:lnTo>
                    <a:pt x="8805862" y="59055"/>
                  </a:lnTo>
                  <a:lnTo>
                    <a:pt x="8805862" y="30480"/>
                  </a:lnTo>
                  <a:close/>
                </a:path>
                <a:path w="11901170" h="1918335">
                  <a:moveTo>
                    <a:pt x="8847137" y="1882140"/>
                  </a:moveTo>
                  <a:lnTo>
                    <a:pt x="8818562" y="1882140"/>
                  </a:lnTo>
                  <a:lnTo>
                    <a:pt x="8818562" y="1910715"/>
                  </a:lnTo>
                  <a:lnTo>
                    <a:pt x="8847137" y="1910715"/>
                  </a:lnTo>
                  <a:lnTo>
                    <a:pt x="8847137" y="1882140"/>
                  </a:lnTo>
                  <a:close/>
                </a:path>
                <a:path w="11901170" h="1918335">
                  <a:moveTo>
                    <a:pt x="8863012" y="30480"/>
                  </a:moveTo>
                  <a:lnTo>
                    <a:pt x="8834437" y="30480"/>
                  </a:lnTo>
                  <a:lnTo>
                    <a:pt x="8834437" y="59055"/>
                  </a:lnTo>
                  <a:lnTo>
                    <a:pt x="8863012" y="59055"/>
                  </a:lnTo>
                  <a:lnTo>
                    <a:pt x="8863012" y="30480"/>
                  </a:lnTo>
                  <a:close/>
                </a:path>
                <a:path w="11901170" h="1918335">
                  <a:moveTo>
                    <a:pt x="8904287" y="1882140"/>
                  </a:moveTo>
                  <a:lnTo>
                    <a:pt x="8875712" y="1882140"/>
                  </a:lnTo>
                  <a:lnTo>
                    <a:pt x="8875712" y="1910715"/>
                  </a:lnTo>
                  <a:lnTo>
                    <a:pt x="8904287" y="1910715"/>
                  </a:lnTo>
                  <a:lnTo>
                    <a:pt x="8904287" y="1882140"/>
                  </a:lnTo>
                  <a:close/>
                </a:path>
                <a:path w="11901170" h="1918335">
                  <a:moveTo>
                    <a:pt x="8920162" y="30480"/>
                  </a:moveTo>
                  <a:lnTo>
                    <a:pt x="8891587" y="30480"/>
                  </a:lnTo>
                  <a:lnTo>
                    <a:pt x="8891587" y="59055"/>
                  </a:lnTo>
                  <a:lnTo>
                    <a:pt x="8920162" y="59055"/>
                  </a:lnTo>
                  <a:lnTo>
                    <a:pt x="8920162" y="30480"/>
                  </a:lnTo>
                  <a:close/>
                </a:path>
                <a:path w="11901170" h="1918335">
                  <a:moveTo>
                    <a:pt x="8961437" y="1882140"/>
                  </a:moveTo>
                  <a:lnTo>
                    <a:pt x="8932862" y="1882140"/>
                  </a:lnTo>
                  <a:lnTo>
                    <a:pt x="8932862" y="1910715"/>
                  </a:lnTo>
                  <a:lnTo>
                    <a:pt x="8961437" y="1910715"/>
                  </a:lnTo>
                  <a:lnTo>
                    <a:pt x="8961437" y="1882140"/>
                  </a:lnTo>
                  <a:close/>
                </a:path>
                <a:path w="11901170" h="1918335">
                  <a:moveTo>
                    <a:pt x="8977312" y="30480"/>
                  </a:moveTo>
                  <a:lnTo>
                    <a:pt x="8948737" y="30480"/>
                  </a:lnTo>
                  <a:lnTo>
                    <a:pt x="8948737" y="59055"/>
                  </a:lnTo>
                  <a:lnTo>
                    <a:pt x="8977312" y="59055"/>
                  </a:lnTo>
                  <a:lnTo>
                    <a:pt x="8977312" y="30480"/>
                  </a:lnTo>
                  <a:close/>
                </a:path>
                <a:path w="11901170" h="1918335">
                  <a:moveTo>
                    <a:pt x="9018587" y="1882140"/>
                  </a:moveTo>
                  <a:lnTo>
                    <a:pt x="8990012" y="1882140"/>
                  </a:lnTo>
                  <a:lnTo>
                    <a:pt x="8990012" y="1910715"/>
                  </a:lnTo>
                  <a:lnTo>
                    <a:pt x="9018587" y="1910715"/>
                  </a:lnTo>
                  <a:lnTo>
                    <a:pt x="9018587" y="1882140"/>
                  </a:lnTo>
                  <a:close/>
                </a:path>
                <a:path w="11901170" h="1918335">
                  <a:moveTo>
                    <a:pt x="9034462" y="30480"/>
                  </a:moveTo>
                  <a:lnTo>
                    <a:pt x="9005887" y="30480"/>
                  </a:lnTo>
                  <a:lnTo>
                    <a:pt x="9005887" y="59055"/>
                  </a:lnTo>
                  <a:lnTo>
                    <a:pt x="9034462" y="59055"/>
                  </a:lnTo>
                  <a:lnTo>
                    <a:pt x="9034462" y="30480"/>
                  </a:lnTo>
                  <a:close/>
                </a:path>
                <a:path w="11901170" h="1918335">
                  <a:moveTo>
                    <a:pt x="9075737" y="1882140"/>
                  </a:moveTo>
                  <a:lnTo>
                    <a:pt x="9047162" y="1882140"/>
                  </a:lnTo>
                  <a:lnTo>
                    <a:pt x="9047162" y="1910715"/>
                  </a:lnTo>
                  <a:lnTo>
                    <a:pt x="9075737" y="1910715"/>
                  </a:lnTo>
                  <a:lnTo>
                    <a:pt x="9075737" y="1882140"/>
                  </a:lnTo>
                  <a:close/>
                </a:path>
                <a:path w="11901170" h="1918335">
                  <a:moveTo>
                    <a:pt x="9091612" y="30480"/>
                  </a:moveTo>
                  <a:lnTo>
                    <a:pt x="9063037" y="30480"/>
                  </a:lnTo>
                  <a:lnTo>
                    <a:pt x="9063037" y="59055"/>
                  </a:lnTo>
                  <a:lnTo>
                    <a:pt x="9091612" y="59055"/>
                  </a:lnTo>
                  <a:lnTo>
                    <a:pt x="9091612" y="30480"/>
                  </a:lnTo>
                  <a:close/>
                </a:path>
                <a:path w="11901170" h="1918335">
                  <a:moveTo>
                    <a:pt x="9132887" y="1882140"/>
                  </a:moveTo>
                  <a:lnTo>
                    <a:pt x="9104312" y="1882140"/>
                  </a:lnTo>
                  <a:lnTo>
                    <a:pt x="9104312" y="1910715"/>
                  </a:lnTo>
                  <a:lnTo>
                    <a:pt x="9132887" y="1910715"/>
                  </a:lnTo>
                  <a:lnTo>
                    <a:pt x="9132887" y="1882140"/>
                  </a:lnTo>
                  <a:close/>
                </a:path>
                <a:path w="11901170" h="1918335">
                  <a:moveTo>
                    <a:pt x="9148762" y="30480"/>
                  </a:moveTo>
                  <a:lnTo>
                    <a:pt x="9120187" y="30480"/>
                  </a:lnTo>
                  <a:lnTo>
                    <a:pt x="9120187" y="59055"/>
                  </a:lnTo>
                  <a:lnTo>
                    <a:pt x="9148762" y="59055"/>
                  </a:lnTo>
                  <a:lnTo>
                    <a:pt x="9148762" y="30480"/>
                  </a:lnTo>
                  <a:close/>
                </a:path>
                <a:path w="11901170" h="1918335">
                  <a:moveTo>
                    <a:pt x="9190037" y="1882140"/>
                  </a:moveTo>
                  <a:lnTo>
                    <a:pt x="9161462" y="1882140"/>
                  </a:lnTo>
                  <a:lnTo>
                    <a:pt x="9161462" y="1910715"/>
                  </a:lnTo>
                  <a:lnTo>
                    <a:pt x="9190037" y="1910715"/>
                  </a:lnTo>
                  <a:lnTo>
                    <a:pt x="9190037" y="1882140"/>
                  </a:lnTo>
                  <a:close/>
                </a:path>
                <a:path w="11901170" h="1918335">
                  <a:moveTo>
                    <a:pt x="9205912" y="30480"/>
                  </a:moveTo>
                  <a:lnTo>
                    <a:pt x="9177337" y="30480"/>
                  </a:lnTo>
                  <a:lnTo>
                    <a:pt x="9177337" y="59055"/>
                  </a:lnTo>
                  <a:lnTo>
                    <a:pt x="9205912" y="59055"/>
                  </a:lnTo>
                  <a:lnTo>
                    <a:pt x="9205912" y="30480"/>
                  </a:lnTo>
                  <a:close/>
                </a:path>
                <a:path w="11901170" h="1918335">
                  <a:moveTo>
                    <a:pt x="9247187" y="1882140"/>
                  </a:moveTo>
                  <a:lnTo>
                    <a:pt x="9218612" y="1882140"/>
                  </a:lnTo>
                  <a:lnTo>
                    <a:pt x="9218612" y="1910715"/>
                  </a:lnTo>
                  <a:lnTo>
                    <a:pt x="9247187" y="1910715"/>
                  </a:lnTo>
                  <a:lnTo>
                    <a:pt x="9247187" y="1882140"/>
                  </a:lnTo>
                  <a:close/>
                </a:path>
                <a:path w="11901170" h="1918335">
                  <a:moveTo>
                    <a:pt x="9263062" y="30480"/>
                  </a:moveTo>
                  <a:lnTo>
                    <a:pt x="9234487" y="30480"/>
                  </a:lnTo>
                  <a:lnTo>
                    <a:pt x="9234487" y="59055"/>
                  </a:lnTo>
                  <a:lnTo>
                    <a:pt x="9263062" y="59055"/>
                  </a:lnTo>
                  <a:lnTo>
                    <a:pt x="9263062" y="30480"/>
                  </a:lnTo>
                  <a:close/>
                </a:path>
                <a:path w="11901170" h="1918335">
                  <a:moveTo>
                    <a:pt x="9304337" y="1882140"/>
                  </a:moveTo>
                  <a:lnTo>
                    <a:pt x="9275762" y="1882140"/>
                  </a:lnTo>
                  <a:lnTo>
                    <a:pt x="9275762" y="1910715"/>
                  </a:lnTo>
                  <a:lnTo>
                    <a:pt x="9304337" y="1910715"/>
                  </a:lnTo>
                  <a:lnTo>
                    <a:pt x="9304337" y="1882140"/>
                  </a:lnTo>
                  <a:close/>
                </a:path>
                <a:path w="11901170" h="1918335">
                  <a:moveTo>
                    <a:pt x="9320212" y="30480"/>
                  </a:moveTo>
                  <a:lnTo>
                    <a:pt x="9291637" y="30480"/>
                  </a:lnTo>
                  <a:lnTo>
                    <a:pt x="9291637" y="59055"/>
                  </a:lnTo>
                  <a:lnTo>
                    <a:pt x="9320212" y="59055"/>
                  </a:lnTo>
                  <a:lnTo>
                    <a:pt x="9320212" y="30480"/>
                  </a:lnTo>
                  <a:close/>
                </a:path>
                <a:path w="11901170" h="1918335">
                  <a:moveTo>
                    <a:pt x="9361487" y="1882140"/>
                  </a:moveTo>
                  <a:lnTo>
                    <a:pt x="9332912" y="1882140"/>
                  </a:lnTo>
                  <a:lnTo>
                    <a:pt x="9332912" y="1910715"/>
                  </a:lnTo>
                  <a:lnTo>
                    <a:pt x="9361487" y="1910715"/>
                  </a:lnTo>
                  <a:lnTo>
                    <a:pt x="9361487" y="1882140"/>
                  </a:lnTo>
                  <a:close/>
                </a:path>
                <a:path w="11901170" h="1918335">
                  <a:moveTo>
                    <a:pt x="9377362" y="30480"/>
                  </a:moveTo>
                  <a:lnTo>
                    <a:pt x="9348787" y="30480"/>
                  </a:lnTo>
                  <a:lnTo>
                    <a:pt x="9348787" y="59055"/>
                  </a:lnTo>
                  <a:lnTo>
                    <a:pt x="9377362" y="59055"/>
                  </a:lnTo>
                  <a:lnTo>
                    <a:pt x="9377362" y="30480"/>
                  </a:lnTo>
                  <a:close/>
                </a:path>
                <a:path w="11901170" h="1918335">
                  <a:moveTo>
                    <a:pt x="9418637" y="1882140"/>
                  </a:moveTo>
                  <a:lnTo>
                    <a:pt x="9390062" y="1882140"/>
                  </a:lnTo>
                  <a:lnTo>
                    <a:pt x="9390062" y="1910715"/>
                  </a:lnTo>
                  <a:lnTo>
                    <a:pt x="9418637" y="1910715"/>
                  </a:lnTo>
                  <a:lnTo>
                    <a:pt x="9418637" y="1882140"/>
                  </a:lnTo>
                  <a:close/>
                </a:path>
                <a:path w="11901170" h="1918335">
                  <a:moveTo>
                    <a:pt x="9434512" y="30480"/>
                  </a:moveTo>
                  <a:lnTo>
                    <a:pt x="9405937" y="30480"/>
                  </a:lnTo>
                  <a:lnTo>
                    <a:pt x="9405937" y="59055"/>
                  </a:lnTo>
                  <a:lnTo>
                    <a:pt x="9434512" y="59055"/>
                  </a:lnTo>
                  <a:lnTo>
                    <a:pt x="9434512" y="30480"/>
                  </a:lnTo>
                  <a:close/>
                </a:path>
                <a:path w="11901170" h="1918335">
                  <a:moveTo>
                    <a:pt x="9475787" y="1882140"/>
                  </a:moveTo>
                  <a:lnTo>
                    <a:pt x="9447212" y="1882140"/>
                  </a:lnTo>
                  <a:lnTo>
                    <a:pt x="9447212" y="1910715"/>
                  </a:lnTo>
                  <a:lnTo>
                    <a:pt x="9475787" y="1910715"/>
                  </a:lnTo>
                  <a:lnTo>
                    <a:pt x="9475787" y="1882140"/>
                  </a:lnTo>
                  <a:close/>
                </a:path>
                <a:path w="11901170" h="1918335">
                  <a:moveTo>
                    <a:pt x="9491662" y="30480"/>
                  </a:moveTo>
                  <a:lnTo>
                    <a:pt x="9463087" y="30480"/>
                  </a:lnTo>
                  <a:lnTo>
                    <a:pt x="9463087" y="59055"/>
                  </a:lnTo>
                  <a:lnTo>
                    <a:pt x="9491662" y="59055"/>
                  </a:lnTo>
                  <a:lnTo>
                    <a:pt x="9491662" y="30480"/>
                  </a:lnTo>
                  <a:close/>
                </a:path>
                <a:path w="11901170" h="1918335">
                  <a:moveTo>
                    <a:pt x="9532937" y="1882140"/>
                  </a:moveTo>
                  <a:lnTo>
                    <a:pt x="9504362" y="1882140"/>
                  </a:lnTo>
                  <a:lnTo>
                    <a:pt x="9504362" y="1910715"/>
                  </a:lnTo>
                  <a:lnTo>
                    <a:pt x="9532937" y="1910715"/>
                  </a:lnTo>
                  <a:lnTo>
                    <a:pt x="9532937" y="1882140"/>
                  </a:lnTo>
                  <a:close/>
                </a:path>
                <a:path w="11901170" h="1918335">
                  <a:moveTo>
                    <a:pt x="9548812" y="30480"/>
                  </a:moveTo>
                  <a:lnTo>
                    <a:pt x="9520237" y="30480"/>
                  </a:lnTo>
                  <a:lnTo>
                    <a:pt x="9520237" y="59055"/>
                  </a:lnTo>
                  <a:lnTo>
                    <a:pt x="9548812" y="59055"/>
                  </a:lnTo>
                  <a:lnTo>
                    <a:pt x="9548812" y="30480"/>
                  </a:lnTo>
                  <a:close/>
                </a:path>
                <a:path w="11901170" h="1918335">
                  <a:moveTo>
                    <a:pt x="9590087" y="1882140"/>
                  </a:moveTo>
                  <a:lnTo>
                    <a:pt x="9561512" y="1882140"/>
                  </a:lnTo>
                  <a:lnTo>
                    <a:pt x="9561512" y="1910715"/>
                  </a:lnTo>
                  <a:lnTo>
                    <a:pt x="9590087" y="1910715"/>
                  </a:lnTo>
                  <a:lnTo>
                    <a:pt x="9590087" y="1882140"/>
                  </a:lnTo>
                  <a:close/>
                </a:path>
                <a:path w="11901170" h="1918335">
                  <a:moveTo>
                    <a:pt x="9605962" y="30480"/>
                  </a:moveTo>
                  <a:lnTo>
                    <a:pt x="9577387" y="30480"/>
                  </a:lnTo>
                  <a:lnTo>
                    <a:pt x="9577387" y="59055"/>
                  </a:lnTo>
                  <a:lnTo>
                    <a:pt x="9605962" y="59055"/>
                  </a:lnTo>
                  <a:lnTo>
                    <a:pt x="9605962" y="30480"/>
                  </a:lnTo>
                  <a:close/>
                </a:path>
                <a:path w="11901170" h="1918335">
                  <a:moveTo>
                    <a:pt x="9647237" y="1882140"/>
                  </a:moveTo>
                  <a:lnTo>
                    <a:pt x="9618662" y="1882140"/>
                  </a:lnTo>
                  <a:lnTo>
                    <a:pt x="9618662" y="1910715"/>
                  </a:lnTo>
                  <a:lnTo>
                    <a:pt x="9647237" y="1910715"/>
                  </a:lnTo>
                  <a:lnTo>
                    <a:pt x="9647237" y="1882140"/>
                  </a:lnTo>
                  <a:close/>
                </a:path>
                <a:path w="11901170" h="1918335">
                  <a:moveTo>
                    <a:pt x="9663112" y="30480"/>
                  </a:moveTo>
                  <a:lnTo>
                    <a:pt x="9634537" y="30480"/>
                  </a:lnTo>
                  <a:lnTo>
                    <a:pt x="9634537" y="59055"/>
                  </a:lnTo>
                  <a:lnTo>
                    <a:pt x="9663112" y="59055"/>
                  </a:lnTo>
                  <a:lnTo>
                    <a:pt x="9663112" y="30480"/>
                  </a:lnTo>
                  <a:close/>
                </a:path>
                <a:path w="11901170" h="1918335">
                  <a:moveTo>
                    <a:pt x="9704387" y="1882140"/>
                  </a:moveTo>
                  <a:lnTo>
                    <a:pt x="9675812" y="1882140"/>
                  </a:lnTo>
                  <a:lnTo>
                    <a:pt x="9675812" y="1910715"/>
                  </a:lnTo>
                  <a:lnTo>
                    <a:pt x="9704387" y="1910715"/>
                  </a:lnTo>
                  <a:lnTo>
                    <a:pt x="9704387" y="1882140"/>
                  </a:lnTo>
                  <a:close/>
                </a:path>
                <a:path w="11901170" h="1918335">
                  <a:moveTo>
                    <a:pt x="9720262" y="30480"/>
                  </a:moveTo>
                  <a:lnTo>
                    <a:pt x="9691687" y="30480"/>
                  </a:lnTo>
                  <a:lnTo>
                    <a:pt x="9691687" y="59055"/>
                  </a:lnTo>
                  <a:lnTo>
                    <a:pt x="9720262" y="59055"/>
                  </a:lnTo>
                  <a:lnTo>
                    <a:pt x="9720262" y="30480"/>
                  </a:lnTo>
                  <a:close/>
                </a:path>
                <a:path w="11901170" h="1918335">
                  <a:moveTo>
                    <a:pt x="9761537" y="1882140"/>
                  </a:moveTo>
                  <a:lnTo>
                    <a:pt x="9732962" y="1882140"/>
                  </a:lnTo>
                  <a:lnTo>
                    <a:pt x="9732962" y="1910715"/>
                  </a:lnTo>
                  <a:lnTo>
                    <a:pt x="9761537" y="1910715"/>
                  </a:lnTo>
                  <a:lnTo>
                    <a:pt x="9761537" y="1882140"/>
                  </a:lnTo>
                  <a:close/>
                </a:path>
                <a:path w="11901170" h="1918335">
                  <a:moveTo>
                    <a:pt x="9777412" y="30480"/>
                  </a:moveTo>
                  <a:lnTo>
                    <a:pt x="9748837" y="30480"/>
                  </a:lnTo>
                  <a:lnTo>
                    <a:pt x="9748837" y="59055"/>
                  </a:lnTo>
                  <a:lnTo>
                    <a:pt x="9777412" y="59055"/>
                  </a:lnTo>
                  <a:lnTo>
                    <a:pt x="9777412" y="30480"/>
                  </a:lnTo>
                  <a:close/>
                </a:path>
                <a:path w="11901170" h="1918335">
                  <a:moveTo>
                    <a:pt x="9818687" y="1882140"/>
                  </a:moveTo>
                  <a:lnTo>
                    <a:pt x="9790112" y="1882140"/>
                  </a:lnTo>
                  <a:lnTo>
                    <a:pt x="9790112" y="1910715"/>
                  </a:lnTo>
                  <a:lnTo>
                    <a:pt x="9818687" y="1910715"/>
                  </a:lnTo>
                  <a:lnTo>
                    <a:pt x="9818687" y="1882140"/>
                  </a:lnTo>
                  <a:close/>
                </a:path>
                <a:path w="11901170" h="1918335">
                  <a:moveTo>
                    <a:pt x="9834562" y="30480"/>
                  </a:moveTo>
                  <a:lnTo>
                    <a:pt x="9805987" y="30480"/>
                  </a:lnTo>
                  <a:lnTo>
                    <a:pt x="9805987" y="59055"/>
                  </a:lnTo>
                  <a:lnTo>
                    <a:pt x="9834562" y="59055"/>
                  </a:lnTo>
                  <a:lnTo>
                    <a:pt x="9834562" y="30480"/>
                  </a:lnTo>
                  <a:close/>
                </a:path>
                <a:path w="11901170" h="1918335">
                  <a:moveTo>
                    <a:pt x="9875837" y="1882140"/>
                  </a:moveTo>
                  <a:lnTo>
                    <a:pt x="9847262" y="1882140"/>
                  </a:lnTo>
                  <a:lnTo>
                    <a:pt x="9847262" y="1910715"/>
                  </a:lnTo>
                  <a:lnTo>
                    <a:pt x="9875837" y="1910715"/>
                  </a:lnTo>
                  <a:lnTo>
                    <a:pt x="9875837" y="1882140"/>
                  </a:lnTo>
                  <a:close/>
                </a:path>
                <a:path w="11901170" h="1918335">
                  <a:moveTo>
                    <a:pt x="9891712" y="30480"/>
                  </a:moveTo>
                  <a:lnTo>
                    <a:pt x="9863137" y="30480"/>
                  </a:lnTo>
                  <a:lnTo>
                    <a:pt x="9863137" y="59055"/>
                  </a:lnTo>
                  <a:lnTo>
                    <a:pt x="9891712" y="59055"/>
                  </a:lnTo>
                  <a:lnTo>
                    <a:pt x="9891712" y="30480"/>
                  </a:lnTo>
                  <a:close/>
                </a:path>
                <a:path w="11901170" h="1918335">
                  <a:moveTo>
                    <a:pt x="9932987" y="1882140"/>
                  </a:moveTo>
                  <a:lnTo>
                    <a:pt x="9904412" y="1882140"/>
                  </a:lnTo>
                  <a:lnTo>
                    <a:pt x="9904412" y="1910715"/>
                  </a:lnTo>
                  <a:lnTo>
                    <a:pt x="9932987" y="1910715"/>
                  </a:lnTo>
                  <a:lnTo>
                    <a:pt x="9932987" y="1882140"/>
                  </a:lnTo>
                  <a:close/>
                </a:path>
                <a:path w="11901170" h="1918335">
                  <a:moveTo>
                    <a:pt x="9948862" y="30480"/>
                  </a:moveTo>
                  <a:lnTo>
                    <a:pt x="9920287" y="30480"/>
                  </a:lnTo>
                  <a:lnTo>
                    <a:pt x="9920287" y="59055"/>
                  </a:lnTo>
                  <a:lnTo>
                    <a:pt x="9948862" y="59055"/>
                  </a:lnTo>
                  <a:lnTo>
                    <a:pt x="9948862" y="30480"/>
                  </a:lnTo>
                  <a:close/>
                </a:path>
                <a:path w="11901170" h="1918335">
                  <a:moveTo>
                    <a:pt x="9990137" y="1882140"/>
                  </a:moveTo>
                  <a:lnTo>
                    <a:pt x="9961562" y="1882140"/>
                  </a:lnTo>
                  <a:lnTo>
                    <a:pt x="9961562" y="1910715"/>
                  </a:lnTo>
                  <a:lnTo>
                    <a:pt x="9990137" y="1910715"/>
                  </a:lnTo>
                  <a:lnTo>
                    <a:pt x="9990137" y="1882140"/>
                  </a:lnTo>
                  <a:close/>
                </a:path>
                <a:path w="11901170" h="1918335">
                  <a:moveTo>
                    <a:pt x="10006012" y="30480"/>
                  </a:moveTo>
                  <a:lnTo>
                    <a:pt x="9977437" y="30480"/>
                  </a:lnTo>
                  <a:lnTo>
                    <a:pt x="9977437" y="59055"/>
                  </a:lnTo>
                  <a:lnTo>
                    <a:pt x="10006012" y="59055"/>
                  </a:lnTo>
                  <a:lnTo>
                    <a:pt x="10006012" y="30480"/>
                  </a:lnTo>
                  <a:close/>
                </a:path>
                <a:path w="11901170" h="1918335">
                  <a:moveTo>
                    <a:pt x="10047287" y="1882140"/>
                  </a:moveTo>
                  <a:lnTo>
                    <a:pt x="10018712" y="1882140"/>
                  </a:lnTo>
                  <a:lnTo>
                    <a:pt x="10018712" y="1910715"/>
                  </a:lnTo>
                  <a:lnTo>
                    <a:pt x="10047287" y="1910715"/>
                  </a:lnTo>
                  <a:lnTo>
                    <a:pt x="10047287" y="1882140"/>
                  </a:lnTo>
                  <a:close/>
                </a:path>
                <a:path w="11901170" h="1918335">
                  <a:moveTo>
                    <a:pt x="10063162" y="30480"/>
                  </a:moveTo>
                  <a:lnTo>
                    <a:pt x="10034587" y="30480"/>
                  </a:lnTo>
                  <a:lnTo>
                    <a:pt x="10034587" y="59055"/>
                  </a:lnTo>
                  <a:lnTo>
                    <a:pt x="10063162" y="59055"/>
                  </a:lnTo>
                  <a:lnTo>
                    <a:pt x="10063162" y="30480"/>
                  </a:lnTo>
                  <a:close/>
                </a:path>
                <a:path w="11901170" h="1918335">
                  <a:moveTo>
                    <a:pt x="10104437" y="1882140"/>
                  </a:moveTo>
                  <a:lnTo>
                    <a:pt x="10075862" y="1882140"/>
                  </a:lnTo>
                  <a:lnTo>
                    <a:pt x="10075862" y="1910715"/>
                  </a:lnTo>
                  <a:lnTo>
                    <a:pt x="10104437" y="1910715"/>
                  </a:lnTo>
                  <a:lnTo>
                    <a:pt x="10104437" y="1882140"/>
                  </a:lnTo>
                  <a:close/>
                </a:path>
                <a:path w="11901170" h="1918335">
                  <a:moveTo>
                    <a:pt x="10120312" y="30480"/>
                  </a:moveTo>
                  <a:lnTo>
                    <a:pt x="10091737" y="30480"/>
                  </a:lnTo>
                  <a:lnTo>
                    <a:pt x="10091737" y="59055"/>
                  </a:lnTo>
                  <a:lnTo>
                    <a:pt x="10120312" y="59055"/>
                  </a:lnTo>
                  <a:lnTo>
                    <a:pt x="10120312" y="30480"/>
                  </a:lnTo>
                  <a:close/>
                </a:path>
                <a:path w="11901170" h="1918335">
                  <a:moveTo>
                    <a:pt x="10161587" y="1882140"/>
                  </a:moveTo>
                  <a:lnTo>
                    <a:pt x="10133012" y="1882140"/>
                  </a:lnTo>
                  <a:lnTo>
                    <a:pt x="10133012" y="1910715"/>
                  </a:lnTo>
                  <a:lnTo>
                    <a:pt x="10161587" y="1910715"/>
                  </a:lnTo>
                  <a:lnTo>
                    <a:pt x="10161587" y="1882140"/>
                  </a:lnTo>
                  <a:close/>
                </a:path>
                <a:path w="11901170" h="1918335">
                  <a:moveTo>
                    <a:pt x="10177462" y="30480"/>
                  </a:moveTo>
                  <a:lnTo>
                    <a:pt x="10148887" y="30480"/>
                  </a:lnTo>
                  <a:lnTo>
                    <a:pt x="10148887" y="59055"/>
                  </a:lnTo>
                  <a:lnTo>
                    <a:pt x="10177462" y="59055"/>
                  </a:lnTo>
                  <a:lnTo>
                    <a:pt x="10177462" y="30480"/>
                  </a:lnTo>
                  <a:close/>
                </a:path>
                <a:path w="11901170" h="1918335">
                  <a:moveTo>
                    <a:pt x="10218737" y="1882140"/>
                  </a:moveTo>
                  <a:lnTo>
                    <a:pt x="10190162" y="1882140"/>
                  </a:lnTo>
                  <a:lnTo>
                    <a:pt x="10190162" y="1910715"/>
                  </a:lnTo>
                  <a:lnTo>
                    <a:pt x="10218737" y="1910715"/>
                  </a:lnTo>
                  <a:lnTo>
                    <a:pt x="10218737" y="1882140"/>
                  </a:lnTo>
                  <a:close/>
                </a:path>
                <a:path w="11901170" h="1918335">
                  <a:moveTo>
                    <a:pt x="10234612" y="30480"/>
                  </a:moveTo>
                  <a:lnTo>
                    <a:pt x="10206037" y="30480"/>
                  </a:lnTo>
                  <a:lnTo>
                    <a:pt x="10206037" y="59055"/>
                  </a:lnTo>
                  <a:lnTo>
                    <a:pt x="10234612" y="59055"/>
                  </a:lnTo>
                  <a:lnTo>
                    <a:pt x="10234612" y="30480"/>
                  </a:lnTo>
                  <a:close/>
                </a:path>
                <a:path w="11901170" h="1918335">
                  <a:moveTo>
                    <a:pt x="10275887" y="1882140"/>
                  </a:moveTo>
                  <a:lnTo>
                    <a:pt x="10247312" y="1882140"/>
                  </a:lnTo>
                  <a:lnTo>
                    <a:pt x="10247312" y="1910715"/>
                  </a:lnTo>
                  <a:lnTo>
                    <a:pt x="10275887" y="1910715"/>
                  </a:lnTo>
                  <a:lnTo>
                    <a:pt x="10275887" y="1882140"/>
                  </a:lnTo>
                  <a:close/>
                </a:path>
                <a:path w="11901170" h="1918335">
                  <a:moveTo>
                    <a:pt x="10291762" y="30480"/>
                  </a:moveTo>
                  <a:lnTo>
                    <a:pt x="10263187" y="30480"/>
                  </a:lnTo>
                  <a:lnTo>
                    <a:pt x="10263187" y="59055"/>
                  </a:lnTo>
                  <a:lnTo>
                    <a:pt x="10291762" y="59055"/>
                  </a:lnTo>
                  <a:lnTo>
                    <a:pt x="10291762" y="30480"/>
                  </a:lnTo>
                  <a:close/>
                </a:path>
                <a:path w="11901170" h="1918335">
                  <a:moveTo>
                    <a:pt x="10333037" y="1882140"/>
                  </a:moveTo>
                  <a:lnTo>
                    <a:pt x="10304462" y="1882140"/>
                  </a:lnTo>
                  <a:lnTo>
                    <a:pt x="10304462" y="1910715"/>
                  </a:lnTo>
                  <a:lnTo>
                    <a:pt x="10333037" y="1910715"/>
                  </a:lnTo>
                  <a:lnTo>
                    <a:pt x="10333037" y="1882140"/>
                  </a:lnTo>
                  <a:close/>
                </a:path>
                <a:path w="11901170" h="1918335">
                  <a:moveTo>
                    <a:pt x="10348912" y="30480"/>
                  </a:moveTo>
                  <a:lnTo>
                    <a:pt x="10320337" y="30480"/>
                  </a:lnTo>
                  <a:lnTo>
                    <a:pt x="10320337" y="59055"/>
                  </a:lnTo>
                  <a:lnTo>
                    <a:pt x="10348912" y="59055"/>
                  </a:lnTo>
                  <a:lnTo>
                    <a:pt x="10348912" y="30480"/>
                  </a:lnTo>
                  <a:close/>
                </a:path>
                <a:path w="11901170" h="1918335">
                  <a:moveTo>
                    <a:pt x="10390187" y="1882140"/>
                  </a:moveTo>
                  <a:lnTo>
                    <a:pt x="10361612" y="1882140"/>
                  </a:lnTo>
                  <a:lnTo>
                    <a:pt x="10361612" y="1910715"/>
                  </a:lnTo>
                  <a:lnTo>
                    <a:pt x="10390187" y="1910715"/>
                  </a:lnTo>
                  <a:lnTo>
                    <a:pt x="10390187" y="1882140"/>
                  </a:lnTo>
                  <a:close/>
                </a:path>
                <a:path w="11901170" h="1918335">
                  <a:moveTo>
                    <a:pt x="10406062" y="30480"/>
                  </a:moveTo>
                  <a:lnTo>
                    <a:pt x="10377487" y="30480"/>
                  </a:lnTo>
                  <a:lnTo>
                    <a:pt x="10377487" y="59055"/>
                  </a:lnTo>
                  <a:lnTo>
                    <a:pt x="10406062" y="59055"/>
                  </a:lnTo>
                  <a:lnTo>
                    <a:pt x="10406062" y="30480"/>
                  </a:lnTo>
                  <a:close/>
                </a:path>
                <a:path w="11901170" h="1918335">
                  <a:moveTo>
                    <a:pt x="10447337" y="1882140"/>
                  </a:moveTo>
                  <a:lnTo>
                    <a:pt x="10418762" y="1882140"/>
                  </a:lnTo>
                  <a:lnTo>
                    <a:pt x="10418762" y="1910715"/>
                  </a:lnTo>
                  <a:lnTo>
                    <a:pt x="10447337" y="1910715"/>
                  </a:lnTo>
                  <a:lnTo>
                    <a:pt x="10447337" y="1882140"/>
                  </a:lnTo>
                  <a:close/>
                </a:path>
                <a:path w="11901170" h="1918335">
                  <a:moveTo>
                    <a:pt x="10463212" y="30480"/>
                  </a:moveTo>
                  <a:lnTo>
                    <a:pt x="10434637" y="30480"/>
                  </a:lnTo>
                  <a:lnTo>
                    <a:pt x="10434637" y="59055"/>
                  </a:lnTo>
                  <a:lnTo>
                    <a:pt x="10463212" y="59055"/>
                  </a:lnTo>
                  <a:lnTo>
                    <a:pt x="10463212" y="30480"/>
                  </a:lnTo>
                  <a:close/>
                </a:path>
                <a:path w="11901170" h="1918335">
                  <a:moveTo>
                    <a:pt x="10504487" y="1882140"/>
                  </a:moveTo>
                  <a:lnTo>
                    <a:pt x="10475912" y="1882140"/>
                  </a:lnTo>
                  <a:lnTo>
                    <a:pt x="10475912" y="1910715"/>
                  </a:lnTo>
                  <a:lnTo>
                    <a:pt x="10504487" y="1910715"/>
                  </a:lnTo>
                  <a:lnTo>
                    <a:pt x="10504487" y="1882140"/>
                  </a:lnTo>
                  <a:close/>
                </a:path>
                <a:path w="11901170" h="1918335">
                  <a:moveTo>
                    <a:pt x="10520362" y="30480"/>
                  </a:moveTo>
                  <a:lnTo>
                    <a:pt x="10491787" y="30480"/>
                  </a:lnTo>
                  <a:lnTo>
                    <a:pt x="10491787" y="59055"/>
                  </a:lnTo>
                  <a:lnTo>
                    <a:pt x="10520362" y="59055"/>
                  </a:lnTo>
                  <a:lnTo>
                    <a:pt x="10520362" y="30480"/>
                  </a:lnTo>
                  <a:close/>
                </a:path>
                <a:path w="11901170" h="1918335">
                  <a:moveTo>
                    <a:pt x="10561638" y="1882140"/>
                  </a:moveTo>
                  <a:lnTo>
                    <a:pt x="10533063" y="1882140"/>
                  </a:lnTo>
                  <a:lnTo>
                    <a:pt x="10533063" y="1910715"/>
                  </a:lnTo>
                  <a:lnTo>
                    <a:pt x="10561638" y="1910715"/>
                  </a:lnTo>
                  <a:lnTo>
                    <a:pt x="10561638" y="1882140"/>
                  </a:lnTo>
                  <a:close/>
                </a:path>
                <a:path w="11901170" h="1918335">
                  <a:moveTo>
                    <a:pt x="10577513" y="30480"/>
                  </a:moveTo>
                  <a:lnTo>
                    <a:pt x="10548938" y="30480"/>
                  </a:lnTo>
                  <a:lnTo>
                    <a:pt x="10548938" y="59055"/>
                  </a:lnTo>
                  <a:lnTo>
                    <a:pt x="10577513" y="59055"/>
                  </a:lnTo>
                  <a:lnTo>
                    <a:pt x="10577513" y="30480"/>
                  </a:lnTo>
                  <a:close/>
                </a:path>
                <a:path w="11901170" h="1918335">
                  <a:moveTo>
                    <a:pt x="10618788" y="1882140"/>
                  </a:moveTo>
                  <a:lnTo>
                    <a:pt x="10590213" y="1882140"/>
                  </a:lnTo>
                  <a:lnTo>
                    <a:pt x="10590213" y="1910715"/>
                  </a:lnTo>
                  <a:lnTo>
                    <a:pt x="10618788" y="1910715"/>
                  </a:lnTo>
                  <a:lnTo>
                    <a:pt x="10618788" y="1882140"/>
                  </a:lnTo>
                  <a:close/>
                </a:path>
                <a:path w="11901170" h="1918335">
                  <a:moveTo>
                    <a:pt x="10634663" y="30480"/>
                  </a:moveTo>
                  <a:lnTo>
                    <a:pt x="10606088" y="30480"/>
                  </a:lnTo>
                  <a:lnTo>
                    <a:pt x="10606088" y="59055"/>
                  </a:lnTo>
                  <a:lnTo>
                    <a:pt x="10634663" y="59055"/>
                  </a:lnTo>
                  <a:lnTo>
                    <a:pt x="10634663" y="30480"/>
                  </a:lnTo>
                  <a:close/>
                </a:path>
                <a:path w="11901170" h="1918335">
                  <a:moveTo>
                    <a:pt x="10675938" y="1882140"/>
                  </a:moveTo>
                  <a:lnTo>
                    <a:pt x="10647363" y="1882140"/>
                  </a:lnTo>
                  <a:lnTo>
                    <a:pt x="10647363" y="1910715"/>
                  </a:lnTo>
                  <a:lnTo>
                    <a:pt x="10675938" y="1910715"/>
                  </a:lnTo>
                  <a:lnTo>
                    <a:pt x="10675938" y="1882140"/>
                  </a:lnTo>
                  <a:close/>
                </a:path>
                <a:path w="11901170" h="1918335">
                  <a:moveTo>
                    <a:pt x="10691813" y="30480"/>
                  </a:moveTo>
                  <a:lnTo>
                    <a:pt x="10663238" y="30480"/>
                  </a:lnTo>
                  <a:lnTo>
                    <a:pt x="10663238" y="59055"/>
                  </a:lnTo>
                  <a:lnTo>
                    <a:pt x="10691813" y="59055"/>
                  </a:lnTo>
                  <a:lnTo>
                    <a:pt x="10691813" y="30480"/>
                  </a:lnTo>
                  <a:close/>
                </a:path>
                <a:path w="11901170" h="1918335">
                  <a:moveTo>
                    <a:pt x="10733088" y="1882140"/>
                  </a:moveTo>
                  <a:lnTo>
                    <a:pt x="10704513" y="1882140"/>
                  </a:lnTo>
                  <a:lnTo>
                    <a:pt x="10704513" y="1910715"/>
                  </a:lnTo>
                  <a:lnTo>
                    <a:pt x="10733088" y="1910715"/>
                  </a:lnTo>
                  <a:lnTo>
                    <a:pt x="10733088" y="1882140"/>
                  </a:lnTo>
                  <a:close/>
                </a:path>
                <a:path w="11901170" h="1918335">
                  <a:moveTo>
                    <a:pt x="10748963" y="30480"/>
                  </a:moveTo>
                  <a:lnTo>
                    <a:pt x="10720388" y="30480"/>
                  </a:lnTo>
                  <a:lnTo>
                    <a:pt x="10720388" y="59055"/>
                  </a:lnTo>
                  <a:lnTo>
                    <a:pt x="10748963" y="59055"/>
                  </a:lnTo>
                  <a:lnTo>
                    <a:pt x="10748963" y="30480"/>
                  </a:lnTo>
                  <a:close/>
                </a:path>
                <a:path w="11901170" h="1918335">
                  <a:moveTo>
                    <a:pt x="10790238" y="1882140"/>
                  </a:moveTo>
                  <a:lnTo>
                    <a:pt x="10761663" y="1882140"/>
                  </a:lnTo>
                  <a:lnTo>
                    <a:pt x="10761663" y="1910715"/>
                  </a:lnTo>
                  <a:lnTo>
                    <a:pt x="10790238" y="1910715"/>
                  </a:lnTo>
                  <a:lnTo>
                    <a:pt x="10790238" y="1882140"/>
                  </a:lnTo>
                  <a:close/>
                </a:path>
                <a:path w="11901170" h="1918335">
                  <a:moveTo>
                    <a:pt x="10806113" y="30480"/>
                  </a:moveTo>
                  <a:lnTo>
                    <a:pt x="10777538" y="30480"/>
                  </a:lnTo>
                  <a:lnTo>
                    <a:pt x="10777538" y="59055"/>
                  </a:lnTo>
                  <a:lnTo>
                    <a:pt x="10806113" y="59055"/>
                  </a:lnTo>
                  <a:lnTo>
                    <a:pt x="10806113" y="30480"/>
                  </a:lnTo>
                  <a:close/>
                </a:path>
                <a:path w="11901170" h="1918335">
                  <a:moveTo>
                    <a:pt x="10847388" y="1882140"/>
                  </a:moveTo>
                  <a:lnTo>
                    <a:pt x="10818813" y="1882140"/>
                  </a:lnTo>
                  <a:lnTo>
                    <a:pt x="10818813" y="1910715"/>
                  </a:lnTo>
                  <a:lnTo>
                    <a:pt x="10847388" y="1910715"/>
                  </a:lnTo>
                  <a:lnTo>
                    <a:pt x="10847388" y="1882140"/>
                  </a:lnTo>
                  <a:close/>
                </a:path>
                <a:path w="11901170" h="1918335">
                  <a:moveTo>
                    <a:pt x="10863263" y="30480"/>
                  </a:moveTo>
                  <a:lnTo>
                    <a:pt x="10834688" y="30480"/>
                  </a:lnTo>
                  <a:lnTo>
                    <a:pt x="10834688" y="59055"/>
                  </a:lnTo>
                  <a:lnTo>
                    <a:pt x="10863263" y="59055"/>
                  </a:lnTo>
                  <a:lnTo>
                    <a:pt x="10863263" y="30480"/>
                  </a:lnTo>
                  <a:close/>
                </a:path>
                <a:path w="11901170" h="1918335">
                  <a:moveTo>
                    <a:pt x="10904538" y="1882140"/>
                  </a:moveTo>
                  <a:lnTo>
                    <a:pt x="10875963" y="1882140"/>
                  </a:lnTo>
                  <a:lnTo>
                    <a:pt x="10875963" y="1910715"/>
                  </a:lnTo>
                  <a:lnTo>
                    <a:pt x="10904538" y="1910715"/>
                  </a:lnTo>
                  <a:lnTo>
                    <a:pt x="10904538" y="1882140"/>
                  </a:lnTo>
                  <a:close/>
                </a:path>
                <a:path w="11901170" h="1918335">
                  <a:moveTo>
                    <a:pt x="10920413" y="30480"/>
                  </a:moveTo>
                  <a:lnTo>
                    <a:pt x="10891838" y="30480"/>
                  </a:lnTo>
                  <a:lnTo>
                    <a:pt x="10891838" y="59055"/>
                  </a:lnTo>
                  <a:lnTo>
                    <a:pt x="10920413" y="59055"/>
                  </a:lnTo>
                  <a:lnTo>
                    <a:pt x="10920413" y="30480"/>
                  </a:lnTo>
                  <a:close/>
                </a:path>
                <a:path w="11901170" h="1918335">
                  <a:moveTo>
                    <a:pt x="10961688" y="1882140"/>
                  </a:moveTo>
                  <a:lnTo>
                    <a:pt x="10933113" y="1882140"/>
                  </a:lnTo>
                  <a:lnTo>
                    <a:pt x="10933113" y="1910715"/>
                  </a:lnTo>
                  <a:lnTo>
                    <a:pt x="10961688" y="1910715"/>
                  </a:lnTo>
                  <a:lnTo>
                    <a:pt x="10961688" y="1882140"/>
                  </a:lnTo>
                  <a:close/>
                </a:path>
                <a:path w="11901170" h="1918335">
                  <a:moveTo>
                    <a:pt x="10977563" y="30480"/>
                  </a:moveTo>
                  <a:lnTo>
                    <a:pt x="10948988" y="30480"/>
                  </a:lnTo>
                  <a:lnTo>
                    <a:pt x="10948988" y="59055"/>
                  </a:lnTo>
                  <a:lnTo>
                    <a:pt x="10977563" y="59055"/>
                  </a:lnTo>
                  <a:lnTo>
                    <a:pt x="10977563" y="30480"/>
                  </a:lnTo>
                  <a:close/>
                </a:path>
                <a:path w="11901170" h="1918335">
                  <a:moveTo>
                    <a:pt x="11018838" y="1882140"/>
                  </a:moveTo>
                  <a:lnTo>
                    <a:pt x="10990263" y="1882140"/>
                  </a:lnTo>
                  <a:lnTo>
                    <a:pt x="10990263" y="1910715"/>
                  </a:lnTo>
                  <a:lnTo>
                    <a:pt x="11018838" y="1910715"/>
                  </a:lnTo>
                  <a:lnTo>
                    <a:pt x="11018838" y="1882140"/>
                  </a:lnTo>
                  <a:close/>
                </a:path>
                <a:path w="11901170" h="1918335">
                  <a:moveTo>
                    <a:pt x="11034713" y="30480"/>
                  </a:moveTo>
                  <a:lnTo>
                    <a:pt x="11006138" y="30480"/>
                  </a:lnTo>
                  <a:lnTo>
                    <a:pt x="11006138" y="59055"/>
                  </a:lnTo>
                  <a:lnTo>
                    <a:pt x="11034713" y="59055"/>
                  </a:lnTo>
                  <a:lnTo>
                    <a:pt x="11034713" y="30480"/>
                  </a:lnTo>
                  <a:close/>
                </a:path>
                <a:path w="11901170" h="1918335">
                  <a:moveTo>
                    <a:pt x="11075988" y="1882140"/>
                  </a:moveTo>
                  <a:lnTo>
                    <a:pt x="11047413" y="1882140"/>
                  </a:lnTo>
                  <a:lnTo>
                    <a:pt x="11047413" y="1910715"/>
                  </a:lnTo>
                  <a:lnTo>
                    <a:pt x="11075988" y="1910715"/>
                  </a:lnTo>
                  <a:lnTo>
                    <a:pt x="11075988" y="1882140"/>
                  </a:lnTo>
                  <a:close/>
                </a:path>
                <a:path w="11901170" h="1918335">
                  <a:moveTo>
                    <a:pt x="11091863" y="30480"/>
                  </a:moveTo>
                  <a:lnTo>
                    <a:pt x="11063288" y="30480"/>
                  </a:lnTo>
                  <a:lnTo>
                    <a:pt x="11063288" y="59055"/>
                  </a:lnTo>
                  <a:lnTo>
                    <a:pt x="11091863" y="59055"/>
                  </a:lnTo>
                  <a:lnTo>
                    <a:pt x="11091863" y="30480"/>
                  </a:lnTo>
                  <a:close/>
                </a:path>
                <a:path w="11901170" h="1918335">
                  <a:moveTo>
                    <a:pt x="11133138" y="1882140"/>
                  </a:moveTo>
                  <a:lnTo>
                    <a:pt x="11104563" y="1882140"/>
                  </a:lnTo>
                  <a:lnTo>
                    <a:pt x="11104563" y="1910715"/>
                  </a:lnTo>
                  <a:lnTo>
                    <a:pt x="11133138" y="1910715"/>
                  </a:lnTo>
                  <a:lnTo>
                    <a:pt x="11133138" y="1882140"/>
                  </a:lnTo>
                  <a:close/>
                </a:path>
                <a:path w="11901170" h="1918335">
                  <a:moveTo>
                    <a:pt x="11149013" y="30480"/>
                  </a:moveTo>
                  <a:lnTo>
                    <a:pt x="11120438" y="30480"/>
                  </a:lnTo>
                  <a:lnTo>
                    <a:pt x="11120438" y="59055"/>
                  </a:lnTo>
                  <a:lnTo>
                    <a:pt x="11149013" y="59055"/>
                  </a:lnTo>
                  <a:lnTo>
                    <a:pt x="11149013" y="30480"/>
                  </a:lnTo>
                  <a:close/>
                </a:path>
                <a:path w="11901170" h="1918335">
                  <a:moveTo>
                    <a:pt x="11190288" y="1882140"/>
                  </a:moveTo>
                  <a:lnTo>
                    <a:pt x="11161713" y="1882140"/>
                  </a:lnTo>
                  <a:lnTo>
                    <a:pt x="11161713" y="1910715"/>
                  </a:lnTo>
                  <a:lnTo>
                    <a:pt x="11190288" y="1910715"/>
                  </a:lnTo>
                  <a:lnTo>
                    <a:pt x="11190288" y="1882140"/>
                  </a:lnTo>
                  <a:close/>
                </a:path>
                <a:path w="11901170" h="1918335">
                  <a:moveTo>
                    <a:pt x="11206163" y="30480"/>
                  </a:moveTo>
                  <a:lnTo>
                    <a:pt x="11177588" y="30480"/>
                  </a:lnTo>
                  <a:lnTo>
                    <a:pt x="11177588" y="59055"/>
                  </a:lnTo>
                  <a:lnTo>
                    <a:pt x="11206163" y="59055"/>
                  </a:lnTo>
                  <a:lnTo>
                    <a:pt x="11206163" y="30480"/>
                  </a:lnTo>
                  <a:close/>
                </a:path>
                <a:path w="11901170" h="1918335">
                  <a:moveTo>
                    <a:pt x="11247438" y="1882140"/>
                  </a:moveTo>
                  <a:lnTo>
                    <a:pt x="11218863" y="1882140"/>
                  </a:lnTo>
                  <a:lnTo>
                    <a:pt x="11218863" y="1910715"/>
                  </a:lnTo>
                  <a:lnTo>
                    <a:pt x="11247438" y="1910715"/>
                  </a:lnTo>
                  <a:lnTo>
                    <a:pt x="11247438" y="1882140"/>
                  </a:lnTo>
                  <a:close/>
                </a:path>
                <a:path w="11901170" h="1918335">
                  <a:moveTo>
                    <a:pt x="11263313" y="30480"/>
                  </a:moveTo>
                  <a:lnTo>
                    <a:pt x="11234738" y="30480"/>
                  </a:lnTo>
                  <a:lnTo>
                    <a:pt x="11234738" y="59055"/>
                  </a:lnTo>
                  <a:lnTo>
                    <a:pt x="11263313" y="59055"/>
                  </a:lnTo>
                  <a:lnTo>
                    <a:pt x="11263313" y="30480"/>
                  </a:lnTo>
                  <a:close/>
                </a:path>
                <a:path w="11901170" h="1918335">
                  <a:moveTo>
                    <a:pt x="11304588" y="1882140"/>
                  </a:moveTo>
                  <a:lnTo>
                    <a:pt x="11276013" y="1882140"/>
                  </a:lnTo>
                  <a:lnTo>
                    <a:pt x="11276013" y="1910715"/>
                  </a:lnTo>
                  <a:lnTo>
                    <a:pt x="11304588" y="1910715"/>
                  </a:lnTo>
                  <a:lnTo>
                    <a:pt x="11304588" y="1882140"/>
                  </a:lnTo>
                  <a:close/>
                </a:path>
                <a:path w="11901170" h="1918335">
                  <a:moveTo>
                    <a:pt x="11320463" y="30480"/>
                  </a:moveTo>
                  <a:lnTo>
                    <a:pt x="11291888" y="30480"/>
                  </a:lnTo>
                  <a:lnTo>
                    <a:pt x="11291888" y="59055"/>
                  </a:lnTo>
                  <a:lnTo>
                    <a:pt x="11320463" y="59055"/>
                  </a:lnTo>
                  <a:lnTo>
                    <a:pt x="11320463" y="30480"/>
                  </a:lnTo>
                  <a:close/>
                </a:path>
                <a:path w="11901170" h="1918335">
                  <a:moveTo>
                    <a:pt x="11361738" y="1882140"/>
                  </a:moveTo>
                  <a:lnTo>
                    <a:pt x="11333163" y="1882140"/>
                  </a:lnTo>
                  <a:lnTo>
                    <a:pt x="11333163" y="1910715"/>
                  </a:lnTo>
                  <a:lnTo>
                    <a:pt x="11361738" y="1910715"/>
                  </a:lnTo>
                  <a:lnTo>
                    <a:pt x="11361738" y="1882140"/>
                  </a:lnTo>
                  <a:close/>
                </a:path>
                <a:path w="11901170" h="1918335">
                  <a:moveTo>
                    <a:pt x="11377613" y="30480"/>
                  </a:moveTo>
                  <a:lnTo>
                    <a:pt x="11349038" y="30480"/>
                  </a:lnTo>
                  <a:lnTo>
                    <a:pt x="11349038" y="59055"/>
                  </a:lnTo>
                  <a:lnTo>
                    <a:pt x="11377613" y="59055"/>
                  </a:lnTo>
                  <a:lnTo>
                    <a:pt x="11377613" y="30480"/>
                  </a:lnTo>
                  <a:close/>
                </a:path>
                <a:path w="11901170" h="1918335">
                  <a:moveTo>
                    <a:pt x="11418888" y="1882140"/>
                  </a:moveTo>
                  <a:lnTo>
                    <a:pt x="11390313" y="1882140"/>
                  </a:lnTo>
                  <a:lnTo>
                    <a:pt x="11390313" y="1910715"/>
                  </a:lnTo>
                  <a:lnTo>
                    <a:pt x="11418888" y="1910715"/>
                  </a:lnTo>
                  <a:lnTo>
                    <a:pt x="11418888" y="1882140"/>
                  </a:lnTo>
                  <a:close/>
                </a:path>
                <a:path w="11901170" h="1918335">
                  <a:moveTo>
                    <a:pt x="11434763" y="30480"/>
                  </a:moveTo>
                  <a:lnTo>
                    <a:pt x="11406188" y="30480"/>
                  </a:lnTo>
                  <a:lnTo>
                    <a:pt x="11406188" y="59055"/>
                  </a:lnTo>
                  <a:lnTo>
                    <a:pt x="11434763" y="59055"/>
                  </a:lnTo>
                  <a:lnTo>
                    <a:pt x="11434763" y="30480"/>
                  </a:lnTo>
                  <a:close/>
                </a:path>
                <a:path w="11901170" h="1918335">
                  <a:moveTo>
                    <a:pt x="11476038" y="1882140"/>
                  </a:moveTo>
                  <a:lnTo>
                    <a:pt x="11447463" y="1882140"/>
                  </a:lnTo>
                  <a:lnTo>
                    <a:pt x="11447463" y="1910715"/>
                  </a:lnTo>
                  <a:lnTo>
                    <a:pt x="11476038" y="1910715"/>
                  </a:lnTo>
                  <a:lnTo>
                    <a:pt x="11476038" y="1882140"/>
                  </a:lnTo>
                  <a:close/>
                </a:path>
                <a:path w="11901170" h="1918335">
                  <a:moveTo>
                    <a:pt x="11491913" y="30480"/>
                  </a:moveTo>
                  <a:lnTo>
                    <a:pt x="11463338" y="30480"/>
                  </a:lnTo>
                  <a:lnTo>
                    <a:pt x="11463338" y="59055"/>
                  </a:lnTo>
                  <a:lnTo>
                    <a:pt x="11491913" y="59055"/>
                  </a:lnTo>
                  <a:lnTo>
                    <a:pt x="11491913" y="30480"/>
                  </a:lnTo>
                  <a:close/>
                </a:path>
                <a:path w="11901170" h="1918335">
                  <a:moveTo>
                    <a:pt x="11533188" y="1882140"/>
                  </a:moveTo>
                  <a:lnTo>
                    <a:pt x="11504613" y="1882140"/>
                  </a:lnTo>
                  <a:lnTo>
                    <a:pt x="11504613" y="1910715"/>
                  </a:lnTo>
                  <a:lnTo>
                    <a:pt x="11533188" y="1910715"/>
                  </a:lnTo>
                  <a:lnTo>
                    <a:pt x="11533188" y="1882140"/>
                  </a:lnTo>
                  <a:close/>
                </a:path>
                <a:path w="11901170" h="1918335">
                  <a:moveTo>
                    <a:pt x="11549063" y="30480"/>
                  </a:moveTo>
                  <a:lnTo>
                    <a:pt x="11520488" y="30480"/>
                  </a:lnTo>
                  <a:lnTo>
                    <a:pt x="11520488" y="59055"/>
                  </a:lnTo>
                  <a:lnTo>
                    <a:pt x="11549063" y="59055"/>
                  </a:lnTo>
                  <a:lnTo>
                    <a:pt x="11549063" y="30480"/>
                  </a:lnTo>
                  <a:close/>
                </a:path>
                <a:path w="11901170" h="1918335">
                  <a:moveTo>
                    <a:pt x="11590338" y="1882140"/>
                  </a:moveTo>
                  <a:lnTo>
                    <a:pt x="11561763" y="1882140"/>
                  </a:lnTo>
                  <a:lnTo>
                    <a:pt x="11561763" y="1910715"/>
                  </a:lnTo>
                  <a:lnTo>
                    <a:pt x="11590338" y="1910715"/>
                  </a:lnTo>
                  <a:lnTo>
                    <a:pt x="11590338" y="1882140"/>
                  </a:lnTo>
                  <a:close/>
                </a:path>
                <a:path w="11901170" h="1918335">
                  <a:moveTo>
                    <a:pt x="11606213" y="30480"/>
                  </a:moveTo>
                  <a:lnTo>
                    <a:pt x="11577638" y="30480"/>
                  </a:lnTo>
                  <a:lnTo>
                    <a:pt x="11577638" y="59055"/>
                  </a:lnTo>
                  <a:lnTo>
                    <a:pt x="11606213" y="59055"/>
                  </a:lnTo>
                  <a:lnTo>
                    <a:pt x="11606213" y="30480"/>
                  </a:lnTo>
                  <a:close/>
                </a:path>
                <a:path w="11901170" h="1918335">
                  <a:moveTo>
                    <a:pt x="11647488" y="1882140"/>
                  </a:moveTo>
                  <a:lnTo>
                    <a:pt x="11618913" y="1882140"/>
                  </a:lnTo>
                  <a:lnTo>
                    <a:pt x="11618913" y="1910715"/>
                  </a:lnTo>
                  <a:lnTo>
                    <a:pt x="11647488" y="1910715"/>
                  </a:lnTo>
                  <a:lnTo>
                    <a:pt x="11647488" y="1882140"/>
                  </a:lnTo>
                  <a:close/>
                </a:path>
                <a:path w="11901170" h="1918335">
                  <a:moveTo>
                    <a:pt x="11663363" y="30480"/>
                  </a:moveTo>
                  <a:lnTo>
                    <a:pt x="11634788" y="30480"/>
                  </a:lnTo>
                  <a:lnTo>
                    <a:pt x="11634788" y="59055"/>
                  </a:lnTo>
                  <a:lnTo>
                    <a:pt x="11663363" y="59055"/>
                  </a:lnTo>
                  <a:lnTo>
                    <a:pt x="11663363" y="30480"/>
                  </a:lnTo>
                  <a:close/>
                </a:path>
                <a:path w="11901170" h="1918335">
                  <a:moveTo>
                    <a:pt x="11704638" y="1882140"/>
                  </a:moveTo>
                  <a:lnTo>
                    <a:pt x="11676063" y="1882140"/>
                  </a:lnTo>
                  <a:lnTo>
                    <a:pt x="11676063" y="1910715"/>
                  </a:lnTo>
                  <a:lnTo>
                    <a:pt x="11704638" y="1910715"/>
                  </a:lnTo>
                  <a:lnTo>
                    <a:pt x="11704638" y="1882140"/>
                  </a:lnTo>
                  <a:close/>
                </a:path>
                <a:path w="11901170" h="1918335">
                  <a:moveTo>
                    <a:pt x="11720513" y="30480"/>
                  </a:moveTo>
                  <a:lnTo>
                    <a:pt x="11691938" y="30480"/>
                  </a:lnTo>
                  <a:lnTo>
                    <a:pt x="11691938" y="59055"/>
                  </a:lnTo>
                  <a:lnTo>
                    <a:pt x="11720513" y="59055"/>
                  </a:lnTo>
                  <a:lnTo>
                    <a:pt x="11720513" y="30480"/>
                  </a:lnTo>
                  <a:close/>
                </a:path>
                <a:path w="11901170" h="1918335">
                  <a:moveTo>
                    <a:pt x="11761788" y="1882140"/>
                  </a:moveTo>
                  <a:lnTo>
                    <a:pt x="11733213" y="1882140"/>
                  </a:lnTo>
                  <a:lnTo>
                    <a:pt x="11733213" y="1910715"/>
                  </a:lnTo>
                  <a:lnTo>
                    <a:pt x="11761788" y="1910715"/>
                  </a:lnTo>
                  <a:lnTo>
                    <a:pt x="11761788" y="1882140"/>
                  </a:lnTo>
                  <a:close/>
                </a:path>
                <a:path w="11901170" h="1918335">
                  <a:moveTo>
                    <a:pt x="11777663" y="30480"/>
                  </a:moveTo>
                  <a:lnTo>
                    <a:pt x="11749088" y="30480"/>
                  </a:lnTo>
                  <a:lnTo>
                    <a:pt x="11749088" y="59055"/>
                  </a:lnTo>
                  <a:lnTo>
                    <a:pt x="11777663" y="59055"/>
                  </a:lnTo>
                  <a:lnTo>
                    <a:pt x="11777663" y="30480"/>
                  </a:lnTo>
                  <a:close/>
                </a:path>
                <a:path w="11901170" h="1918335">
                  <a:moveTo>
                    <a:pt x="11818938" y="1882140"/>
                  </a:moveTo>
                  <a:lnTo>
                    <a:pt x="11790363" y="1882140"/>
                  </a:lnTo>
                  <a:lnTo>
                    <a:pt x="11790363" y="1910715"/>
                  </a:lnTo>
                  <a:lnTo>
                    <a:pt x="11818938" y="1910715"/>
                  </a:lnTo>
                  <a:lnTo>
                    <a:pt x="11818938" y="1882140"/>
                  </a:lnTo>
                  <a:close/>
                </a:path>
                <a:path w="11901170" h="1918335">
                  <a:moveTo>
                    <a:pt x="11834813" y="30480"/>
                  </a:moveTo>
                  <a:lnTo>
                    <a:pt x="11806238" y="30480"/>
                  </a:lnTo>
                  <a:lnTo>
                    <a:pt x="11806238" y="59055"/>
                  </a:lnTo>
                  <a:lnTo>
                    <a:pt x="11834813" y="59055"/>
                  </a:lnTo>
                  <a:lnTo>
                    <a:pt x="11834813" y="30480"/>
                  </a:lnTo>
                  <a:close/>
                </a:path>
                <a:path w="11901170" h="1918335">
                  <a:moveTo>
                    <a:pt x="11876088" y="1882140"/>
                  </a:moveTo>
                  <a:lnTo>
                    <a:pt x="11847513" y="1882140"/>
                  </a:lnTo>
                  <a:lnTo>
                    <a:pt x="11847513" y="1910715"/>
                  </a:lnTo>
                  <a:lnTo>
                    <a:pt x="11876088" y="1910715"/>
                  </a:lnTo>
                  <a:lnTo>
                    <a:pt x="11876088" y="1882140"/>
                  </a:lnTo>
                  <a:close/>
                </a:path>
                <a:path w="11901170" h="1918335">
                  <a:moveTo>
                    <a:pt x="11901170" y="1850072"/>
                  </a:moveTo>
                  <a:lnTo>
                    <a:pt x="11872595" y="1850072"/>
                  </a:lnTo>
                  <a:lnTo>
                    <a:pt x="11872595" y="1878647"/>
                  </a:lnTo>
                  <a:lnTo>
                    <a:pt x="11901170" y="1878647"/>
                  </a:lnTo>
                  <a:lnTo>
                    <a:pt x="11901170" y="1850072"/>
                  </a:lnTo>
                  <a:close/>
                </a:path>
                <a:path w="11901170" h="1918335">
                  <a:moveTo>
                    <a:pt x="11901170" y="1792922"/>
                  </a:moveTo>
                  <a:lnTo>
                    <a:pt x="11872595" y="1792922"/>
                  </a:lnTo>
                  <a:lnTo>
                    <a:pt x="11872595" y="1821497"/>
                  </a:lnTo>
                  <a:lnTo>
                    <a:pt x="11901170" y="1821497"/>
                  </a:lnTo>
                  <a:lnTo>
                    <a:pt x="11901170" y="1792922"/>
                  </a:lnTo>
                  <a:close/>
                </a:path>
                <a:path w="11901170" h="1918335">
                  <a:moveTo>
                    <a:pt x="11901170" y="1735772"/>
                  </a:moveTo>
                  <a:lnTo>
                    <a:pt x="11872595" y="1735772"/>
                  </a:lnTo>
                  <a:lnTo>
                    <a:pt x="11872595" y="1764347"/>
                  </a:lnTo>
                  <a:lnTo>
                    <a:pt x="11901170" y="1764347"/>
                  </a:lnTo>
                  <a:lnTo>
                    <a:pt x="11901170" y="1735772"/>
                  </a:lnTo>
                  <a:close/>
                </a:path>
                <a:path w="11901170" h="1918335">
                  <a:moveTo>
                    <a:pt x="11901170" y="1678622"/>
                  </a:moveTo>
                  <a:lnTo>
                    <a:pt x="11872595" y="1678622"/>
                  </a:lnTo>
                  <a:lnTo>
                    <a:pt x="11872595" y="1707197"/>
                  </a:lnTo>
                  <a:lnTo>
                    <a:pt x="11901170" y="1707197"/>
                  </a:lnTo>
                  <a:lnTo>
                    <a:pt x="11901170" y="1678622"/>
                  </a:lnTo>
                  <a:close/>
                </a:path>
                <a:path w="11901170" h="1918335">
                  <a:moveTo>
                    <a:pt x="11901170" y="1621472"/>
                  </a:moveTo>
                  <a:lnTo>
                    <a:pt x="11872595" y="1621472"/>
                  </a:lnTo>
                  <a:lnTo>
                    <a:pt x="11872595" y="1650047"/>
                  </a:lnTo>
                  <a:lnTo>
                    <a:pt x="11901170" y="1650047"/>
                  </a:lnTo>
                  <a:lnTo>
                    <a:pt x="11901170" y="1621472"/>
                  </a:lnTo>
                  <a:close/>
                </a:path>
                <a:path w="11901170" h="1918335">
                  <a:moveTo>
                    <a:pt x="11901170" y="1564322"/>
                  </a:moveTo>
                  <a:lnTo>
                    <a:pt x="11872595" y="1564322"/>
                  </a:lnTo>
                  <a:lnTo>
                    <a:pt x="11872595" y="1592897"/>
                  </a:lnTo>
                  <a:lnTo>
                    <a:pt x="11901170" y="1592897"/>
                  </a:lnTo>
                  <a:lnTo>
                    <a:pt x="11901170" y="1564322"/>
                  </a:lnTo>
                  <a:close/>
                </a:path>
                <a:path w="11901170" h="1918335">
                  <a:moveTo>
                    <a:pt x="11901170" y="1507172"/>
                  </a:moveTo>
                  <a:lnTo>
                    <a:pt x="11872595" y="1507172"/>
                  </a:lnTo>
                  <a:lnTo>
                    <a:pt x="11872595" y="1535747"/>
                  </a:lnTo>
                  <a:lnTo>
                    <a:pt x="11901170" y="1535747"/>
                  </a:lnTo>
                  <a:lnTo>
                    <a:pt x="11901170" y="1507172"/>
                  </a:lnTo>
                  <a:close/>
                </a:path>
                <a:path w="11901170" h="1918335">
                  <a:moveTo>
                    <a:pt x="11901170" y="1450022"/>
                  </a:moveTo>
                  <a:lnTo>
                    <a:pt x="11872595" y="1450022"/>
                  </a:lnTo>
                  <a:lnTo>
                    <a:pt x="11872595" y="1478597"/>
                  </a:lnTo>
                  <a:lnTo>
                    <a:pt x="11901170" y="1478597"/>
                  </a:lnTo>
                  <a:lnTo>
                    <a:pt x="11901170" y="1450022"/>
                  </a:lnTo>
                  <a:close/>
                </a:path>
                <a:path w="11901170" h="1918335">
                  <a:moveTo>
                    <a:pt x="11901170" y="1392872"/>
                  </a:moveTo>
                  <a:lnTo>
                    <a:pt x="11872595" y="1392872"/>
                  </a:lnTo>
                  <a:lnTo>
                    <a:pt x="11872595" y="1421447"/>
                  </a:lnTo>
                  <a:lnTo>
                    <a:pt x="11901170" y="1421447"/>
                  </a:lnTo>
                  <a:lnTo>
                    <a:pt x="11901170" y="1392872"/>
                  </a:lnTo>
                  <a:close/>
                </a:path>
                <a:path w="11901170" h="1918335">
                  <a:moveTo>
                    <a:pt x="11901170" y="1335722"/>
                  </a:moveTo>
                  <a:lnTo>
                    <a:pt x="11872595" y="1335722"/>
                  </a:lnTo>
                  <a:lnTo>
                    <a:pt x="11872595" y="1364297"/>
                  </a:lnTo>
                  <a:lnTo>
                    <a:pt x="11901170" y="1364297"/>
                  </a:lnTo>
                  <a:lnTo>
                    <a:pt x="11901170" y="1335722"/>
                  </a:lnTo>
                  <a:close/>
                </a:path>
                <a:path w="11901170" h="1918335">
                  <a:moveTo>
                    <a:pt x="11901170" y="1278572"/>
                  </a:moveTo>
                  <a:lnTo>
                    <a:pt x="11872595" y="1278572"/>
                  </a:lnTo>
                  <a:lnTo>
                    <a:pt x="11872595" y="1307147"/>
                  </a:lnTo>
                  <a:lnTo>
                    <a:pt x="11901170" y="1307147"/>
                  </a:lnTo>
                  <a:lnTo>
                    <a:pt x="11901170" y="1278572"/>
                  </a:lnTo>
                  <a:close/>
                </a:path>
                <a:path w="11901170" h="1918335">
                  <a:moveTo>
                    <a:pt x="11901170" y="1221422"/>
                  </a:moveTo>
                  <a:lnTo>
                    <a:pt x="11872595" y="1221422"/>
                  </a:lnTo>
                  <a:lnTo>
                    <a:pt x="11872595" y="1249997"/>
                  </a:lnTo>
                  <a:lnTo>
                    <a:pt x="11901170" y="1249997"/>
                  </a:lnTo>
                  <a:lnTo>
                    <a:pt x="11901170" y="1221422"/>
                  </a:lnTo>
                  <a:close/>
                </a:path>
                <a:path w="11901170" h="1918335">
                  <a:moveTo>
                    <a:pt x="11901170" y="1164272"/>
                  </a:moveTo>
                  <a:lnTo>
                    <a:pt x="11872595" y="1164272"/>
                  </a:lnTo>
                  <a:lnTo>
                    <a:pt x="11872595" y="1192847"/>
                  </a:lnTo>
                  <a:lnTo>
                    <a:pt x="11901170" y="1192847"/>
                  </a:lnTo>
                  <a:lnTo>
                    <a:pt x="11901170" y="1164272"/>
                  </a:lnTo>
                  <a:close/>
                </a:path>
                <a:path w="11901170" h="1918335">
                  <a:moveTo>
                    <a:pt x="11901170" y="1107122"/>
                  </a:moveTo>
                  <a:lnTo>
                    <a:pt x="11872595" y="1107122"/>
                  </a:lnTo>
                  <a:lnTo>
                    <a:pt x="11872595" y="1135697"/>
                  </a:lnTo>
                  <a:lnTo>
                    <a:pt x="11901170" y="1135697"/>
                  </a:lnTo>
                  <a:lnTo>
                    <a:pt x="11901170" y="1107122"/>
                  </a:lnTo>
                  <a:close/>
                </a:path>
                <a:path w="11901170" h="1918335">
                  <a:moveTo>
                    <a:pt x="11901170" y="1049972"/>
                  </a:moveTo>
                  <a:lnTo>
                    <a:pt x="11872595" y="1049972"/>
                  </a:lnTo>
                  <a:lnTo>
                    <a:pt x="11872595" y="1078547"/>
                  </a:lnTo>
                  <a:lnTo>
                    <a:pt x="11901170" y="1078547"/>
                  </a:lnTo>
                  <a:lnTo>
                    <a:pt x="11901170" y="1049972"/>
                  </a:lnTo>
                  <a:close/>
                </a:path>
                <a:path w="11901170" h="1918335">
                  <a:moveTo>
                    <a:pt x="11901170" y="992822"/>
                  </a:moveTo>
                  <a:lnTo>
                    <a:pt x="11872595" y="992822"/>
                  </a:lnTo>
                  <a:lnTo>
                    <a:pt x="11872595" y="1021397"/>
                  </a:lnTo>
                  <a:lnTo>
                    <a:pt x="11901170" y="1021397"/>
                  </a:lnTo>
                  <a:lnTo>
                    <a:pt x="11901170" y="992822"/>
                  </a:lnTo>
                  <a:close/>
                </a:path>
                <a:path w="11901170" h="1918335">
                  <a:moveTo>
                    <a:pt x="11901170" y="935672"/>
                  </a:moveTo>
                  <a:lnTo>
                    <a:pt x="11872595" y="935672"/>
                  </a:lnTo>
                  <a:lnTo>
                    <a:pt x="11872595" y="964247"/>
                  </a:lnTo>
                  <a:lnTo>
                    <a:pt x="11901170" y="964247"/>
                  </a:lnTo>
                  <a:lnTo>
                    <a:pt x="11901170" y="935672"/>
                  </a:lnTo>
                  <a:close/>
                </a:path>
                <a:path w="11901170" h="1918335">
                  <a:moveTo>
                    <a:pt x="11901170" y="878522"/>
                  </a:moveTo>
                  <a:lnTo>
                    <a:pt x="11872595" y="878522"/>
                  </a:lnTo>
                  <a:lnTo>
                    <a:pt x="11872595" y="907097"/>
                  </a:lnTo>
                  <a:lnTo>
                    <a:pt x="11901170" y="907097"/>
                  </a:lnTo>
                  <a:lnTo>
                    <a:pt x="11901170" y="878522"/>
                  </a:lnTo>
                  <a:close/>
                </a:path>
                <a:path w="11901170" h="1918335">
                  <a:moveTo>
                    <a:pt x="11901170" y="821372"/>
                  </a:moveTo>
                  <a:lnTo>
                    <a:pt x="11872595" y="821372"/>
                  </a:lnTo>
                  <a:lnTo>
                    <a:pt x="11872595" y="849947"/>
                  </a:lnTo>
                  <a:lnTo>
                    <a:pt x="11901170" y="849947"/>
                  </a:lnTo>
                  <a:lnTo>
                    <a:pt x="11901170" y="821372"/>
                  </a:lnTo>
                  <a:close/>
                </a:path>
                <a:path w="11901170" h="1918335">
                  <a:moveTo>
                    <a:pt x="11901170" y="764222"/>
                  </a:moveTo>
                  <a:lnTo>
                    <a:pt x="11872595" y="764222"/>
                  </a:lnTo>
                  <a:lnTo>
                    <a:pt x="11872595" y="792797"/>
                  </a:lnTo>
                  <a:lnTo>
                    <a:pt x="11901170" y="792797"/>
                  </a:lnTo>
                  <a:lnTo>
                    <a:pt x="11901170" y="764222"/>
                  </a:lnTo>
                  <a:close/>
                </a:path>
                <a:path w="11901170" h="1918335">
                  <a:moveTo>
                    <a:pt x="11901170" y="707072"/>
                  </a:moveTo>
                  <a:lnTo>
                    <a:pt x="11872595" y="707072"/>
                  </a:lnTo>
                  <a:lnTo>
                    <a:pt x="11872595" y="735647"/>
                  </a:lnTo>
                  <a:lnTo>
                    <a:pt x="11901170" y="735647"/>
                  </a:lnTo>
                  <a:lnTo>
                    <a:pt x="11901170" y="707072"/>
                  </a:lnTo>
                  <a:close/>
                </a:path>
                <a:path w="11901170" h="1918335">
                  <a:moveTo>
                    <a:pt x="11901170" y="649922"/>
                  </a:moveTo>
                  <a:lnTo>
                    <a:pt x="11872595" y="649922"/>
                  </a:lnTo>
                  <a:lnTo>
                    <a:pt x="11872595" y="678497"/>
                  </a:lnTo>
                  <a:lnTo>
                    <a:pt x="11901170" y="678497"/>
                  </a:lnTo>
                  <a:lnTo>
                    <a:pt x="11901170" y="649922"/>
                  </a:lnTo>
                  <a:close/>
                </a:path>
                <a:path w="11901170" h="1918335">
                  <a:moveTo>
                    <a:pt x="11901170" y="592772"/>
                  </a:moveTo>
                  <a:lnTo>
                    <a:pt x="11872595" y="592772"/>
                  </a:lnTo>
                  <a:lnTo>
                    <a:pt x="11872595" y="621347"/>
                  </a:lnTo>
                  <a:lnTo>
                    <a:pt x="11901170" y="621347"/>
                  </a:lnTo>
                  <a:lnTo>
                    <a:pt x="11901170" y="592772"/>
                  </a:lnTo>
                  <a:close/>
                </a:path>
                <a:path w="11901170" h="1918335">
                  <a:moveTo>
                    <a:pt x="11901170" y="535622"/>
                  </a:moveTo>
                  <a:lnTo>
                    <a:pt x="11872595" y="535622"/>
                  </a:lnTo>
                  <a:lnTo>
                    <a:pt x="11872595" y="564197"/>
                  </a:lnTo>
                  <a:lnTo>
                    <a:pt x="11901170" y="564197"/>
                  </a:lnTo>
                  <a:lnTo>
                    <a:pt x="11901170" y="535622"/>
                  </a:lnTo>
                  <a:close/>
                </a:path>
                <a:path w="11901170" h="1918335">
                  <a:moveTo>
                    <a:pt x="11901170" y="478472"/>
                  </a:moveTo>
                  <a:lnTo>
                    <a:pt x="11872595" y="478472"/>
                  </a:lnTo>
                  <a:lnTo>
                    <a:pt x="11872595" y="507047"/>
                  </a:lnTo>
                  <a:lnTo>
                    <a:pt x="11901170" y="507047"/>
                  </a:lnTo>
                  <a:lnTo>
                    <a:pt x="11901170" y="478472"/>
                  </a:lnTo>
                  <a:close/>
                </a:path>
                <a:path w="11901170" h="1918335">
                  <a:moveTo>
                    <a:pt x="11901170" y="421322"/>
                  </a:moveTo>
                  <a:lnTo>
                    <a:pt x="11872595" y="421322"/>
                  </a:lnTo>
                  <a:lnTo>
                    <a:pt x="11872595" y="449897"/>
                  </a:lnTo>
                  <a:lnTo>
                    <a:pt x="11901170" y="449897"/>
                  </a:lnTo>
                  <a:lnTo>
                    <a:pt x="11901170" y="421322"/>
                  </a:lnTo>
                  <a:close/>
                </a:path>
                <a:path w="11901170" h="1918335">
                  <a:moveTo>
                    <a:pt x="11901170" y="364172"/>
                  </a:moveTo>
                  <a:lnTo>
                    <a:pt x="11872595" y="364172"/>
                  </a:lnTo>
                  <a:lnTo>
                    <a:pt x="11872595" y="392747"/>
                  </a:lnTo>
                  <a:lnTo>
                    <a:pt x="11901170" y="392747"/>
                  </a:lnTo>
                  <a:lnTo>
                    <a:pt x="11901170" y="364172"/>
                  </a:lnTo>
                  <a:close/>
                </a:path>
                <a:path w="11901170" h="1918335">
                  <a:moveTo>
                    <a:pt x="11901170" y="307022"/>
                  </a:moveTo>
                  <a:lnTo>
                    <a:pt x="11872595" y="307022"/>
                  </a:lnTo>
                  <a:lnTo>
                    <a:pt x="11872595" y="335597"/>
                  </a:lnTo>
                  <a:lnTo>
                    <a:pt x="11901170" y="335597"/>
                  </a:lnTo>
                  <a:lnTo>
                    <a:pt x="11901170" y="307022"/>
                  </a:lnTo>
                  <a:close/>
                </a:path>
                <a:path w="11901170" h="1918335">
                  <a:moveTo>
                    <a:pt x="11901170" y="249872"/>
                  </a:moveTo>
                  <a:lnTo>
                    <a:pt x="11872595" y="249872"/>
                  </a:lnTo>
                  <a:lnTo>
                    <a:pt x="11872595" y="278447"/>
                  </a:lnTo>
                  <a:lnTo>
                    <a:pt x="11901170" y="278447"/>
                  </a:lnTo>
                  <a:lnTo>
                    <a:pt x="11901170" y="249872"/>
                  </a:lnTo>
                  <a:close/>
                </a:path>
                <a:path w="11901170" h="1918335">
                  <a:moveTo>
                    <a:pt x="11901170" y="192722"/>
                  </a:moveTo>
                  <a:lnTo>
                    <a:pt x="11872595" y="192722"/>
                  </a:lnTo>
                  <a:lnTo>
                    <a:pt x="11872595" y="221297"/>
                  </a:lnTo>
                  <a:lnTo>
                    <a:pt x="11901170" y="221297"/>
                  </a:lnTo>
                  <a:lnTo>
                    <a:pt x="11901170" y="192722"/>
                  </a:lnTo>
                  <a:close/>
                </a:path>
                <a:path w="11901170" h="1918335">
                  <a:moveTo>
                    <a:pt x="11901170" y="135572"/>
                  </a:moveTo>
                  <a:lnTo>
                    <a:pt x="11872595" y="135572"/>
                  </a:lnTo>
                  <a:lnTo>
                    <a:pt x="11872595" y="164147"/>
                  </a:lnTo>
                  <a:lnTo>
                    <a:pt x="11901170" y="164147"/>
                  </a:lnTo>
                  <a:lnTo>
                    <a:pt x="11901170" y="135572"/>
                  </a:lnTo>
                  <a:close/>
                </a:path>
                <a:path w="11901170" h="1918335">
                  <a:moveTo>
                    <a:pt x="11901170" y="78422"/>
                  </a:moveTo>
                  <a:lnTo>
                    <a:pt x="11872595" y="78422"/>
                  </a:lnTo>
                  <a:lnTo>
                    <a:pt x="11872595" y="106997"/>
                  </a:lnTo>
                  <a:lnTo>
                    <a:pt x="11901170" y="106997"/>
                  </a:lnTo>
                  <a:lnTo>
                    <a:pt x="11901170" y="78422"/>
                  </a:lnTo>
                  <a:close/>
                </a:path>
                <a:path w="11901170" h="1918335">
                  <a:moveTo>
                    <a:pt x="11901170" y="30480"/>
                  </a:moveTo>
                  <a:lnTo>
                    <a:pt x="11863388" y="30480"/>
                  </a:lnTo>
                  <a:lnTo>
                    <a:pt x="11863388" y="59055"/>
                  </a:lnTo>
                  <a:lnTo>
                    <a:pt x="11872595" y="59055"/>
                  </a:lnTo>
                  <a:lnTo>
                    <a:pt x="11886883" y="59055"/>
                  </a:lnTo>
                  <a:lnTo>
                    <a:pt x="11877675" y="49847"/>
                  </a:lnTo>
                  <a:lnTo>
                    <a:pt x="11901170" y="49847"/>
                  </a:lnTo>
                  <a:lnTo>
                    <a:pt x="11901170" y="44767"/>
                  </a:lnTo>
                  <a:lnTo>
                    <a:pt x="11901170" y="30480"/>
                  </a:lnTo>
                  <a:close/>
                </a:path>
              </a:pathLst>
            </a:custGeom>
            <a:solidFill>
              <a:srgbClr val="44536A"/>
            </a:solidFill>
          </p:spPr>
          <p:txBody>
            <a:bodyPr wrap="square" lIns="0" tIns="0" rIns="0" bIns="0" rtlCol="0"/>
            <a:lstStyle/>
            <a:p>
              <a:endParaRPr/>
            </a:p>
          </p:txBody>
        </p:sp>
        <p:sp>
          <p:nvSpPr>
            <p:cNvPr id="26" name="object 26"/>
            <p:cNvSpPr/>
            <p:nvPr/>
          </p:nvSpPr>
          <p:spPr>
            <a:xfrm>
              <a:off x="8008620" y="5303520"/>
              <a:ext cx="279400" cy="358140"/>
            </a:xfrm>
            <a:custGeom>
              <a:avLst/>
              <a:gdLst/>
              <a:ahLst/>
              <a:cxnLst/>
              <a:rect l="l" t="t" r="r" b="b"/>
              <a:pathLst>
                <a:path w="279400" h="358139">
                  <a:moveTo>
                    <a:pt x="138683" y="358139"/>
                  </a:moveTo>
                  <a:lnTo>
                    <a:pt x="0" y="179831"/>
                  </a:lnTo>
                  <a:lnTo>
                    <a:pt x="138683" y="0"/>
                  </a:lnTo>
                  <a:lnTo>
                    <a:pt x="138683" y="89915"/>
                  </a:lnTo>
                  <a:lnTo>
                    <a:pt x="278891" y="89915"/>
                  </a:lnTo>
                  <a:lnTo>
                    <a:pt x="278891" y="268224"/>
                  </a:lnTo>
                  <a:lnTo>
                    <a:pt x="138683" y="268224"/>
                  </a:lnTo>
                  <a:lnTo>
                    <a:pt x="138683" y="358139"/>
                  </a:lnTo>
                  <a:close/>
                </a:path>
              </a:pathLst>
            </a:custGeom>
            <a:solidFill>
              <a:srgbClr val="5F95E6"/>
            </a:solidFill>
          </p:spPr>
          <p:txBody>
            <a:bodyPr wrap="square" lIns="0" tIns="0" rIns="0" bIns="0" rtlCol="0"/>
            <a:lstStyle/>
            <a:p>
              <a:endParaRPr/>
            </a:p>
          </p:txBody>
        </p:sp>
        <p:sp>
          <p:nvSpPr>
            <p:cNvPr id="27" name="object 27"/>
            <p:cNvSpPr/>
            <p:nvPr/>
          </p:nvSpPr>
          <p:spPr>
            <a:xfrm>
              <a:off x="8001216" y="5285168"/>
              <a:ext cx="292100" cy="395605"/>
            </a:xfrm>
            <a:custGeom>
              <a:avLst/>
              <a:gdLst/>
              <a:ahLst/>
              <a:cxnLst/>
              <a:rect l="l" t="t" r="r" b="b"/>
              <a:pathLst>
                <a:path w="292100" h="395604">
                  <a:moveTo>
                    <a:pt x="153136" y="395262"/>
                  </a:moveTo>
                  <a:lnTo>
                    <a:pt x="0" y="197624"/>
                  </a:lnTo>
                  <a:lnTo>
                    <a:pt x="153136" y="0"/>
                  </a:lnTo>
                  <a:lnTo>
                    <a:pt x="153136" y="18554"/>
                  </a:lnTo>
                  <a:lnTo>
                    <a:pt x="140436" y="18554"/>
                  </a:lnTo>
                  <a:lnTo>
                    <a:pt x="140436" y="37123"/>
                  </a:lnTo>
                  <a:lnTo>
                    <a:pt x="19087" y="193738"/>
                  </a:lnTo>
                  <a:lnTo>
                    <a:pt x="13055" y="193738"/>
                  </a:lnTo>
                  <a:lnTo>
                    <a:pt x="13055" y="201523"/>
                  </a:lnTo>
                  <a:lnTo>
                    <a:pt x="19087" y="201523"/>
                  </a:lnTo>
                  <a:lnTo>
                    <a:pt x="140436" y="358138"/>
                  </a:lnTo>
                  <a:lnTo>
                    <a:pt x="140436" y="376694"/>
                  </a:lnTo>
                  <a:lnTo>
                    <a:pt x="153136" y="376694"/>
                  </a:lnTo>
                  <a:lnTo>
                    <a:pt x="153136" y="395262"/>
                  </a:lnTo>
                  <a:close/>
                </a:path>
                <a:path w="292100" h="395604">
                  <a:moveTo>
                    <a:pt x="140436" y="37123"/>
                  </a:moveTo>
                  <a:lnTo>
                    <a:pt x="140436" y="18554"/>
                  </a:lnTo>
                  <a:lnTo>
                    <a:pt x="151803" y="22453"/>
                  </a:lnTo>
                  <a:lnTo>
                    <a:pt x="140436" y="37123"/>
                  </a:lnTo>
                  <a:close/>
                </a:path>
                <a:path w="292100" h="395604">
                  <a:moveTo>
                    <a:pt x="279184" y="114439"/>
                  </a:moveTo>
                  <a:lnTo>
                    <a:pt x="140436" y="114439"/>
                  </a:lnTo>
                  <a:lnTo>
                    <a:pt x="140436" y="37123"/>
                  </a:lnTo>
                  <a:lnTo>
                    <a:pt x="151803" y="22453"/>
                  </a:lnTo>
                  <a:lnTo>
                    <a:pt x="140436" y="18554"/>
                  </a:lnTo>
                  <a:lnTo>
                    <a:pt x="153136" y="18554"/>
                  </a:lnTo>
                  <a:lnTo>
                    <a:pt x="153136" y="101739"/>
                  </a:lnTo>
                  <a:lnTo>
                    <a:pt x="146786" y="101739"/>
                  </a:lnTo>
                  <a:lnTo>
                    <a:pt x="153136" y="108089"/>
                  </a:lnTo>
                  <a:lnTo>
                    <a:pt x="279184" y="108089"/>
                  </a:lnTo>
                  <a:lnTo>
                    <a:pt x="279184" y="114439"/>
                  </a:lnTo>
                  <a:close/>
                </a:path>
                <a:path w="292100" h="395604">
                  <a:moveTo>
                    <a:pt x="153136" y="108089"/>
                  </a:moveTo>
                  <a:lnTo>
                    <a:pt x="146786" y="101739"/>
                  </a:lnTo>
                  <a:lnTo>
                    <a:pt x="153136" y="101739"/>
                  </a:lnTo>
                  <a:lnTo>
                    <a:pt x="153136" y="108089"/>
                  </a:lnTo>
                  <a:close/>
                </a:path>
                <a:path w="292100" h="395604">
                  <a:moveTo>
                    <a:pt x="291884" y="114439"/>
                  </a:moveTo>
                  <a:lnTo>
                    <a:pt x="285534" y="114439"/>
                  </a:lnTo>
                  <a:lnTo>
                    <a:pt x="279184" y="108089"/>
                  </a:lnTo>
                  <a:lnTo>
                    <a:pt x="153136" y="108089"/>
                  </a:lnTo>
                  <a:lnTo>
                    <a:pt x="153136" y="101739"/>
                  </a:lnTo>
                  <a:lnTo>
                    <a:pt x="291884" y="101739"/>
                  </a:lnTo>
                  <a:lnTo>
                    <a:pt x="291884" y="114439"/>
                  </a:lnTo>
                  <a:close/>
                </a:path>
                <a:path w="292100" h="395604">
                  <a:moveTo>
                    <a:pt x="279184" y="287159"/>
                  </a:moveTo>
                  <a:lnTo>
                    <a:pt x="279184" y="108089"/>
                  </a:lnTo>
                  <a:lnTo>
                    <a:pt x="285534" y="114439"/>
                  </a:lnTo>
                  <a:lnTo>
                    <a:pt x="291884" y="114439"/>
                  </a:lnTo>
                  <a:lnTo>
                    <a:pt x="291884" y="280809"/>
                  </a:lnTo>
                  <a:lnTo>
                    <a:pt x="285534" y="280809"/>
                  </a:lnTo>
                  <a:lnTo>
                    <a:pt x="279184" y="287159"/>
                  </a:lnTo>
                  <a:close/>
                </a:path>
                <a:path w="292100" h="395604">
                  <a:moveTo>
                    <a:pt x="13055" y="201523"/>
                  </a:moveTo>
                  <a:lnTo>
                    <a:pt x="13055" y="193738"/>
                  </a:lnTo>
                  <a:lnTo>
                    <a:pt x="16071" y="197631"/>
                  </a:lnTo>
                  <a:lnTo>
                    <a:pt x="13055" y="201523"/>
                  </a:lnTo>
                  <a:close/>
                </a:path>
                <a:path w="292100" h="395604">
                  <a:moveTo>
                    <a:pt x="16071" y="197631"/>
                  </a:moveTo>
                  <a:lnTo>
                    <a:pt x="13055" y="193738"/>
                  </a:lnTo>
                  <a:lnTo>
                    <a:pt x="19087" y="193738"/>
                  </a:lnTo>
                  <a:lnTo>
                    <a:pt x="16071" y="197631"/>
                  </a:lnTo>
                  <a:close/>
                </a:path>
                <a:path w="292100" h="395604">
                  <a:moveTo>
                    <a:pt x="19087" y="201523"/>
                  </a:moveTo>
                  <a:lnTo>
                    <a:pt x="13055" y="201523"/>
                  </a:lnTo>
                  <a:lnTo>
                    <a:pt x="16071" y="197631"/>
                  </a:lnTo>
                  <a:lnTo>
                    <a:pt x="19087" y="201523"/>
                  </a:lnTo>
                  <a:close/>
                </a:path>
                <a:path w="292100" h="395604">
                  <a:moveTo>
                    <a:pt x="153136" y="376694"/>
                  </a:moveTo>
                  <a:lnTo>
                    <a:pt x="140436" y="376694"/>
                  </a:lnTo>
                  <a:lnTo>
                    <a:pt x="151803" y="372808"/>
                  </a:lnTo>
                  <a:lnTo>
                    <a:pt x="140436" y="358138"/>
                  </a:lnTo>
                  <a:lnTo>
                    <a:pt x="140436" y="280809"/>
                  </a:lnTo>
                  <a:lnTo>
                    <a:pt x="279184" y="280809"/>
                  </a:lnTo>
                  <a:lnTo>
                    <a:pt x="279184" y="287159"/>
                  </a:lnTo>
                  <a:lnTo>
                    <a:pt x="153136" y="287159"/>
                  </a:lnTo>
                  <a:lnTo>
                    <a:pt x="146786" y="293509"/>
                  </a:lnTo>
                  <a:lnTo>
                    <a:pt x="153136" y="293509"/>
                  </a:lnTo>
                  <a:lnTo>
                    <a:pt x="153136" y="376694"/>
                  </a:lnTo>
                  <a:close/>
                </a:path>
                <a:path w="292100" h="395604">
                  <a:moveTo>
                    <a:pt x="291884" y="293509"/>
                  </a:moveTo>
                  <a:lnTo>
                    <a:pt x="153136" y="293509"/>
                  </a:lnTo>
                  <a:lnTo>
                    <a:pt x="153136" y="287159"/>
                  </a:lnTo>
                  <a:lnTo>
                    <a:pt x="279184" y="287159"/>
                  </a:lnTo>
                  <a:lnTo>
                    <a:pt x="285534" y="280809"/>
                  </a:lnTo>
                  <a:lnTo>
                    <a:pt x="291884" y="280809"/>
                  </a:lnTo>
                  <a:lnTo>
                    <a:pt x="291884" y="293509"/>
                  </a:lnTo>
                  <a:close/>
                </a:path>
                <a:path w="292100" h="395604">
                  <a:moveTo>
                    <a:pt x="153136" y="293509"/>
                  </a:moveTo>
                  <a:lnTo>
                    <a:pt x="146786" y="293509"/>
                  </a:lnTo>
                  <a:lnTo>
                    <a:pt x="153136" y="287159"/>
                  </a:lnTo>
                  <a:lnTo>
                    <a:pt x="153136" y="293509"/>
                  </a:lnTo>
                  <a:close/>
                </a:path>
                <a:path w="292100" h="395604">
                  <a:moveTo>
                    <a:pt x="140436" y="376694"/>
                  </a:moveTo>
                  <a:lnTo>
                    <a:pt x="140436" y="358138"/>
                  </a:lnTo>
                  <a:lnTo>
                    <a:pt x="151803" y="372808"/>
                  </a:lnTo>
                  <a:lnTo>
                    <a:pt x="140436" y="376694"/>
                  </a:lnTo>
                  <a:close/>
                </a:path>
              </a:pathLst>
            </a:custGeom>
            <a:solidFill>
              <a:srgbClr val="2069D2"/>
            </a:solidFill>
          </p:spPr>
          <p:txBody>
            <a:bodyPr wrap="square" lIns="0" tIns="0" rIns="0" bIns="0" rtlCol="0"/>
            <a:lstStyle/>
            <a:p>
              <a:endParaRPr/>
            </a:p>
          </p:txBody>
        </p:sp>
        <p:sp>
          <p:nvSpPr>
            <p:cNvPr id="28" name="object 28"/>
            <p:cNvSpPr/>
            <p:nvPr/>
          </p:nvSpPr>
          <p:spPr>
            <a:xfrm>
              <a:off x="3934968" y="5280660"/>
              <a:ext cx="277495" cy="358140"/>
            </a:xfrm>
            <a:custGeom>
              <a:avLst/>
              <a:gdLst/>
              <a:ahLst/>
              <a:cxnLst/>
              <a:rect l="l" t="t" r="r" b="b"/>
              <a:pathLst>
                <a:path w="277495" h="358139">
                  <a:moveTo>
                    <a:pt x="138684" y="358139"/>
                  </a:moveTo>
                  <a:lnTo>
                    <a:pt x="0" y="179831"/>
                  </a:lnTo>
                  <a:lnTo>
                    <a:pt x="138684" y="0"/>
                  </a:lnTo>
                  <a:lnTo>
                    <a:pt x="138684" y="89915"/>
                  </a:lnTo>
                  <a:lnTo>
                    <a:pt x="277368" y="89915"/>
                  </a:lnTo>
                  <a:lnTo>
                    <a:pt x="277368" y="268224"/>
                  </a:lnTo>
                  <a:lnTo>
                    <a:pt x="138684" y="268224"/>
                  </a:lnTo>
                  <a:lnTo>
                    <a:pt x="138684" y="358139"/>
                  </a:lnTo>
                  <a:close/>
                </a:path>
              </a:pathLst>
            </a:custGeom>
            <a:solidFill>
              <a:srgbClr val="5F95E6"/>
            </a:solidFill>
          </p:spPr>
          <p:txBody>
            <a:bodyPr wrap="square" lIns="0" tIns="0" rIns="0" bIns="0" rtlCol="0"/>
            <a:lstStyle/>
            <a:p>
              <a:endParaRPr/>
            </a:p>
          </p:txBody>
        </p:sp>
        <p:sp>
          <p:nvSpPr>
            <p:cNvPr id="29" name="object 29"/>
            <p:cNvSpPr/>
            <p:nvPr/>
          </p:nvSpPr>
          <p:spPr>
            <a:xfrm>
              <a:off x="3927055" y="5262308"/>
              <a:ext cx="292100" cy="395605"/>
            </a:xfrm>
            <a:custGeom>
              <a:avLst/>
              <a:gdLst/>
              <a:ahLst/>
              <a:cxnLst/>
              <a:rect l="l" t="t" r="r" b="b"/>
              <a:pathLst>
                <a:path w="292100" h="395604">
                  <a:moveTo>
                    <a:pt x="153136" y="395262"/>
                  </a:moveTo>
                  <a:lnTo>
                    <a:pt x="0" y="197624"/>
                  </a:lnTo>
                  <a:lnTo>
                    <a:pt x="153136" y="0"/>
                  </a:lnTo>
                  <a:lnTo>
                    <a:pt x="153136" y="18554"/>
                  </a:lnTo>
                  <a:lnTo>
                    <a:pt x="140436" y="18554"/>
                  </a:lnTo>
                  <a:lnTo>
                    <a:pt x="140436" y="37123"/>
                  </a:lnTo>
                  <a:lnTo>
                    <a:pt x="19087" y="193738"/>
                  </a:lnTo>
                  <a:lnTo>
                    <a:pt x="13055" y="193738"/>
                  </a:lnTo>
                  <a:lnTo>
                    <a:pt x="13055" y="201523"/>
                  </a:lnTo>
                  <a:lnTo>
                    <a:pt x="19087" y="201523"/>
                  </a:lnTo>
                  <a:lnTo>
                    <a:pt x="140436" y="358138"/>
                  </a:lnTo>
                  <a:lnTo>
                    <a:pt x="140436" y="376694"/>
                  </a:lnTo>
                  <a:lnTo>
                    <a:pt x="153136" y="376694"/>
                  </a:lnTo>
                  <a:lnTo>
                    <a:pt x="153136" y="395262"/>
                  </a:lnTo>
                  <a:close/>
                </a:path>
                <a:path w="292100" h="395604">
                  <a:moveTo>
                    <a:pt x="140436" y="37123"/>
                  </a:moveTo>
                  <a:lnTo>
                    <a:pt x="140436" y="18554"/>
                  </a:lnTo>
                  <a:lnTo>
                    <a:pt x="151803" y="22453"/>
                  </a:lnTo>
                  <a:lnTo>
                    <a:pt x="140436" y="37123"/>
                  </a:lnTo>
                  <a:close/>
                </a:path>
                <a:path w="292100" h="395604">
                  <a:moveTo>
                    <a:pt x="279184" y="114439"/>
                  </a:moveTo>
                  <a:lnTo>
                    <a:pt x="140436" y="114439"/>
                  </a:lnTo>
                  <a:lnTo>
                    <a:pt x="140436" y="37123"/>
                  </a:lnTo>
                  <a:lnTo>
                    <a:pt x="151803" y="22453"/>
                  </a:lnTo>
                  <a:lnTo>
                    <a:pt x="140436" y="18554"/>
                  </a:lnTo>
                  <a:lnTo>
                    <a:pt x="153136" y="18554"/>
                  </a:lnTo>
                  <a:lnTo>
                    <a:pt x="153136" y="101739"/>
                  </a:lnTo>
                  <a:lnTo>
                    <a:pt x="146786" y="101739"/>
                  </a:lnTo>
                  <a:lnTo>
                    <a:pt x="153136" y="108089"/>
                  </a:lnTo>
                  <a:lnTo>
                    <a:pt x="279184" y="108089"/>
                  </a:lnTo>
                  <a:lnTo>
                    <a:pt x="279184" y="114439"/>
                  </a:lnTo>
                  <a:close/>
                </a:path>
                <a:path w="292100" h="395604">
                  <a:moveTo>
                    <a:pt x="153136" y="108089"/>
                  </a:moveTo>
                  <a:lnTo>
                    <a:pt x="146786" y="101739"/>
                  </a:lnTo>
                  <a:lnTo>
                    <a:pt x="153136" y="101739"/>
                  </a:lnTo>
                  <a:lnTo>
                    <a:pt x="153136" y="108089"/>
                  </a:lnTo>
                  <a:close/>
                </a:path>
                <a:path w="292100" h="395604">
                  <a:moveTo>
                    <a:pt x="291884" y="114439"/>
                  </a:moveTo>
                  <a:lnTo>
                    <a:pt x="285534" y="114439"/>
                  </a:lnTo>
                  <a:lnTo>
                    <a:pt x="279184" y="108089"/>
                  </a:lnTo>
                  <a:lnTo>
                    <a:pt x="153136" y="108089"/>
                  </a:lnTo>
                  <a:lnTo>
                    <a:pt x="153136" y="101739"/>
                  </a:lnTo>
                  <a:lnTo>
                    <a:pt x="291884" y="101739"/>
                  </a:lnTo>
                  <a:lnTo>
                    <a:pt x="291884" y="114439"/>
                  </a:lnTo>
                  <a:close/>
                </a:path>
                <a:path w="292100" h="395604">
                  <a:moveTo>
                    <a:pt x="279184" y="287159"/>
                  </a:moveTo>
                  <a:lnTo>
                    <a:pt x="279184" y="108089"/>
                  </a:lnTo>
                  <a:lnTo>
                    <a:pt x="285534" y="114439"/>
                  </a:lnTo>
                  <a:lnTo>
                    <a:pt x="291884" y="114439"/>
                  </a:lnTo>
                  <a:lnTo>
                    <a:pt x="291884" y="280809"/>
                  </a:lnTo>
                  <a:lnTo>
                    <a:pt x="285534" y="280809"/>
                  </a:lnTo>
                  <a:lnTo>
                    <a:pt x="279184" y="287159"/>
                  </a:lnTo>
                  <a:close/>
                </a:path>
                <a:path w="292100" h="395604">
                  <a:moveTo>
                    <a:pt x="13055" y="201523"/>
                  </a:moveTo>
                  <a:lnTo>
                    <a:pt x="13055" y="193738"/>
                  </a:lnTo>
                  <a:lnTo>
                    <a:pt x="16071" y="197631"/>
                  </a:lnTo>
                  <a:lnTo>
                    <a:pt x="13055" y="201523"/>
                  </a:lnTo>
                  <a:close/>
                </a:path>
                <a:path w="292100" h="395604">
                  <a:moveTo>
                    <a:pt x="16071" y="197631"/>
                  </a:moveTo>
                  <a:lnTo>
                    <a:pt x="13055" y="193738"/>
                  </a:lnTo>
                  <a:lnTo>
                    <a:pt x="19087" y="193738"/>
                  </a:lnTo>
                  <a:lnTo>
                    <a:pt x="16071" y="197631"/>
                  </a:lnTo>
                  <a:close/>
                </a:path>
                <a:path w="292100" h="395604">
                  <a:moveTo>
                    <a:pt x="19087" y="201523"/>
                  </a:moveTo>
                  <a:lnTo>
                    <a:pt x="13055" y="201523"/>
                  </a:lnTo>
                  <a:lnTo>
                    <a:pt x="16071" y="197631"/>
                  </a:lnTo>
                  <a:lnTo>
                    <a:pt x="19087" y="201523"/>
                  </a:lnTo>
                  <a:close/>
                </a:path>
                <a:path w="292100" h="395604">
                  <a:moveTo>
                    <a:pt x="153136" y="376694"/>
                  </a:moveTo>
                  <a:lnTo>
                    <a:pt x="140436" y="376694"/>
                  </a:lnTo>
                  <a:lnTo>
                    <a:pt x="151803" y="372808"/>
                  </a:lnTo>
                  <a:lnTo>
                    <a:pt x="140436" y="358138"/>
                  </a:lnTo>
                  <a:lnTo>
                    <a:pt x="140436" y="280809"/>
                  </a:lnTo>
                  <a:lnTo>
                    <a:pt x="279184" y="280809"/>
                  </a:lnTo>
                  <a:lnTo>
                    <a:pt x="279184" y="287159"/>
                  </a:lnTo>
                  <a:lnTo>
                    <a:pt x="153136" y="287159"/>
                  </a:lnTo>
                  <a:lnTo>
                    <a:pt x="146786" y="293509"/>
                  </a:lnTo>
                  <a:lnTo>
                    <a:pt x="153136" y="293509"/>
                  </a:lnTo>
                  <a:lnTo>
                    <a:pt x="153136" y="376694"/>
                  </a:lnTo>
                  <a:close/>
                </a:path>
                <a:path w="292100" h="395604">
                  <a:moveTo>
                    <a:pt x="291884" y="293509"/>
                  </a:moveTo>
                  <a:lnTo>
                    <a:pt x="153136" y="293509"/>
                  </a:lnTo>
                  <a:lnTo>
                    <a:pt x="153136" y="287159"/>
                  </a:lnTo>
                  <a:lnTo>
                    <a:pt x="279184" y="287159"/>
                  </a:lnTo>
                  <a:lnTo>
                    <a:pt x="285534" y="280809"/>
                  </a:lnTo>
                  <a:lnTo>
                    <a:pt x="291884" y="280809"/>
                  </a:lnTo>
                  <a:lnTo>
                    <a:pt x="291884" y="293509"/>
                  </a:lnTo>
                  <a:close/>
                </a:path>
                <a:path w="292100" h="395604">
                  <a:moveTo>
                    <a:pt x="153136" y="293509"/>
                  </a:moveTo>
                  <a:lnTo>
                    <a:pt x="146786" y="293509"/>
                  </a:lnTo>
                  <a:lnTo>
                    <a:pt x="153136" y="287159"/>
                  </a:lnTo>
                  <a:lnTo>
                    <a:pt x="153136" y="293509"/>
                  </a:lnTo>
                  <a:close/>
                </a:path>
                <a:path w="292100" h="395604">
                  <a:moveTo>
                    <a:pt x="140436" y="376694"/>
                  </a:moveTo>
                  <a:lnTo>
                    <a:pt x="140436" y="358138"/>
                  </a:lnTo>
                  <a:lnTo>
                    <a:pt x="151803" y="372808"/>
                  </a:lnTo>
                  <a:lnTo>
                    <a:pt x="140436" y="376694"/>
                  </a:lnTo>
                  <a:close/>
                </a:path>
              </a:pathLst>
            </a:custGeom>
            <a:solidFill>
              <a:srgbClr val="2069D2"/>
            </a:solidFill>
          </p:spPr>
          <p:txBody>
            <a:bodyPr wrap="square" lIns="0" tIns="0" rIns="0" bIns="0" rtlCol="0"/>
            <a:lstStyle/>
            <a:p>
              <a:endParaRPr/>
            </a:p>
          </p:txBody>
        </p:sp>
      </p:grpSp>
      <p:grpSp>
        <p:nvGrpSpPr>
          <p:cNvPr id="30" name="object 30"/>
          <p:cNvGrpSpPr/>
          <p:nvPr/>
        </p:nvGrpSpPr>
        <p:grpSpPr>
          <a:xfrm>
            <a:off x="9865271" y="3513658"/>
            <a:ext cx="340995" cy="502920"/>
            <a:chOff x="9865271" y="3513658"/>
            <a:chExt cx="340995" cy="502920"/>
          </a:xfrm>
        </p:grpSpPr>
        <p:sp>
          <p:nvSpPr>
            <p:cNvPr id="31" name="object 31"/>
            <p:cNvSpPr/>
            <p:nvPr/>
          </p:nvSpPr>
          <p:spPr>
            <a:xfrm>
              <a:off x="9880092" y="3520439"/>
              <a:ext cx="311150" cy="486409"/>
            </a:xfrm>
            <a:custGeom>
              <a:avLst/>
              <a:gdLst/>
              <a:ahLst/>
              <a:cxnLst/>
              <a:rect l="l" t="t" r="r" b="b"/>
              <a:pathLst>
                <a:path w="311150" h="486410">
                  <a:moveTo>
                    <a:pt x="155448" y="486156"/>
                  </a:moveTo>
                  <a:lnTo>
                    <a:pt x="0" y="332232"/>
                  </a:lnTo>
                  <a:lnTo>
                    <a:pt x="77724" y="332232"/>
                  </a:lnTo>
                  <a:lnTo>
                    <a:pt x="77724" y="0"/>
                  </a:lnTo>
                  <a:lnTo>
                    <a:pt x="233172" y="0"/>
                  </a:lnTo>
                  <a:lnTo>
                    <a:pt x="233172" y="332232"/>
                  </a:lnTo>
                  <a:lnTo>
                    <a:pt x="310896" y="332232"/>
                  </a:lnTo>
                  <a:lnTo>
                    <a:pt x="155448" y="486156"/>
                  </a:lnTo>
                  <a:close/>
                </a:path>
              </a:pathLst>
            </a:custGeom>
            <a:solidFill>
              <a:srgbClr val="5F95E6"/>
            </a:solidFill>
          </p:spPr>
          <p:txBody>
            <a:bodyPr wrap="square" lIns="0" tIns="0" rIns="0" bIns="0" rtlCol="0"/>
            <a:lstStyle/>
            <a:p>
              <a:endParaRPr/>
            </a:p>
          </p:txBody>
        </p:sp>
        <p:sp>
          <p:nvSpPr>
            <p:cNvPr id="32" name="object 32"/>
            <p:cNvSpPr/>
            <p:nvPr/>
          </p:nvSpPr>
          <p:spPr>
            <a:xfrm>
              <a:off x="9865271" y="3513658"/>
              <a:ext cx="340995" cy="502920"/>
            </a:xfrm>
            <a:custGeom>
              <a:avLst/>
              <a:gdLst/>
              <a:ahLst/>
              <a:cxnLst/>
              <a:rect l="l" t="t" r="r" b="b"/>
              <a:pathLst>
                <a:path w="340995" h="502920">
                  <a:moveTo>
                    <a:pt x="86448" y="338454"/>
                  </a:moveTo>
                  <a:lnTo>
                    <a:pt x="86448" y="0"/>
                  </a:lnTo>
                  <a:lnTo>
                    <a:pt x="254088" y="0"/>
                  </a:lnTo>
                  <a:lnTo>
                    <a:pt x="254088" y="6350"/>
                  </a:lnTo>
                  <a:lnTo>
                    <a:pt x="99148" y="6350"/>
                  </a:lnTo>
                  <a:lnTo>
                    <a:pt x="92798" y="12700"/>
                  </a:lnTo>
                  <a:lnTo>
                    <a:pt x="99148" y="12700"/>
                  </a:lnTo>
                  <a:lnTo>
                    <a:pt x="99148" y="332104"/>
                  </a:lnTo>
                  <a:lnTo>
                    <a:pt x="92798" y="332104"/>
                  </a:lnTo>
                  <a:lnTo>
                    <a:pt x="86448" y="338454"/>
                  </a:lnTo>
                  <a:close/>
                </a:path>
                <a:path w="340995" h="502920">
                  <a:moveTo>
                    <a:pt x="99148" y="12700"/>
                  </a:moveTo>
                  <a:lnTo>
                    <a:pt x="92798" y="12700"/>
                  </a:lnTo>
                  <a:lnTo>
                    <a:pt x="99148" y="6350"/>
                  </a:lnTo>
                  <a:lnTo>
                    <a:pt x="99148" y="12700"/>
                  </a:lnTo>
                  <a:close/>
                </a:path>
                <a:path w="340995" h="502920">
                  <a:moveTo>
                    <a:pt x="241388" y="12700"/>
                  </a:moveTo>
                  <a:lnTo>
                    <a:pt x="99148" y="12700"/>
                  </a:lnTo>
                  <a:lnTo>
                    <a:pt x="99148" y="6350"/>
                  </a:lnTo>
                  <a:lnTo>
                    <a:pt x="241388" y="6350"/>
                  </a:lnTo>
                  <a:lnTo>
                    <a:pt x="241388" y="12700"/>
                  </a:lnTo>
                  <a:close/>
                </a:path>
                <a:path w="340995" h="502920">
                  <a:moveTo>
                    <a:pt x="309880" y="344804"/>
                  </a:moveTo>
                  <a:lnTo>
                    <a:pt x="241388" y="344804"/>
                  </a:lnTo>
                  <a:lnTo>
                    <a:pt x="241388" y="6350"/>
                  </a:lnTo>
                  <a:lnTo>
                    <a:pt x="247738" y="12700"/>
                  </a:lnTo>
                  <a:lnTo>
                    <a:pt x="254088" y="12700"/>
                  </a:lnTo>
                  <a:lnTo>
                    <a:pt x="254088" y="332104"/>
                  </a:lnTo>
                  <a:lnTo>
                    <a:pt x="247738" y="332104"/>
                  </a:lnTo>
                  <a:lnTo>
                    <a:pt x="254088" y="338454"/>
                  </a:lnTo>
                  <a:lnTo>
                    <a:pt x="316230" y="338454"/>
                  </a:lnTo>
                  <a:lnTo>
                    <a:pt x="309880" y="344804"/>
                  </a:lnTo>
                  <a:close/>
                </a:path>
                <a:path w="340995" h="502920">
                  <a:moveTo>
                    <a:pt x="254088" y="12700"/>
                  </a:moveTo>
                  <a:lnTo>
                    <a:pt x="247738" y="12700"/>
                  </a:lnTo>
                  <a:lnTo>
                    <a:pt x="241388" y="6350"/>
                  </a:lnTo>
                  <a:lnTo>
                    <a:pt x="254088" y="6350"/>
                  </a:lnTo>
                  <a:lnTo>
                    <a:pt x="254088" y="12700"/>
                  </a:lnTo>
                  <a:close/>
                </a:path>
                <a:path w="340995" h="502920">
                  <a:moveTo>
                    <a:pt x="170268" y="502373"/>
                  </a:moveTo>
                  <a:lnTo>
                    <a:pt x="0" y="332104"/>
                  </a:lnTo>
                  <a:lnTo>
                    <a:pt x="86448" y="332104"/>
                  </a:lnTo>
                  <a:lnTo>
                    <a:pt x="86448" y="333971"/>
                  </a:lnTo>
                  <a:lnTo>
                    <a:pt x="19824" y="333971"/>
                  </a:lnTo>
                  <a:lnTo>
                    <a:pt x="15328" y="344804"/>
                  </a:lnTo>
                  <a:lnTo>
                    <a:pt x="30657" y="344804"/>
                  </a:lnTo>
                  <a:lnTo>
                    <a:pt x="170268" y="484416"/>
                  </a:lnTo>
                  <a:lnTo>
                    <a:pt x="165773" y="488911"/>
                  </a:lnTo>
                  <a:lnTo>
                    <a:pt x="183730" y="488911"/>
                  </a:lnTo>
                  <a:lnTo>
                    <a:pt x="170268" y="502373"/>
                  </a:lnTo>
                  <a:close/>
                </a:path>
                <a:path w="340995" h="502920">
                  <a:moveTo>
                    <a:pt x="99148" y="338454"/>
                  </a:moveTo>
                  <a:lnTo>
                    <a:pt x="86448" y="338454"/>
                  </a:lnTo>
                  <a:lnTo>
                    <a:pt x="92798" y="332104"/>
                  </a:lnTo>
                  <a:lnTo>
                    <a:pt x="99148" y="332104"/>
                  </a:lnTo>
                  <a:lnTo>
                    <a:pt x="99148" y="338454"/>
                  </a:lnTo>
                  <a:close/>
                </a:path>
                <a:path w="340995" h="502920">
                  <a:moveTo>
                    <a:pt x="254088" y="338454"/>
                  </a:moveTo>
                  <a:lnTo>
                    <a:pt x="247738" y="332104"/>
                  </a:lnTo>
                  <a:lnTo>
                    <a:pt x="254088" y="332104"/>
                  </a:lnTo>
                  <a:lnTo>
                    <a:pt x="254088" y="338454"/>
                  </a:lnTo>
                  <a:close/>
                </a:path>
                <a:path w="340995" h="502920">
                  <a:moveTo>
                    <a:pt x="316230" y="338454"/>
                  </a:moveTo>
                  <a:lnTo>
                    <a:pt x="254088" y="338454"/>
                  </a:lnTo>
                  <a:lnTo>
                    <a:pt x="254088" y="332104"/>
                  </a:lnTo>
                  <a:lnTo>
                    <a:pt x="340537" y="332104"/>
                  </a:lnTo>
                  <a:lnTo>
                    <a:pt x="338670" y="333971"/>
                  </a:lnTo>
                  <a:lnTo>
                    <a:pt x="320713" y="333971"/>
                  </a:lnTo>
                  <a:lnTo>
                    <a:pt x="316230" y="338454"/>
                  </a:lnTo>
                  <a:close/>
                </a:path>
                <a:path w="340995" h="502920">
                  <a:moveTo>
                    <a:pt x="30657" y="344804"/>
                  </a:moveTo>
                  <a:lnTo>
                    <a:pt x="15328" y="344804"/>
                  </a:lnTo>
                  <a:lnTo>
                    <a:pt x="19824" y="333971"/>
                  </a:lnTo>
                  <a:lnTo>
                    <a:pt x="30657" y="344804"/>
                  </a:lnTo>
                  <a:close/>
                </a:path>
                <a:path w="340995" h="502920">
                  <a:moveTo>
                    <a:pt x="99148" y="344804"/>
                  </a:moveTo>
                  <a:lnTo>
                    <a:pt x="30657" y="344804"/>
                  </a:lnTo>
                  <a:lnTo>
                    <a:pt x="19824" y="333971"/>
                  </a:lnTo>
                  <a:lnTo>
                    <a:pt x="86448" y="333971"/>
                  </a:lnTo>
                  <a:lnTo>
                    <a:pt x="86448" y="338454"/>
                  </a:lnTo>
                  <a:lnTo>
                    <a:pt x="99148" y="338454"/>
                  </a:lnTo>
                  <a:lnTo>
                    <a:pt x="99148" y="344804"/>
                  </a:lnTo>
                  <a:close/>
                </a:path>
                <a:path w="340995" h="502920">
                  <a:moveTo>
                    <a:pt x="183730" y="488911"/>
                  </a:moveTo>
                  <a:lnTo>
                    <a:pt x="174764" y="488911"/>
                  </a:lnTo>
                  <a:lnTo>
                    <a:pt x="170268" y="484416"/>
                  </a:lnTo>
                  <a:lnTo>
                    <a:pt x="320713" y="333971"/>
                  </a:lnTo>
                  <a:lnTo>
                    <a:pt x="325208" y="344804"/>
                  </a:lnTo>
                  <a:lnTo>
                    <a:pt x="327837" y="344804"/>
                  </a:lnTo>
                  <a:lnTo>
                    <a:pt x="183730" y="488911"/>
                  </a:lnTo>
                  <a:close/>
                </a:path>
                <a:path w="340995" h="502920">
                  <a:moveTo>
                    <a:pt x="327837" y="344804"/>
                  </a:moveTo>
                  <a:lnTo>
                    <a:pt x="325208" y="344804"/>
                  </a:lnTo>
                  <a:lnTo>
                    <a:pt x="320713" y="333971"/>
                  </a:lnTo>
                  <a:lnTo>
                    <a:pt x="338670" y="333971"/>
                  </a:lnTo>
                  <a:lnTo>
                    <a:pt x="327837" y="344804"/>
                  </a:lnTo>
                  <a:close/>
                </a:path>
                <a:path w="340995" h="502920">
                  <a:moveTo>
                    <a:pt x="174764" y="488911"/>
                  </a:moveTo>
                  <a:lnTo>
                    <a:pt x="165773" y="488911"/>
                  </a:lnTo>
                  <a:lnTo>
                    <a:pt x="170268" y="484416"/>
                  </a:lnTo>
                  <a:lnTo>
                    <a:pt x="174764" y="488911"/>
                  </a:lnTo>
                  <a:close/>
                </a:path>
              </a:pathLst>
            </a:custGeom>
            <a:solidFill>
              <a:srgbClr val="2069D2"/>
            </a:solidFill>
          </p:spPr>
          <p:txBody>
            <a:bodyPr wrap="square" lIns="0" tIns="0" rIns="0" bIns="0" rtlCol="0"/>
            <a:lstStyle/>
            <a:p>
              <a:endParaRPr/>
            </a:p>
          </p:txBody>
        </p:sp>
      </p:grpSp>
      <p:grpSp>
        <p:nvGrpSpPr>
          <p:cNvPr id="33" name="object 33"/>
          <p:cNvGrpSpPr/>
          <p:nvPr/>
        </p:nvGrpSpPr>
        <p:grpSpPr>
          <a:xfrm>
            <a:off x="1118146" y="3518014"/>
            <a:ext cx="382270" cy="465455"/>
            <a:chOff x="1118146" y="3518014"/>
            <a:chExt cx="382270" cy="465455"/>
          </a:xfrm>
        </p:grpSpPr>
        <p:sp>
          <p:nvSpPr>
            <p:cNvPr id="34" name="object 34"/>
            <p:cNvSpPr/>
            <p:nvPr/>
          </p:nvSpPr>
          <p:spPr>
            <a:xfrm>
              <a:off x="1133855" y="3526536"/>
              <a:ext cx="350520" cy="449580"/>
            </a:xfrm>
            <a:custGeom>
              <a:avLst/>
              <a:gdLst/>
              <a:ahLst/>
              <a:cxnLst/>
              <a:rect l="l" t="t" r="r" b="b"/>
              <a:pathLst>
                <a:path w="350519" h="449579">
                  <a:moveTo>
                    <a:pt x="263652" y="449579"/>
                  </a:moveTo>
                  <a:lnTo>
                    <a:pt x="86868" y="449579"/>
                  </a:lnTo>
                  <a:lnTo>
                    <a:pt x="86868" y="176784"/>
                  </a:lnTo>
                  <a:lnTo>
                    <a:pt x="0" y="176784"/>
                  </a:lnTo>
                  <a:lnTo>
                    <a:pt x="175259" y="0"/>
                  </a:lnTo>
                  <a:lnTo>
                    <a:pt x="350519" y="176784"/>
                  </a:lnTo>
                  <a:lnTo>
                    <a:pt x="263652" y="176784"/>
                  </a:lnTo>
                  <a:lnTo>
                    <a:pt x="263652" y="449579"/>
                  </a:lnTo>
                  <a:close/>
                </a:path>
              </a:pathLst>
            </a:custGeom>
            <a:solidFill>
              <a:srgbClr val="5F95E6"/>
            </a:solidFill>
          </p:spPr>
          <p:txBody>
            <a:bodyPr wrap="square" lIns="0" tIns="0" rIns="0" bIns="0" rtlCol="0"/>
            <a:lstStyle/>
            <a:p>
              <a:endParaRPr/>
            </a:p>
          </p:txBody>
        </p:sp>
        <p:sp>
          <p:nvSpPr>
            <p:cNvPr id="35" name="object 35"/>
            <p:cNvSpPr/>
            <p:nvPr/>
          </p:nvSpPr>
          <p:spPr>
            <a:xfrm>
              <a:off x="1118146" y="3518014"/>
              <a:ext cx="382270" cy="465455"/>
            </a:xfrm>
            <a:custGeom>
              <a:avLst/>
              <a:gdLst/>
              <a:ahLst/>
              <a:cxnLst/>
              <a:rect l="l" t="t" r="r" b="b"/>
              <a:pathLst>
                <a:path w="382269" h="465454">
                  <a:moveTo>
                    <a:pt x="96761" y="190906"/>
                  </a:moveTo>
                  <a:lnTo>
                    <a:pt x="0" y="190906"/>
                  </a:lnTo>
                  <a:lnTo>
                    <a:pt x="190906" y="0"/>
                  </a:lnTo>
                  <a:lnTo>
                    <a:pt x="204381" y="13474"/>
                  </a:lnTo>
                  <a:lnTo>
                    <a:pt x="186410" y="13474"/>
                  </a:lnTo>
                  <a:lnTo>
                    <a:pt x="190906" y="17970"/>
                  </a:lnTo>
                  <a:lnTo>
                    <a:pt x="30670" y="178206"/>
                  </a:lnTo>
                  <a:lnTo>
                    <a:pt x="15328" y="178206"/>
                  </a:lnTo>
                  <a:lnTo>
                    <a:pt x="19824" y="189052"/>
                  </a:lnTo>
                  <a:lnTo>
                    <a:pt x="96761" y="189052"/>
                  </a:lnTo>
                  <a:lnTo>
                    <a:pt x="96761" y="190906"/>
                  </a:lnTo>
                  <a:close/>
                </a:path>
                <a:path w="382269" h="465454">
                  <a:moveTo>
                    <a:pt x="190906" y="17970"/>
                  </a:moveTo>
                  <a:lnTo>
                    <a:pt x="186410" y="13474"/>
                  </a:lnTo>
                  <a:lnTo>
                    <a:pt x="195402" y="13474"/>
                  </a:lnTo>
                  <a:lnTo>
                    <a:pt x="190906" y="17970"/>
                  </a:lnTo>
                  <a:close/>
                </a:path>
                <a:path w="382269" h="465454">
                  <a:moveTo>
                    <a:pt x="361988" y="189052"/>
                  </a:moveTo>
                  <a:lnTo>
                    <a:pt x="190906" y="17970"/>
                  </a:lnTo>
                  <a:lnTo>
                    <a:pt x="195402" y="13474"/>
                  </a:lnTo>
                  <a:lnTo>
                    <a:pt x="204381" y="13474"/>
                  </a:lnTo>
                  <a:lnTo>
                    <a:pt x="369112" y="178206"/>
                  </a:lnTo>
                  <a:lnTo>
                    <a:pt x="366483" y="178206"/>
                  </a:lnTo>
                  <a:lnTo>
                    <a:pt x="361988" y="189052"/>
                  </a:lnTo>
                  <a:close/>
                </a:path>
                <a:path w="382269" h="465454">
                  <a:moveTo>
                    <a:pt x="19824" y="189052"/>
                  </a:moveTo>
                  <a:lnTo>
                    <a:pt x="15328" y="178206"/>
                  </a:lnTo>
                  <a:lnTo>
                    <a:pt x="30670" y="178206"/>
                  </a:lnTo>
                  <a:lnTo>
                    <a:pt x="19824" y="189052"/>
                  </a:lnTo>
                  <a:close/>
                </a:path>
                <a:path w="382269" h="465454">
                  <a:moveTo>
                    <a:pt x="96761" y="189052"/>
                  </a:moveTo>
                  <a:lnTo>
                    <a:pt x="19824" y="189052"/>
                  </a:lnTo>
                  <a:lnTo>
                    <a:pt x="30670" y="178206"/>
                  </a:lnTo>
                  <a:lnTo>
                    <a:pt x="109461" y="178206"/>
                  </a:lnTo>
                  <a:lnTo>
                    <a:pt x="109461" y="184556"/>
                  </a:lnTo>
                  <a:lnTo>
                    <a:pt x="96761" y="184556"/>
                  </a:lnTo>
                  <a:lnTo>
                    <a:pt x="96761" y="189052"/>
                  </a:lnTo>
                  <a:close/>
                </a:path>
                <a:path w="382269" h="465454">
                  <a:moveTo>
                    <a:pt x="272351" y="458558"/>
                  </a:moveTo>
                  <a:lnTo>
                    <a:pt x="272351" y="178206"/>
                  </a:lnTo>
                  <a:lnTo>
                    <a:pt x="351142" y="178206"/>
                  </a:lnTo>
                  <a:lnTo>
                    <a:pt x="357492" y="184556"/>
                  </a:lnTo>
                  <a:lnTo>
                    <a:pt x="285051" y="184556"/>
                  </a:lnTo>
                  <a:lnTo>
                    <a:pt x="278701" y="190906"/>
                  </a:lnTo>
                  <a:lnTo>
                    <a:pt x="285051" y="190906"/>
                  </a:lnTo>
                  <a:lnTo>
                    <a:pt x="285051" y="452208"/>
                  </a:lnTo>
                  <a:lnTo>
                    <a:pt x="278701" y="452208"/>
                  </a:lnTo>
                  <a:lnTo>
                    <a:pt x="272351" y="458558"/>
                  </a:lnTo>
                  <a:close/>
                </a:path>
                <a:path w="382269" h="465454">
                  <a:moveTo>
                    <a:pt x="379958" y="189052"/>
                  </a:moveTo>
                  <a:lnTo>
                    <a:pt x="361988" y="189052"/>
                  </a:lnTo>
                  <a:lnTo>
                    <a:pt x="366483" y="178206"/>
                  </a:lnTo>
                  <a:lnTo>
                    <a:pt x="369112" y="178206"/>
                  </a:lnTo>
                  <a:lnTo>
                    <a:pt x="379958" y="189052"/>
                  </a:lnTo>
                  <a:close/>
                </a:path>
                <a:path w="382269" h="465454">
                  <a:moveTo>
                    <a:pt x="285051" y="464908"/>
                  </a:moveTo>
                  <a:lnTo>
                    <a:pt x="96761" y="464908"/>
                  </a:lnTo>
                  <a:lnTo>
                    <a:pt x="96761" y="184556"/>
                  </a:lnTo>
                  <a:lnTo>
                    <a:pt x="103111" y="190906"/>
                  </a:lnTo>
                  <a:lnTo>
                    <a:pt x="109461" y="190906"/>
                  </a:lnTo>
                  <a:lnTo>
                    <a:pt x="109461" y="452208"/>
                  </a:lnTo>
                  <a:lnTo>
                    <a:pt x="103111" y="452208"/>
                  </a:lnTo>
                  <a:lnTo>
                    <a:pt x="109461" y="458558"/>
                  </a:lnTo>
                  <a:lnTo>
                    <a:pt x="285051" y="458558"/>
                  </a:lnTo>
                  <a:lnTo>
                    <a:pt x="285051" y="464908"/>
                  </a:lnTo>
                  <a:close/>
                </a:path>
                <a:path w="382269" h="465454">
                  <a:moveTo>
                    <a:pt x="109461" y="190906"/>
                  </a:moveTo>
                  <a:lnTo>
                    <a:pt x="103111" y="190906"/>
                  </a:lnTo>
                  <a:lnTo>
                    <a:pt x="96761" y="184556"/>
                  </a:lnTo>
                  <a:lnTo>
                    <a:pt x="109461" y="184556"/>
                  </a:lnTo>
                  <a:lnTo>
                    <a:pt x="109461" y="190906"/>
                  </a:lnTo>
                  <a:close/>
                </a:path>
                <a:path w="382269" h="465454">
                  <a:moveTo>
                    <a:pt x="285051" y="190906"/>
                  </a:moveTo>
                  <a:lnTo>
                    <a:pt x="278701" y="190906"/>
                  </a:lnTo>
                  <a:lnTo>
                    <a:pt x="285051" y="184556"/>
                  </a:lnTo>
                  <a:lnTo>
                    <a:pt x="285051" y="190906"/>
                  </a:lnTo>
                  <a:close/>
                </a:path>
                <a:path w="382269" h="465454">
                  <a:moveTo>
                    <a:pt x="381812" y="190906"/>
                  </a:moveTo>
                  <a:lnTo>
                    <a:pt x="285051" y="190906"/>
                  </a:lnTo>
                  <a:lnTo>
                    <a:pt x="285051" y="184556"/>
                  </a:lnTo>
                  <a:lnTo>
                    <a:pt x="357492" y="184556"/>
                  </a:lnTo>
                  <a:lnTo>
                    <a:pt x="361988" y="189052"/>
                  </a:lnTo>
                  <a:lnTo>
                    <a:pt x="379958" y="189052"/>
                  </a:lnTo>
                  <a:lnTo>
                    <a:pt x="381812" y="190906"/>
                  </a:lnTo>
                  <a:close/>
                </a:path>
                <a:path w="382269" h="465454">
                  <a:moveTo>
                    <a:pt x="109461" y="458558"/>
                  </a:moveTo>
                  <a:lnTo>
                    <a:pt x="103111" y="452208"/>
                  </a:lnTo>
                  <a:lnTo>
                    <a:pt x="109461" y="452208"/>
                  </a:lnTo>
                  <a:lnTo>
                    <a:pt x="109461" y="458558"/>
                  </a:lnTo>
                  <a:close/>
                </a:path>
                <a:path w="382269" h="465454">
                  <a:moveTo>
                    <a:pt x="272351" y="458558"/>
                  </a:moveTo>
                  <a:lnTo>
                    <a:pt x="109461" y="458558"/>
                  </a:lnTo>
                  <a:lnTo>
                    <a:pt x="109461" y="452208"/>
                  </a:lnTo>
                  <a:lnTo>
                    <a:pt x="272351" y="452208"/>
                  </a:lnTo>
                  <a:lnTo>
                    <a:pt x="272351" y="458558"/>
                  </a:lnTo>
                  <a:close/>
                </a:path>
                <a:path w="382269" h="465454">
                  <a:moveTo>
                    <a:pt x="285051" y="458558"/>
                  </a:moveTo>
                  <a:lnTo>
                    <a:pt x="272351" y="458558"/>
                  </a:lnTo>
                  <a:lnTo>
                    <a:pt x="278701" y="452208"/>
                  </a:lnTo>
                  <a:lnTo>
                    <a:pt x="285051" y="452208"/>
                  </a:lnTo>
                  <a:lnTo>
                    <a:pt x="285051" y="458558"/>
                  </a:lnTo>
                  <a:close/>
                </a:path>
              </a:pathLst>
            </a:custGeom>
            <a:solidFill>
              <a:srgbClr val="2069D2"/>
            </a:solidFill>
          </p:spPr>
          <p:txBody>
            <a:bodyPr wrap="square" lIns="0" tIns="0" rIns="0" bIns="0" rtlCol="0"/>
            <a:lstStyle/>
            <a:p>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5823" y="3715511"/>
            <a:ext cx="5492750" cy="2734310"/>
          </a:xfrm>
          <a:custGeom>
            <a:avLst/>
            <a:gdLst/>
            <a:ahLst/>
            <a:cxnLst/>
            <a:rect l="l" t="t" r="r" b="b"/>
            <a:pathLst>
              <a:path w="5492750" h="2734310">
                <a:moveTo>
                  <a:pt x="5492496" y="2734056"/>
                </a:moveTo>
                <a:lnTo>
                  <a:pt x="0" y="2734056"/>
                </a:lnTo>
                <a:lnTo>
                  <a:pt x="0" y="0"/>
                </a:lnTo>
                <a:lnTo>
                  <a:pt x="5492496" y="0"/>
                </a:lnTo>
                <a:lnTo>
                  <a:pt x="5492496" y="2734056"/>
                </a:lnTo>
                <a:close/>
              </a:path>
            </a:pathLst>
          </a:custGeom>
          <a:solidFill>
            <a:srgbClr val="F1F1F1"/>
          </a:solidFill>
        </p:spPr>
        <p:txBody>
          <a:bodyPr wrap="square" lIns="0" tIns="0" rIns="0" bIns="0" rtlCol="0"/>
          <a:lstStyle/>
          <a:p>
            <a:endParaRPr/>
          </a:p>
        </p:txBody>
      </p:sp>
      <p:sp>
        <p:nvSpPr>
          <p:cNvPr id="3" name="object 3"/>
          <p:cNvSpPr txBox="1"/>
          <p:nvPr/>
        </p:nvSpPr>
        <p:spPr>
          <a:xfrm>
            <a:off x="194284" y="973378"/>
            <a:ext cx="5568950" cy="5245100"/>
          </a:xfrm>
          <a:prstGeom prst="rect">
            <a:avLst/>
          </a:prstGeom>
        </p:spPr>
        <p:txBody>
          <a:bodyPr vert="horz" wrap="square" lIns="0" tIns="12700" rIns="0" bIns="0" rtlCol="0">
            <a:spAutoFit/>
          </a:bodyPr>
          <a:lstStyle/>
          <a:p>
            <a:pPr marL="12700">
              <a:lnSpc>
                <a:spcPct val="100000"/>
              </a:lnSpc>
              <a:spcBef>
                <a:spcPts val="100"/>
              </a:spcBef>
            </a:pPr>
            <a:r>
              <a:rPr sz="1800" b="1" dirty="0">
                <a:latin typeface="Microsoft JhengHei"/>
                <a:cs typeface="Microsoft JhengHei"/>
              </a:rPr>
              <a:t>1</a:t>
            </a:r>
            <a:r>
              <a:rPr sz="1800" b="1" spc="215" dirty="0">
                <a:latin typeface="Microsoft JhengHei"/>
                <a:cs typeface="Microsoft JhengHei"/>
              </a:rPr>
              <a:t>. </a:t>
            </a:r>
            <a:r>
              <a:rPr sz="1800" b="1" dirty="0">
                <a:latin typeface="Microsoft JhengHei"/>
                <a:cs typeface="Microsoft JhengHei"/>
              </a:rPr>
              <a:t>TASTE</a:t>
            </a:r>
            <a:r>
              <a:rPr sz="1800" b="1" spc="-25" dirty="0">
                <a:latin typeface="Microsoft JhengHei"/>
                <a:cs typeface="Microsoft JhengHei"/>
              </a:rPr>
              <a:t>框架</a:t>
            </a:r>
            <a:endParaRPr sz="1800">
              <a:latin typeface="Microsoft JhengHei"/>
              <a:cs typeface="Microsoft JhengHei"/>
            </a:endParaRPr>
          </a:p>
          <a:p>
            <a:pPr marL="298450" indent="-285750">
              <a:lnSpc>
                <a:spcPct val="100000"/>
              </a:lnSpc>
              <a:buFont typeface=""/>
              <a:buChar char="•"/>
              <a:tabLst>
                <a:tab pos="298450" algn="l"/>
              </a:tabLst>
            </a:pPr>
            <a:r>
              <a:rPr sz="1800" b="1" dirty="0">
                <a:latin typeface="Microsoft JhengHei"/>
                <a:cs typeface="Microsoft JhengHei"/>
              </a:rPr>
              <a:t>Task</a:t>
            </a:r>
            <a:r>
              <a:rPr sz="1800" b="1" spc="170" dirty="0">
                <a:latin typeface="Microsoft JhengHei"/>
                <a:cs typeface="Microsoft JhengHei"/>
              </a:rPr>
              <a:t> </a:t>
            </a:r>
            <a:r>
              <a:rPr sz="1800" spc="-275" dirty="0">
                <a:latin typeface="宋体"/>
                <a:cs typeface="宋体"/>
              </a:rPr>
              <a:t>(</a:t>
            </a:r>
            <a:r>
              <a:rPr sz="1800" spc="-75" dirty="0">
                <a:latin typeface="宋体"/>
                <a:cs typeface="宋体"/>
              </a:rPr>
              <a:t>任务): 定义模型主要任务或生成内容。</a:t>
            </a:r>
            <a:endParaRPr sz="1800">
              <a:latin typeface="宋体"/>
              <a:cs typeface="宋体"/>
            </a:endParaRPr>
          </a:p>
          <a:p>
            <a:pPr marL="298450" indent="-285750">
              <a:lnSpc>
                <a:spcPct val="100000"/>
              </a:lnSpc>
              <a:buFont typeface=""/>
              <a:buChar char="•"/>
              <a:tabLst>
                <a:tab pos="298450" algn="l"/>
              </a:tabLst>
            </a:pPr>
            <a:r>
              <a:rPr sz="1800" b="1" dirty="0">
                <a:latin typeface="Microsoft JhengHei"/>
                <a:cs typeface="Microsoft JhengHei"/>
              </a:rPr>
              <a:t>Audience</a:t>
            </a:r>
            <a:r>
              <a:rPr sz="1800" b="1" spc="-15" dirty="0">
                <a:latin typeface="Microsoft JhengHei"/>
                <a:cs typeface="Microsoft JhengHei"/>
              </a:rPr>
              <a:t> </a:t>
            </a:r>
            <a:r>
              <a:rPr sz="1800" spc="-275" dirty="0">
                <a:latin typeface="宋体"/>
                <a:cs typeface="宋体"/>
              </a:rPr>
              <a:t>(</a:t>
            </a:r>
            <a:r>
              <a:rPr sz="1800" spc="-85" dirty="0">
                <a:latin typeface="宋体"/>
                <a:cs typeface="宋体"/>
              </a:rPr>
              <a:t>目标受众): 明确说明目标受众。</a:t>
            </a:r>
            <a:endParaRPr sz="1800">
              <a:latin typeface="宋体"/>
              <a:cs typeface="宋体"/>
            </a:endParaRPr>
          </a:p>
          <a:p>
            <a:pPr marL="298450" marR="5080" indent="-285750">
              <a:lnSpc>
                <a:spcPct val="100000"/>
              </a:lnSpc>
              <a:buFont typeface=""/>
              <a:buChar char="•"/>
              <a:tabLst>
                <a:tab pos="298450" algn="l"/>
              </a:tabLst>
            </a:pPr>
            <a:r>
              <a:rPr sz="1800" b="1" dirty="0">
                <a:latin typeface="Microsoft JhengHei"/>
                <a:cs typeface="Microsoft JhengHei"/>
              </a:rPr>
              <a:t>Structure</a:t>
            </a:r>
            <a:r>
              <a:rPr sz="1800" b="1" spc="-60" dirty="0">
                <a:latin typeface="Microsoft JhengHei"/>
                <a:cs typeface="Microsoft JhengHei"/>
              </a:rPr>
              <a:t> </a:t>
            </a:r>
            <a:r>
              <a:rPr sz="1800" spc="-275" dirty="0">
                <a:latin typeface="宋体"/>
                <a:cs typeface="宋体"/>
              </a:rPr>
              <a:t>(</a:t>
            </a:r>
            <a:r>
              <a:rPr sz="1800" spc="-75" dirty="0">
                <a:latin typeface="宋体"/>
                <a:cs typeface="宋体"/>
              </a:rPr>
              <a:t>结构): 为输出的内容提供明确的组织结</a:t>
            </a:r>
            <a:r>
              <a:rPr sz="1800" spc="-50" dirty="0">
                <a:latin typeface="宋体"/>
                <a:cs typeface="宋体"/>
              </a:rPr>
              <a:t> </a:t>
            </a:r>
            <a:r>
              <a:rPr sz="1800" spc="-5" dirty="0">
                <a:latin typeface="宋体"/>
                <a:cs typeface="宋体"/>
              </a:rPr>
              <a:t>构，包括段落安排、论点展开顺序或其他逻辑关系。</a:t>
            </a:r>
            <a:endParaRPr sz="1800">
              <a:latin typeface="宋体"/>
              <a:cs typeface="宋体"/>
            </a:endParaRPr>
          </a:p>
          <a:p>
            <a:pPr marL="298450" indent="-285750">
              <a:lnSpc>
                <a:spcPct val="100000"/>
              </a:lnSpc>
              <a:buFont typeface=""/>
              <a:buChar char="•"/>
              <a:tabLst>
                <a:tab pos="298450" algn="l"/>
              </a:tabLst>
            </a:pPr>
            <a:r>
              <a:rPr sz="1800" b="1" dirty="0">
                <a:latin typeface="Microsoft JhengHei"/>
                <a:cs typeface="Microsoft JhengHei"/>
              </a:rPr>
              <a:t>Tone</a:t>
            </a:r>
            <a:r>
              <a:rPr sz="1800" b="1" spc="-10" dirty="0">
                <a:latin typeface="Microsoft JhengHei"/>
                <a:cs typeface="Microsoft JhengHei"/>
              </a:rPr>
              <a:t> </a:t>
            </a:r>
            <a:r>
              <a:rPr sz="1800" spc="-275" dirty="0">
                <a:latin typeface="宋体"/>
                <a:cs typeface="宋体"/>
              </a:rPr>
              <a:t>(</a:t>
            </a:r>
            <a:r>
              <a:rPr sz="1800" spc="-75" dirty="0">
                <a:latin typeface="宋体"/>
                <a:cs typeface="宋体"/>
              </a:rPr>
              <a:t>语气): 指定模型回答时的语气或风格。</a:t>
            </a:r>
            <a:endParaRPr sz="1800">
              <a:latin typeface="宋体"/>
              <a:cs typeface="宋体"/>
            </a:endParaRPr>
          </a:p>
          <a:p>
            <a:pPr marL="298450" marR="134620" indent="-285750">
              <a:lnSpc>
                <a:spcPct val="100000"/>
              </a:lnSpc>
              <a:buFont typeface=""/>
              <a:buChar char="•"/>
              <a:tabLst>
                <a:tab pos="298450" algn="l"/>
              </a:tabLst>
            </a:pPr>
            <a:r>
              <a:rPr sz="1800" b="1" dirty="0">
                <a:latin typeface="Microsoft JhengHei"/>
                <a:cs typeface="Microsoft JhengHei"/>
              </a:rPr>
              <a:t>Example </a:t>
            </a:r>
            <a:r>
              <a:rPr sz="1800" spc="-275" dirty="0">
                <a:latin typeface="宋体"/>
                <a:cs typeface="宋体"/>
              </a:rPr>
              <a:t>(</a:t>
            </a:r>
            <a:r>
              <a:rPr sz="1800" spc="-185" dirty="0">
                <a:latin typeface="宋体"/>
                <a:cs typeface="宋体"/>
              </a:rPr>
              <a:t>示例):</a:t>
            </a:r>
            <a:r>
              <a:rPr sz="1800" spc="-5" dirty="0">
                <a:latin typeface="宋体"/>
                <a:cs typeface="宋体"/>
              </a:rPr>
              <a:t>例子或模板可帮助模型理解输出风</a:t>
            </a:r>
            <a:r>
              <a:rPr sz="1800" spc="-10" dirty="0">
                <a:latin typeface="宋体"/>
                <a:cs typeface="宋体"/>
              </a:rPr>
              <a:t>格或格式。</a:t>
            </a:r>
            <a:endParaRPr sz="1800">
              <a:latin typeface="宋体"/>
              <a:cs typeface="宋体"/>
            </a:endParaRPr>
          </a:p>
          <a:p>
            <a:pPr>
              <a:lnSpc>
                <a:spcPct val="100000"/>
              </a:lnSpc>
            </a:pPr>
            <a:endParaRPr sz="2200">
              <a:latin typeface="宋体"/>
              <a:cs typeface="宋体"/>
            </a:endParaRPr>
          </a:p>
          <a:p>
            <a:pPr marL="12700">
              <a:lnSpc>
                <a:spcPct val="100000"/>
              </a:lnSpc>
              <a:spcBef>
                <a:spcPts val="1555"/>
              </a:spcBef>
            </a:pPr>
            <a:r>
              <a:rPr sz="1800" b="1" dirty="0">
                <a:latin typeface="Microsoft JhengHei"/>
                <a:cs typeface="Microsoft JhengHei"/>
              </a:rPr>
              <a:t>2</a:t>
            </a:r>
            <a:r>
              <a:rPr sz="1800" b="1" spc="100" dirty="0">
                <a:latin typeface="Microsoft JhengHei"/>
                <a:cs typeface="Microsoft JhengHei"/>
              </a:rPr>
              <a:t>. </a:t>
            </a:r>
            <a:r>
              <a:rPr sz="1800" b="1" spc="-10" dirty="0">
                <a:latin typeface="Microsoft JhengHei"/>
                <a:cs typeface="Microsoft JhengHei"/>
              </a:rPr>
              <a:t>ALIGN</a:t>
            </a:r>
            <a:r>
              <a:rPr sz="1800" b="1" spc="-25" dirty="0">
                <a:latin typeface="Microsoft JhengHei"/>
                <a:cs typeface="Microsoft JhengHei"/>
              </a:rPr>
              <a:t>框架</a:t>
            </a:r>
            <a:endParaRPr sz="1800">
              <a:latin typeface="Microsoft JhengHei"/>
              <a:cs typeface="Microsoft JhengHei"/>
            </a:endParaRPr>
          </a:p>
          <a:p>
            <a:pPr marL="298450" indent="-286385">
              <a:lnSpc>
                <a:spcPct val="100000"/>
              </a:lnSpc>
              <a:buFont typeface=""/>
              <a:buChar char="•"/>
              <a:tabLst>
                <a:tab pos="299085" algn="l"/>
              </a:tabLst>
            </a:pPr>
            <a:r>
              <a:rPr sz="1800" b="1" dirty="0">
                <a:latin typeface="Microsoft JhengHei"/>
                <a:cs typeface="Microsoft JhengHei"/>
              </a:rPr>
              <a:t>Aim</a:t>
            </a:r>
            <a:r>
              <a:rPr sz="1800" b="1" spc="-50" dirty="0">
                <a:latin typeface="Microsoft JhengHei"/>
                <a:cs typeface="Microsoft JhengHei"/>
              </a:rPr>
              <a:t> </a:t>
            </a:r>
            <a:r>
              <a:rPr sz="1800" spc="-275" dirty="0">
                <a:latin typeface="宋体"/>
                <a:cs typeface="宋体"/>
              </a:rPr>
              <a:t>(</a:t>
            </a:r>
            <a:r>
              <a:rPr sz="1800" spc="-85" dirty="0">
                <a:latin typeface="宋体"/>
                <a:cs typeface="宋体"/>
              </a:rPr>
              <a:t>目标): 明确任务的最终目标。</a:t>
            </a:r>
            <a:endParaRPr sz="1800">
              <a:latin typeface="宋体"/>
              <a:cs typeface="宋体"/>
            </a:endParaRPr>
          </a:p>
          <a:p>
            <a:pPr marL="298450" indent="-286385">
              <a:lnSpc>
                <a:spcPct val="100000"/>
              </a:lnSpc>
              <a:buFont typeface=""/>
              <a:buChar char="•"/>
              <a:tabLst>
                <a:tab pos="299085" algn="l"/>
              </a:tabLst>
            </a:pPr>
            <a:r>
              <a:rPr sz="1800" b="1" dirty="0">
                <a:latin typeface="Microsoft JhengHei"/>
                <a:cs typeface="Microsoft JhengHei"/>
              </a:rPr>
              <a:t>Level</a:t>
            </a:r>
            <a:r>
              <a:rPr sz="1800" b="1" spc="165" dirty="0">
                <a:latin typeface="Microsoft JhengHei"/>
                <a:cs typeface="Microsoft JhengHei"/>
              </a:rPr>
              <a:t> </a:t>
            </a:r>
            <a:r>
              <a:rPr sz="1800" spc="-275" dirty="0">
                <a:latin typeface="宋体"/>
                <a:cs typeface="宋体"/>
              </a:rPr>
              <a:t>(</a:t>
            </a:r>
            <a:r>
              <a:rPr sz="1800" spc="-75" dirty="0">
                <a:latin typeface="宋体"/>
                <a:cs typeface="宋体"/>
              </a:rPr>
              <a:t>难度级别): 定义输出的难度级别。</a:t>
            </a:r>
            <a:endParaRPr sz="1800">
              <a:latin typeface="宋体"/>
              <a:cs typeface="宋体"/>
            </a:endParaRPr>
          </a:p>
          <a:p>
            <a:pPr marL="298450" marR="229870" indent="-285750">
              <a:lnSpc>
                <a:spcPct val="100000"/>
              </a:lnSpc>
              <a:buFont typeface=""/>
              <a:buChar char="•"/>
              <a:tabLst>
                <a:tab pos="299085" algn="l"/>
              </a:tabLst>
            </a:pPr>
            <a:r>
              <a:rPr sz="1800" b="1" spc="-45" dirty="0">
                <a:latin typeface="Microsoft JhengHei"/>
                <a:cs typeface="Microsoft JhengHei"/>
              </a:rPr>
              <a:t>Input</a:t>
            </a:r>
            <a:r>
              <a:rPr sz="1800" b="1" spc="-70" dirty="0">
                <a:latin typeface="Microsoft JhengHei"/>
                <a:cs typeface="Microsoft JhengHei"/>
              </a:rPr>
              <a:t> </a:t>
            </a:r>
            <a:r>
              <a:rPr sz="1800" spc="-275" dirty="0">
                <a:latin typeface="宋体"/>
                <a:cs typeface="宋体"/>
              </a:rPr>
              <a:t>(</a:t>
            </a:r>
            <a:r>
              <a:rPr sz="1800" spc="-75" dirty="0">
                <a:latin typeface="宋体"/>
                <a:cs typeface="宋体"/>
              </a:rPr>
              <a:t>输入): 指定需要处理的输入数据或信息，或</a:t>
            </a:r>
            <a:r>
              <a:rPr sz="1800" spc="-5" dirty="0">
                <a:latin typeface="宋体"/>
                <a:cs typeface="宋体"/>
              </a:rPr>
              <a:t>要求模型依据某些事实或条件进行推理。</a:t>
            </a:r>
            <a:endParaRPr sz="1800">
              <a:latin typeface="宋体"/>
              <a:cs typeface="宋体"/>
            </a:endParaRPr>
          </a:p>
          <a:p>
            <a:pPr marL="298450" marR="323850" indent="-285750">
              <a:lnSpc>
                <a:spcPct val="100000"/>
              </a:lnSpc>
              <a:buFont typeface=""/>
              <a:buChar char="•"/>
              <a:tabLst>
                <a:tab pos="299085" algn="l"/>
              </a:tabLst>
            </a:pPr>
            <a:r>
              <a:rPr sz="1800" b="1" spc="-10" dirty="0">
                <a:latin typeface="Microsoft JhengHei"/>
                <a:cs typeface="Microsoft JhengHei"/>
              </a:rPr>
              <a:t>Guidelines</a:t>
            </a:r>
            <a:r>
              <a:rPr sz="1800" b="1" spc="-65" dirty="0">
                <a:latin typeface="Microsoft JhengHei"/>
                <a:cs typeface="Microsoft JhengHei"/>
              </a:rPr>
              <a:t> </a:t>
            </a:r>
            <a:r>
              <a:rPr sz="1800" spc="-275" dirty="0">
                <a:latin typeface="宋体"/>
                <a:cs typeface="宋体"/>
              </a:rPr>
              <a:t>(</a:t>
            </a:r>
            <a:r>
              <a:rPr sz="1800" spc="-80" dirty="0">
                <a:latin typeface="宋体"/>
                <a:cs typeface="宋体"/>
              </a:rPr>
              <a:t>指导原则): 提供模型在执行任务时应</a:t>
            </a:r>
            <a:r>
              <a:rPr sz="1800" spc="-5" dirty="0">
                <a:latin typeface="宋体"/>
                <a:cs typeface="宋体"/>
              </a:rPr>
              <a:t>该遵循的规则或约束。</a:t>
            </a:r>
            <a:endParaRPr sz="1800">
              <a:latin typeface="宋体"/>
              <a:cs typeface="宋体"/>
            </a:endParaRPr>
          </a:p>
          <a:p>
            <a:pPr marL="298450" marR="183515" indent="-285750">
              <a:lnSpc>
                <a:spcPct val="100000"/>
              </a:lnSpc>
              <a:buFont typeface=""/>
              <a:buChar char="•"/>
              <a:tabLst>
                <a:tab pos="299085" algn="l"/>
              </a:tabLst>
            </a:pPr>
            <a:r>
              <a:rPr sz="1800" b="1" spc="-35" dirty="0">
                <a:latin typeface="Microsoft JhengHei"/>
                <a:cs typeface="Microsoft JhengHei"/>
              </a:rPr>
              <a:t>Novelty</a:t>
            </a:r>
            <a:r>
              <a:rPr sz="1800" b="1" spc="-55" dirty="0">
                <a:latin typeface="Microsoft JhengHei"/>
                <a:cs typeface="Microsoft JhengHei"/>
              </a:rPr>
              <a:t> </a:t>
            </a:r>
            <a:r>
              <a:rPr sz="1800" spc="-275" dirty="0">
                <a:latin typeface="宋体"/>
                <a:cs typeface="宋体"/>
              </a:rPr>
              <a:t>(</a:t>
            </a:r>
            <a:r>
              <a:rPr sz="1800" spc="-75" dirty="0">
                <a:latin typeface="宋体"/>
                <a:cs typeface="宋体"/>
              </a:rPr>
              <a:t>新颖性): 明确是否需要模型提供原创性、</a:t>
            </a:r>
            <a:r>
              <a:rPr sz="1800" spc="-5" dirty="0">
                <a:latin typeface="宋体"/>
                <a:cs typeface="宋体"/>
              </a:rPr>
              <a:t>创新性的内容，是否允许引用已有知识。</a:t>
            </a:r>
            <a:endParaRPr sz="1800">
              <a:latin typeface="宋体"/>
              <a:cs typeface="宋体"/>
            </a:endParaRPr>
          </a:p>
        </p:txBody>
      </p:sp>
      <p:sp>
        <p:nvSpPr>
          <p:cNvPr id="4" name="object 4"/>
          <p:cNvSpPr txBox="1">
            <a:spLocks noGrp="1"/>
          </p:cNvSpPr>
          <p:nvPr>
            <p:ph type="title"/>
          </p:nvPr>
        </p:nvSpPr>
        <p:spPr>
          <a:xfrm>
            <a:off x="74294" y="0"/>
            <a:ext cx="7310755" cy="634365"/>
          </a:xfrm>
          <a:prstGeom prst="rect">
            <a:avLst/>
          </a:prstGeom>
        </p:spPr>
        <p:txBody>
          <a:bodyPr vert="horz" wrap="square" lIns="0" tIns="12065" rIns="0" bIns="0" rtlCol="0">
            <a:spAutoFit/>
          </a:bodyPr>
          <a:lstStyle/>
          <a:p>
            <a:pPr marL="12700">
              <a:lnSpc>
                <a:spcPct val="100000"/>
              </a:lnSpc>
              <a:spcBef>
                <a:spcPts val="95"/>
              </a:spcBef>
            </a:pPr>
            <a:r>
              <a:rPr sz="4000" spc="-30" dirty="0">
                <a:solidFill>
                  <a:srgbClr val="000000"/>
                </a:solidFill>
              </a:rPr>
              <a:t>提示词框架：逻辑锚</a:t>
            </a:r>
            <a:r>
              <a:rPr sz="4000" spc="80" dirty="0">
                <a:solidFill>
                  <a:srgbClr val="000000"/>
                </a:solidFill>
              </a:rPr>
              <a:t>定 思</a:t>
            </a:r>
            <a:r>
              <a:rPr sz="4000" spc="-30" dirty="0">
                <a:solidFill>
                  <a:srgbClr val="000000"/>
                </a:solidFill>
              </a:rPr>
              <a:t>维引</a:t>
            </a:r>
            <a:r>
              <a:rPr sz="4000" spc="-50" dirty="0">
                <a:solidFill>
                  <a:srgbClr val="000000"/>
                </a:solidFill>
              </a:rPr>
              <a:t>导</a:t>
            </a:r>
            <a:endParaRPr sz="4000"/>
          </a:p>
        </p:txBody>
      </p:sp>
      <p:sp>
        <p:nvSpPr>
          <p:cNvPr id="5" name="object 5"/>
          <p:cNvSpPr txBox="1"/>
          <p:nvPr/>
        </p:nvSpPr>
        <p:spPr>
          <a:xfrm>
            <a:off x="5836920" y="3678059"/>
            <a:ext cx="6169025" cy="2768600"/>
          </a:xfrm>
          <a:prstGeom prst="rect">
            <a:avLst/>
          </a:prstGeom>
        </p:spPr>
        <p:txBody>
          <a:bodyPr vert="horz" wrap="square" lIns="0" tIns="12700" rIns="0" bIns="0" rtlCol="0">
            <a:spAutoFit/>
          </a:bodyPr>
          <a:lstStyle/>
          <a:p>
            <a:pPr marL="65405">
              <a:lnSpc>
                <a:spcPct val="100000"/>
              </a:lnSpc>
              <a:spcBef>
                <a:spcPts val="100"/>
              </a:spcBef>
            </a:pPr>
            <a:r>
              <a:rPr sz="1800" b="1" spc="-25" dirty="0">
                <a:latin typeface="Microsoft JhengHei"/>
                <a:cs typeface="Microsoft JhengHei"/>
              </a:rPr>
              <a:t>示例</a:t>
            </a:r>
            <a:endParaRPr sz="1800">
              <a:latin typeface="Microsoft JhengHei"/>
              <a:cs typeface="Microsoft JhengHei"/>
            </a:endParaRPr>
          </a:p>
          <a:p>
            <a:pPr marL="351155" marR="224154" indent="-285750">
              <a:lnSpc>
                <a:spcPct val="100000"/>
              </a:lnSpc>
              <a:buFont typeface=""/>
              <a:buChar char="•"/>
              <a:tabLst>
                <a:tab pos="351790" algn="l"/>
              </a:tabLst>
            </a:pPr>
            <a:r>
              <a:rPr sz="1800" b="1" spc="-160" dirty="0">
                <a:latin typeface="Microsoft JhengHei"/>
                <a:cs typeface="Microsoft JhengHei"/>
              </a:rPr>
              <a:t>Aim</a:t>
            </a:r>
            <a:r>
              <a:rPr sz="1800" spc="-55" dirty="0">
                <a:latin typeface="宋体"/>
                <a:cs typeface="宋体"/>
              </a:rPr>
              <a:t>: 创建一篇关于“可持续发展”的文章，解释其核心</a:t>
            </a:r>
            <a:r>
              <a:rPr sz="1800" spc="-20" dirty="0">
                <a:latin typeface="宋体"/>
                <a:cs typeface="宋体"/>
              </a:rPr>
              <a:t>理念。</a:t>
            </a:r>
            <a:endParaRPr sz="1800">
              <a:latin typeface="宋体"/>
              <a:cs typeface="宋体"/>
            </a:endParaRPr>
          </a:p>
          <a:p>
            <a:pPr marL="351790" indent="-286385">
              <a:lnSpc>
                <a:spcPct val="100000"/>
              </a:lnSpc>
              <a:buFont typeface=""/>
              <a:buChar char="•"/>
              <a:tabLst>
                <a:tab pos="351790" algn="l"/>
              </a:tabLst>
            </a:pPr>
            <a:r>
              <a:rPr sz="1800" b="1" spc="-70" dirty="0">
                <a:latin typeface="Microsoft JhengHei"/>
                <a:cs typeface="Microsoft JhengHei"/>
              </a:rPr>
              <a:t>Level</a:t>
            </a:r>
            <a:r>
              <a:rPr sz="1800" spc="-50" dirty="0">
                <a:latin typeface="宋体"/>
                <a:cs typeface="宋体"/>
              </a:rPr>
              <a:t>: 适合高中生阅读，不需要专业术语。</a:t>
            </a:r>
            <a:endParaRPr sz="1800">
              <a:latin typeface="宋体"/>
              <a:cs typeface="宋体"/>
            </a:endParaRPr>
          </a:p>
          <a:p>
            <a:pPr marL="351155" marR="99060" indent="-285750">
              <a:lnSpc>
                <a:spcPct val="100000"/>
              </a:lnSpc>
              <a:buFont typeface=""/>
              <a:buChar char="•"/>
              <a:tabLst>
                <a:tab pos="351790" algn="l"/>
              </a:tabLst>
            </a:pPr>
            <a:r>
              <a:rPr sz="1800" b="1" spc="-145" dirty="0">
                <a:latin typeface="Microsoft JhengHei"/>
                <a:cs typeface="Microsoft JhengHei"/>
              </a:rPr>
              <a:t>Input</a:t>
            </a:r>
            <a:r>
              <a:rPr sz="1800" spc="-55" dirty="0">
                <a:latin typeface="宋体"/>
                <a:cs typeface="宋体"/>
              </a:rPr>
              <a:t>: 提供目前的环境问题的背景，讨论应对全球变暖的</a:t>
            </a:r>
            <a:r>
              <a:rPr sz="1800" spc="-20" dirty="0">
                <a:latin typeface="宋体"/>
                <a:cs typeface="宋体"/>
              </a:rPr>
              <a:t>策略。</a:t>
            </a:r>
            <a:endParaRPr sz="1800">
              <a:latin typeface="宋体"/>
              <a:cs typeface="宋体"/>
            </a:endParaRPr>
          </a:p>
          <a:p>
            <a:pPr marL="351155" marR="193040" indent="-285750">
              <a:lnSpc>
                <a:spcPct val="100000"/>
              </a:lnSpc>
              <a:buFont typeface=""/>
              <a:buChar char="•"/>
              <a:tabLst>
                <a:tab pos="351790" algn="l"/>
              </a:tabLst>
            </a:pPr>
            <a:r>
              <a:rPr sz="1800" b="1" spc="-70" dirty="0">
                <a:latin typeface="Microsoft JhengHei"/>
                <a:cs typeface="Microsoft JhengHei"/>
              </a:rPr>
              <a:t>Guidelines</a:t>
            </a:r>
            <a:r>
              <a:rPr sz="1800" spc="-50" dirty="0">
                <a:latin typeface="宋体"/>
                <a:cs typeface="宋体"/>
              </a:rPr>
              <a:t>: 文章应使用简洁明了的语言，并避免复杂的</a:t>
            </a:r>
            <a:r>
              <a:rPr sz="1800" spc="-10" dirty="0">
                <a:latin typeface="宋体"/>
                <a:cs typeface="宋体"/>
              </a:rPr>
              <a:t>技术概念。</a:t>
            </a:r>
            <a:endParaRPr sz="1800">
              <a:latin typeface="宋体"/>
              <a:cs typeface="宋体"/>
            </a:endParaRPr>
          </a:p>
          <a:p>
            <a:pPr marL="351790" indent="-286385">
              <a:lnSpc>
                <a:spcPct val="100000"/>
              </a:lnSpc>
              <a:buFont typeface=""/>
              <a:buChar char="•"/>
              <a:tabLst>
                <a:tab pos="351790" algn="l"/>
              </a:tabLst>
            </a:pPr>
            <a:r>
              <a:rPr sz="1800" b="1" spc="-110" dirty="0">
                <a:latin typeface="Microsoft JhengHei"/>
                <a:cs typeface="Microsoft JhengHei"/>
              </a:rPr>
              <a:t>Novelty</a:t>
            </a:r>
            <a:r>
              <a:rPr sz="1800" spc="-50" dirty="0">
                <a:latin typeface="宋体"/>
                <a:cs typeface="宋体"/>
              </a:rPr>
              <a:t>: 要求结合最新的环境数据，提出新颖的观点和解</a:t>
            </a:r>
            <a:endParaRPr sz="1800">
              <a:latin typeface="宋体"/>
              <a:cs typeface="宋体"/>
            </a:endParaRPr>
          </a:p>
          <a:p>
            <a:pPr marL="12700">
              <a:lnSpc>
                <a:spcPct val="100000"/>
              </a:lnSpc>
              <a:tabLst>
                <a:tab pos="351155" algn="l"/>
                <a:tab pos="6155690" algn="l"/>
              </a:tabLst>
            </a:pPr>
            <a:r>
              <a:rPr sz="1800" u="heavy" dirty="0">
                <a:uFill>
                  <a:solidFill>
                    <a:srgbClr val="44536A"/>
                  </a:solidFill>
                </a:uFill>
                <a:latin typeface="Times New Roman"/>
                <a:cs typeface="Times New Roman"/>
              </a:rPr>
              <a:t>	</a:t>
            </a:r>
            <a:r>
              <a:rPr sz="1800" u="heavy" dirty="0">
                <a:uFill>
                  <a:solidFill>
                    <a:srgbClr val="44536A"/>
                  </a:solidFill>
                </a:uFill>
                <a:latin typeface="宋体"/>
                <a:cs typeface="宋体"/>
              </a:rPr>
              <a:t>决方案</a:t>
            </a:r>
            <a:r>
              <a:rPr sz="1800" u="heavy" spc="-50" dirty="0">
                <a:uFill>
                  <a:solidFill>
                    <a:srgbClr val="44536A"/>
                  </a:solidFill>
                </a:uFill>
                <a:latin typeface="宋体"/>
                <a:cs typeface="宋体"/>
              </a:rPr>
              <a:t>。</a:t>
            </a:r>
            <a:r>
              <a:rPr sz="1800" u="heavy" dirty="0">
                <a:uFill>
                  <a:solidFill>
                    <a:srgbClr val="44536A"/>
                  </a:solidFill>
                </a:uFill>
                <a:latin typeface="宋体"/>
                <a:cs typeface="宋体"/>
              </a:rPr>
              <a:t>	</a:t>
            </a:r>
            <a:endParaRPr sz="1800">
              <a:latin typeface="宋体"/>
              <a:cs typeface="宋体"/>
            </a:endParaRPr>
          </a:p>
        </p:txBody>
      </p:sp>
      <p:sp>
        <p:nvSpPr>
          <p:cNvPr id="6" name="object 6"/>
          <p:cNvSpPr txBox="1"/>
          <p:nvPr/>
        </p:nvSpPr>
        <p:spPr>
          <a:xfrm>
            <a:off x="5823203" y="966216"/>
            <a:ext cx="6181725" cy="2307590"/>
          </a:xfrm>
          <a:prstGeom prst="rect">
            <a:avLst/>
          </a:prstGeom>
          <a:solidFill>
            <a:srgbClr val="F1F1F1"/>
          </a:solidFill>
        </p:spPr>
        <p:txBody>
          <a:bodyPr vert="horz" wrap="square" lIns="0" tIns="19685" rIns="0" bIns="0" rtlCol="0">
            <a:spAutoFit/>
          </a:bodyPr>
          <a:lstStyle/>
          <a:p>
            <a:pPr marL="219075">
              <a:lnSpc>
                <a:spcPct val="100000"/>
              </a:lnSpc>
              <a:spcBef>
                <a:spcPts val="155"/>
              </a:spcBef>
            </a:pPr>
            <a:r>
              <a:rPr sz="1800" b="1" spc="-25" dirty="0">
                <a:latin typeface="Microsoft JhengHei"/>
                <a:cs typeface="Microsoft JhengHei"/>
              </a:rPr>
              <a:t>示例</a:t>
            </a:r>
            <a:endParaRPr sz="1800">
              <a:latin typeface="Microsoft JhengHei"/>
              <a:cs typeface="Microsoft JhengHei"/>
            </a:endParaRPr>
          </a:p>
          <a:p>
            <a:pPr marL="504825" indent="-286385">
              <a:lnSpc>
                <a:spcPct val="100000"/>
              </a:lnSpc>
              <a:buFont typeface=""/>
              <a:buChar char="•"/>
              <a:tabLst>
                <a:tab pos="505459" algn="l"/>
              </a:tabLst>
            </a:pPr>
            <a:r>
              <a:rPr sz="1800" b="1" spc="-80" dirty="0">
                <a:latin typeface="Microsoft JhengHei"/>
                <a:cs typeface="Microsoft JhengHei"/>
              </a:rPr>
              <a:t>Task</a:t>
            </a:r>
            <a:r>
              <a:rPr sz="1800" spc="-50" dirty="0">
                <a:latin typeface="宋体"/>
                <a:cs typeface="宋体"/>
              </a:rPr>
              <a:t>: 写一篇关于数据隐私的重要性的简短博客文章。</a:t>
            </a:r>
            <a:endParaRPr sz="1800">
              <a:latin typeface="宋体"/>
              <a:cs typeface="宋体"/>
            </a:endParaRPr>
          </a:p>
          <a:p>
            <a:pPr marL="504825" indent="-286385">
              <a:lnSpc>
                <a:spcPct val="100000"/>
              </a:lnSpc>
              <a:buFont typeface=""/>
              <a:buChar char="•"/>
              <a:tabLst>
                <a:tab pos="505459" algn="l"/>
              </a:tabLst>
            </a:pPr>
            <a:r>
              <a:rPr sz="1800" b="1" spc="-65" dirty="0">
                <a:latin typeface="Microsoft JhengHei"/>
                <a:cs typeface="Microsoft JhengHei"/>
              </a:rPr>
              <a:t>Audience</a:t>
            </a:r>
            <a:r>
              <a:rPr sz="1800" spc="-50" dirty="0">
                <a:latin typeface="宋体"/>
                <a:cs typeface="宋体"/>
              </a:rPr>
              <a:t>: 普通的互联网用户，非技术背景。</a:t>
            </a:r>
            <a:endParaRPr sz="1800">
              <a:latin typeface="宋体"/>
              <a:cs typeface="宋体"/>
            </a:endParaRPr>
          </a:p>
          <a:p>
            <a:pPr marL="504825" marR="181610" indent="-285750">
              <a:lnSpc>
                <a:spcPct val="100000"/>
              </a:lnSpc>
              <a:buFont typeface=""/>
              <a:buChar char="•"/>
              <a:tabLst>
                <a:tab pos="505459" algn="l"/>
              </a:tabLst>
            </a:pPr>
            <a:r>
              <a:rPr sz="1800" b="1" spc="-70" dirty="0">
                <a:latin typeface="Microsoft JhengHei"/>
                <a:cs typeface="Microsoft JhengHei"/>
              </a:rPr>
              <a:t>Structure</a:t>
            </a:r>
            <a:r>
              <a:rPr sz="1800" spc="-50" dirty="0">
                <a:latin typeface="宋体"/>
                <a:cs typeface="宋体"/>
              </a:rPr>
              <a:t>: 文章需要有明确的开头、中间讨论和结尾，</a:t>
            </a:r>
            <a:r>
              <a:rPr sz="1800" spc="-5" dirty="0">
                <a:latin typeface="宋体"/>
                <a:cs typeface="宋体"/>
              </a:rPr>
              <a:t>开头提出问题，中间介绍原因和影响，结尾提供建议。</a:t>
            </a:r>
            <a:endParaRPr sz="1800">
              <a:latin typeface="宋体"/>
              <a:cs typeface="宋体"/>
            </a:endParaRPr>
          </a:p>
          <a:p>
            <a:pPr marL="504825" indent="-286385">
              <a:lnSpc>
                <a:spcPct val="100000"/>
              </a:lnSpc>
              <a:buFont typeface=""/>
              <a:buChar char="•"/>
              <a:tabLst>
                <a:tab pos="505459" algn="l"/>
              </a:tabLst>
            </a:pPr>
            <a:r>
              <a:rPr sz="1800" b="1" spc="-125" dirty="0">
                <a:latin typeface="Microsoft JhengHei"/>
                <a:cs typeface="Microsoft JhengHei"/>
              </a:rPr>
              <a:t>Tone</a:t>
            </a:r>
            <a:r>
              <a:rPr sz="1800" spc="-50" dirty="0">
                <a:latin typeface="宋体"/>
                <a:cs typeface="宋体"/>
              </a:rPr>
              <a:t>: 采用友好、易懂的语气。</a:t>
            </a:r>
            <a:endParaRPr sz="1800">
              <a:latin typeface="宋体"/>
              <a:cs typeface="宋体"/>
            </a:endParaRPr>
          </a:p>
          <a:p>
            <a:pPr marL="504825" indent="-286385">
              <a:lnSpc>
                <a:spcPct val="100000"/>
              </a:lnSpc>
              <a:buFont typeface=""/>
              <a:buChar char="•"/>
              <a:tabLst>
                <a:tab pos="505459" algn="l"/>
              </a:tabLst>
            </a:pPr>
            <a:r>
              <a:rPr sz="1800" b="1" spc="-55" dirty="0">
                <a:latin typeface="Microsoft JhengHei"/>
                <a:cs typeface="Microsoft JhengHei"/>
              </a:rPr>
              <a:t>Example</a:t>
            </a:r>
            <a:r>
              <a:rPr sz="1800" spc="-50" dirty="0">
                <a:latin typeface="宋体"/>
                <a:cs typeface="宋体"/>
              </a:rPr>
              <a:t>: 类似于《纽约时报》科技专栏的风格。</a:t>
            </a:r>
            <a:endParaRPr sz="1800">
              <a:latin typeface="宋体"/>
              <a:cs typeface="宋体"/>
            </a:endParaRPr>
          </a:p>
        </p:txBody>
      </p:sp>
      <p:grpSp>
        <p:nvGrpSpPr>
          <p:cNvPr id="7" name="object 7"/>
          <p:cNvGrpSpPr/>
          <p:nvPr/>
        </p:nvGrpSpPr>
        <p:grpSpPr>
          <a:xfrm>
            <a:off x="101282" y="955497"/>
            <a:ext cx="5965825" cy="2336165"/>
            <a:chOff x="101282" y="955497"/>
            <a:chExt cx="5965825" cy="2336165"/>
          </a:xfrm>
        </p:grpSpPr>
        <p:sp>
          <p:nvSpPr>
            <p:cNvPr id="8" name="object 8"/>
            <p:cNvSpPr/>
            <p:nvPr/>
          </p:nvSpPr>
          <p:spPr>
            <a:xfrm>
              <a:off x="101282" y="955497"/>
              <a:ext cx="5560060" cy="2336165"/>
            </a:xfrm>
            <a:custGeom>
              <a:avLst/>
              <a:gdLst/>
              <a:ahLst/>
              <a:cxnLst/>
              <a:rect l="l" t="t" r="r" b="b"/>
              <a:pathLst>
                <a:path w="5560060" h="2336165">
                  <a:moveTo>
                    <a:pt x="14287" y="2321877"/>
                  </a:moveTo>
                  <a:lnTo>
                    <a:pt x="0" y="2321877"/>
                  </a:lnTo>
                  <a:lnTo>
                    <a:pt x="0" y="2293302"/>
                  </a:lnTo>
                  <a:lnTo>
                    <a:pt x="28575" y="2293302"/>
                  </a:lnTo>
                  <a:lnTo>
                    <a:pt x="28575" y="2307590"/>
                  </a:lnTo>
                  <a:lnTo>
                    <a:pt x="14287" y="2307590"/>
                  </a:lnTo>
                  <a:lnTo>
                    <a:pt x="14287" y="2321877"/>
                  </a:lnTo>
                  <a:close/>
                </a:path>
                <a:path w="5560060" h="2336165">
                  <a:moveTo>
                    <a:pt x="33337" y="2336165"/>
                  </a:moveTo>
                  <a:lnTo>
                    <a:pt x="14287" y="2336165"/>
                  </a:lnTo>
                  <a:lnTo>
                    <a:pt x="14287" y="2307590"/>
                  </a:lnTo>
                  <a:lnTo>
                    <a:pt x="28575" y="2307590"/>
                  </a:lnTo>
                  <a:lnTo>
                    <a:pt x="28575" y="2321877"/>
                  </a:lnTo>
                  <a:lnTo>
                    <a:pt x="33337" y="2321877"/>
                  </a:lnTo>
                  <a:lnTo>
                    <a:pt x="33337" y="2336165"/>
                  </a:lnTo>
                  <a:close/>
                </a:path>
                <a:path w="5560060" h="2336165">
                  <a:moveTo>
                    <a:pt x="33337" y="2321877"/>
                  </a:moveTo>
                  <a:lnTo>
                    <a:pt x="28575" y="2321877"/>
                  </a:lnTo>
                  <a:lnTo>
                    <a:pt x="28575" y="2307590"/>
                  </a:lnTo>
                  <a:lnTo>
                    <a:pt x="33337" y="2307590"/>
                  </a:lnTo>
                  <a:lnTo>
                    <a:pt x="33337" y="2321877"/>
                  </a:lnTo>
                  <a:close/>
                </a:path>
                <a:path w="5560060" h="2336165">
                  <a:moveTo>
                    <a:pt x="28575" y="2264727"/>
                  </a:moveTo>
                  <a:lnTo>
                    <a:pt x="0" y="2264727"/>
                  </a:lnTo>
                  <a:lnTo>
                    <a:pt x="0" y="2236152"/>
                  </a:lnTo>
                  <a:lnTo>
                    <a:pt x="28575" y="2236152"/>
                  </a:lnTo>
                  <a:lnTo>
                    <a:pt x="28575" y="2264727"/>
                  </a:lnTo>
                  <a:close/>
                </a:path>
                <a:path w="5560060" h="2336165">
                  <a:moveTo>
                    <a:pt x="28575" y="2207577"/>
                  </a:moveTo>
                  <a:lnTo>
                    <a:pt x="0" y="2207577"/>
                  </a:lnTo>
                  <a:lnTo>
                    <a:pt x="0" y="2179002"/>
                  </a:lnTo>
                  <a:lnTo>
                    <a:pt x="28575" y="2179002"/>
                  </a:lnTo>
                  <a:lnTo>
                    <a:pt x="28575" y="2207577"/>
                  </a:lnTo>
                  <a:close/>
                </a:path>
                <a:path w="5560060" h="2336165">
                  <a:moveTo>
                    <a:pt x="28575" y="2150427"/>
                  </a:moveTo>
                  <a:lnTo>
                    <a:pt x="0" y="2150427"/>
                  </a:lnTo>
                  <a:lnTo>
                    <a:pt x="0" y="2121852"/>
                  </a:lnTo>
                  <a:lnTo>
                    <a:pt x="28575" y="2121852"/>
                  </a:lnTo>
                  <a:lnTo>
                    <a:pt x="28575" y="2150427"/>
                  </a:lnTo>
                  <a:close/>
                </a:path>
                <a:path w="5560060" h="2336165">
                  <a:moveTo>
                    <a:pt x="28575" y="2093277"/>
                  </a:moveTo>
                  <a:lnTo>
                    <a:pt x="0" y="2093277"/>
                  </a:lnTo>
                  <a:lnTo>
                    <a:pt x="0" y="2064702"/>
                  </a:lnTo>
                  <a:lnTo>
                    <a:pt x="28575" y="2064702"/>
                  </a:lnTo>
                  <a:lnTo>
                    <a:pt x="28575" y="2093277"/>
                  </a:lnTo>
                  <a:close/>
                </a:path>
                <a:path w="5560060" h="2336165">
                  <a:moveTo>
                    <a:pt x="28575" y="2036127"/>
                  </a:moveTo>
                  <a:lnTo>
                    <a:pt x="0" y="2036127"/>
                  </a:lnTo>
                  <a:lnTo>
                    <a:pt x="0" y="2007552"/>
                  </a:lnTo>
                  <a:lnTo>
                    <a:pt x="28575" y="2007552"/>
                  </a:lnTo>
                  <a:lnTo>
                    <a:pt x="28575" y="2036127"/>
                  </a:lnTo>
                  <a:close/>
                </a:path>
                <a:path w="5560060" h="2336165">
                  <a:moveTo>
                    <a:pt x="28575" y="1978977"/>
                  </a:moveTo>
                  <a:lnTo>
                    <a:pt x="0" y="1978977"/>
                  </a:lnTo>
                  <a:lnTo>
                    <a:pt x="0" y="1950402"/>
                  </a:lnTo>
                  <a:lnTo>
                    <a:pt x="28575" y="1950402"/>
                  </a:lnTo>
                  <a:lnTo>
                    <a:pt x="28575" y="1978977"/>
                  </a:lnTo>
                  <a:close/>
                </a:path>
                <a:path w="5560060" h="2336165">
                  <a:moveTo>
                    <a:pt x="28575" y="1921827"/>
                  </a:moveTo>
                  <a:lnTo>
                    <a:pt x="0" y="1921827"/>
                  </a:lnTo>
                  <a:lnTo>
                    <a:pt x="0" y="1893252"/>
                  </a:lnTo>
                  <a:lnTo>
                    <a:pt x="28575" y="1893252"/>
                  </a:lnTo>
                  <a:lnTo>
                    <a:pt x="28575" y="1921827"/>
                  </a:lnTo>
                  <a:close/>
                </a:path>
                <a:path w="5560060" h="2336165">
                  <a:moveTo>
                    <a:pt x="28575" y="1864677"/>
                  </a:moveTo>
                  <a:lnTo>
                    <a:pt x="0" y="1864677"/>
                  </a:lnTo>
                  <a:lnTo>
                    <a:pt x="0" y="1836102"/>
                  </a:lnTo>
                  <a:lnTo>
                    <a:pt x="28575" y="1836102"/>
                  </a:lnTo>
                  <a:lnTo>
                    <a:pt x="28575" y="1864677"/>
                  </a:lnTo>
                  <a:close/>
                </a:path>
                <a:path w="5560060" h="2336165">
                  <a:moveTo>
                    <a:pt x="28575" y="1807527"/>
                  </a:moveTo>
                  <a:lnTo>
                    <a:pt x="0" y="1807527"/>
                  </a:lnTo>
                  <a:lnTo>
                    <a:pt x="0" y="1778952"/>
                  </a:lnTo>
                  <a:lnTo>
                    <a:pt x="28575" y="1778952"/>
                  </a:lnTo>
                  <a:lnTo>
                    <a:pt x="28575" y="1807527"/>
                  </a:lnTo>
                  <a:close/>
                </a:path>
                <a:path w="5560060" h="2336165">
                  <a:moveTo>
                    <a:pt x="28575" y="1750377"/>
                  </a:moveTo>
                  <a:lnTo>
                    <a:pt x="0" y="1750377"/>
                  </a:lnTo>
                  <a:lnTo>
                    <a:pt x="0" y="1721802"/>
                  </a:lnTo>
                  <a:lnTo>
                    <a:pt x="28575" y="1721802"/>
                  </a:lnTo>
                  <a:lnTo>
                    <a:pt x="28575" y="1750377"/>
                  </a:lnTo>
                  <a:close/>
                </a:path>
                <a:path w="5560060" h="2336165">
                  <a:moveTo>
                    <a:pt x="28575" y="1693227"/>
                  </a:moveTo>
                  <a:lnTo>
                    <a:pt x="0" y="1693227"/>
                  </a:lnTo>
                  <a:lnTo>
                    <a:pt x="0" y="1664652"/>
                  </a:lnTo>
                  <a:lnTo>
                    <a:pt x="28575" y="1664652"/>
                  </a:lnTo>
                  <a:lnTo>
                    <a:pt x="28575" y="1693227"/>
                  </a:lnTo>
                  <a:close/>
                </a:path>
                <a:path w="5560060" h="2336165">
                  <a:moveTo>
                    <a:pt x="28575" y="1636077"/>
                  </a:moveTo>
                  <a:lnTo>
                    <a:pt x="0" y="1636077"/>
                  </a:lnTo>
                  <a:lnTo>
                    <a:pt x="0" y="1607502"/>
                  </a:lnTo>
                  <a:lnTo>
                    <a:pt x="28575" y="1607502"/>
                  </a:lnTo>
                  <a:lnTo>
                    <a:pt x="28575" y="1636077"/>
                  </a:lnTo>
                  <a:close/>
                </a:path>
                <a:path w="5560060" h="2336165">
                  <a:moveTo>
                    <a:pt x="28575" y="1578927"/>
                  </a:moveTo>
                  <a:lnTo>
                    <a:pt x="0" y="1578927"/>
                  </a:lnTo>
                  <a:lnTo>
                    <a:pt x="0" y="1550352"/>
                  </a:lnTo>
                  <a:lnTo>
                    <a:pt x="28575" y="1550352"/>
                  </a:lnTo>
                  <a:lnTo>
                    <a:pt x="28575" y="1578927"/>
                  </a:lnTo>
                  <a:close/>
                </a:path>
                <a:path w="5560060" h="2336165">
                  <a:moveTo>
                    <a:pt x="28575" y="1521777"/>
                  </a:moveTo>
                  <a:lnTo>
                    <a:pt x="0" y="1521777"/>
                  </a:lnTo>
                  <a:lnTo>
                    <a:pt x="0" y="1493202"/>
                  </a:lnTo>
                  <a:lnTo>
                    <a:pt x="28575" y="1493202"/>
                  </a:lnTo>
                  <a:lnTo>
                    <a:pt x="28575" y="1521777"/>
                  </a:lnTo>
                  <a:close/>
                </a:path>
                <a:path w="5560060" h="2336165">
                  <a:moveTo>
                    <a:pt x="28575" y="1464627"/>
                  </a:moveTo>
                  <a:lnTo>
                    <a:pt x="0" y="1464627"/>
                  </a:lnTo>
                  <a:lnTo>
                    <a:pt x="0" y="1436052"/>
                  </a:lnTo>
                  <a:lnTo>
                    <a:pt x="28575" y="1436052"/>
                  </a:lnTo>
                  <a:lnTo>
                    <a:pt x="28575" y="1464627"/>
                  </a:lnTo>
                  <a:close/>
                </a:path>
                <a:path w="5560060" h="2336165">
                  <a:moveTo>
                    <a:pt x="28575" y="1407477"/>
                  </a:moveTo>
                  <a:lnTo>
                    <a:pt x="0" y="1407477"/>
                  </a:lnTo>
                  <a:lnTo>
                    <a:pt x="0" y="1378902"/>
                  </a:lnTo>
                  <a:lnTo>
                    <a:pt x="28575" y="1378902"/>
                  </a:lnTo>
                  <a:lnTo>
                    <a:pt x="28575" y="1407477"/>
                  </a:lnTo>
                  <a:close/>
                </a:path>
                <a:path w="5560060" h="2336165">
                  <a:moveTo>
                    <a:pt x="28575" y="1350327"/>
                  </a:moveTo>
                  <a:lnTo>
                    <a:pt x="0" y="1350327"/>
                  </a:lnTo>
                  <a:lnTo>
                    <a:pt x="0" y="1321752"/>
                  </a:lnTo>
                  <a:lnTo>
                    <a:pt x="28575" y="1321752"/>
                  </a:lnTo>
                  <a:lnTo>
                    <a:pt x="28575" y="1350327"/>
                  </a:lnTo>
                  <a:close/>
                </a:path>
                <a:path w="5560060" h="2336165">
                  <a:moveTo>
                    <a:pt x="28575" y="1293177"/>
                  </a:moveTo>
                  <a:lnTo>
                    <a:pt x="0" y="1293177"/>
                  </a:lnTo>
                  <a:lnTo>
                    <a:pt x="0" y="1264602"/>
                  </a:lnTo>
                  <a:lnTo>
                    <a:pt x="28575" y="1264602"/>
                  </a:lnTo>
                  <a:lnTo>
                    <a:pt x="28575" y="1293177"/>
                  </a:lnTo>
                  <a:close/>
                </a:path>
                <a:path w="5560060" h="2336165">
                  <a:moveTo>
                    <a:pt x="28575" y="1236027"/>
                  </a:moveTo>
                  <a:lnTo>
                    <a:pt x="0" y="1236027"/>
                  </a:lnTo>
                  <a:lnTo>
                    <a:pt x="0" y="1207452"/>
                  </a:lnTo>
                  <a:lnTo>
                    <a:pt x="28575" y="1207452"/>
                  </a:lnTo>
                  <a:lnTo>
                    <a:pt x="28575" y="1236027"/>
                  </a:lnTo>
                  <a:close/>
                </a:path>
                <a:path w="5560060" h="2336165">
                  <a:moveTo>
                    <a:pt x="28575" y="1178877"/>
                  </a:moveTo>
                  <a:lnTo>
                    <a:pt x="0" y="1178877"/>
                  </a:lnTo>
                  <a:lnTo>
                    <a:pt x="0" y="1150302"/>
                  </a:lnTo>
                  <a:lnTo>
                    <a:pt x="28575" y="1150302"/>
                  </a:lnTo>
                  <a:lnTo>
                    <a:pt x="28575" y="1178877"/>
                  </a:lnTo>
                  <a:close/>
                </a:path>
                <a:path w="5560060" h="2336165">
                  <a:moveTo>
                    <a:pt x="28575" y="1121727"/>
                  </a:moveTo>
                  <a:lnTo>
                    <a:pt x="0" y="1121727"/>
                  </a:lnTo>
                  <a:lnTo>
                    <a:pt x="0" y="1093152"/>
                  </a:lnTo>
                  <a:lnTo>
                    <a:pt x="28575" y="1093152"/>
                  </a:lnTo>
                  <a:lnTo>
                    <a:pt x="28575" y="1121727"/>
                  </a:lnTo>
                  <a:close/>
                </a:path>
                <a:path w="5560060" h="2336165">
                  <a:moveTo>
                    <a:pt x="28575" y="1064577"/>
                  </a:moveTo>
                  <a:lnTo>
                    <a:pt x="0" y="1064577"/>
                  </a:lnTo>
                  <a:lnTo>
                    <a:pt x="0" y="1036002"/>
                  </a:lnTo>
                  <a:lnTo>
                    <a:pt x="28575" y="1036002"/>
                  </a:lnTo>
                  <a:lnTo>
                    <a:pt x="28575" y="1064577"/>
                  </a:lnTo>
                  <a:close/>
                </a:path>
                <a:path w="5560060" h="2336165">
                  <a:moveTo>
                    <a:pt x="28575" y="1007427"/>
                  </a:moveTo>
                  <a:lnTo>
                    <a:pt x="0" y="1007427"/>
                  </a:lnTo>
                  <a:lnTo>
                    <a:pt x="0" y="978852"/>
                  </a:lnTo>
                  <a:lnTo>
                    <a:pt x="28575" y="978852"/>
                  </a:lnTo>
                  <a:lnTo>
                    <a:pt x="28575" y="1007427"/>
                  </a:lnTo>
                  <a:close/>
                </a:path>
                <a:path w="5560060" h="2336165">
                  <a:moveTo>
                    <a:pt x="28575" y="950277"/>
                  </a:moveTo>
                  <a:lnTo>
                    <a:pt x="0" y="950277"/>
                  </a:lnTo>
                  <a:lnTo>
                    <a:pt x="0" y="921702"/>
                  </a:lnTo>
                  <a:lnTo>
                    <a:pt x="28575" y="921702"/>
                  </a:lnTo>
                  <a:lnTo>
                    <a:pt x="28575" y="950277"/>
                  </a:lnTo>
                  <a:close/>
                </a:path>
                <a:path w="5560060" h="2336165">
                  <a:moveTo>
                    <a:pt x="28575" y="893127"/>
                  </a:moveTo>
                  <a:lnTo>
                    <a:pt x="0" y="893127"/>
                  </a:lnTo>
                  <a:lnTo>
                    <a:pt x="0" y="864552"/>
                  </a:lnTo>
                  <a:lnTo>
                    <a:pt x="28575" y="864552"/>
                  </a:lnTo>
                  <a:lnTo>
                    <a:pt x="28575" y="893127"/>
                  </a:lnTo>
                  <a:close/>
                </a:path>
                <a:path w="5560060" h="2336165">
                  <a:moveTo>
                    <a:pt x="28575" y="835977"/>
                  </a:moveTo>
                  <a:lnTo>
                    <a:pt x="0" y="835977"/>
                  </a:lnTo>
                  <a:lnTo>
                    <a:pt x="0" y="807402"/>
                  </a:lnTo>
                  <a:lnTo>
                    <a:pt x="28575" y="807402"/>
                  </a:lnTo>
                  <a:lnTo>
                    <a:pt x="28575" y="835977"/>
                  </a:lnTo>
                  <a:close/>
                </a:path>
                <a:path w="5560060" h="2336165">
                  <a:moveTo>
                    <a:pt x="28575" y="778827"/>
                  </a:moveTo>
                  <a:lnTo>
                    <a:pt x="0" y="778827"/>
                  </a:lnTo>
                  <a:lnTo>
                    <a:pt x="0" y="750252"/>
                  </a:lnTo>
                  <a:lnTo>
                    <a:pt x="28575" y="750252"/>
                  </a:lnTo>
                  <a:lnTo>
                    <a:pt x="28575" y="778827"/>
                  </a:lnTo>
                  <a:close/>
                </a:path>
                <a:path w="5560060" h="2336165">
                  <a:moveTo>
                    <a:pt x="28575" y="721677"/>
                  </a:moveTo>
                  <a:lnTo>
                    <a:pt x="0" y="721677"/>
                  </a:lnTo>
                  <a:lnTo>
                    <a:pt x="0" y="693102"/>
                  </a:lnTo>
                  <a:lnTo>
                    <a:pt x="28575" y="693102"/>
                  </a:lnTo>
                  <a:lnTo>
                    <a:pt x="28575" y="721677"/>
                  </a:lnTo>
                  <a:close/>
                </a:path>
                <a:path w="5560060" h="2336165">
                  <a:moveTo>
                    <a:pt x="28575" y="664527"/>
                  </a:moveTo>
                  <a:lnTo>
                    <a:pt x="0" y="664527"/>
                  </a:lnTo>
                  <a:lnTo>
                    <a:pt x="0" y="635952"/>
                  </a:lnTo>
                  <a:lnTo>
                    <a:pt x="28575" y="635952"/>
                  </a:lnTo>
                  <a:lnTo>
                    <a:pt x="28575" y="664527"/>
                  </a:lnTo>
                  <a:close/>
                </a:path>
                <a:path w="5560060" h="2336165">
                  <a:moveTo>
                    <a:pt x="28575" y="607377"/>
                  </a:moveTo>
                  <a:lnTo>
                    <a:pt x="0" y="607377"/>
                  </a:lnTo>
                  <a:lnTo>
                    <a:pt x="0" y="578802"/>
                  </a:lnTo>
                  <a:lnTo>
                    <a:pt x="28575" y="578802"/>
                  </a:lnTo>
                  <a:lnTo>
                    <a:pt x="28575" y="607377"/>
                  </a:lnTo>
                  <a:close/>
                </a:path>
                <a:path w="5560060" h="2336165">
                  <a:moveTo>
                    <a:pt x="28575" y="550227"/>
                  </a:moveTo>
                  <a:lnTo>
                    <a:pt x="0" y="550227"/>
                  </a:lnTo>
                  <a:lnTo>
                    <a:pt x="0" y="521652"/>
                  </a:lnTo>
                  <a:lnTo>
                    <a:pt x="28575" y="521652"/>
                  </a:lnTo>
                  <a:lnTo>
                    <a:pt x="28575" y="550227"/>
                  </a:lnTo>
                  <a:close/>
                </a:path>
                <a:path w="5560060" h="2336165">
                  <a:moveTo>
                    <a:pt x="28575" y="493077"/>
                  </a:moveTo>
                  <a:lnTo>
                    <a:pt x="0" y="493077"/>
                  </a:lnTo>
                  <a:lnTo>
                    <a:pt x="0" y="464502"/>
                  </a:lnTo>
                  <a:lnTo>
                    <a:pt x="28575" y="464502"/>
                  </a:lnTo>
                  <a:lnTo>
                    <a:pt x="28575" y="493077"/>
                  </a:lnTo>
                  <a:close/>
                </a:path>
                <a:path w="5560060" h="2336165">
                  <a:moveTo>
                    <a:pt x="28575" y="435927"/>
                  </a:moveTo>
                  <a:lnTo>
                    <a:pt x="0" y="435927"/>
                  </a:lnTo>
                  <a:lnTo>
                    <a:pt x="0" y="407352"/>
                  </a:lnTo>
                  <a:lnTo>
                    <a:pt x="28575" y="407352"/>
                  </a:lnTo>
                  <a:lnTo>
                    <a:pt x="28575" y="435927"/>
                  </a:lnTo>
                  <a:close/>
                </a:path>
                <a:path w="5560060" h="2336165">
                  <a:moveTo>
                    <a:pt x="28575" y="378777"/>
                  </a:moveTo>
                  <a:lnTo>
                    <a:pt x="0" y="378777"/>
                  </a:lnTo>
                  <a:lnTo>
                    <a:pt x="0" y="350202"/>
                  </a:lnTo>
                  <a:lnTo>
                    <a:pt x="28575" y="350202"/>
                  </a:lnTo>
                  <a:lnTo>
                    <a:pt x="28575" y="378777"/>
                  </a:lnTo>
                  <a:close/>
                </a:path>
                <a:path w="5560060" h="2336165">
                  <a:moveTo>
                    <a:pt x="28575" y="321627"/>
                  </a:moveTo>
                  <a:lnTo>
                    <a:pt x="0" y="321627"/>
                  </a:lnTo>
                  <a:lnTo>
                    <a:pt x="0" y="293052"/>
                  </a:lnTo>
                  <a:lnTo>
                    <a:pt x="28575" y="293052"/>
                  </a:lnTo>
                  <a:lnTo>
                    <a:pt x="28575" y="321627"/>
                  </a:lnTo>
                  <a:close/>
                </a:path>
                <a:path w="5560060" h="2336165">
                  <a:moveTo>
                    <a:pt x="28575" y="264477"/>
                  </a:moveTo>
                  <a:lnTo>
                    <a:pt x="0" y="264477"/>
                  </a:lnTo>
                  <a:lnTo>
                    <a:pt x="0" y="235902"/>
                  </a:lnTo>
                  <a:lnTo>
                    <a:pt x="28575" y="235902"/>
                  </a:lnTo>
                  <a:lnTo>
                    <a:pt x="28575" y="264477"/>
                  </a:lnTo>
                  <a:close/>
                </a:path>
                <a:path w="5560060" h="2336165">
                  <a:moveTo>
                    <a:pt x="28575" y="207327"/>
                  </a:moveTo>
                  <a:lnTo>
                    <a:pt x="0" y="207327"/>
                  </a:lnTo>
                  <a:lnTo>
                    <a:pt x="0" y="178752"/>
                  </a:lnTo>
                  <a:lnTo>
                    <a:pt x="28575" y="178752"/>
                  </a:lnTo>
                  <a:lnTo>
                    <a:pt x="28575" y="207327"/>
                  </a:lnTo>
                  <a:close/>
                </a:path>
                <a:path w="5560060" h="2336165">
                  <a:moveTo>
                    <a:pt x="28575" y="150177"/>
                  </a:moveTo>
                  <a:lnTo>
                    <a:pt x="0" y="150177"/>
                  </a:lnTo>
                  <a:lnTo>
                    <a:pt x="0" y="121602"/>
                  </a:lnTo>
                  <a:lnTo>
                    <a:pt x="28575" y="121602"/>
                  </a:lnTo>
                  <a:lnTo>
                    <a:pt x="28575" y="150177"/>
                  </a:lnTo>
                  <a:close/>
                </a:path>
                <a:path w="5560060" h="2336165">
                  <a:moveTo>
                    <a:pt x="28575" y="93027"/>
                  </a:moveTo>
                  <a:lnTo>
                    <a:pt x="0" y="93027"/>
                  </a:lnTo>
                  <a:lnTo>
                    <a:pt x="0" y="64452"/>
                  </a:lnTo>
                  <a:lnTo>
                    <a:pt x="28575" y="64452"/>
                  </a:lnTo>
                  <a:lnTo>
                    <a:pt x="28575" y="93027"/>
                  </a:lnTo>
                  <a:close/>
                </a:path>
                <a:path w="5560060" h="2336165">
                  <a:moveTo>
                    <a:pt x="28575" y="35877"/>
                  </a:moveTo>
                  <a:lnTo>
                    <a:pt x="0" y="35877"/>
                  </a:lnTo>
                  <a:lnTo>
                    <a:pt x="0" y="0"/>
                  </a:lnTo>
                  <a:lnTo>
                    <a:pt x="21272" y="0"/>
                  </a:lnTo>
                  <a:lnTo>
                    <a:pt x="21272" y="21590"/>
                  </a:lnTo>
                  <a:lnTo>
                    <a:pt x="14287" y="28575"/>
                  </a:lnTo>
                  <a:lnTo>
                    <a:pt x="28575" y="28575"/>
                  </a:lnTo>
                  <a:lnTo>
                    <a:pt x="28575" y="35877"/>
                  </a:lnTo>
                  <a:close/>
                </a:path>
                <a:path w="5560060" h="2336165">
                  <a:moveTo>
                    <a:pt x="28575" y="28575"/>
                  </a:moveTo>
                  <a:lnTo>
                    <a:pt x="21272" y="28575"/>
                  </a:lnTo>
                  <a:lnTo>
                    <a:pt x="21272" y="21590"/>
                  </a:lnTo>
                  <a:lnTo>
                    <a:pt x="28575" y="14287"/>
                  </a:lnTo>
                  <a:lnTo>
                    <a:pt x="28575" y="28575"/>
                  </a:lnTo>
                  <a:close/>
                </a:path>
                <a:path w="5560060" h="2336165">
                  <a:moveTo>
                    <a:pt x="21272" y="28575"/>
                  </a:moveTo>
                  <a:lnTo>
                    <a:pt x="14287" y="28575"/>
                  </a:lnTo>
                  <a:lnTo>
                    <a:pt x="21272" y="21590"/>
                  </a:lnTo>
                  <a:lnTo>
                    <a:pt x="21272" y="28575"/>
                  </a:lnTo>
                  <a:close/>
                </a:path>
                <a:path w="5560060" h="2336165">
                  <a:moveTo>
                    <a:pt x="78422" y="28575"/>
                  </a:moveTo>
                  <a:lnTo>
                    <a:pt x="49847" y="28575"/>
                  </a:lnTo>
                  <a:lnTo>
                    <a:pt x="49847" y="0"/>
                  </a:lnTo>
                  <a:lnTo>
                    <a:pt x="78422" y="0"/>
                  </a:lnTo>
                  <a:lnTo>
                    <a:pt x="78422" y="28575"/>
                  </a:lnTo>
                  <a:close/>
                </a:path>
                <a:path w="5560060" h="2336165">
                  <a:moveTo>
                    <a:pt x="135572" y="28575"/>
                  </a:moveTo>
                  <a:lnTo>
                    <a:pt x="106997" y="28575"/>
                  </a:lnTo>
                  <a:lnTo>
                    <a:pt x="106997" y="0"/>
                  </a:lnTo>
                  <a:lnTo>
                    <a:pt x="135572" y="0"/>
                  </a:lnTo>
                  <a:lnTo>
                    <a:pt x="135572" y="28575"/>
                  </a:lnTo>
                  <a:close/>
                </a:path>
                <a:path w="5560060" h="2336165">
                  <a:moveTo>
                    <a:pt x="192722" y="28575"/>
                  </a:moveTo>
                  <a:lnTo>
                    <a:pt x="164147" y="28575"/>
                  </a:lnTo>
                  <a:lnTo>
                    <a:pt x="164147" y="0"/>
                  </a:lnTo>
                  <a:lnTo>
                    <a:pt x="192722" y="0"/>
                  </a:lnTo>
                  <a:lnTo>
                    <a:pt x="192722" y="28575"/>
                  </a:lnTo>
                  <a:close/>
                </a:path>
                <a:path w="5560060" h="2336165">
                  <a:moveTo>
                    <a:pt x="249872" y="28575"/>
                  </a:moveTo>
                  <a:lnTo>
                    <a:pt x="221297" y="28575"/>
                  </a:lnTo>
                  <a:lnTo>
                    <a:pt x="221297" y="0"/>
                  </a:lnTo>
                  <a:lnTo>
                    <a:pt x="249872" y="0"/>
                  </a:lnTo>
                  <a:lnTo>
                    <a:pt x="249872" y="28575"/>
                  </a:lnTo>
                  <a:close/>
                </a:path>
                <a:path w="5560060" h="2336165">
                  <a:moveTo>
                    <a:pt x="307022" y="28575"/>
                  </a:moveTo>
                  <a:lnTo>
                    <a:pt x="278447" y="28575"/>
                  </a:lnTo>
                  <a:lnTo>
                    <a:pt x="278447" y="0"/>
                  </a:lnTo>
                  <a:lnTo>
                    <a:pt x="307022" y="0"/>
                  </a:lnTo>
                  <a:lnTo>
                    <a:pt x="307022" y="28575"/>
                  </a:lnTo>
                  <a:close/>
                </a:path>
                <a:path w="5560060" h="2336165">
                  <a:moveTo>
                    <a:pt x="364172" y="28575"/>
                  </a:moveTo>
                  <a:lnTo>
                    <a:pt x="335597" y="28575"/>
                  </a:lnTo>
                  <a:lnTo>
                    <a:pt x="335597" y="0"/>
                  </a:lnTo>
                  <a:lnTo>
                    <a:pt x="364172" y="0"/>
                  </a:lnTo>
                  <a:lnTo>
                    <a:pt x="364172" y="28575"/>
                  </a:lnTo>
                  <a:close/>
                </a:path>
                <a:path w="5560060" h="2336165">
                  <a:moveTo>
                    <a:pt x="421322" y="28575"/>
                  </a:moveTo>
                  <a:lnTo>
                    <a:pt x="392747" y="28575"/>
                  </a:lnTo>
                  <a:lnTo>
                    <a:pt x="392747" y="0"/>
                  </a:lnTo>
                  <a:lnTo>
                    <a:pt x="421322" y="0"/>
                  </a:lnTo>
                  <a:lnTo>
                    <a:pt x="421322" y="28575"/>
                  </a:lnTo>
                  <a:close/>
                </a:path>
                <a:path w="5560060" h="2336165">
                  <a:moveTo>
                    <a:pt x="478472" y="28575"/>
                  </a:moveTo>
                  <a:lnTo>
                    <a:pt x="449897" y="28575"/>
                  </a:lnTo>
                  <a:lnTo>
                    <a:pt x="449897" y="0"/>
                  </a:lnTo>
                  <a:lnTo>
                    <a:pt x="478472" y="0"/>
                  </a:lnTo>
                  <a:lnTo>
                    <a:pt x="478472" y="28575"/>
                  </a:lnTo>
                  <a:close/>
                </a:path>
                <a:path w="5560060" h="2336165">
                  <a:moveTo>
                    <a:pt x="535622" y="28575"/>
                  </a:moveTo>
                  <a:lnTo>
                    <a:pt x="507047" y="28575"/>
                  </a:lnTo>
                  <a:lnTo>
                    <a:pt x="507047" y="0"/>
                  </a:lnTo>
                  <a:lnTo>
                    <a:pt x="535622" y="0"/>
                  </a:lnTo>
                  <a:lnTo>
                    <a:pt x="535622" y="28575"/>
                  </a:lnTo>
                  <a:close/>
                </a:path>
                <a:path w="5560060" h="2336165">
                  <a:moveTo>
                    <a:pt x="592772" y="28575"/>
                  </a:moveTo>
                  <a:lnTo>
                    <a:pt x="564197" y="28575"/>
                  </a:lnTo>
                  <a:lnTo>
                    <a:pt x="564197" y="0"/>
                  </a:lnTo>
                  <a:lnTo>
                    <a:pt x="592772" y="0"/>
                  </a:lnTo>
                  <a:lnTo>
                    <a:pt x="592772" y="28575"/>
                  </a:lnTo>
                  <a:close/>
                </a:path>
                <a:path w="5560060" h="2336165">
                  <a:moveTo>
                    <a:pt x="649922" y="28575"/>
                  </a:moveTo>
                  <a:lnTo>
                    <a:pt x="621347" y="28575"/>
                  </a:lnTo>
                  <a:lnTo>
                    <a:pt x="621347" y="0"/>
                  </a:lnTo>
                  <a:lnTo>
                    <a:pt x="649922" y="0"/>
                  </a:lnTo>
                  <a:lnTo>
                    <a:pt x="649922" y="28575"/>
                  </a:lnTo>
                  <a:close/>
                </a:path>
                <a:path w="5560060" h="2336165">
                  <a:moveTo>
                    <a:pt x="707072" y="28575"/>
                  </a:moveTo>
                  <a:lnTo>
                    <a:pt x="678497" y="28575"/>
                  </a:lnTo>
                  <a:lnTo>
                    <a:pt x="678497" y="0"/>
                  </a:lnTo>
                  <a:lnTo>
                    <a:pt x="707072" y="0"/>
                  </a:lnTo>
                  <a:lnTo>
                    <a:pt x="707072" y="28575"/>
                  </a:lnTo>
                  <a:close/>
                </a:path>
                <a:path w="5560060" h="2336165">
                  <a:moveTo>
                    <a:pt x="764222" y="28575"/>
                  </a:moveTo>
                  <a:lnTo>
                    <a:pt x="735647" y="28575"/>
                  </a:lnTo>
                  <a:lnTo>
                    <a:pt x="735647" y="0"/>
                  </a:lnTo>
                  <a:lnTo>
                    <a:pt x="764222" y="0"/>
                  </a:lnTo>
                  <a:lnTo>
                    <a:pt x="764222" y="28575"/>
                  </a:lnTo>
                  <a:close/>
                </a:path>
                <a:path w="5560060" h="2336165">
                  <a:moveTo>
                    <a:pt x="821372" y="28575"/>
                  </a:moveTo>
                  <a:lnTo>
                    <a:pt x="792797" y="28575"/>
                  </a:lnTo>
                  <a:lnTo>
                    <a:pt x="792797" y="0"/>
                  </a:lnTo>
                  <a:lnTo>
                    <a:pt x="821372" y="0"/>
                  </a:lnTo>
                  <a:lnTo>
                    <a:pt x="821372" y="28575"/>
                  </a:lnTo>
                  <a:close/>
                </a:path>
                <a:path w="5560060" h="2336165">
                  <a:moveTo>
                    <a:pt x="878522" y="28575"/>
                  </a:moveTo>
                  <a:lnTo>
                    <a:pt x="849947" y="28575"/>
                  </a:lnTo>
                  <a:lnTo>
                    <a:pt x="849947" y="0"/>
                  </a:lnTo>
                  <a:lnTo>
                    <a:pt x="878522" y="0"/>
                  </a:lnTo>
                  <a:lnTo>
                    <a:pt x="878522" y="28575"/>
                  </a:lnTo>
                  <a:close/>
                </a:path>
                <a:path w="5560060" h="2336165">
                  <a:moveTo>
                    <a:pt x="935672" y="28575"/>
                  </a:moveTo>
                  <a:lnTo>
                    <a:pt x="907097" y="28575"/>
                  </a:lnTo>
                  <a:lnTo>
                    <a:pt x="907097" y="0"/>
                  </a:lnTo>
                  <a:lnTo>
                    <a:pt x="935672" y="0"/>
                  </a:lnTo>
                  <a:lnTo>
                    <a:pt x="935672" y="28575"/>
                  </a:lnTo>
                  <a:close/>
                </a:path>
                <a:path w="5560060" h="2336165">
                  <a:moveTo>
                    <a:pt x="992822" y="28575"/>
                  </a:moveTo>
                  <a:lnTo>
                    <a:pt x="964247" y="28575"/>
                  </a:lnTo>
                  <a:lnTo>
                    <a:pt x="964247" y="0"/>
                  </a:lnTo>
                  <a:lnTo>
                    <a:pt x="992822" y="0"/>
                  </a:lnTo>
                  <a:lnTo>
                    <a:pt x="992822" y="28575"/>
                  </a:lnTo>
                  <a:close/>
                </a:path>
                <a:path w="5560060" h="2336165">
                  <a:moveTo>
                    <a:pt x="1049972" y="28575"/>
                  </a:moveTo>
                  <a:lnTo>
                    <a:pt x="1021397" y="28575"/>
                  </a:lnTo>
                  <a:lnTo>
                    <a:pt x="1021397" y="0"/>
                  </a:lnTo>
                  <a:lnTo>
                    <a:pt x="1049972" y="0"/>
                  </a:lnTo>
                  <a:lnTo>
                    <a:pt x="1049972" y="28575"/>
                  </a:lnTo>
                  <a:close/>
                </a:path>
                <a:path w="5560060" h="2336165">
                  <a:moveTo>
                    <a:pt x="1107122" y="28575"/>
                  </a:moveTo>
                  <a:lnTo>
                    <a:pt x="1078547" y="28575"/>
                  </a:lnTo>
                  <a:lnTo>
                    <a:pt x="1078547" y="0"/>
                  </a:lnTo>
                  <a:lnTo>
                    <a:pt x="1107122" y="0"/>
                  </a:lnTo>
                  <a:lnTo>
                    <a:pt x="1107122" y="28575"/>
                  </a:lnTo>
                  <a:close/>
                </a:path>
                <a:path w="5560060" h="2336165">
                  <a:moveTo>
                    <a:pt x="1164272" y="28575"/>
                  </a:moveTo>
                  <a:lnTo>
                    <a:pt x="1135697" y="28575"/>
                  </a:lnTo>
                  <a:lnTo>
                    <a:pt x="1135697" y="0"/>
                  </a:lnTo>
                  <a:lnTo>
                    <a:pt x="1164272" y="0"/>
                  </a:lnTo>
                  <a:lnTo>
                    <a:pt x="1164272" y="28575"/>
                  </a:lnTo>
                  <a:close/>
                </a:path>
                <a:path w="5560060" h="2336165">
                  <a:moveTo>
                    <a:pt x="1221422" y="28575"/>
                  </a:moveTo>
                  <a:lnTo>
                    <a:pt x="1192847" y="28575"/>
                  </a:lnTo>
                  <a:lnTo>
                    <a:pt x="1192847" y="0"/>
                  </a:lnTo>
                  <a:lnTo>
                    <a:pt x="1221422" y="0"/>
                  </a:lnTo>
                  <a:lnTo>
                    <a:pt x="1221422" y="28575"/>
                  </a:lnTo>
                  <a:close/>
                </a:path>
                <a:path w="5560060" h="2336165">
                  <a:moveTo>
                    <a:pt x="1278572" y="28575"/>
                  </a:moveTo>
                  <a:lnTo>
                    <a:pt x="1249997" y="28575"/>
                  </a:lnTo>
                  <a:lnTo>
                    <a:pt x="1249997" y="0"/>
                  </a:lnTo>
                  <a:lnTo>
                    <a:pt x="1278572" y="0"/>
                  </a:lnTo>
                  <a:lnTo>
                    <a:pt x="1278572" y="28575"/>
                  </a:lnTo>
                  <a:close/>
                </a:path>
                <a:path w="5560060" h="2336165">
                  <a:moveTo>
                    <a:pt x="1335722" y="28575"/>
                  </a:moveTo>
                  <a:lnTo>
                    <a:pt x="1307147" y="28575"/>
                  </a:lnTo>
                  <a:lnTo>
                    <a:pt x="1307147" y="0"/>
                  </a:lnTo>
                  <a:lnTo>
                    <a:pt x="1335722" y="0"/>
                  </a:lnTo>
                  <a:lnTo>
                    <a:pt x="1335722" y="28575"/>
                  </a:lnTo>
                  <a:close/>
                </a:path>
                <a:path w="5560060" h="2336165">
                  <a:moveTo>
                    <a:pt x="1392872" y="28575"/>
                  </a:moveTo>
                  <a:lnTo>
                    <a:pt x="1364297" y="28575"/>
                  </a:lnTo>
                  <a:lnTo>
                    <a:pt x="1364297" y="0"/>
                  </a:lnTo>
                  <a:lnTo>
                    <a:pt x="1392872" y="0"/>
                  </a:lnTo>
                  <a:lnTo>
                    <a:pt x="1392872" y="28575"/>
                  </a:lnTo>
                  <a:close/>
                </a:path>
                <a:path w="5560060" h="2336165">
                  <a:moveTo>
                    <a:pt x="1450022" y="28575"/>
                  </a:moveTo>
                  <a:lnTo>
                    <a:pt x="1421447" y="28575"/>
                  </a:lnTo>
                  <a:lnTo>
                    <a:pt x="1421447" y="0"/>
                  </a:lnTo>
                  <a:lnTo>
                    <a:pt x="1450022" y="0"/>
                  </a:lnTo>
                  <a:lnTo>
                    <a:pt x="1450022" y="28575"/>
                  </a:lnTo>
                  <a:close/>
                </a:path>
                <a:path w="5560060" h="2336165">
                  <a:moveTo>
                    <a:pt x="1507172" y="28575"/>
                  </a:moveTo>
                  <a:lnTo>
                    <a:pt x="1478597" y="28575"/>
                  </a:lnTo>
                  <a:lnTo>
                    <a:pt x="1478597" y="0"/>
                  </a:lnTo>
                  <a:lnTo>
                    <a:pt x="1507172" y="0"/>
                  </a:lnTo>
                  <a:lnTo>
                    <a:pt x="1507172" y="28575"/>
                  </a:lnTo>
                  <a:close/>
                </a:path>
                <a:path w="5560060" h="2336165">
                  <a:moveTo>
                    <a:pt x="1564322" y="28575"/>
                  </a:moveTo>
                  <a:lnTo>
                    <a:pt x="1535747" y="28575"/>
                  </a:lnTo>
                  <a:lnTo>
                    <a:pt x="1535747" y="0"/>
                  </a:lnTo>
                  <a:lnTo>
                    <a:pt x="1564322" y="0"/>
                  </a:lnTo>
                  <a:lnTo>
                    <a:pt x="1564322" y="28575"/>
                  </a:lnTo>
                  <a:close/>
                </a:path>
                <a:path w="5560060" h="2336165">
                  <a:moveTo>
                    <a:pt x="1621472" y="28575"/>
                  </a:moveTo>
                  <a:lnTo>
                    <a:pt x="1592897" y="28575"/>
                  </a:lnTo>
                  <a:lnTo>
                    <a:pt x="1592897" y="0"/>
                  </a:lnTo>
                  <a:lnTo>
                    <a:pt x="1621472" y="0"/>
                  </a:lnTo>
                  <a:lnTo>
                    <a:pt x="1621472" y="28575"/>
                  </a:lnTo>
                  <a:close/>
                </a:path>
                <a:path w="5560060" h="2336165">
                  <a:moveTo>
                    <a:pt x="1678622" y="28575"/>
                  </a:moveTo>
                  <a:lnTo>
                    <a:pt x="1650047" y="28575"/>
                  </a:lnTo>
                  <a:lnTo>
                    <a:pt x="1650047" y="0"/>
                  </a:lnTo>
                  <a:lnTo>
                    <a:pt x="1678622" y="0"/>
                  </a:lnTo>
                  <a:lnTo>
                    <a:pt x="1678622" y="28575"/>
                  </a:lnTo>
                  <a:close/>
                </a:path>
                <a:path w="5560060" h="2336165">
                  <a:moveTo>
                    <a:pt x="1735772" y="28575"/>
                  </a:moveTo>
                  <a:lnTo>
                    <a:pt x="1707197" y="28575"/>
                  </a:lnTo>
                  <a:lnTo>
                    <a:pt x="1707197" y="0"/>
                  </a:lnTo>
                  <a:lnTo>
                    <a:pt x="1735772" y="0"/>
                  </a:lnTo>
                  <a:lnTo>
                    <a:pt x="1735772" y="28575"/>
                  </a:lnTo>
                  <a:close/>
                </a:path>
                <a:path w="5560060" h="2336165">
                  <a:moveTo>
                    <a:pt x="1792922" y="28575"/>
                  </a:moveTo>
                  <a:lnTo>
                    <a:pt x="1764347" y="28575"/>
                  </a:lnTo>
                  <a:lnTo>
                    <a:pt x="1764347" y="0"/>
                  </a:lnTo>
                  <a:lnTo>
                    <a:pt x="1792922" y="0"/>
                  </a:lnTo>
                  <a:lnTo>
                    <a:pt x="1792922" y="28575"/>
                  </a:lnTo>
                  <a:close/>
                </a:path>
                <a:path w="5560060" h="2336165">
                  <a:moveTo>
                    <a:pt x="1850072" y="28575"/>
                  </a:moveTo>
                  <a:lnTo>
                    <a:pt x="1821497" y="28575"/>
                  </a:lnTo>
                  <a:lnTo>
                    <a:pt x="1821497" y="0"/>
                  </a:lnTo>
                  <a:lnTo>
                    <a:pt x="1850072" y="0"/>
                  </a:lnTo>
                  <a:lnTo>
                    <a:pt x="1850072" y="28575"/>
                  </a:lnTo>
                  <a:close/>
                </a:path>
                <a:path w="5560060" h="2336165">
                  <a:moveTo>
                    <a:pt x="1907222" y="28575"/>
                  </a:moveTo>
                  <a:lnTo>
                    <a:pt x="1878647" y="28575"/>
                  </a:lnTo>
                  <a:lnTo>
                    <a:pt x="1878647" y="0"/>
                  </a:lnTo>
                  <a:lnTo>
                    <a:pt x="1907222" y="0"/>
                  </a:lnTo>
                  <a:lnTo>
                    <a:pt x="1907222" y="28575"/>
                  </a:lnTo>
                  <a:close/>
                </a:path>
                <a:path w="5560060" h="2336165">
                  <a:moveTo>
                    <a:pt x="1964372" y="28575"/>
                  </a:moveTo>
                  <a:lnTo>
                    <a:pt x="1935797" y="28575"/>
                  </a:lnTo>
                  <a:lnTo>
                    <a:pt x="1935797" y="0"/>
                  </a:lnTo>
                  <a:lnTo>
                    <a:pt x="1964372" y="0"/>
                  </a:lnTo>
                  <a:lnTo>
                    <a:pt x="1964372" y="28575"/>
                  </a:lnTo>
                  <a:close/>
                </a:path>
                <a:path w="5560060" h="2336165">
                  <a:moveTo>
                    <a:pt x="2021522" y="28575"/>
                  </a:moveTo>
                  <a:lnTo>
                    <a:pt x="1992947" y="28575"/>
                  </a:lnTo>
                  <a:lnTo>
                    <a:pt x="1992947" y="0"/>
                  </a:lnTo>
                  <a:lnTo>
                    <a:pt x="2021522" y="0"/>
                  </a:lnTo>
                  <a:lnTo>
                    <a:pt x="2021522" y="28575"/>
                  </a:lnTo>
                  <a:close/>
                </a:path>
                <a:path w="5560060" h="2336165">
                  <a:moveTo>
                    <a:pt x="2078672" y="28575"/>
                  </a:moveTo>
                  <a:lnTo>
                    <a:pt x="2050097" y="28575"/>
                  </a:lnTo>
                  <a:lnTo>
                    <a:pt x="2050097" y="0"/>
                  </a:lnTo>
                  <a:lnTo>
                    <a:pt x="2078672" y="0"/>
                  </a:lnTo>
                  <a:lnTo>
                    <a:pt x="2078672" y="28575"/>
                  </a:lnTo>
                  <a:close/>
                </a:path>
                <a:path w="5560060" h="2336165">
                  <a:moveTo>
                    <a:pt x="2135822" y="28575"/>
                  </a:moveTo>
                  <a:lnTo>
                    <a:pt x="2107247" y="28575"/>
                  </a:lnTo>
                  <a:lnTo>
                    <a:pt x="2107247" y="0"/>
                  </a:lnTo>
                  <a:lnTo>
                    <a:pt x="2135822" y="0"/>
                  </a:lnTo>
                  <a:lnTo>
                    <a:pt x="2135822" y="28575"/>
                  </a:lnTo>
                  <a:close/>
                </a:path>
                <a:path w="5560060" h="2336165">
                  <a:moveTo>
                    <a:pt x="2192972" y="28575"/>
                  </a:moveTo>
                  <a:lnTo>
                    <a:pt x="2164397" y="28575"/>
                  </a:lnTo>
                  <a:lnTo>
                    <a:pt x="2164397" y="0"/>
                  </a:lnTo>
                  <a:lnTo>
                    <a:pt x="2192972" y="0"/>
                  </a:lnTo>
                  <a:lnTo>
                    <a:pt x="2192972" y="28575"/>
                  </a:lnTo>
                  <a:close/>
                </a:path>
                <a:path w="5560060" h="2336165">
                  <a:moveTo>
                    <a:pt x="2250122" y="28575"/>
                  </a:moveTo>
                  <a:lnTo>
                    <a:pt x="2221547" y="28575"/>
                  </a:lnTo>
                  <a:lnTo>
                    <a:pt x="2221547" y="0"/>
                  </a:lnTo>
                  <a:lnTo>
                    <a:pt x="2250122" y="0"/>
                  </a:lnTo>
                  <a:lnTo>
                    <a:pt x="2250122" y="28575"/>
                  </a:lnTo>
                  <a:close/>
                </a:path>
                <a:path w="5560060" h="2336165">
                  <a:moveTo>
                    <a:pt x="2307272" y="28575"/>
                  </a:moveTo>
                  <a:lnTo>
                    <a:pt x="2278697" y="28575"/>
                  </a:lnTo>
                  <a:lnTo>
                    <a:pt x="2278697" y="0"/>
                  </a:lnTo>
                  <a:lnTo>
                    <a:pt x="2307272" y="0"/>
                  </a:lnTo>
                  <a:lnTo>
                    <a:pt x="2307272" y="28575"/>
                  </a:lnTo>
                  <a:close/>
                </a:path>
                <a:path w="5560060" h="2336165">
                  <a:moveTo>
                    <a:pt x="2364422" y="28575"/>
                  </a:moveTo>
                  <a:lnTo>
                    <a:pt x="2335847" y="28575"/>
                  </a:lnTo>
                  <a:lnTo>
                    <a:pt x="2335847" y="0"/>
                  </a:lnTo>
                  <a:lnTo>
                    <a:pt x="2364422" y="0"/>
                  </a:lnTo>
                  <a:lnTo>
                    <a:pt x="2364422" y="28575"/>
                  </a:lnTo>
                  <a:close/>
                </a:path>
                <a:path w="5560060" h="2336165">
                  <a:moveTo>
                    <a:pt x="2421572" y="28575"/>
                  </a:moveTo>
                  <a:lnTo>
                    <a:pt x="2392997" y="28575"/>
                  </a:lnTo>
                  <a:lnTo>
                    <a:pt x="2392997" y="0"/>
                  </a:lnTo>
                  <a:lnTo>
                    <a:pt x="2421572" y="0"/>
                  </a:lnTo>
                  <a:lnTo>
                    <a:pt x="2421572" y="28575"/>
                  </a:lnTo>
                  <a:close/>
                </a:path>
                <a:path w="5560060" h="2336165">
                  <a:moveTo>
                    <a:pt x="2478722" y="28575"/>
                  </a:moveTo>
                  <a:lnTo>
                    <a:pt x="2450147" y="28575"/>
                  </a:lnTo>
                  <a:lnTo>
                    <a:pt x="2450147" y="0"/>
                  </a:lnTo>
                  <a:lnTo>
                    <a:pt x="2478722" y="0"/>
                  </a:lnTo>
                  <a:lnTo>
                    <a:pt x="2478722" y="28575"/>
                  </a:lnTo>
                  <a:close/>
                </a:path>
                <a:path w="5560060" h="2336165">
                  <a:moveTo>
                    <a:pt x="2535872" y="28575"/>
                  </a:moveTo>
                  <a:lnTo>
                    <a:pt x="2507297" y="28575"/>
                  </a:lnTo>
                  <a:lnTo>
                    <a:pt x="2507297" y="0"/>
                  </a:lnTo>
                  <a:lnTo>
                    <a:pt x="2535872" y="0"/>
                  </a:lnTo>
                  <a:lnTo>
                    <a:pt x="2535872" y="28575"/>
                  </a:lnTo>
                  <a:close/>
                </a:path>
                <a:path w="5560060" h="2336165">
                  <a:moveTo>
                    <a:pt x="2593022" y="28575"/>
                  </a:moveTo>
                  <a:lnTo>
                    <a:pt x="2564447" y="28575"/>
                  </a:lnTo>
                  <a:lnTo>
                    <a:pt x="2564447" y="0"/>
                  </a:lnTo>
                  <a:lnTo>
                    <a:pt x="2593022" y="0"/>
                  </a:lnTo>
                  <a:lnTo>
                    <a:pt x="2593022" y="28575"/>
                  </a:lnTo>
                  <a:close/>
                </a:path>
                <a:path w="5560060" h="2336165">
                  <a:moveTo>
                    <a:pt x="2650172" y="28575"/>
                  </a:moveTo>
                  <a:lnTo>
                    <a:pt x="2621597" y="28575"/>
                  </a:lnTo>
                  <a:lnTo>
                    <a:pt x="2621597" y="0"/>
                  </a:lnTo>
                  <a:lnTo>
                    <a:pt x="2650172" y="0"/>
                  </a:lnTo>
                  <a:lnTo>
                    <a:pt x="2650172" y="28575"/>
                  </a:lnTo>
                  <a:close/>
                </a:path>
                <a:path w="5560060" h="2336165">
                  <a:moveTo>
                    <a:pt x="2707322" y="28575"/>
                  </a:moveTo>
                  <a:lnTo>
                    <a:pt x="2678747" y="28575"/>
                  </a:lnTo>
                  <a:lnTo>
                    <a:pt x="2678747" y="0"/>
                  </a:lnTo>
                  <a:lnTo>
                    <a:pt x="2707322" y="0"/>
                  </a:lnTo>
                  <a:lnTo>
                    <a:pt x="2707322" y="28575"/>
                  </a:lnTo>
                  <a:close/>
                </a:path>
                <a:path w="5560060" h="2336165">
                  <a:moveTo>
                    <a:pt x="2764472" y="28575"/>
                  </a:moveTo>
                  <a:lnTo>
                    <a:pt x="2735897" y="28575"/>
                  </a:lnTo>
                  <a:lnTo>
                    <a:pt x="2735897" y="0"/>
                  </a:lnTo>
                  <a:lnTo>
                    <a:pt x="2764472" y="0"/>
                  </a:lnTo>
                  <a:lnTo>
                    <a:pt x="2764472" y="28575"/>
                  </a:lnTo>
                  <a:close/>
                </a:path>
                <a:path w="5560060" h="2336165">
                  <a:moveTo>
                    <a:pt x="2821622" y="28575"/>
                  </a:moveTo>
                  <a:lnTo>
                    <a:pt x="2793047" y="28575"/>
                  </a:lnTo>
                  <a:lnTo>
                    <a:pt x="2793047" y="0"/>
                  </a:lnTo>
                  <a:lnTo>
                    <a:pt x="2821622" y="0"/>
                  </a:lnTo>
                  <a:lnTo>
                    <a:pt x="2821622" y="28575"/>
                  </a:lnTo>
                  <a:close/>
                </a:path>
                <a:path w="5560060" h="2336165">
                  <a:moveTo>
                    <a:pt x="2878772" y="28575"/>
                  </a:moveTo>
                  <a:lnTo>
                    <a:pt x="2850197" y="28575"/>
                  </a:lnTo>
                  <a:lnTo>
                    <a:pt x="2850197" y="0"/>
                  </a:lnTo>
                  <a:lnTo>
                    <a:pt x="2878772" y="0"/>
                  </a:lnTo>
                  <a:lnTo>
                    <a:pt x="2878772" y="28575"/>
                  </a:lnTo>
                  <a:close/>
                </a:path>
                <a:path w="5560060" h="2336165">
                  <a:moveTo>
                    <a:pt x="2935922" y="28575"/>
                  </a:moveTo>
                  <a:lnTo>
                    <a:pt x="2907347" y="28575"/>
                  </a:lnTo>
                  <a:lnTo>
                    <a:pt x="2907347" y="0"/>
                  </a:lnTo>
                  <a:lnTo>
                    <a:pt x="2935922" y="0"/>
                  </a:lnTo>
                  <a:lnTo>
                    <a:pt x="2935922" y="28575"/>
                  </a:lnTo>
                  <a:close/>
                </a:path>
                <a:path w="5560060" h="2336165">
                  <a:moveTo>
                    <a:pt x="2993072" y="28575"/>
                  </a:moveTo>
                  <a:lnTo>
                    <a:pt x="2964497" y="28575"/>
                  </a:lnTo>
                  <a:lnTo>
                    <a:pt x="2964497" y="0"/>
                  </a:lnTo>
                  <a:lnTo>
                    <a:pt x="2993072" y="0"/>
                  </a:lnTo>
                  <a:lnTo>
                    <a:pt x="2993072" y="28575"/>
                  </a:lnTo>
                  <a:close/>
                </a:path>
                <a:path w="5560060" h="2336165">
                  <a:moveTo>
                    <a:pt x="3050222" y="28575"/>
                  </a:moveTo>
                  <a:lnTo>
                    <a:pt x="3021647" y="28575"/>
                  </a:lnTo>
                  <a:lnTo>
                    <a:pt x="3021647" y="0"/>
                  </a:lnTo>
                  <a:lnTo>
                    <a:pt x="3050222" y="0"/>
                  </a:lnTo>
                  <a:lnTo>
                    <a:pt x="3050222" y="28575"/>
                  </a:lnTo>
                  <a:close/>
                </a:path>
                <a:path w="5560060" h="2336165">
                  <a:moveTo>
                    <a:pt x="3107372" y="28575"/>
                  </a:moveTo>
                  <a:lnTo>
                    <a:pt x="3078797" y="28575"/>
                  </a:lnTo>
                  <a:lnTo>
                    <a:pt x="3078797" y="0"/>
                  </a:lnTo>
                  <a:lnTo>
                    <a:pt x="3107372" y="0"/>
                  </a:lnTo>
                  <a:lnTo>
                    <a:pt x="3107372" y="28575"/>
                  </a:lnTo>
                  <a:close/>
                </a:path>
                <a:path w="5560060" h="2336165">
                  <a:moveTo>
                    <a:pt x="3164522" y="28575"/>
                  </a:moveTo>
                  <a:lnTo>
                    <a:pt x="3135947" y="28575"/>
                  </a:lnTo>
                  <a:lnTo>
                    <a:pt x="3135947" y="0"/>
                  </a:lnTo>
                  <a:lnTo>
                    <a:pt x="3164522" y="0"/>
                  </a:lnTo>
                  <a:lnTo>
                    <a:pt x="3164522" y="28575"/>
                  </a:lnTo>
                  <a:close/>
                </a:path>
                <a:path w="5560060" h="2336165">
                  <a:moveTo>
                    <a:pt x="3221672" y="28575"/>
                  </a:moveTo>
                  <a:lnTo>
                    <a:pt x="3193097" y="28575"/>
                  </a:lnTo>
                  <a:lnTo>
                    <a:pt x="3193097" y="0"/>
                  </a:lnTo>
                  <a:lnTo>
                    <a:pt x="3221672" y="0"/>
                  </a:lnTo>
                  <a:lnTo>
                    <a:pt x="3221672" y="28575"/>
                  </a:lnTo>
                  <a:close/>
                </a:path>
                <a:path w="5560060" h="2336165">
                  <a:moveTo>
                    <a:pt x="3278822" y="28575"/>
                  </a:moveTo>
                  <a:lnTo>
                    <a:pt x="3250247" y="28575"/>
                  </a:lnTo>
                  <a:lnTo>
                    <a:pt x="3250247" y="0"/>
                  </a:lnTo>
                  <a:lnTo>
                    <a:pt x="3278822" y="0"/>
                  </a:lnTo>
                  <a:lnTo>
                    <a:pt x="3278822" y="28575"/>
                  </a:lnTo>
                  <a:close/>
                </a:path>
                <a:path w="5560060" h="2336165">
                  <a:moveTo>
                    <a:pt x="3335972" y="28575"/>
                  </a:moveTo>
                  <a:lnTo>
                    <a:pt x="3307397" y="28575"/>
                  </a:lnTo>
                  <a:lnTo>
                    <a:pt x="3307397" y="0"/>
                  </a:lnTo>
                  <a:lnTo>
                    <a:pt x="3335972" y="0"/>
                  </a:lnTo>
                  <a:lnTo>
                    <a:pt x="3335972" y="28575"/>
                  </a:lnTo>
                  <a:close/>
                </a:path>
                <a:path w="5560060" h="2336165">
                  <a:moveTo>
                    <a:pt x="3393122" y="28575"/>
                  </a:moveTo>
                  <a:lnTo>
                    <a:pt x="3364547" y="28575"/>
                  </a:lnTo>
                  <a:lnTo>
                    <a:pt x="3364547" y="0"/>
                  </a:lnTo>
                  <a:lnTo>
                    <a:pt x="3393122" y="0"/>
                  </a:lnTo>
                  <a:lnTo>
                    <a:pt x="3393122" y="28575"/>
                  </a:lnTo>
                  <a:close/>
                </a:path>
                <a:path w="5560060" h="2336165">
                  <a:moveTo>
                    <a:pt x="3450272" y="28575"/>
                  </a:moveTo>
                  <a:lnTo>
                    <a:pt x="3421697" y="28575"/>
                  </a:lnTo>
                  <a:lnTo>
                    <a:pt x="3421697" y="0"/>
                  </a:lnTo>
                  <a:lnTo>
                    <a:pt x="3450272" y="0"/>
                  </a:lnTo>
                  <a:lnTo>
                    <a:pt x="3450272" y="28575"/>
                  </a:lnTo>
                  <a:close/>
                </a:path>
                <a:path w="5560060" h="2336165">
                  <a:moveTo>
                    <a:pt x="3507422" y="28575"/>
                  </a:moveTo>
                  <a:lnTo>
                    <a:pt x="3478847" y="28575"/>
                  </a:lnTo>
                  <a:lnTo>
                    <a:pt x="3478847" y="0"/>
                  </a:lnTo>
                  <a:lnTo>
                    <a:pt x="3507422" y="0"/>
                  </a:lnTo>
                  <a:lnTo>
                    <a:pt x="3507422" y="28575"/>
                  </a:lnTo>
                  <a:close/>
                </a:path>
                <a:path w="5560060" h="2336165">
                  <a:moveTo>
                    <a:pt x="3564572" y="28575"/>
                  </a:moveTo>
                  <a:lnTo>
                    <a:pt x="3535997" y="28575"/>
                  </a:lnTo>
                  <a:lnTo>
                    <a:pt x="3535997" y="0"/>
                  </a:lnTo>
                  <a:lnTo>
                    <a:pt x="3564572" y="0"/>
                  </a:lnTo>
                  <a:lnTo>
                    <a:pt x="3564572" y="28575"/>
                  </a:lnTo>
                  <a:close/>
                </a:path>
                <a:path w="5560060" h="2336165">
                  <a:moveTo>
                    <a:pt x="3621722" y="28575"/>
                  </a:moveTo>
                  <a:lnTo>
                    <a:pt x="3593147" y="28575"/>
                  </a:lnTo>
                  <a:lnTo>
                    <a:pt x="3593147" y="0"/>
                  </a:lnTo>
                  <a:lnTo>
                    <a:pt x="3621722" y="0"/>
                  </a:lnTo>
                  <a:lnTo>
                    <a:pt x="3621722" y="28575"/>
                  </a:lnTo>
                  <a:close/>
                </a:path>
                <a:path w="5560060" h="2336165">
                  <a:moveTo>
                    <a:pt x="3678872" y="28575"/>
                  </a:moveTo>
                  <a:lnTo>
                    <a:pt x="3650297" y="28575"/>
                  </a:lnTo>
                  <a:lnTo>
                    <a:pt x="3650297" y="0"/>
                  </a:lnTo>
                  <a:lnTo>
                    <a:pt x="3678872" y="0"/>
                  </a:lnTo>
                  <a:lnTo>
                    <a:pt x="3678872" y="28575"/>
                  </a:lnTo>
                  <a:close/>
                </a:path>
                <a:path w="5560060" h="2336165">
                  <a:moveTo>
                    <a:pt x="3736022" y="28575"/>
                  </a:moveTo>
                  <a:lnTo>
                    <a:pt x="3707447" y="28575"/>
                  </a:lnTo>
                  <a:lnTo>
                    <a:pt x="3707447" y="0"/>
                  </a:lnTo>
                  <a:lnTo>
                    <a:pt x="3736022" y="0"/>
                  </a:lnTo>
                  <a:lnTo>
                    <a:pt x="3736022" y="28575"/>
                  </a:lnTo>
                  <a:close/>
                </a:path>
                <a:path w="5560060" h="2336165">
                  <a:moveTo>
                    <a:pt x="3793172" y="28575"/>
                  </a:moveTo>
                  <a:lnTo>
                    <a:pt x="3764597" y="28575"/>
                  </a:lnTo>
                  <a:lnTo>
                    <a:pt x="3764597" y="0"/>
                  </a:lnTo>
                  <a:lnTo>
                    <a:pt x="3793172" y="0"/>
                  </a:lnTo>
                  <a:lnTo>
                    <a:pt x="3793172" y="28575"/>
                  </a:lnTo>
                  <a:close/>
                </a:path>
                <a:path w="5560060" h="2336165">
                  <a:moveTo>
                    <a:pt x="3850322" y="28575"/>
                  </a:moveTo>
                  <a:lnTo>
                    <a:pt x="3821747" y="28575"/>
                  </a:lnTo>
                  <a:lnTo>
                    <a:pt x="3821747" y="0"/>
                  </a:lnTo>
                  <a:lnTo>
                    <a:pt x="3850322" y="0"/>
                  </a:lnTo>
                  <a:lnTo>
                    <a:pt x="3850322" y="28575"/>
                  </a:lnTo>
                  <a:close/>
                </a:path>
                <a:path w="5560060" h="2336165">
                  <a:moveTo>
                    <a:pt x="3907472" y="28575"/>
                  </a:moveTo>
                  <a:lnTo>
                    <a:pt x="3878897" y="28575"/>
                  </a:lnTo>
                  <a:lnTo>
                    <a:pt x="3878897" y="0"/>
                  </a:lnTo>
                  <a:lnTo>
                    <a:pt x="3907472" y="0"/>
                  </a:lnTo>
                  <a:lnTo>
                    <a:pt x="3907472" y="28575"/>
                  </a:lnTo>
                  <a:close/>
                </a:path>
                <a:path w="5560060" h="2336165">
                  <a:moveTo>
                    <a:pt x="3964622" y="28575"/>
                  </a:moveTo>
                  <a:lnTo>
                    <a:pt x="3936047" y="28575"/>
                  </a:lnTo>
                  <a:lnTo>
                    <a:pt x="3936047" y="0"/>
                  </a:lnTo>
                  <a:lnTo>
                    <a:pt x="3964622" y="0"/>
                  </a:lnTo>
                  <a:lnTo>
                    <a:pt x="3964622" y="28575"/>
                  </a:lnTo>
                  <a:close/>
                </a:path>
                <a:path w="5560060" h="2336165">
                  <a:moveTo>
                    <a:pt x="4021772" y="28575"/>
                  </a:moveTo>
                  <a:lnTo>
                    <a:pt x="3993197" y="28575"/>
                  </a:lnTo>
                  <a:lnTo>
                    <a:pt x="3993197" y="0"/>
                  </a:lnTo>
                  <a:lnTo>
                    <a:pt x="4021772" y="0"/>
                  </a:lnTo>
                  <a:lnTo>
                    <a:pt x="4021772" y="28575"/>
                  </a:lnTo>
                  <a:close/>
                </a:path>
                <a:path w="5560060" h="2336165">
                  <a:moveTo>
                    <a:pt x="4078922" y="28575"/>
                  </a:moveTo>
                  <a:lnTo>
                    <a:pt x="4050347" y="28575"/>
                  </a:lnTo>
                  <a:lnTo>
                    <a:pt x="4050347" y="0"/>
                  </a:lnTo>
                  <a:lnTo>
                    <a:pt x="4078922" y="0"/>
                  </a:lnTo>
                  <a:lnTo>
                    <a:pt x="4078922" y="28575"/>
                  </a:lnTo>
                  <a:close/>
                </a:path>
                <a:path w="5560060" h="2336165">
                  <a:moveTo>
                    <a:pt x="4136072" y="28575"/>
                  </a:moveTo>
                  <a:lnTo>
                    <a:pt x="4107497" y="28575"/>
                  </a:lnTo>
                  <a:lnTo>
                    <a:pt x="4107497" y="0"/>
                  </a:lnTo>
                  <a:lnTo>
                    <a:pt x="4136072" y="0"/>
                  </a:lnTo>
                  <a:lnTo>
                    <a:pt x="4136072" y="28575"/>
                  </a:lnTo>
                  <a:close/>
                </a:path>
                <a:path w="5560060" h="2336165">
                  <a:moveTo>
                    <a:pt x="4193222" y="28575"/>
                  </a:moveTo>
                  <a:lnTo>
                    <a:pt x="4164647" y="28575"/>
                  </a:lnTo>
                  <a:lnTo>
                    <a:pt x="4164647" y="0"/>
                  </a:lnTo>
                  <a:lnTo>
                    <a:pt x="4193222" y="0"/>
                  </a:lnTo>
                  <a:lnTo>
                    <a:pt x="4193222" y="28575"/>
                  </a:lnTo>
                  <a:close/>
                </a:path>
                <a:path w="5560060" h="2336165">
                  <a:moveTo>
                    <a:pt x="4250372" y="28575"/>
                  </a:moveTo>
                  <a:lnTo>
                    <a:pt x="4221797" y="28575"/>
                  </a:lnTo>
                  <a:lnTo>
                    <a:pt x="4221797" y="0"/>
                  </a:lnTo>
                  <a:lnTo>
                    <a:pt x="4250372" y="0"/>
                  </a:lnTo>
                  <a:lnTo>
                    <a:pt x="4250372" y="28575"/>
                  </a:lnTo>
                  <a:close/>
                </a:path>
                <a:path w="5560060" h="2336165">
                  <a:moveTo>
                    <a:pt x="4307522" y="28575"/>
                  </a:moveTo>
                  <a:lnTo>
                    <a:pt x="4278947" y="28575"/>
                  </a:lnTo>
                  <a:lnTo>
                    <a:pt x="4278947" y="0"/>
                  </a:lnTo>
                  <a:lnTo>
                    <a:pt x="4307522" y="0"/>
                  </a:lnTo>
                  <a:lnTo>
                    <a:pt x="4307522" y="28575"/>
                  </a:lnTo>
                  <a:close/>
                </a:path>
                <a:path w="5560060" h="2336165">
                  <a:moveTo>
                    <a:pt x="4364672" y="28575"/>
                  </a:moveTo>
                  <a:lnTo>
                    <a:pt x="4336097" y="28575"/>
                  </a:lnTo>
                  <a:lnTo>
                    <a:pt x="4336097" y="0"/>
                  </a:lnTo>
                  <a:lnTo>
                    <a:pt x="4364672" y="0"/>
                  </a:lnTo>
                  <a:lnTo>
                    <a:pt x="4364672" y="28575"/>
                  </a:lnTo>
                  <a:close/>
                </a:path>
                <a:path w="5560060" h="2336165">
                  <a:moveTo>
                    <a:pt x="4421822" y="28575"/>
                  </a:moveTo>
                  <a:lnTo>
                    <a:pt x="4393247" y="28575"/>
                  </a:lnTo>
                  <a:lnTo>
                    <a:pt x="4393247" y="0"/>
                  </a:lnTo>
                  <a:lnTo>
                    <a:pt x="4421822" y="0"/>
                  </a:lnTo>
                  <a:lnTo>
                    <a:pt x="4421822" y="28575"/>
                  </a:lnTo>
                  <a:close/>
                </a:path>
                <a:path w="5560060" h="2336165">
                  <a:moveTo>
                    <a:pt x="4478972" y="28575"/>
                  </a:moveTo>
                  <a:lnTo>
                    <a:pt x="4450397" y="28575"/>
                  </a:lnTo>
                  <a:lnTo>
                    <a:pt x="4450397" y="0"/>
                  </a:lnTo>
                  <a:lnTo>
                    <a:pt x="4478972" y="0"/>
                  </a:lnTo>
                  <a:lnTo>
                    <a:pt x="4478972" y="28575"/>
                  </a:lnTo>
                  <a:close/>
                </a:path>
                <a:path w="5560060" h="2336165">
                  <a:moveTo>
                    <a:pt x="4536122" y="28575"/>
                  </a:moveTo>
                  <a:lnTo>
                    <a:pt x="4507547" y="28575"/>
                  </a:lnTo>
                  <a:lnTo>
                    <a:pt x="4507547" y="0"/>
                  </a:lnTo>
                  <a:lnTo>
                    <a:pt x="4536122" y="0"/>
                  </a:lnTo>
                  <a:lnTo>
                    <a:pt x="4536122" y="28575"/>
                  </a:lnTo>
                  <a:close/>
                </a:path>
                <a:path w="5560060" h="2336165">
                  <a:moveTo>
                    <a:pt x="4593272" y="28575"/>
                  </a:moveTo>
                  <a:lnTo>
                    <a:pt x="4564697" y="28575"/>
                  </a:lnTo>
                  <a:lnTo>
                    <a:pt x="4564697" y="0"/>
                  </a:lnTo>
                  <a:lnTo>
                    <a:pt x="4593272" y="0"/>
                  </a:lnTo>
                  <a:lnTo>
                    <a:pt x="4593272" y="28575"/>
                  </a:lnTo>
                  <a:close/>
                </a:path>
                <a:path w="5560060" h="2336165">
                  <a:moveTo>
                    <a:pt x="4650422" y="28575"/>
                  </a:moveTo>
                  <a:lnTo>
                    <a:pt x="4621847" y="28575"/>
                  </a:lnTo>
                  <a:lnTo>
                    <a:pt x="4621847" y="0"/>
                  </a:lnTo>
                  <a:lnTo>
                    <a:pt x="4650422" y="0"/>
                  </a:lnTo>
                  <a:lnTo>
                    <a:pt x="4650422" y="28575"/>
                  </a:lnTo>
                  <a:close/>
                </a:path>
                <a:path w="5560060" h="2336165">
                  <a:moveTo>
                    <a:pt x="4707572" y="28575"/>
                  </a:moveTo>
                  <a:lnTo>
                    <a:pt x="4678997" y="28575"/>
                  </a:lnTo>
                  <a:lnTo>
                    <a:pt x="4678997" y="0"/>
                  </a:lnTo>
                  <a:lnTo>
                    <a:pt x="4707572" y="0"/>
                  </a:lnTo>
                  <a:lnTo>
                    <a:pt x="4707572" y="28575"/>
                  </a:lnTo>
                  <a:close/>
                </a:path>
                <a:path w="5560060" h="2336165">
                  <a:moveTo>
                    <a:pt x="4764722" y="28575"/>
                  </a:moveTo>
                  <a:lnTo>
                    <a:pt x="4736147" y="28575"/>
                  </a:lnTo>
                  <a:lnTo>
                    <a:pt x="4736147" y="0"/>
                  </a:lnTo>
                  <a:lnTo>
                    <a:pt x="4764722" y="0"/>
                  </a:lnTo>
                  <a:lnTo>
                    <a:pt x="4764722" y="28575"/>
                  </a:lnTo>
                  <a:close/>
                </a:path>
                <a:path w="5560060" h="2336165">
                  <a:moveTo>
                    <a:pt x="4821872" y="28575"/>
                  </a:moveTo>
                  <a:lnTo>
                    <a:pt x="4793297" y="28575"/>
                  </a:lnTo>
                  <a:lnTo>
                    <a:pt x="4793297" y="0"/>
                  </a:lnTo>
                  <a:lnTo>
                    <a:pt x="4821872" y="0"/>
                  </a:lnTo>
                  <a:lnTo>
                    <a:pt x="4821872" y="28575"/>
                  </a:lnTo>
                  <a:close/>
                </a:path>
                <a:path w="5560060" h="2336165">
                  <a:moveTo>
                    <a:pt x="4879022" y="28575"/>
                  </a:moveTo>
                  <a:lnTo>
                    <a:pt x="4850447" y="28575"/>
                  </a:lnTo>
                  <a:lnTo>
                    <a:pt x="4850447" y="0"/>
                  </a:lnTo>
                  <a:lnTo>
                    <a:pt x="4879022" y="0"/>
                  </a:lnTo>
                  <a:lnTo>
                    <a:pt x="4879022" y="28575"/>
                  </a:lnTo>
                  <a:close/>
                </a:path>
                <a:path w="5560060" h="2336165">
                  <a:moveTo>
                    <a:pt x="4936172" y="28575"/>
                  </a:moveTo>
                  <a:lnTo>
                    <a:pt x="4907597" y="28575"/>
                  </a:lnTo>
                  <a:lnTo>
                    <a:pt x="4907597" y="0"/>
                  </a:lnTo>
                  <a:lnTo>
                    <a:pt x="4936172" y="0"/>
                  </a:lnTo>
                  <a:lnTo>
                    <a:pt x="4936172" y="28575"/>
                  </a:lnTo>
                  <a:close/>
                </a:path>
                <a:path w="5560060" h="2336165">
                  <a:moveTo>
                    <a:pt x="4993322" y="28575"/>
                  </a:moveTo>
                  <a:lnTo>
                    <a:pt x="4964747" y="28575"/>
                  </a:lnTo>
                  <a:lnTo>
                    <a:pt x="4964747" y="0"/>
                  </a:lnTo>
                  <a:lnTo>
                    <a:pt x="4993322" y="0"/>
                  </a:lnTo>
                  <a:lnTo>
                    <a:pt x="4993322" y="28575"/>
                  </a:lnTo>
                  <a:close/>
                </a:path>
                <a:path w="5560060" h="2336165">
                  <a:moveTo>
                    <a:pt x="5050472" y="28575"/>
                  </a:moveTo>
                  <a:lnTo>
                    <a:pt x="5021897" y="28575"/>
                  </a:lnTo>
                  <a:lnTo>
                    <a:pt x="5021897" y="0"/>
                  </a:lnTo>
                  <a:lnTo>
                    <a:pt x="5050472" y="0"/>
                  </a:lnTo>
                  <a:lnTo>
                    <a:pt x="5050472" y="28575"/>
                  </a:lnTo>
                  <a:close/>
                </a:path>
                <a:path w="5560060" h="2336165">
                  <a:moveTo>
                    <a:pt x="5107622" y="28575"/>
                  </a:moveTo>
                  <a:lnTo>
                    <a:pt x="5079047" y="28575"/>
                  </a:lnTo>
                  <a:lnTo>
                    <a:pt x="5079047" y="0"/>
                  </a:lnTo>
                  <a:lnTo>
                    <a:pt x="5107622" y="0"/>
                  </a:lnTo>
                  <a:lnTo>
                    <a:pt x="5107622" y="28575"/>
                  </a:lnTo>
                  <a:close/>
                </a:path>
                <a:path w="5560060" h="2336165">
                  <a:moveTo>
                    <a:pt x="5164772" y="28575"/>
                  </a:moveTo>
                  <a:lnTo>
                    <a:pt x="5136197" y="28575"/>
                  </a:lnTo>
                  <a:lnTo>
                    <a:pt x="5136197" y="0"/>
                  </a:lnTo>
                  <a:lnTo>
                    <a:pt x="5164772" y="0"/>
                  </a:lnTo>
                  <a:lnTo>
                    <a:pt x="5164772" y="28575"/>
                  </a:lnTo>
                  <a:close/>
                </a:path>
                <a:path w="5560060" h="2336165">
                  <a:moveTo>
                    <a:pt x="5221922" y="28575"/>
                  </a:moveTo>
                  <a:lnTo>
                    <a:pt x="5193347" y="28575"/>
                  </a:lnTo>
                  <a:lnTo>
                    <a:pt x="5193347" y="0"/>
                  </a:lnTo>
                  <a:lnTo>
                    <a:pt x="5221922" y="0"/>
                  </a:lnTo>
                  <a:lnTo>
                    <a:pt x="5221922" y="28575"/>
                  </a:lnTo>
                  <a:close/>
                </a:path>
                <a:path w="5560060" h="2336165">
                  <a:moveTo>
                    <a:pt x="5279072" y="28575"/>
                  </a:moveTo>
                  <a:lnTo>
                    <a:pt x="5250497" y="28575"/>
                  </a:lnTo>
                  <a:lnTo>
                    <a:pt x="5250497" y="0"/>
                  </a:lnTo>
                  <a:lnTo>
                    <a:pt x="5279072" y="0"/>
                  </a:lnTo>
                  <a:lnTo>
                    <a:pt x="5279072" y="28575"/>
                  </a:lnTo>
                  <a:close/>
                </a:path>
                <a:path w="5560060" h="2336165">
                  <a:moveTo>
                    <a:pt x="5336222" y="28575"/>
                  </a:moveTo>
                  <a:lnTo>
                    <a:pt x="5307647" y="28575"/>
                  </a:lnTo>
                  <a:lnTo>
                    <a:pt x="5307647" y="0"/>
                  </a:lnTo>
                  <a:lnTo>
                    <a:pt x="5336222" y="0"/>
                  </a:lnTo>
                  <a:lnTo>
                    <a:pt x="5336222" y="28575"/>
                  </a:lnTo>
                  <a:close/>
                </a:path>
                <a:path w="5560060" h="2336165">
                  <a:moveTo>
                    <a:pt x="5393372" y="28575"/>
                  </a:moveTo>
                  <a:lnTo>
                    <a:pt x="5364797" y="28575"/>
                  </a:lnTo>
                  <a:lnTo>
                    <a:pt x="5364797" y="0"/>
                  </a:lnTo>
                  <a:lnTo>
                    <a:pt x="5393372" y="0"/>
                  </a:lnTo>
                  <a:lnTo>
                    <a:pt x="5393372" y="28575"/>
                  </a:lnTo>
                  <a:close/>
                </a:path>
                <a:path w="5560060" h="2336165">
                  <a:moveTo>
                    <a:pt x="5450522" y="28575"/>
                  </a:moveTo>
                  <a:lnTo>
                    <a:pt x="5421947" y="28575"/>
                  </a:lnTo>
                  <a:lnTo>
                    <a:pt x="5421947" y="0"/>
                  </a:lnTo>
                  <a:lnTo>
                    <a:pt x="5450522" y="0"/>
                  </a:lnTo>
                  <a:lnTo>
                    <a:pt x="5450522" y="28575"/>
                  </a:lnTo>
                  <a:close/>
                </a:path>
                <a:path w="5560060" h="2336165">
                  <a:moveTo>
                    <a:pt x="5507672" y="28575"/>
                  </a:moveTo>
                  <a:lnTo>
                    <a:pt x="5479097" y="28575"/>
                  </a:lnTo>
                  <a:lnTo>
                    <a:pt x="5479097" y="0"/>
                  </a:lnTo>
                  <a:lnTo>
                    <a:pt x="5507672" y="0"/>
                  </a:lnTo>
                  <a:lnTo>
                    <a:pt x="5507672" y="28575"/>
                  </a:lnTo>
                  <a:close/>
                </a:path>
                <a:path w="5560060" h="2336165">
                  <a:moveTo>
                    <a:pt x="5560059" y="28575"/>
                  </a:moveTo>
                  <a:lnTo>
                    <a:pt x="5545772" y="28575"/>
                  </a:lnTo>
                  <a:lnTo>
                    <a:pt x="5536247" y="19050"/>
                  </a:lnTo>
                  <a:lnTo>
                    <a:pt x="5536247" y="0"/>
                  </a:lnTo>
                  <a:lnTo>
                    <a:pt x="5560059" y="0"/>
                  </a:lnTo>
                  <a:lnTo>
                    <a:pt x="5560059" y="28575"/>
                  </a:lnTo>
                  <a:close/>
                </a:path>
                <a:path w="5560060" h="2336165">
                  <a:moveTo>
                    <a:pt x="5560059" y="33337"/>
                  </a:moveTo>
                  <a:lnTo>
                    <a:pt x="5531484" y="33337"/>
                  </a:lnTo>
                  <a:lnTo>
                    <a:pt x="5531484" y="14287"/>
                  </a:lnTo>
                  <a:lnTo>
                    <a:pt x="5536247" y="19050"/>
                  </a:lnTo>
                  <a:lnTo>
                    <a:pt x="5536247" y="28575"/>
                  </a:lnTo>
                  <a:lnTo>
                    <a:pt x="5560059" y="28575"/>
                  </a:lnTo>
                  <a:lnTo>
                    <a:pt x="5560059" y="33337"/>
                  </a:lnTo>
                  <a:close/>
                </a:path>
                <a:path w="5560060" h="2336165">
                  <a:moveTo>
                    <a:pt x="5545772" y="28575"/>
                  </a:moveTo>
                  <a:lnTo>
                    <a:pt x="5536247" y="28575"/>
                  </a:lnTo>
                  <a:lnTo>
                    <a:pt x="5536247" y="19050"/>
                  </a:lnTo>
                  <a:lnTo>
                    <a:pt x="5545772" y="28575"/>
                  </a:lnTo>
                  <a:close/>
                </a:path>
                <a:path w="5560060" h="2336165">
                  <a:moveTo>
                    <a:pt x="5560059" y="90487"/>
                  </a:moveTo>
                  <a:lnTo>
                    <a:pt x="5531484" y="90487"/>
                  </a:lnTo>
                  <a:lnTo>
                    <a:pt x="5531484" y="61912"/>
                  </a:lnTo>
                  <a:lnTo>
                    <a:pt x="5560059" y="61912"/>
                  </a:lnTo>
                  <a:lnTo>
                    <a:pt x="5560059" y="90487"/>
                  </a:lnTo>
                  <a:close/>
                </a:path>
                <a:path w="5560060" h="2336165">
                  <a:moveTo>
                    <a:pt x="5560059" y="147637"/>
                  </a:moveTo>
                  <a:lnTo>
                    <a:pt x="5531484" y="147637"/>
                  </a:lnTo>
                  <a:lnTo>
                    <a:pt x="5531484" y="119062"/>
                  </a:lnTo>
                  <a:lnTo>
                    <a:pt x="5560059" y="119062"/>
                  </a:lnTo>
                  <a:lnTo>
                    <a:pt x="5560059" y="147637"/>
                  </a:lnTo>
                  <a:close/>
                </a:path>
                <a:path w="5560060" h="2336165">
                  <a:moveTo>
                    <a:pt x="5560059" y="204787"/>
                  </a:moveTo>
                  <a:lnTo>
                    <a:pt x="5531484" y="204787"/>
                  </a:lnTo>
                  <a:lnTo>
                    <a:pt x="5531484" y="176212"/>
                  </a:lnTo>
                  <a:lnTo>
                    <a:pt x="5560059" y="176212"/>
                  </a:lnTo>
                  <a:lnTo>
                    <a:pt x="5560059" y="204787"/>
                  </a:lnTo>
                  <a:close/>
                </a:path>
                <a:path w="5560060" h="2336165">
                  <a:moveTo>
                    <a:pt x="5560059" y="261937"/>
                  </a:moveTo>
                  <a:lnTo>
                    <a:pt x="5531484" y="261937"/>
                  </a:lnTo>
                  <a:lnTo>
                    <a:pt x="5531484" y="233362"/>
                  </a:lnTo>
                  <a:lnTo>
                    <a:pt x="5560059" y="233362"/>
                  </a:lnTo>
                  <a:lnTo>
                    <a:pt x="5560059" y="261937"/>
                  </a:lnTo>
                  <a:close/>
                </a:path>
                <a:path w="5560060" h="2336165">
                  <a:moveTo>
                    <a:pt x="5560059" y="319087"/>
                  </a:moveTo>
                  <a:lnTo>
                    <a:pt x="5531484" y="319087"/>
                  </a:lnTo>
                  <a:lnTo>
                    <a:pt x="5531484" y="290512"/>
                  </a:lnTo>
                  <a:lnTo>
                    <a:pt x="5560059" y="290512"/>
                  </a:lnTo>
                  <a:lnTo>
                    <a:pt x="5560059" y="319087"/>
                  </a:lnTo>
                  <a:close/>
                </a:path>
                <a:path w="5560060" h="2336165">
                  <a:moveTo>
                    <a:pt x="5560059" y="376237"/>
                  </a:moveTo>
                  <a:lnTo>
                    <a:pt x="5531484" y="376237"/>
                  </a:lnTo>
                  <a:lnTo>
                    <a:pt x="5531484" y="347662"/>
                  </a:lnTo>
                  <a:lnTo>
                    <a:pt x="5560059" y="347662"/>
                  </a:lnTo>
                  <a:lnTo>
                    <a:pt x="5560059" y="376237"/>
                  </a:lnTo>
                  <a:close/>
                </a:path>
                <a:path w="5560060" h="2336165">
                  <a:moveTo>
                    <a:pt x="5560059" y="433387"/>
                  </a:moveTo>
                  <a:lnTo>
                    <a:pt x="5531484" y="433387"/>
                  </a:lnTo>
                  <a:lnTo>
                    <a:pt x="5531484" y="404812"/>
                  </a:lnTo>
                  <a:lnTo>
                    <a:pt x="5560059" y="404812"/>
                  </a:lnTo>
                  <a:lnTo>
                    <a:pt x="5560059" y="433387"/>
                  </a:lnTo>
                  <a:close/>
                </a:path>
                <a:path w="5560060" h="2336165">
                  <a:moveTo>
                    <a:pt x="5560059" y="490537"/>
                  </a:moveTo>
                  <a:lnTo>
                    <a:pt x="5531484" y="490537"/>
                  </a:lnTo>
                  <a:lnTo>
                    <a:pt x="5531484" y="461962"/>
                  </a:lnTo>
                  <a:lnTo>
                    <a:pt x="5560059" y="461962"/>
                  </a:lnTo>
                  <a:lnTo>
                    <a:pt x="5560059" y="490537"/>
                  </a:lnTo>
                  <a:close/>
                </a:path>
                <a:path w="5560060" h="2336165">
                  <a:moveTo>
                    <a:pt x="5560059" y="547687"/>
                  </a:moveTo>
                  <a:lnTo>
                    <a:pt x="5531484" y="547687"/>
                  </a:lnTo>
                  <a:lnTo>
                    <a:pt x="5531484" y="519112"/>
                  </a:lnTo>
                  <a:lnTo>
                    <a:pt x="5560059" y="519112"/>
                  </a:lnTo>
                  <a:lnTo>
                    <a:pt x="5560059" y="547687"/>
                  </a:lnTo>
                  <a:close/>
                </a:path>
                <a:path w="5560060" h="2336165">
                  <a:moveTo>
                    <a:pt x="5560059" y="604837"/>
                  </a:moveTo>
                  <a:lnTo>
                    <a:pt x="5531484" y="604837"/>
                  </a:lnTo>
                  <a:lnTo>
                    <a:pt x="5531484" y="576262"/>
                  </a:lnTo>
                  <a:lnTo>
                    <a:pt x="5560059" y="576262"/>
                  </a:lnTo>
                  <a:lnTo>
                    <a:pt x="5560059" y="604837"/>
                  </a:lnTo>
                  <a:close/>
                </a:path>
                <a:path w="5560060" h="2336165">
                  <a:moveTo>
                    <a:pt x="5560059" y="661987"/>
                  </a:moveTo>
                  <a:lnTo>
                    <a:pt x="5531484" y="661987"/>
                  </a:lnTo>
                  <a:lnTo>
                    <a:pt x="5531484" y="633412"/>
                  </a:lnTo>
                  <a:lnTo>
                    <a:pt x="5560059" y="633412"/>
                  </a:lnTo>
                  <a:lnTo>
                    <a:pt x="5560059" y="661987"/>
                  </a:lnTo>
                  <a:close/>
                </a:path>
                <a:path w="5560060" h="2336165">
                  <a:moveTo>
                    <a:pt x="5560059" y="719137"/>
                  </a:moveTo>
                  <a:lnTo>
                    <a:pt x="5531484" y="719137"/>
                  </a:lnTo>
                  <a:lnTo>
                    <a:pt x="5531484" y="690562"/>
                  </a:lnTo>
                  <a:lnTo>
                    <a:pt x="5560059" y="690562"/>
                  </a:lnTo>
                  <a:lnTo>
                    <a:pt x="5560059" y="719137"/>
                  </a:lnTo>
                  <a:close/>
                </a:path>
                <a:path w="5560060" h="2336165">
                  <a:moveTo>
                    <a:pt x="5560059" y="776287"/>
                  </a:moveTo>
                  <a:lnTo>
                    <a:pt x="5531484" y="776287"/>
                  </a:lnTo>
                  <a:lnTo>
                    <a:pt x="5531484" y="747712"/>
                  </a:lnTo>
                  <a:lnTo>
                    <a:pt x="5560059" y="747712"/>
                  </a:lnTo>
                  <a:lnTo>
                    <a:pt x="5560059" y="776287"/>
                  </a:lnTo>
                  <a:close/>
                </a:path>
                <a:path w="5560060" h="2336165">
                  <a:moveTo>
                    <a:pt x="5560059" y="833437"/>
                  </a:moveTo>
                  <a:lnTo>
                    <a:pt x="5531484" y="833437"/>
                  </a:lnTo>
                  <a:lnTo>
                    <a:pt x="5531484" y="804862"/>
                  </a:lnTo>
                  <a:lnTo>
                    <a:pt x="5560059" y="804862"/>
                  </a:lnTo>
                  <a:lnTo>
                    <a:pt x="5560059" y="833437"/>
                  </a:lnTo>
                  <a:close/>
                </a:path>
                <a:path w="5560060" h="2336165">
                  <a:moveTo>
                    <a:pt x="5560059" y="890587"/>
                  </a:moveTo>
                  <a:lnTo>
                    <a:pt x="5531484" y="890587"/>
                  </a:lnTo>
                  <a:lnTo>
                    <a:pt x="5531484" y="862012"/>
                  </a:lnTo>
                  <a:lnTo>
                    <a:pt x="5560059" y="862012"/>
                  </a:lnTo>
                  <a:lnTo>
                    <a:pt x="5560059" y="890587"/>
                  </a:lnTo>
                  <a:close/>
                </a:path>
                <a:path w="5560060" h="2336165">
                  <a:moveTo>
                    <a:pt x="5560059" y="947737"/>
                  </a:moveTo>
                  <a:lnTo>
                    <a:pt x="5531484" y="947737"/>
                  </a:lnTo>
                  <a:lnTo>
                    <a:pt x="5531484" y="919162"/>
                  </a:lnTo>
                  <a:lnTo>
                    <a:pt x="5560059" y="919162"/>
                  </a:lnTo>
                  <a:lnTo>
                    <a:pt x="5560059" y="947737"/>
                  </a:lnTo>
                  <a:close/>
                </a:path>
                <a:path w="5560060" h="2336165">
                  <a:moveTo>
                    <a:pt x="5560059" y="1004887"/>
                  </a:moveTo>
                  <a:lnTo>
                    <a:pt x="5531484" y="1004887"/>
                  </a:lnTo>
                  <a:lnTo>
                    <a:pt x="5531484" y="976312"/>
                  </a:lnTo>
                  <a:lnTo>
                    <a:pt x="5560059" y="976312"/>
                  </a:lnTo>
                  <a:lnTo>
                    <a:pt x="5560059" y="1004887"/>
                  </a:lnTo>
                  <a:close/>
                </a:path>
                <a:path w="5560060" h="2336165">
                  <a:moveTo>
                    <a:pt x="5560059" y="1062037"/>
                  </a:moveTo>
                  <a:lnTo>
                    <a:pt x="5531484" y="1062037"/>
                  </a:lnTo>
                  <a:lnTo>
                    <a:pt x="5531484" y="1033462"/>
                  </a:lnTo>
                  <a:lnTo>
                    <a:pt x="5560059" y="1033462"/>
                  </a:lnTo>
                  <a:lnTo>
                    <a:pt x="5560059" y="1062037"/>
                  </a:lnTo>
                  <a:close/>
                </a:path>
                <a:path w="5560060" h="2336165">
                  <a:moveTo>
                    <a:pt x="5560059" y="1119187"/>
                  </a:moveTo>
                  <a:lnTo>
                    <a:pt x="5531484" y="1119187"/>
                  </a:lnTo>
                  <a:lnTo>
                    <a:pt x="5531484" y="1090612"/>
                  </a:lnTo>
                  <a:lnTo>
                    <a:pt x="5560059" y="1090612"/>
                  </a:lnTo>
                  <a:lnTo>
                    <a:pt x="5560059" y="1119187"/>
                  </a:lnTo>
                  <a:close/>
                </a:path>
                <a:path w="5560060" h="2336165">
                  <a:moveTo>
                    <a:pt x="5560059" y="1176337"/>
                  </a:moveTo>
                  <a:lnTo>
                    <a:pt x="5531484" y="1176337"/>
                  </a:lnTo>
                  <a:lnTo>
                    <a:pt x="5531484" y="1147762"/>
                  </a:lnTo>
                  <a:lnTo>
                    <a:pt x="5560059" y="1147762"/>
                  </a:lnTo>
                  <a:lnTo>
                    <a:pt x="5560059" y="1176337"/>
                  </a:lnTo>
                  <a:close/>
                </a:path>
                <a:path w="5560060" h="2336165">
                  <a:moveTo>
                    <a:pt x="5560059" y="1233487"/>
                  </a:moveTo>
                  <a:lnTo>
                    <a:pt x="5531484" y="1233487"/>
                  </a:lnTo>
                  <a:lnTo>
                    <a:pt x="5531484" y="1204912"/>
                  </a:lnTo>
                  <a:lnTo>
                    <a:pt x="5560059" y="1204912"/>
                  </a:lnTo>
                  <a:lnTo>
                    <a:pt x="5560059" y="1233487"/>
                  </a:lnTo>
                  <a:close/>
                </a:path>
                <a:path w="5560060" h="2336165">
                  <a:moveTo>
                    <a:pt x="5560059" y="1290637"/>
                  </a:moveTo>
                  <a:lnTo>
                    <a:pt x="5531484" y="1290637"/>
                  </a:lnTo>
                  <a:lnTo>
                    <a:pt x="5531484" y="1262062"/>
                  </a:lnTo>
                  <a:lnTo>
                    <a:pt x="5560059" y="1262062"/>
                  </a:lnTo>
                  <a:lnTo>
                    <a:pt x="5560059" y="1290637"/>
                  </a:lnTo>
                  <a:close/>
                </a:path>
                <a:path w="5560060" h="2336165">
                  <a:moveTo>
                    <a:pt x="5560059" y="1347787"/>
                  </a:moveTo>
                  <a:lnTo>
                    <a:pt x="5531484" y="1347787"/>
                  </a:lnTo>
                  <a:lnTo>
                    <a:pt x="5531484" y="1319212"/>
                  </a:lnTo>
                  <a:lnTo>
                    <a:pt x="5560059" y="1319212"/>
                  </a:lnTo>
                  <a:lnTo>
                    <a:pt x="5560059" y="1347787"/>
                  </a:lnTo>
                  <a:close/>
                </a:path>
                <a:path w="5560060" h="2336165">
                  <a:moveTo>
                    <a:pt x="5560059" y="1404937"/>
                  </a:moveTo>
                  <a:lnTo>
                    <a:pt x="5531484" y="1404937"/>
                  </a:lnTo>
                  <a:lnTo>
                    <a:pt x="5531484" y="1376362"/>
                  </a:lnTo>
                  <a:lnTo>
                    <a:pt x="5560059" y="1376362"/>
                  </a:lnTo>
                  <a:lnTo>
                    <a:pt x="5560059" y="1404937"/>
                  </a:lnTo>
                  <a:close/>
                </a:path>
                <a:path w="5560060" h="2336165">
                  <a:moveTo>
                    <a:pt x="5560059" y="1462087"/>
                  </a:moveTo>
                  <a:lnTo>
                    <a:pt x="5531484" y="1462087"/>
                  </a:lnTo>
                  <a:lnTo>
                    <a:pt x="5531484" y="1433512"/>
                  </a:lnTo>
                  <a:lnTo>
                    <a:pt x="5560059" y="1433512"/>
                  </a:lnTo>
                  <a:lnTo>
                    <a:pt x="5560059" y="1462087"/>
                  </a:lnTo>
                  <a:close/>
                </a:path>
                <a:path w="5560060" h="2336165">
                  <a:moveTo>
                    <a:pt x="5560059" y="1519237"/>
                  </a:moveTo>
                  <a:lnTo>
                    <a:pt x="5531484" y="1519237"/>
                  </a:lnTo>
                  <a:lnTo>
                    <a:pt x="5531484" y="1490662"/>
                  </a:lnTo>
                  <a:lnTo>
                    <a:pt x="5560059" y="1490662"/>
                  </a:lnTo>
                  <a:lnTo>
                    <a:pt x="5560059" y="1519237"/>
                  </a:lnTo>
                  <a:close/>
                </a:path>
                <a:path w="5560060" h="2336165">
                  <a:moveTo>
                    <a:pt x="5560059" y="1576387"/>
                  </a:moveTo>
                  <a:lnTo>
                    <a:pt x="5531484" y="1576387"/>
                  </a:lnTo>
                  <a:lnTo>
                    <a:pt x="5531484" y="1547812"/>
                  </a:lnTo>
                  <a:lnTo>
                    <a:pt x="5560059" y="1547812"/>
                  </a:lnTo>
                  <a:lnTo>
                    <a:pt x="5560059" y="1576387"/>
                  </a:lnTo>
                  <a:close/>
                </a:path>
                <a:path w="5560060" h="2336165">
                  <a:moveTo>
                    <a:pt x="5560059" y="1633537"/>
                  </a:moveTo>
                  <a:lnTo>
                    <a:pt x="5531484" y="1633537"/>
                  </a:lnTo>
                  <a:lnTo>
                    <a:pt x="5531484" y="1604962"/>
                  </a:lnTo>
                  <a:lnTo>
                    <a:pt x="5560059" y="1604962"/>
                  </a:lnTo>
                  <a:lnTo>
                    <a:pt x="5560059" y="1633537"/>
                  </a:lnTo>
                  <a:close/>
                </a:path>
                <a:path w="5560060" h="2336165">
                  <a:moveTo>
                    <a:pt x="5560059" y="1690687"/>
                  </a:moveTo>
                  <a:lnTo>
                    <a:pt x="5531484" y="1690687"/>
                  </a:lnTo>
                  <a:lnTo>
                    <a:pt x="5531484" y="1662112"/>
                  </a:lnTo>
                  <a:lnTo>
                    <a:pt x="5560059" y="1662112"/>
                  </a:lnTo>
                  <a:lnTo>
                    <a:pt x="5560059" y="1690687"/>
                  </a:lnTo>
                  <a:close/>
                </a:path>
                <a:path w="5560060" h="2336165">
                  <a:moveTo>
                    <a:pt x="5560059" y="1747837"/>
                  </a:moveTo>
                  <a:lnTo>
                    <a:pt x="5531484" y="1747837"/>
                  </a:lnTo>
                  <a:lnTo>
                    <a:pt x="5531484" y="1719262"/>
                  </a:lnTo>
                  <a:lnTo>
                    <a:pt x="5560059" y="1719262"/>
                  </a:lnTo>
                  <a:lnTo>
                    <a:pt x="5560059" y="1747837"/>
                  </a:lnTo>
                  <a:close/>
                </a:path>
                <a:path w="5560060" h="2336165">
                  <a:moveTo>
                    <a:pt x="5560059" y="1804987"/>
                  </a:moveTo>
                  <a:lnTo>
                    <a:pt x="5531484" y="1804987"/>
                  </a:lnTo>
                  <a:lnTo>
                    <a:pt x="5531484" y="1776412"/>
                  </a:lnTo>
                  <a:lnTo>
                    <a:pt x="5560059" y="1776412"/>
                  </a:lnTo>
                  <a:lnTo>
                    <a:pt x="5560059" y="1804987"/>
                  </a:lnTo>
                  <a:close/>
                </a:path>
                <a:path w="5560060" h="2336165">
                  <a:moveTo>
                    <a:pt x="5560059" y="1862137"/>
                  </a:moveTo>
                  <a:lnTo>
                    <a:pt x="5531484" y="1862137"/>
                  </a:lnTo>
                  <a:lnTo>
                    <a:pt x="5531484" y="1833562"/>
                  </a:lnTo>
                  <a:lnTo>
                    <a:pt x="5560059" y="1833562"/>
                  </a:lnTo>
                  <a:lnTo>
                    <a:pt x="5560059" y="1862137"/>
                  </a:lnTo>
                  <a:close/>
                </a:path>
                <a:path w="5560060" h="2336165">
                  <a:moveTo>
                    <a:pt x="5560059" y="1919287"/>
                  </a:moveTo>
                  <a:lnTo>
                    <a:pt x="5531484" y="1919287"/>
                  </a:lnTo>
                  <a:lnTo>
                    <a:pt x="5531484" y="1890712"/>
                  </a:lnTo>
                  <a:lnTo>
                    <a:pt x="5560059" y="1890712"/>
                  </a:lnTo>
                  <a:lnTo>
                    <a:pt x="5560059" y="1919287"/>
                  </a:lnTo>
                  <a:close/>
                </a:path>
                <a:path w="5560060" h="2336165">
                  <a:moveTo>
                    <a:pt x="5560059" y="1976437"/>
                  </a:moveTo>
                  <a:lnTo>
                    <a:pt x="5531484" y="1976437"/>
                  </a:lnTo>
                  <a:lnTo>
                    <a:pt x="5531484" y="1947862"/>
                  </a:lnTo>
                  <a:lnTo>
                    <a:pt x="5560059" y="1947862"/>
                  </a:lnTo>
                  <a:lnTo>
                    <a:pt x="5560059" y="1976437"/>
                  </a:lnTo>
                  <a:close/>
                </a:path>
                <a:path w="5560060" h="2336165">
                  <a:moveTo>
                    <a:pt x="5560059" y="2033587"/>
                  </a:moveTo>
                  <a:lnTo>
                    <a:pt x="5531484" y="2033587"/>
                  </a:lnTo>
                  <a:lnTo>
                    <a:pt x="5531484" y="2005012"/>
                  </a:lnTo>
                  <a:lnTo>
                    <a:pt x="5560059" y="2005012"/>
                  </a:lnTo>
                  <a:lnTo>
                    <a:pt x="5560059" y="2033587"/>
                  </a:lnTo>
                  <a:close/>
                </a:path>
                <a:path w="5560060" h="2336165">
                  <a:moveTo>
                    <a:pt x="5560059" y="2090737"/>
                  </a:moveTo>
                  <a:lnTo>
                    <a:pt x="5531484" y="2090737"/>
                  </a:lnTo>
                  <a:lnTo>
                    <a:pt x="5531484" y="2062162"/>
                  </a:lnTo>
                  <a:lnTo>
                    <a:pt x="5560059" y="2062162"/>
                  </a:lnTo>
                  <a:lnTo>
                    <a:pt x="5560059" y="2090737"/>
                  </a:lnTo>
                  <a:close/>
                </a:path>
                <a:path w="5560060" h="2336165">
                  <a:moveTo>
                    <a:pt x="5560059" y="2147887"/>
                  </a:moveTo>
                  <a:lnTo>
                    <a:pt x="5531484" y="2147887"/>
                  </a:lnTo>
                  <a:lnTo>
                    <a:pt x="5531484" y="2119312"/>
                  </a:lnTo>
                  <a:lnTo>
                    <a:pt x="5560059" y="2119312"/>
                  </a:lnTo>
                  <a:lnTo>
                    <a:pt x="5560059" y="2147887"/>
                  </a:lnTo>
                  <a:close/>
                </a:path>
                <a:path w="5560060" h="2336165">
                  <a:moveTo>
                    <a:pt x="5560059" y="2205037"/>
                  </a:moveTo>
                  <a:lnTo>
                    <a:pt x="5531484" y="2205037"/>
                  </a:lnTo>
                  <a:lnTo>
                    <a:pt x="5531484" y="2176462"/>
                  </a:lnTo>
                  <a:lnTo>
                    <a:pt x="5560059" y="2176462"/>
                  </a:lnTo>
                  <a:lnTo>
                    <a:pt x="5560059" y="2205037"/>
                  </a:lnTo>
                  <a:close/>
                </a:path>
                <a:path w="5560060" h="2336165">
                  <a:moveTo>
                    <a:pt x="5560059" y="2262187"/>
                  </a:moveTo>
                  <a:lnTo>
                    <a:pt x="5531484" y="2262187"/>
                  </a:lnTo>
                  <a:lnTo>
                    <a:pt x="5531484" y="2233612"/>
                  </a:lnTo>
                  <a:lnTo>
                    <a:pt x="5560059" y="2233612"/>
                  </a:lnTo>
                  <a:lnTo>
                    <a:pt x="5560059" y="2262187"/>
                  </a:lnTo>
                  <a:close/>
                </a:path>
                <a:path w="5560060" h="2336165">
                  <a:moveTo>
                    <a:pt x="5560059" y="2319337"/>
                  </a:moveTo>
                  <a:lnTo>
                    <a:pt x="5531484" y="2319337"/>
                  </a:lnTo>
                  <a:lnTo>
                    <a:pt x="5531484" y="2290762"/>
                  </a:lnTo>
                  <a:lnTo>
                    <a:pt x="5560059" y="2290762"/>
                  </a:lnTo>
                  <a:lnTo>
                    <a:pt x="5560059" y="2319337"/>
                  </a:lnTo>
                  <a:close/>
                </a:path>
                <a:path w="5560060" h="2336165">
                  <a:moveTo>
                    <a:pt x="5519737" y="2336165"/>
                  </a:moveTo>
                  <a:lnTo>
                    <a:pt x="5491162" y="2336165"/>
                  </a:lnTo>
                  <a:lnTo>
                    <a:pt x="5491162" y="2307590"/>
                  </a:lnTo>
                  <a:lnTo>
                    <a:pt x="5519737" y="2307590"/>
                  </a:lnTo>
                  <a:lnTo>
                    <a:pt x="5519737" y="2336165"/>
                  </a:lnTo>
                  <a:close/>
                </a:path>
                <a:path w="5560060" h="2336165">
                  <a:moveTo>
                    <a:pt x="5462587" y="2336165"/>
                  </a:moveTo>
                  <a:lnTo>
                    <a:pt x="5434012" y="2336165"/>
                  </a:lnTo>
                  <a:lnTo>
                    <a:pt x="5434012" y="2307590"/>
                  </a:lnTo>
                  <a:lnTo>
                    <a:pt x="5462587" y="2307590"/>
                  </a:lnTo>
                  <a:lnTo>
                    <a:pt x="5462587" y="2336165"/>
                  </a:lnTo>
                  <a:close/>
                </a:path>
                <a:path w="5560060" h="2336165">
                  <a:moveTo>
                    <a:pt x="5405437" y="2336165"/>
                  </a:moveTo>
                  <a:lnTo>
                    <a:pt x="5376862" y="2336165"/>
                  </a:lnTo>
                  <a:lnTo>
                    <a:pt x="5376862" y="2307590"/>
                  </a:lnTo>
                  <a:lnTo>
                    <a:pt x="5405437" y="2307590"/>
                  </a:lnTo>
                  <a:lnTo>
                    <a:pt x="5405437" y="2336165"/>
                  </a:lnTo>
                  <a:close/>
                </a:path>
                <a:path w="5560060" h="2336165">
                  <a:moveTo>
                    <a:pt x="5348287" y="2336165"/>
                  </a:moveTo>
                  <a:lnTo>
                    <a:pt x="5319712" y="2336165"/>
                  </a:lnTo>
                  <a:lnTo>
                    <a:pt x="5319712" y="2307590"/>
                  </a:lnTo>
                  <a:lnTo>
                    <a:pt x="5348287" y="2307590"/>
                  </a:lnTo>
                  <a:lnTo>
                    <a:pt x="5348287" y="2336165"/>
                  </a:lnTo>
                  <a:close/>
                </a:path>
                <a:path w="5560060" h="2336165">
                  <a:moveTo>
                    <a:pt x="5291137" y="2336165"/>
                  </a:moveTo>
                  <a:lnTo>
                    <a:pt x="5262562" y="2336165"/>
                  </a:lnTo>
                  <a:lnTo>
                    <a:pt x="5262562" y="2307590"/>
                  </a:lnTo>
                  <a:lnTo>
                    <a:pt x="5291137" y="2307590"/>
                  </a:lnTo>
                  <a:lnTo>
                    <a:pt x="5291137" y="2336165"/>
                  </a:lnTo>
                  <a:close/>
                </a:path>
                <a:path w="5560060" h="2336165">
                  <a:moveTo>
                    <a:pt x="5233987" y="2336165"/>
                  </a:moveTo>
                  <a:lnTo>
                    <a:pt x="5205412" y="2336165"/>
                  </a:lnTo>
                  <a:lnTo>
                    <a:pt x="5205412" y="2307590"/>
                  </a:lnTo>
                  <a:lnTo>
                    <a:pt x="5233987" y="2307590"/>
                  </a:lnTo>
                  <a:lnTo>
                    <a:pt x="5233987" y="2336165"/>
                  </a:lnTo>
                  <a:close/>
                </a:path>
                <a:path w="5560060" h="2336165">
                  <a:moveTo>
                    <a:pt x="5176837" y="2336165"/>
                  </a:moveTo>
                  <a:lnTo>
                    <a:pt x="5148262" y="2336165"/>
                  </a:lnTo>
                  <a:lnTo>
                    <a:pt x="5148262" y="2307590"/>
                  </a:lnTo>
                  <a:lnTo>
                    <a:pt x="5176837" y="2307590"/>
                  </a:lnTo>
                  <a:lnTo>
                    <a:pt x="5176837" y="2336165"/>
                  </a:lnTo>
                  <a:close/>
                </a:path>
                <a:path w="5560060" h="2336165">
                  <a:moveTo>
                    <a:pt x="5119687" y="2336165"/>
                  </a:moveTo>
                  <a:lnTo>
                    <a:pt x="5091112" y="2336165"/>
                  </a:lnTo>
                  <a:lnTo>
                    <a:pt x="5091112" y="2307590"/>
                  </a:lnTo>
                  <a:lnTo>
                    <a:pt x="5119687" y="2307590"/>
                  </a:lnTo>
                  <a:lnTo>
                    <a:pt x="5119687" y="2336165"/>
                  </a:lnTo>
                  <a:close/>
                </a:path>
                <a:path w="5560060" h="2336165">
                  <a:moveTo>
                    <a:pt x="5062537" y="2336165"/>
                  </a:moveTo>
                  <a:lnTo>
                    <a:pt x="5033962" y="2336165"/>
                  </a:lnTo>
                  <a:lnTo>
                    <a:pt x="5033962" y="2307590"/>
                  </a:lnTo>
                  <a:lnTo>
                    <a:pt x="5062537" y="2307590"/>
                  </a:lnTo>
                  <a:lnTo>
                    <a:pt x="5062537" y="2336165"/>
                  </a:lnTo>
                  <a:close/>
                </a:path>
                <a:path w="5560060" h="2336165">
                  <a:moveTo>
                    <a:pt x="5005387" y="2336165"/>
                  </a:moveTo>
                  <a:lnTo>
                    <a:pt x="4976812" y="2336165"/>
                  </a:lnTo>
                  <a:lnTo>
                    <a:pt x="4976812" y="2307590"/>
                  </a:lnTo>
                  <a:lnTo>
                    <a:pt x="5005387" y="2307590"/>
                  </a:lnTo>
                  <a:lnTo>
                    <a:pt x="5005387" y="2336165"/>
                  </a:lnTo>
                  <a:close/>
                </a:path>
                <a:path w="5560060" h="2336165">
                  <a:moveTo>
                    <a:pt x="4948237" y="2336165"/>
                  </a:moveTo>
                  <a:lnTo>
                    <a:pt x="4919662" y="2336165"/>
                  </a:lnTo>
                  <a:lnTo>
                    <a:pt x="4919662" y="2307590"/>
                  </a:lnTo>
                  <a:lnTo>
                    <a:pt x="4948237" y="2307590"/>
                  </a:lnTo>
                  <a:lnTo>
                    <a:pt x="4948237" y="2336165"/>
                  </a:lnTo>
                  <a:close/>
                </a:path>
                <a:path w="5560060" h="2336165">
                  <a:moveTo>
                    <a:pt x="4891087" y="2336165"/>
                  </a:moveTo>
                  <a:lnTo>
                    <a:pt x="4862512" y="2336165"/>
                  </a:lnTo>
                  <a:lnTo>
                    <a:pt x="4862512" y="2307590"/>
                  </a:lnTo>
                  <a:lnTo>
                    <a:pt x="4891087" y="2307590"/>
                  </a:lnTo>
                  <a:lnTo>
                    <a:pt x="4891087" y="2336165"/>
                  </a:lnTo>
                  <a:close/>
                </a:path>
                <a:path w="5560060" h="2336165">
                  <a:moveTo>
                    <a:pt x="4833937" y="2336165"/>
                  </a:moveTo>
                  <a:lnTo>
                    <a:pt x="4805362" y="2336165"/>
                  </a:lnTo>
                  <a:lnTo>
                    <a:pt x="4805362" y="2307590"/>
                  </a:lnTo>
                  <a:lnTo>
                    <a:pt x="4833937" y="2307590"/>
                  </a:lnTo>
                  <a:lnTo>
                    <a:pt x="4833937" y="2336165"/>
                  </a:lnTo>
                  <a:close/>
                </a:path>
                <a:path w="5560060" h="2336165">
                  <a:moveTo>
                    <a:pt x="4776787" y="2336165"/>
                  </a:moveTo>
                  <a:lnTo>
                    <a:pt x="4748212" y="2336165"/>
                  </a:lnTo>
                  <a:lnTo>
                    <a:pt x="4748212" y="2307590"/>
                  </a:lnTo>
                  <a:lnTo>
                    <a:pt x="4776787" y="2307590"/>
                  </a:lnTo>
                  <a:lnTo>
                    <a:pt x="4776787" y="2336165"/>
                  </a:lnTo>
                  <a:close/>
                </a:path>
                <a:path w="5560060" h="2336165">
                  <a:moveTo>
                    <a:pt x="4719637" y="2336165"/>
                  </a:moveTo>
                  <a:lnTo>
                    <a:pt x="4691062" y="2336165"/>
                  </a:lnTo>
                  <a:lnTo>
                    <a:pt x="4691062" y="2307590"/>
                  </a:lnTo>
                  <a:lnTo>
                    <a:pt x="4719637" y="2307590"/>
                  </a:lnTo>
                  <a:lnTo>
                    <a:pt x="4719637" y="2336165"/>
                  </a:lnTo>
                  <a:close/>
                </a:path>
                <a:path w="5560060" h="2336165">
                  <a:moveTo>
                    <a:pt x="4662487" y="2336165"/>
                  </a:moveTo>
                  <a:lnTo>
                    <a:pt x="4633912" y="2336165"/>
                  </a:lnTo>
                  <a:lnTo>
                    <a:pt x="4633912" y="2307590"/>
                  </a:lnTo>
                  <a:lnTo>
                    <a:pt x="4662487" y="2307590"/>
                  </a:lnTo>
                  <a:lnTo>
                    <a:pt x="4662487" y="2336165"/>
                  </a:lnTo>
                  <a:close/>
                </a:path>
                <a:path w="5560060" h="2336165">
                  <a:moveTo>
                    <a:pt x="4605337" y="2336165"/>
                  </a:moveTo>
                  <a:lnTo>
                    <a:pt x="4576762" y="2336165"/>
                  </a:lnTo>
                  <a:lnTo>
                    <a:pt x="4576762" y="2307590"/>
                  </a:lnTo>
                  <a:lnTo>
                    <a:pt x="4605337" y="2307590"/>
                  </a:lnTo>
                  <a:lnTo>
                    <a:pt x="4605337" y="2336165"/>
                  </a:lnTo>
                  <a:close/>
                </a:path>
                <a:path w="5560060" h="2336165">
                  <a:moveTo>
                    <a:pt x="4548187" y="2336165"/>
                  </a:moveTo>
                  <a:lnTo>
                    <a:pt x="4519612" y="2336165"/>
                  </a:lnTo>
                  <a:lnTo>
                    <a:pt x="4519612" y="2307590"/>
                  </a:lnTo>
                  <a:lnTo>
                    <a:pt x="4548187" y="2307590"/>
                  </a:lnTo>
                  <a:lnTo>
                    <a:pt x="4548187" y="2336165"/>
                  </a:lnTo>
                  <a:close/>
                </a:path>
                <a:path w="5560060" h="2336165">
                  <a:moveTo>
                    <a:pt x="4491037" y="2336165"/>
                  </a:moveTo>
                  <a:lnTo>
                    <a:pt x="4462462" y="2336165"/>
                  </a:lnTo>
                  <a:lnTo>
                    <a:pt x="4462462" y="2307590"/>
                  </a:lnTo>
                  <a:lnTo>
                    <a:pt x="4491037" y="2307590"/>
                  </a:lnTo>
                  <a:lnTo>
                    <a:pt x="4491037" y="2336165"/>
                  </a:lnTo>
                  <a:close/>
                </a:path>
                <a:path w="5560060" h="2336165">
                  <a:moveTo>
                    <a:pt x="4433887" y="2336165"/>
                  </a:moveTo>
                  <a:lnTo>
                    <a:pt x="4405312" y="2336165"/>
                  </a:lnTo>
                  <a:lnTo>
                    <a:pt x="4405312" y="2307590"/>
                  </a:lnTo>
                  <a:lnTo>
                    <a:pt x="4433887" y="2307590"/>
                  </a:lnTo>
                  <a:lnTo>
                    <a:pt x="4433887" y="2336165"/>
                  </a:lnTo>
                  <a:close/>
                </a:path>
                <a:path w="5560060" h="2336165">
                  <a:moveTo>
                    <a:pt x="4376737" y="2336165"/>
                  </a:moveTo>
                  <a:lnTo>
                    <a:pt x="4348162" y="2336165"/>
                  </a:lnTo>
                  <a:lnTo>
                    <a:pt x="4348162" y="2307590"/>
                  </a:lnTo>
                  <a:lnTo>
                    <a:pt x="4376737" y="2307590"/>
                  </a:lnTo>
                  <a:lnTo>
                    <a:pt x="4376737" y="2336165"/>
                  </a:lnTo>
                  <a:close/>
                </a:path>
                <a:path w="5560060" h="2336165">
                  <a:moveTo>
                    <a:pt x="4319587" y="2336165"/>
                  </a:moveTo>
                  <a:lnTo>
                    <a:pt x="4291012" y="2336165"/>
                  </a:lnTo>
                  <a:lnTo>
                    <a:pt x="4291012" y="2307590"/>
                  </a:lnTo>
                  <a:lnTo>
                    <a:pt x="4319587" y="2307590"/>
                  </a:lnTo>
                  <a:lnTo>
                    <a:pt x="4319587" y="2336165"/>
                  </a:lnTo>
                  <a:close/>
                </a:path>
                <a:path w="5560060" h="2336165">
                  <a:moveTo>
                    <a:pt x="4262437" y="2336165"/>
                  </a:moveTo>
                  <a:lnTo>
                    <a:pt x="4233862" y="2336165"/>
                  </a:lnTo>
                  <a:lnTo>
                    <a:pt x="4233862" y="2307590"/>
                  </a:lnTo>
                  <a:lnTo>
                    <a:pt x="4262437" y="2307590"/>
                  </a:lnTo>
                  <a:lnTo>
                    <a:pt x="4262437" y="2336165"/>
                  </a:lnTo>
                  <a:close/>
                </a:path>
                <a:path w="5560060" h="2336165">
                  <a:moveTo>
                    <a:pt x="4205287" y="2336165"/>
                  </a:moveTo>
                  <a:lnTo>
                    <a:pt x="4176712" y="2336165"/>
                  </a:lnTo>
                  <a:lnTo>
                    <a:pt x="4176712" y="2307590"/>
                  </a:lnTo>
                  <a:lnTo>
                    <a:pt x="4205287" y="2307590"/>
                  </a:lnTo>
                  <a:lnTo>
                    <a:pt x="4205287" y="2336165"/>
                  </a:lnTo>
                  <a:close/>
                </a:path>
                <a:path w="5560060" h="2336165">
                  <a:moveTo>
                    <a:pt x="4148137" y="2336165"/>
                  </a:moveTo>
                  <a:lnTo>
                    <a:pt x="4119562" y="2336165"/>
                  </a:lnTo>
                  <a:lnTo>
                    <a:pt x="4119562" y="2307590"/>
                  </a:lnTo>
                  <a:lnTo>
                    <a:pt x="4148137" y="2307590"/>
                  </a:lnTo>
                  <a:lnTo>
                    <a:pt x="4148137" y="2336165"/>
                  </a:lnTo>
                  <a:close/>
                </a:path>
                <a:path w="5560060" h="2336165">
                  <a:moveTo>
                    <a:pt x="4090987" y="2336165"/>
                  </a:moveTo>
                  <a:lnTo>
                    <a:pt x="4062412" y="2336165"/>
                  </a:lnTo>
                  <a:lnTo>
                    <a:pt x="4062412" y="2307590"/>
                  </a:lnTo>
                  <a:lnTo>
                    <a:pt x="4090987" y="2307590"/>
                  </a:lnTo>
                  <a:lnTo>
                    <a:pt x="4090987" y="2336165"/>
                  </a:lnTo>
                  <a:close/>
                </a:path>
                <a:path w="5560060" h="2336165">
                  <a:moveTo>
                    <a:pt x="4033837" y="2336165"/>
                  </a:moveTo>
                  <a:lnTo>
                    <a:pt x="4005262" y="2336165"/>
                  </a:lnTo>
                  <a:lnTo>
                    <a:pt x="4005262" y="2307590"/>
                  </a:lnTo>
                  <a:lnTo>
                    <a:pt x="4033837" y="2307590"/>
                  </a:lnTo>
                  <a:lnTo>
                    <a:pt x="4033837" y="2336165"/>
                  </a:lnTo>
                  <a:close/>
                </a:path>
                <a:path w="5560060" h="2336165">
                  <a:moveTo>
                    <a:pt x="3976687" y="2336165"/>
                  </a:moveTo>
                  <a:lnTo>
                    <a:pt x="3948112" y="2336165"/>
                  </a:lnTo>
                  <a:lnTo>
                    <a:pt x="3948112" y="2307590"/>
                  </a:lnTo>
                  <a:lnTo>
                    <a:pt x="3976687" y="2307590"/>
                  </a:lnTo>
                  <a:lnTo>
                    <a:pt x="3976687" y="2336165"/>
                  </a:lnTo>
                  <a:close/>
                </a:path>
                <a:path w="5560060" h="2336165">
                  <a:moveTo>
                    <a:pt x="3919537" y="2336165"/>
                  </a:moveTo>
                  <a:lnTo>
                    <a:pt x="3890962" y="2336165"/>
                  </a:lnTo>
                  <a:lnTo>
                    <a:pt x="3890962" y="2307590"/>
                  </a:lnTo>
                  <a:lnTo>
                    <a:pt x="3919537" y="2307590"/>
                  </a:lnTo>
                  <a:lnTo>
                    <a:pt x="3919537" y="2336165"/>
                  </a:lnTo>
                  <a:close/>
                </a:path>
                <a:path w="5560060" h="2336165">
                  <a:moveTo>
                    <a:pt x="3862387" y="2336165"/>
                  </a:moveTo>
                  <a:lnTo>
                    <a:pt x="3833812" y="2336165"/>
                  </a:lnTo>
                  <a:lnTo>
                    <a:pt x="3833812" y="2307590"/>
                  </a:lnTo>
                  <a:lnTo>
                    <a:pt x="3862387" y="2307590"/>
                  </a:lnTo>
                  <a:lnTo>
                    <a:pt x="3862387" y="2336165"/>
                  </a:lnTo>
                  <a:close/>
                </a:path>
                <a:path w="5560060" h="2336165">
                  <a:moveTo>
                    <a:pt x="3805237" y="2336165"/>
                  </a:moveTo>
                  <a:lnTo>
                    <a:pt x="3776662" y="2336165"/>
                  </a:lnTo>
                  <a:lnTo>
                    <a:pt x="3776662" y="2307590"/>
                  </a:lnTo>
                  <a:lnTo>
                    <a:pt x="3805237" y="2307590"/>
                  </a:lnTo>
                  <a:lnTo>
                    <a:pt x="3805237" y="2336165"/>
                  </a:lnTo>
                  <a:close/>
                </a:path>
                <a:path w="5560060" h="2336165">
                  <a:moveTo>
                    <a:pt x="3748087" y="2336165"/>
                  </a:moveTo>
                  <a:lnTo>
                    <a:pt x="3719512" y="2336165"/>
                  </a:lnTo>
                  <a:lnTo>
                    <a:pt x="3719512" y="2307590"/>
                  </a:lnTo>
                  <a:lnTo>
                    <a:pt x="3748087" y="2307590"/>
                  </a:lnTo>
                  <a:lnTo>
                    <a:pt x="3748087" y="2336165"/>
                  </a:lnTo>
                  <a:close/>
                </a:path>
                <a:path w="5560060" h="2336165">
                  <a:moveTo>
                    <a:pt x="3690937" y="2336165"/>
                  </a:moveTo>
                  <a:lnTo>
                    <a:pt x="3662362" y="2336165"/>
                  </a:lnTo>
                  <a:lnTo>
                    <a:pt x="3662362" y="2307590"/>
                  </a:lnTo>
                  <a:lnTo>
                    <a:pt x="3690937" y="2307590"/>
                  </a:lnTo>
                  <a:lnTo>
                    <a:pt x="3690937" y="2336165"/>
                  </a:lnTo>
                  <a:close/>
                </a:path>
                <a:path w="5560060" h="2336165">
                  <a:moveTo>
                    <a:pt x="3633787" y="2336165"/>
                  </a:moveTo>
                  <a:lnTo>
                    <a:pt x="3605212" y="2336165"/>
                  </a:lnTo>
                  <a:lnTo>
                    <a:pt x="3605212" y="2307590"/>
                  </a:lnTo>
                  <a:lnTo>
                    <a:pt x="3633787" y="2307590"/>
                  </a:lnTo>
                  <a:lnTo>
                    <a:pt x="3633787" y="2336165"/>
                  </a:lnTo>
                  <a:close/>
                </a:path>
                <a:path w="5560060" h="2336165">
                  <a:moveTo>
                    <a:pt x="3576637" y="2336165"/>
                  </a:moveTo>
                  <a:lnTo>
                    <a:pt x="3548062" y="2336165"/>
                  </a:lnTo>
                  <a:lnTo>
                    <a:pt x="3548062" y="2307590"/>
                  </a:lnTo>
                  <a:lnTo>
                    <a:pt x="3576637" y="2307590"/>
                  </a:lnTo>
                  <a:lnTo>
                    <a:pt x="3576637" y="2336165"/>
                  </a:lnTo>
                  <a:close/>
                </a:path>
                <a:path w="5560060" h="2336165">
                  <a:moveTo>
                    <a:pt x="3519487" y="2336165"/>
                  </a:moveTo>
                  <a:lnTo>
                    <a:pt x="3490912" y="2336165"/>
                  </a:lnTo>
                  <a:lnTo>
                    <a:pt x="3490912" y="2307590"/>
                  </a:lnTo>
                  <a:lnTo>
                    <a:pt x="3519487" y="2307590"/>
                  </a:lnTo>
                  <a:lnTo>
                    <a:pt x="3519487" y="2336165"/>
                  </a:lnTo>
                  <a:close/>
                </a:path>
                <a:path w="5560060" h="2336165">
                  <a:moveTo>
                    <a:pt x="3462337" y="2336165"/>
                  </a:moveTo>
                  <a:lnTo>
                    <a:pt x="3433762" y="2336165"/>
                  </a:lnTo>
                  <a:lnTo>
                    <a:pt x="3433762" y="2307590"/>
                  </a:lnTo>
                  <a:lnTo>
                    <a:pt x="3462337" y="2307590"/>
                  </a:lnTo>
                  <a:lnTo>
                    <a:pt x="3462337" y="2336165"/>
                  </a:lnTo>
                  <a:close/>
                </a:path>
                <a:path w="5560060" h="2336165">
                  <a:moveTo>
                    <a:pt x="3405187" y="2336165"/>
                  </a:moveTo>
                  <a:lnTo>
                    <a:pt x="3376612" y="2336165"/>
                  </a:lnTo>
                  <a:lnTo>
                    <a:pt x="3376612" y="2307590"/>
                  </a:lnTo>
                  <a:lnTo>
                    <a:pt x="3405187" y="2307590"/>
                  </a:lnTo>
                  <a:lnTo>
                    <a:pt x="3405187" y="2336165"/>
                  </a:lnTo>
                  <a:close/>
                </a:path>
                <a:path w="5560060" h="2336165">
                  <a:moveTo>
                    <a:pt x="3348037" y="2336165"/>
                  </a:moveTo>
                  <a:lnTo>
                    <a:pt x="3319462" y="2336165"/>
                  </a:lnTo>
                  <a:lnTo>
                    <a:pt x="3319462" y="2307590"/>
                  </a:lnTo>
                  <a:lnTo>
                    <a:pt x="3348037" y="2307590"/>
                  </a:lnTo>
                  <a:lnTo>
                    <a:pt x="3348037" y="2336165"/>
                  </a:lnTo>
                  <a:close/>
                </a:path>
                <a:path w="5560060" h="2336165">
                  <a:moveTo>
                    <a:pt x="3290887" y="2336165"/>
                  </a:moveTo>
                  <a:lnTo>
                    <a:pt x="3262312" y="2336165"/>
                  </a:lnTo>
                  <a:lnTo>
                    <a:pt x="3262312" y="2307590"/>
                  </a:lnTo>
                  <a:lnTo>
                    <a:pt x="3290887" y="2307590"/>
                  </a:lnTo>
                  <a:lnTo>
                    <a:pt x="3290887" y="2336165"/>
                  </a:lnTo>
                  <a:close/>
                </a:path>
                <a:path w="5560060" h="2336165">
                  <a:moveTo>
                    <a:pt x="3233737" y="2336165"/>
                  </a:moveTo>
                  <a:lnTo>
                    <a:pt x="3205162" y="2336165"/>
                  </a:lnTo>
                  <a:lnTo>
                    <a:pt x="3205162" y="2307590"/>
                  </a:lnTo>
                  <a:lnTo>
                    <a:pt x="3233737" y="2307590"/>
                  </a:lnTo>
                  <a:lnTo>
                    <a:pt x="3233737" y="2336165"/>
                  </a:lnTo>
                  <a:close/>
                </a:path>
                <a:path w="5560060" h="2336165">
                  <a:moveTo>
                    <a:pt x="3176587" y="2336165"/>
                  </a:moveTo>
                  <a:lnTo>
                    <a:pt x="3148012" y="2336165"/>
                  </a:lnTo>
                  <a:lnTo>
                    <a:pt x="3148012" y="2307590"/>
                  </a:lnTo>
                  <a:lnTo>
                    <a:pt x="3176587" y="2307590"/>
                  </a:lnTo>
                  <a:lnTo>
                    <a:pt x="3176587" y="2336165"/>
                  </a:lnTo>
                  <a:close/>
                </a:path>
                <a:path w="5560060" h="2336165">
                  <a:moveTo>
                    <a:pt x="3119437" y="2336165"/>
                  </a:moveTo>
                  <a:lnTo>
                    <a:pt x="3090862" y="2336165"/>
                  </a:lnTo>
                  <a:lnTo>
                    <a:pt x="3090862" y="2307590"/>
                  </a:lnTo>
                  <a:lnTo>
                    <a:pt x="3119437" y="2307590"/>
                  </a:lnTo>
                  <a:lnTo>
                    <a:pt x="3119437" y="2336165"/>
                  </a:lnTo>
                  <a:close/>
                </a:path>
                <a:path w="5560060" h="2336165">
                  <a:moveTo>
                    <a:pt x="3062287" y="2336165"/>
                  </a:moveTo>
                  <a:lnTo>
                    <a:pt x="3033712" y="2336165"/>
                  </a:lnTo>
                  <a:lnTo>
                    <a:pt x="3033712" y="2307590"/>
                  </a:lnTo>
                  <a:lnTo>
                    <a:pt x="3062287" y="2307590"/>
                  </a:lnTo>
                  <a:lnTo>
                    <a:pt x="3062287" y="2336165"/>
                  </a:lnTo>
                  <a:close/>
                </a:path>
                <a:path w="5560060" h="2336165">
                  <a:moveTo>
                    <a:pt x="3005137" y="2336165"/>
                  </a:moveTo>
                  <a:lnTo>
                    <a:pt x="2976562" y="2336165"/>
                  </a:lnTo>
                  <a:lnTo>
                    <a:pt x="2976562" y="2307590"/>
                  </a:lnTo>
                  <a:lnTo>
                    <a:pt x="3005137" y="2307590"/>
                  </a:lnTo>
                  <a:lnTo>
                    <a:pt x="3005137" y="2336165"/>
                  </a:lnTo>
                  <a:close/>
                </a:path>
                <a:path w="5560060" h="2336165">
                  <a:moveTo>
                    <a:pt x="2947987" y="2336165"/>
                  </a:moveTo>
                  <a:lnTo>
                    <a:pt x="2919412" y="2336165"/>
                  </a:lnTo>
                  <a:lnTo>
                    <a:pt x="2919412" y="2307590"/>
                  </a:lnTo>
                  <a:lnTo>
                    <a:pt x="2947987" y="2307590"/>
                  </a:lnTo>
                  <a:lnTo>
                    <a:pt x="2947987" y="2336165"/>
                  </a:lnTo>
                  <a:close/>
                </a:path>
                <a:path w="5560060" h="2336165">
                  <a:moveTo>
                    <a:pt x="2890837" y="2336165"/>
                  </a:moveTo>
                  <a:lnTo>
                    <a:pt x="2862262" y="2336165"/>
                  </a:lnTo>
                  <a:lnTo>
                    <a:pt x="2862262" y="2307590"/>
                  </a:lnTo>
                  <a:lnTo>
                    <a:pt x="2890837" y="2307590"/>
                  </a:lnTo>
                  <a:lnTo>
                    <a:pt x="2890837" y="2336165"/>
                  </a:lnTo>
                  <a:close/>
                </a:path>
                <a:path w="5560060" h="2336165">
                  <a:moveTo>
                    <a:pt x="2833687" y="2336165"/>
                  </a:moveTo>
                  <a:lnTo>
                    <a:pt x="2805112" y="2336165"/>
                  </a:lnTo>
                  <a:lnTo>
                    <a:pt x="2805112" y="2307590"/>
                  </a:lnTo>
                  <a:lnTo>
                    <a:pt x="2833687" y="2307590"/>
                  </a:lnTo>
                  <a:lnTo>
                    <a:pt x="2833687" y="2336165"/>
                  </a:lnTo>
                  <a:close/>
                </a:path>
                <a:path w="5560060" h="2336165">
                  <a:moveTo>
                    <a:pt x="2776537" y="2336165"/>
                  </a:moveTo>
                  <a:lnTo>
                    <a:pt x="2747962" y="2336165"/>
                  </a:lnTo>
                  <a:lnTo>
                    <a:pt x="2747962" y="2307590"/>
                  </a:lnTo>
                  <a:lnTo>
                    <a:pt x="2776537" y="2307590"/>
                  </a:lnTo>
                  <a:lnTo>
                    <a:pt x="2776537" y="2336165"/>
                  </a:lnTo>
                  <a:close/>
                </a:path>
                <a:path w="5560060" h="2336165">
                  <a:moveTo>
                    <a:pt x="2719387" y="2336165"/>
                  </a:moveTo>
                  <a:lnTo>
                    <a:pt x="2690812" y="2336165"/>
                  </a:lnTo>
                  <a:lnTo>
                    <a:pt x="2690812" y="2307590"/>
                  </a:lnTo>
                  <a:lnTo>
                    <a:pt x="2719387" y="2307590"/>
                  </a:lnTo>
                  <a:lnTo>
                    <a:pt x="2719387" y="2336165"/>
                  </a:lnTo>
                  <a:close/>
                </a:path>
                <a:path w="5560060" h="2336165">
                  <a:moveTo>
                    <a:pt x="2662237" y="2336165"/>
                  </a:moveTo>
                  <a:lnTo>
                    <a:pt x="2633662" y="2336165"/>
                  </a:lnTo>
                  <a:lnTo>
                    <a:pt x="2633662" y="2307590"/>
                  </a:lnTo>
                  <a:lnTo>
                    <a:pt x="2662237" y="2307590"/>
                  </a:lnTo>
                  <a:lnTo>
                    <a:pt x="2662237" y="2336165"/>
                  </a:lnTo>
                  <a:close/>
                </a:path>
                <a:path w="5560060" h="2336165">
                  <a:moveTo>
                    <a:pt x="2605087" y="2336165"/>
                  </a:moveTo>
                  <a:lnTo>
                    <a:pt x="2576512" y="2336165"/>
                  </a:lnTo>
                  <a:lnTo>
                    <a:pt x="2576512" y="2307590"/>
                  </a:lnTo>
                  <a:lnTo>
                    <a:pt x="2605087" y="2307590"/>
                  </a:lnTo>
                  <a:lnTo>
                    <a:pt x="2605087" y="2336165"/>
                  </a:lnTo>
                  <a:close/>
                </a:path>
                <a:path w="5560060" h="2336165">
                  <a:moveTo>
                    <a:pt x="2547937" y="2336165"/>
                  </a:moveTo>
                  <a:lnTo>
                    <a:pt x="2519362" y="2336165"/>
                  </a:lnTo>
                  <a:lnTo>
                    <a:pt x="2519362" y="2307590"/>
                  </a:lnTo>
                  <a:lnTo>
                    <a:pt x="2547937" y="2307590"/>
                  </a:lnTo>
                  <a:lnTo>
                    <a:pt x="2547937" y="2336165"/>
                  </a:lnTo>
                  <a:close/>
                </a:path>
                <a:path w="5560060" h="2336165">
                  <a:moveTo>
                    <a:pt x="2490787" y="2336165"/>
                  </a:moveTo>
                  <a:lnTo>
                    <a:pt x="2462212" y="2336165"/>
                  </a:lnTo>
                  <a:lnTo>
                    <a:pt x="2462212" y="2307590"/>
                  </a:lnTo>
                  <a:lnTo>
                    <a:pt x="2490787" y="2307590"/>
                  </a:lnTo>
                  <a:lnTo>
                    <a:pt x="2490787" y="2336165"/>
                  </a:lnTo>
                  <a:close/>
                </a:path>
                <a:path w="5560060" h="2336165">
                  <a:moveTo>
                    <a:pt x="2433637" y="2336165"/>
                  </a:moveTo>
                  <a:lnTo>
                    <a:pt x="2405062" y="2336165"/>
                  </a:lnTo>
                  <a:lnTo>
                    <a:pt x="2405062" y="2307590"/>
                  </a:lnTo>
                  <a:lnTo>
                    <a:pt x="2433637" y="2307590"/>
                  </a:lnTo>
                  <a:lnTo>
                    <a:pt x="2433637" y="2336165"/>
                  </a:lnTo>
                  <a:close/>
                </a:path>
                <a:path w="5560060" h="2336165">
                  <a:moveTo>
                    <a:pt x="2376487" y="2336165"/>
                  </a:moveTo>
                  <a:lnTo>
                    <a:pt x="2347912" y="2336165"/>
                  </a:lnTo>
                  <a:lnTo>
                    <a:pt x="2347912" y="2307590"/>
                  </a:lnTo>
                  <a:lnTo>
                    <a:pt x="2376487" y="2307590"/>
                  </a:lnTo>
                  <a:lnTo>
                    <a:pt x="2376487" y="2336165"/>
                  </a:lnTo>
                  <a:close/>
                </a:path>
                <a:path w="5560060" h="2336165">
                  <a:moveTo>
                    <a:pt x="2319337" y="2336165"/>
                  </a:moveTo>
                  <a:lnTo>
                    <a:pt x="2290762" y="2336165"/>
                  </a:lnTo>
                  <a:lnTo>
                    <a:pt x="2290762" y="2307590"/>
                  </a:lnTo>
                  <a:lnTo>
                    <a:pt x="2319337" y="2307590"/>
                  </a:lnTo>
                  <a:lnTo>
                    <a:pt x="2319337" y="2336165"/>
                  </a:lnTo>
                  <a:close/>
                </a:path>
                <a:path w="5560060" h="2336165">
                  <a:moveTo>
                    <a:pt x="2262187" y="2336165"/>
                  </a:moveTo>
                  <a:lnTo>
                    <a:pt x="2233612" y="2336165"/>
                  </a:lnTo>
                  <a:lnTo>
                    <a:pt x="2233612" y="2307590"/>
                  </a:lnTo>
                  <a:lnTo>
                    <a:pt x="2262187" y="2307590"/>
                  </a:lnTo>
                  <a:lnTo>
                    <a:pt x="2262187" y="2336165"/>
                  </a:lnTo>
                  <a:close/>
                </a:path>
                <a:path w="5560060" h="2336165">
                  <a:moveTo>
                    <a:pt x="2205037" y="2336165"/>
                  </a:moveTo>
                  <a:lnTo>
                    <a:pt x="2176462" y="2336165"/>
                  </a:lnTo>
                  <a:lnTo>
                    <a:pt x="2176462" y="2307590"/>
                  </a:lnTo>
                  <a:lnTo>
                    <a:pt x="2205037" y="2307590"/>
                  </a:lnTo>
                  <a:lnTo>
                    <a:pt x="2205037" y="2336165"/>
                  </a:lnTo>
                  <a:close/>
                </a:path>
                <a:path w="5560060" h="2336165">
                  <a:moveTo>
                    <a:pt x="2147887" y="2336165"/>
                  </a:moveTo>
                  <a:lnTo>
                    <a:pt x="2119312" y="2336165"/>
                  </a:lnTo>
                  <a:lnTo>
                    <a:pt x="2119312" y="2307590"/>
                  </a:lnTo>
                  <a:lnTo>
                    <a:pt x="2147887" y="2307590"/>
                  </a:lnTo>
                  <a:lnTo>
                    <a:pt x="2147887" y="2336165"/>
                  </a:lnTo>
                  <a:close/>
                </a:path>
                <a:path w="5560060" h="2336165">
                  <a:moveTo>
                    <a:pt x="2090737" y="2336165"/>
                  </a:moveTo>
                  <a:lnTo>
                    <a:pt x="2062162" y="2336165"/>
                  </a:lnTo>
                  <a:lnTo>
                    <a:pt x="2062162" y="2307590"/>
                  </a:lnTo>
                  <a:lnTo>
                    <a:pt x="2090737" y="2307590"/>
                  </a:lnTo>
                  <a:lnTo>
                    <a:pt x="2090737" y="2336165"/>
                  </a:lnTo>
                  <a:close/>
                </a:path>
                <a:path w="5560060" h="2336165">
                  <a:moveTo>
                    <a:pt x="2033587" y="2336165"/>
                  </a:moveTo>
                  <a:lnTo>
                    <a:pt x="2005012" y="2336165"/>
                  </a:lnTo>
                  <a:lnTo>
                    <a:pt x="2005012" y="2307590"/>
                  </a:lnTo>
                  <a:lnTo>
                    <a:pt x="2033587" y="2307590"/>
                  </a:lnTo>
                  <a:lnTo>
                    <a:pt x="2033587" y="2336165"/>
                  </a:lnTo>
                  <a:close/>
                </a:path>
                <a:path w="5560060" h="2336165">
                  <a:moveTo>
                    <a:pt x="1976437" y="2336165"/>
                  </a:moveTo>
                  <a:lnTo>
                    <a:pt x="1947862" y="2336165"/>
                  </a:lnTo>
                  <a:lnTo>
                    <a:pt x="1947862" y="2307590"/>
                  </a:lnTo>
                  <a:lnTo>
                    <a:pt x="1976437" y="2307590"/>
                  </a:lnTo>
                  <a:lnTo>
                    <a:pt x="1976437" y="2336165"/>
                  </a:lnTo>
                  <a:close/>
                </a:path>
                <a:path w="5560060" h="2336165">
                  <a:moveTo>
                    <a:pt x="1919287" y="2336165"/>
                  </a:moveTo>
                  <a:lnTo>
                    <a:pt x="1890712" y="2336165"/>
                  </a:lnTo>
                  <a:lnTo>
                    <a:pt x="1890712" y="2307590"/>
                  </a:lnTo>
                  <a:lnTo>
                    <a:pt x="1919287" y="2307590"/>
                  </a:lnTo>
                  <a:lnTo>
                    <a:pt x="1919287" y="2336165"/>
                  </a:lnTo>
                  <a:close/>
                </a:path>
                <a:path w="5560060" h="2336165">
                  <a:moveTo>
                    <a:pt x="1862137" y="2336165"/>
                  </a:moveTo>
                  <a:lnTo>
                    <a:pt x="1833562" y="2336165"/>
                  </a:lnTo>
                  <a:lnTo>
                    <a:pt x="1833562" y="2307590"/>
                  </a:lnTo>
                  <a:lnTo>
                    <a:pt x="1862137" y="2307590"/>
                  </a:lnTo>
                  <a:lnTo>
                    <a:pt x="1862137" y="2336165"/>
                  </a:lnTo>
                  <a:close/>
                </a:path>
                <a:path w="5560060" h="2336165">
                  <a:moveTo>
                    <a:pt x="1804987" y="2336165"/>
                  </a:moveTo>
                  <a:lnTo>
                    <a:pt x="1776412" y="2336165"/>
                  </a:lnTo>
                  <a:lnTo>
                    <a:pt x="1776412" y="2307590"/>
                  </a:lnTo>
                  <a:lnTo>
                    <a:pt x="1804987" y="2307590"/>
                  </a:lnTo>
                  <a:lnTo>
                    <a:pt x="1804987" y="2336165"/>
                  </a:lnTo>
                  <a:close/>
                </a:path>
                <a:path w="5560060" h="2336165">
                  <a:moveTo>
                    <a:pt x="1747837" y="2336165"/>
                  </a:moveTo>
                  <a:lnTo>
                    <a:pt x="1719262" y="2336165"/>
                  </a:lnTo>
                  <a:lnTo>
                    <a:pt x="1719262" y="2307590"/>
                  </a:lnTo>
                  <a:lnTo>
                    <a:pt x="1747837" y="2307590"/>
                  </a:lnTo>
                  <a:lnTo>
                    <a:pt x="1747837" y="2336165"/>
                  </a:lnTo>
                  <a:close/>
                </a:path>
                <a:path w="5560060" h="2336165">
                  <a:moveTo>
                    <a:pt x="1690687" y="2336165"/>
                  </a:moveTo>
                  <a:lnTo>
                    <a:pt x="1662112" y="2336165"/>
                  </a:lnTo>
                  <a:lnTo>
                    <a:pt x="1662112" y="2307590"/>
                  </a:lnTo>
                  <a:lnTo>
                    <a:pt x="1690687" y="2307590"/>
                  </a:lnTo>
                  <a:lnTo>
                    <a:pt x="1690687" y="2336165"/>
                  </a:lnTo>
                  <a:close/>
                </a:path>
                <a:path w="5560060" h="2336165">
                  <a:moveTo>
                    <a:pt x="1633537" y="2336165"/>
                  </a:moveTo>
                  <a:lnTo>
                    <a:pt x="1604962" y="2336165"/>
                  </a:lnTo>
                  <a:lnTo>
                    <a:pt x="1604962" y="2307590"/>
                  </a:lnTo>
                  <a:lnTo>
                    <a:pt x="1633537" y="2307590"/>
                  </a:lnTo>
                  <a:lnTo>
                    <a:pt x="1633537" y="2336165"/>
                  </a:lnTo>
                  <a:close/>
                </a:path>
                <a:path w="5560060" h="2336165">
                  <a:moveTo>
                    <a:pt x="1576387" y="2336165"/>
                  </a:moveTo>
                  <a:lnTo>
                    <a:pt x="1547812" y="2336165"/>
                  </a:lnTo>
                  <a:lnTo>
                    <a:pt x="1547812" y="2307590"/>
                  </a:lnTo>
                  <a:lnTo>
                    <a:pt x="1576387" y="2307590"/>
                  </a:lnTo>
                  <a:lnTo>
                    <a:pt x="1576387" y="2336165"/>
                  </a:lnTo>
                  <a:close/>
                </a:path>
                <a:path w="5560060" h="2336165">
                  <a:moveTo>
                    <a:pt x="1519237" y="2336165"/>
                  </a:moveTo>
                  <a:lnTo>
                    <a:pt x="1490662" y="2336165"/>
                  </a:lnTo>
                  <a:lnTo>
                    <a:pt x="1490662" y="2307590"/>
                  </a:lnTo>
                  <a:lnTo>
                    <a:pt x="1519237" y="2307590"/>
                  </a:lnTo>
                  <a:lnTo>
                    <a:pt x="1519237" y="2336165"/>
                  </a:lnTo>
                  <a:close/>
                </a:path>
                <a:path w="5560060" h="2336165">
                  <a:moveTo>
                    <a:pt x="1462087" y="2336165"/>
                  </a:moveTo>
                  <a:lnTo>
                    <a:pt x="1433512" y="2336165"/>
                  </a:lnTo>
                  <a:lnTo>
                    <a:pt x="1433512" y="2307590"/>
                  </a:lnTo>
                  <a:lnTo>
                    <a:pt x="1462087" y="2307590"/>
                  </a:lnTo>
                  <a:lnTo>
                    <a:pt x="1462087" y="2336165"/>
                  </a:lnTo>
                  <a:close/>
                </a:path>
                <a:path w="5560060" h="2336165">
                  <a:moveTo>
                    <a:pt x="1404937" y="2336165"/>
                  </a:moveTo>
                  <a:lnTo>
                    <a:pt x="1376362" y="2336165"/>
                  </a:lnTo>
                  <a:lnTo>
                    <a:pt x="1376362" y="2307590"/>
                  </a:lnTo>
                  <a:lnTo>
                    <a:pt x="1404937" y="2307590"/>
                  </a:lnTo>
                  <a:lnTo>
                    <a:pt x="1404937" y="2336165"/>
                  </a:lnTo>
                  <a:close/>
                </a:path>
                <a:path w="5560060" h="2336165">
                  <a:moveTo>
                    <a:pt x="1347787" y="2336165"/>
                  </a:moveTo>
                  <a:lnTo>
                    <a:pt x="1319212" y="2336165"/>
                  </a:lnTo>
                  <a:lnTo>
                    <a:pt x="1319212" y="2307590"/>
                  </a:lnTo>
                  <a:lnTo>
                    <a:pt x="1347787" y="2307590"/>
                  </a:lnTo>
                  <a:lnTo>
                    <a:pt x="1347787" y="2336165"/>
                  </a:lnTo>
                  <a:close/>
                </a:path>
                <a:path w="5560060" h="2336165">
                  <a:moveTo>
                    <a:pt x="1290637" y="2336165"/>
                  </a:moveTo>
                  <a:lnTo>
                    <a:pt x="1262062" y="2336165"/>
                  </a:lnTo>
                  <a:lnTo>
                    <a:pt x="1262062" y="2307590"/>
                  </a:lnTo>
                  <a:lnTo>
                    <a:pt x="1290637" y="2307590"/>
                  </a:lnTo>
                  <a:lnTo>
                    <a:pt x="1290637" y="2336165"/>
                  </a:lnTo>
                  <a:close/>
                </a:path>
                <a:path w="5560060" h="2336165">
                  <a:moveTo>
                    <a:pt x="1233487" y="2336165"/>
                  </a:moveTo>
                  <a:lnTo>
                    <a:pt x="1204912" y="2336165"/>
                  </a:lnTo>
                  <a:lnTo>
                    <a:pt x="1204912" y="2307590"/>
                  </a:lnTo>
                  <a:lnTo>
                    <a:pt x="1233487" y="2307590"/>
                  </a:lnTo>
                  <a:lnTo>
                    <a:pt x="1233487" y="2336165"/>
                  </a:lnTo>
                  <a:close/>
                </a:path>
                <a:path w="5560060" h="2336165">
                  <a:moveTo>
                    <a:pt x="1176337" y="2336165"/>
                  </a:moveTo>
                  <a:lnTo>
                    <a:pt x="1147762" y="2336165"/>
                  </a:lnTo>
                  <a:lnTo>
                    <a:pt x="1147762" y="2307590"/>
                  </a:lnTo>
                  <a:lnTo>
                    <a:pt x="1176337" y="2307590"/>
                  </a:lnTo>
                  <a:lnTo>
                    <a:pt x="1176337" y="2336165"/>
                  </a:lnTo>
                  <a:close/>
                </a:path>
                <a:path w="5560060" h="2336165">
                  <a:moveTo>
                    <a:pt x="1119187" y="2336165"/>
                  </a:moveTo>
                  <a:lnTo>
                    <a:pt x="1090612" y="2336165"/>
                  </a:lnTo>
                  <a:lnTo>
                    <a:pt x="1090612" y="2307590"/>
                  </a:lnTo>
                  <a:lnTo>
                    <a:pt x="1119187" y="2307590"/>
                  </a:lnTo>
                  <a:lnTo>
                    <a:pt x="1119187" y="2336165"/>
                  </a:lnTo>
                  <a:close/>
                </a:path>
                <a:path w="5560060" h="2336165">
                  <a:moveTo>
                    <a:pt x="1062037" y="2336165"/>
                  </a:moveTo>
                  <a:lnTo>
                    <a:pt x="1033462" y="2336165"/>
                  </a:lnTo>
                  <a:lnTo>
                    <a:pt x="1033462" y="2307590"/>
                  </a:lnTo>
                  <a:lnTo>
                    <a:pt x="1062037" y="2307590"/>
                  </a:lnTo>
                  <a:lnTo>
                    <a:pt x="1062037" y="2336165"/>
                  </a:lnTo>
                  <a:close/>
                </a:path>
                <a:path w="5560060" h="2336165">
                  <a:moveTo>
                    <a:pt x="1004887" y="2336165"/>
                  </a:moveTo>
                  <a:lnTo>
                    <a:pt x="976312" y="2336165"/>
                  </a:lnTo>
                  <a:lnTo>
                    <a:pt x="976312" y="2307590"/>
                  </a:lnTo>
                  <a:lnTo>
                    <a:pt x="1004887" y="2307590"/>
                  </a:lnTo>
                  <a:lnTo>
                    <a:pt x="1004887" y="2336165"/>
                  </a:lnTo>
                  <a:close/>
                </a:path>
                <a:path w="5560060" h="2336165">
                  <a:moveTo>
                    <a:pt x="947737" y="2336165"/>
                  </a:moveTo>
                  <a:lnTo>
                    <a:pt x="919162" y="2336165"/>
                  </a:lnTo>
                  <a:lnTo>
                    <a:pt x="919162" y="2307590"/>
                  </a:lnTo>
                  <a:lnTo>
                    <a:pt x="947737" y="2307590"/>
                  </a:lnTo>
                  <a:lnTo>
                    <a:pt x="947737" y="2336165"/>
                  </a:lnTo>
                  <a:close/>
                </a:path>
                <a:path w="5560060" h="2336165">
                  <a:moveTo>
                    <a:pt x="890587" y="2336165"/>
                  </a:moveTo>
                  <a:lnTo>
                    <a:pt x="862012" y="2336165"/>
                  </a:lnTo>
                  <a:lnTo>
                    <a:pt x="862012" y="2307590"/>
                  </a:lnTo>
                  <a:lnTo>
                    <a:pt x="890587" y="2307590"/>
                  </a:lnTo>
                  <a:lnTo>
                    <a:pt x="890587" y="2336165"/>
                  </a:lnTo>
                  <a:close/>
                </a:path>
                <a:path w="5560060" h="2336165">
                  <a:moveTo>
                    <a:pt x="833437" y="2336165"/>
                  </a:moveTo>
                  <a:lnTo>
                    <a:pt x="804862" y="2336165"/>
                  </a:lnTo>
                  <a:lnTo>
                    <a:pt x="804862" y="2307590"/>
                  </a:lnTo>
                  <a:lnTo>
                    <a:pt x="833437" y="2307590"/>
                  </a:lnTo>
                  <a:lnTo>
                    <a:pt x="833437" y="2336165"/>
                  </a:lnTo>
                  <a:close/>
                </a:path>
                <a:path w="5560060" h="2336165">
                  <a:moveTo>
                    <a:pt x="776287" y="2336165"/>
                  </a:moveTo>
                  <a:lnTo>
                    <a:pt x="747712" y="2336165"/>
                  </a:lnTo>
                  <a:lnTo>
                    <a:pt x="747712" y="2307590"/>
                  </a:lnTo>
                  <a:lnTo>
                    <a:pt x="776287" y="2307590"/>
                  </a:lnTo>
                  <a:lnTo>
                    <a:pt x="776287" y="2336165"/>
                  </a:lnTo>
                  <a:close/>
                </a:path>
                <a:path w="5560060" h="2336165">
                  <a:moveTo>
                    <a:pt x="719137" y="2336165"/>
                  </a:moveTo>
                  <a:lnTo>
                    <a:pt x="690562" y="2336165"/>
                  </a:lnTo>
                  <a:lnTo>
                    <a:pt x="690562" y="2307590"/>
                  </a:lnTo>
                  <a:lnTo>
                    <a:pt x="719137" y="2307590"/>
                  </a:lnTo>
                  <a:lnTo>
                    <a:pt x="719137" y="2336165"/>
                  </a:lnTo>
                  <a:close/>
                </a:path>
                <a:path w="5560060" h="2336165">
                  <a:moveTo>
                    <a:pt x="661987" y="2336165"/>
                  </a:moveTo>
                  <a:lnTo>
                    <a:pt x="633412" y="2336165"/>
                  </a:lnTo>
                  <a:lnTo>
                    <a:pt x="633412" y="2307590"/>
                  </a:lnTo>
                  <a:lnTo>
                    <a:pt x="661987" y="2307590"/>
                  </a:lnTo>
                  <a:lnTo>
                    <a:pt x="661987" y="2336165"/>
                  </a:lnTo>
                  <a:close/>
                </a:path>
                <a:path w="5560060" h="2336165">
                  <a:moveTo>
                    <a:pt x="604837" y="2336165"/>
                  </a:moveTo>
                  <a:lnTo>
                    <a:pt x="576262" y="2336165"/>
                  </a:lnTo>
                  <a:lnTo>
                    <a:pt x="576262" y="2307590"/>
                  </a:lnTo>
                  <a:lnTo>
                    <a:pt x="604837" y="2307590"/>
                  </a:lnTo>
                  <a:lnTo>
                    <a:pt x="604837" y="2336165"/>
                  </a:lnTo>
                  <a:close/>
                </a:path>
                <a:path w="5560060" h="2336165">
                  <a:moveTo>
                    <a:pt x="547687" y="2336165"/>
                  </a:moveTo>
                  <a:lnTo>
                    <a:pt x="519112" y="2336165"/>
                  </a:lnTo>
                  <a:lnTo>
                    <a:pt x="519112" y="2307590"/>
                  </a:lnTo>
                  <a:lnTo>
                    <a:pt x="547687" y="2307590"/>
                  </a:lnTo>
                  <a:lnTo>
                    <a:pt x="547687" y="2336165"/>
                  </a:lnTo>
                  <a:close/>
                </a:path>
                <a:path w="5560060" h="2336165">
                  <a:moveTo>
                    <a:pt x="490537" y="2336165"/>
                  </a:moveTo>
                  <a:lnTo>
                    <a:pt x="461962" y="2336165"/>
                  </a:lnTo>
                  <a:lnTo>
                    <a:pt x="461962" y="2307590"/>
                  </a:lnTo>
                  <a:lnTo>
                    <a:pt x="490537" y="2307590"/>
                  </a:lnTo>
                  <a:lnTo>
                    <a:pt x="490537" y="2336165"/>
                  </a:lnTo>
                  <a:close/>
                </a:path>
                <a:path w="5560060" h="2336165">
                  <a:moveTo>
                    <a:pt x="433387" y="2336165"/>
                  </a:moveTo>
                  <a:lnTo>
                    <a:pt x="404812" y="2336165"/>
                  </a:lnTo>
                  <a:lnTo>
                    <a:pt x="404812" y="2307590"/>
                  </a:lnTo>
                  <a:lnTo>
                    <a:pt x="433387" y="2307590"/>
                  </a:lnTo>
                  <a:lnTo>
                    <a:pt x="433387" y="2336165"/>
                  </a:lnTo>
                  <a:close/>
                </a:path>
                <a:path w="5560060" h="2336165">
                  <a:moveTo>
                    <a:pt x="376237" y="2336165"/>
                  </a:moveTo>
                  <a:lnTo>
                    <a:pt x="347662" y="2336165"/>
                  </a:lnTo>
                  <a:lnTo>
                    <a:pt x="347662" y="2307590"/>
                  </a:lnTo>
                  <a:lnTo>
                    <a:pt x="376237" y="2307590"/>
                  </a:lnTo>
                  <a:lnTo>
                    <a:pt x="376237" y="2336165"/>
                  </a:lnTo>
                  <a:close/>
                </a:path>
                <a:path w="5560060" h="2336165">
                  <a:moveTo>
                    <a:pt x="319087" y="2336165"/>
                  </a:moveTo>
                  <a:lnTo>
                    <a:pt x="290512" y="2336165"/>
                  </a:lnTo>
                  <a:lnTo>
                    <a:pt x="290512" y="2307590"/>
                  </a:lnTo>
                  <a:lnTo>
                    <a:pt x="319087" y="2307590"/>
                  </a:lnTo>
                  <a:lnTo>
                    <a:pt x="319087" y="2336165"/>
                  </a:lnTo>
                  <a:close/>
                </a:path>
                <a:path w="5560060" h="2336165">
                  <a:moveTo>
                    <a:pt x="261937" y="2336165"/>
                  </a:moveTo>
                  <a:lnTo>
                    <a:pt x="233362" y="2336165"/>
                  </a:lnTo>
                  <a:lnTo>
                    <a:pt x="233362" y="2307590"/>
                  </a:lnTo>
                  <a:lnTo>
                    <a:pt x="261937" y="2307590"/>
                  </a:lnTo>
                  <a:lnTo>
                    <a:pt x="261937" y="2336165"/>
                  </a:lnTo>
                  <a:close/>
                </a:path>
                <a:path w="5560060" h="2336165">
                  <a:moveTo>
                    <a:pt x="204787" y="2336165"/>
                  </a:moveTo>
                  <a:lnTo>
                    <a:pt x="176212" y="2336165"/>
                  </a:lnTo>
                  <a:lnTo>
                    <a:pt x="176212" y="2307590"/>
                  </a:lnTo>
                  <a:lnTo>
                    <a:pt x="204787" y="2307590"/>
                  </a:lnTo>
                  <a:lnTo>
                    <a:pt x="204787" y="2336165"/>
                  </a:lnTo>
                  <a:close/>
                </a:path>
                <a:path w="5560060" h="2336165">
                  <a:moveTo>
                    <a:pt x="147637" y="2336165"/>
                  </a:moveTo>
                  <a:lnTo>
                    <a:pt x="119062" y="2336165"/>
                  </a:lnTo>
                  <a:lnTo>
                    <a:pt x="119062" y="2307590"/>
                  </a:lnTo>
                  <a:lnTo>
                    <a:pt x="147637" y="2307590"/>
                  </a:lnTo>
                  <a:lnTo>
                    <a:pt x="147637" y="2336165"/>
                  </a:lnTo>
                  <a:close/>
                </a:path>
                <a:path w="5560060" h="2336165">
                  <a:moveTo>
                    <a:pt x="90487" y="2336165"/>
                  </a:moveTo>
                  <a:lnTo>
                    <a:pt x="61912" y="2336165"/>
                  </a:lnTo>
                  <a:lnTo>
                    <a:pt x="61912" y="2307590"/>
                  </a:lnTo>
                  <a:lnTo>
                    <a:pt x="90487" y="2307590"/>
                  </a:lnTo>
                  <a:lnTo>
                    <a:pt x="90487" y="2336165"/>
                  </a:lnTo>
                  <a:close/>
                </a:path>
              </a:pathLst>
            </a:custGeom>
            <a:solidFill>
              <a:srgbClr val="44536A"/>
            </a:solidFill>
          </p:spPr>
          <p:txBody>
            <a:bodyPr wrap="square" lIns="0" tIns="0" rIns="0" bIns="0" rtlCol="0"/>
            <a:lstStyle/>
            <a:p>
              <a:endParaRPr/>
            </a:p>
          </p:txBody>
        </p:sp>
        <p:sp>
          <p:nvSpPr>
            <p:cNvPr id="9" name="object 9"/>
            <p:cNvSpPr/>
            <p:nvPr/>
          </p:nvSpPr>
          <p:spPr>
            <a:xfrm>
              <a:off x="5593079" y="1286256"/>
              <a:ext cx="449580" cy="189230"/>
            </a:xfrm>
            <a:custGeom>
              <a:avLst/>
              <a:gdLst/>
              <a:ahLst/>
              <a:cxnLst/>
              <a:rect l="l" t="t" r="r" b="b"/>
              <a:pathLst>
                <a:path w="449579" h="189230">
                  <a:moveTo>
                    <a:pt x="355092" y="188976"/>
                  </a:moveTo>
                  <a:lnTo>
                    <a:pt x="355092" y="141732"/>
                  </a:lnTo>
                  <a:lnTo>
                    <a:pt x="94487" y="141732"/>
                  </a:lnTo>
                  <a:lnTo>
                    <a:pt x="94487" y="188976"/>
                  </a:lnTo>
                  <a:lnTo>
                    <a:pt x="0" y="94488"/>
                  </a:lnTo>
                  <a:lnTo>
                    <a:pt x="94487" y="0"/>
                  </a:lnTo>
                  <a:lnTo>
                    <a:pt x="94487" y="47244"/>
                  </a:lnTo>
                  <a:lnTo>
                    <a:pt x="355092" y="47244"/>
                  </a:lnTo>
                  <a:lnTo>
                    <a:pt x="355092" y="0"/>
                  </a:lnTo>
                  <a:lnTo>
                    <a:pt x="449580" y="94488"/>
                  </a:lnTo>
                  <a:lnTo>
                    <a:pt x="355092" y="188976"/>
                  </a:lnTo>
                  <a:close/>
                </a:path>
              </a:pathLst>
            </a:custGeom>
            <a:solidFill>
              <a:srgbClr val="5F95E6"/>
            </a:solidFill>
          </p:spPr>
          <p:txBody>
            <a:bodyPr wrap="square" lIns="0" tIns="0" rIns="0" bIns="0" rtlCol="0"/>
            <a:lstStyle/>
            <a:p>
              <a:endParaRPr/>
            </a:p>
          </p:txBody>
        </p:sp>
        <p:sp>
          <p:nvSpPr>
            <p:cNvPr id="10" name="object 10"/>
            <p:cNvSpPr/>
            <p:nvPr/>
          </p:nvSpPr>
          <p:spPr>
            <a:xfrm>
              <a:off x="5584742" y="1270685"/>
              <a:ext cx="467359" cy="219710"/>
            </a:xfrm>
            <a:custGeom>
              <a:avLst/>
              <a:gdLst/>
              <a:ahLst/>
              <a:cxnLst/>
              <a:rect l="l" t="t" r="r" b="b"/>
              <a:pathLst>
                <a:path w="467360" h="219709">
                  <a:moveTo>
                    <a:pt x="109620" y="219252"/>
                  </a:moveTo>
                  <a:lnTo>
                    <a:pt x="0" y="109620"/>
                  </a:lnTo>
                  <a:lnTo>
                    <a:pt x="109620" y="0"/>
                  </a:lnTo>
                  <a:lnTo>
                    <a:pt x="109620" y="15328"/>
                  </a:lnTo>
                  <a:lnTo>
                    <a:pt x="96920" y="15328"/>
                  </a:lnTo>
                  <a:lnTo>
                    <a:pt x="96920" y="30657"/>
                  </a:lnTo>
                  <a:lnTo>
                    <a:pt x="22447" y="105130"/>
                  </a:lnTo>
                  <a:lnTo>
                    <a:pt x="13468" y="105130"/>
                  </a:lnTo>
                  <a:lnTo>
                    <a:pt x="13468" y="114109"/>
                  </a:lnTo>
                  <a:lnTo>
                    <a:pt x="22447" y="114109"/>
                  </a:lnTo>
                  <a:lnTo>
                    <a:pt x="96920" y="188582"/>
                  </a:lnTo>
                  <a:lnTo>
                    <a:pt x="96920" y="203923"/>
                  </a:lnTo>
                  <a:lnTo>
                    <a:pt x="109620" y="203923"/>
                  </a:lnTo>
                  <a:lnTo>
                    <a:pt x="109620" y="219252"/>
                  </a:lnTo>
                  <a:close/>
                </a:path>
                <a:path w="467360" h="219709">
                  <a:moveTo>
                    <a:pt x="357270" y="62471"/>
                  </a:moveTo>
                  <a:lnTo>
                    <a:pt x="357270" y="0"/>
                  </a:lnTo>
                  <a:lnTo>
                    <a:pt x="372598" y="15328"/>
                  </a:lnTo>
                  <a:lnTo>
                    <a:pt x="369970" y="15328"/>
                  </a:lnTo>
                  <a:lnTo>
                    <a:pt x="359124" y="19812"/>
                  </a:lnTo>
                  <a:lnTo>
                    <a:pt x="369970" y="30657"/>
                  </a:lnTo>
                  <a:lnTo>
                    <a:pt x="369970" y="56121"/>
                  </a:lnTo>
                  <a:lnTo>
                    <a:pt x="363620" y="56121"/>
                  </a:lnTo>
                  <a:lnTo>
                    <a:pt x="357270" y="62471"/>
                  </a:lnTo>
                  <a:close/>
                </a:path>
                <a:path w="467360" h="219709">
                  <a:moveTo>
                    <a:pt x="96920" y="30657"/>
                  </a:moveTo>
                  <a:lnTo>
                    <a:pt x="96920" y="15328"/>
                  </a:lnTo>
                  <a:lnTo>
                    <a:pt x="107765" y="19812"/>
                  </a:lnTo>
                  <a:lnTo>
                    <a:pt x="96920" y="30657"/>
                  </a:lnTo>
                  <a:close/>
                </a:path>
                <a:path w="467360" h="219709">
                  <a:moveTo>
                    <a:pt x="369970" y="68821"/>
                  </a:moveTo>
                  <a:lnTo>
                    <a:pt x="96920" y="68821"/>
                  </a:lnTo>
                  <a:lnTo>
                    <a:pt x="96920" y="30657"/>
                  </a:lnTo>
                  <a:lnTo>
                    <a:pt x="107765" y="19812"/>
                  </a:lnTo>
                  <a:lnTo>
                    <a:pt x="96920" y="15328"/>
                  </a:lnTo>
                  <a:lnTo>
                    <a:pt x="109620" y="15328"/>
                  </a:lnTo>
                  <a:lnTo>
                    <a:pt x="109620" y="56121"/>
                  </a:lnTo>
                  <a:lnTo>
                    <a:pt x="103270" y="56121"/>
                  </a:lnTo>
                  <a:lnTo>
                    <a:pt x="109620" y="62471"/>
                  </a:lnTo>
                  <a:lnTo>
                    <a:pt x="369970" y="62471"/>
                  </a:lnTo>
                  <a:lnTo>
                    <a:pt x="369970" y="68821"/>
                  </a:lnTo>
                  <a:close/>
                </a:path>
                <a:path w="467360" h="219709">
                  <a:moveTo>
                    <a:pt x="369970" y="30657"/>
                  </a:moveTo>
                  <a:lnTo>
                    <a:pt x="359124" y="19812"/>
                  </a:lnTo>
                  <a:lnTo>
                    <a:pt x="369970" y="15328"/>
                  </a:lnTo>
                  <a:lnTo>
                    <a:pt x="369970" y="30657"/>
                  </a:lnTo>
                  <a:close/>
                </a:path>
                <a:path w="467360" h="219709">
                  <a:moveTo>
                    <a:pt x="448932" y="109620"/>
                  </a:moveTo>
                  <a:lnTo>
                    <a:pt x="369970" y="30657"/>
                  </a:lnTo>
                  <a:lnTo>
                    <a:pt x="369970" y="15328"/>
                  </a:lnTo>
                  <a:lnTo>
                    <a:pt x="372598" y="15328"/>
                  </a:lnTo>
                  <a:lnTo>
                    <a:pt x="462400" y="105130"/>
                  </a:lnTo>
                  <a:lnTo>
                    <a:pt x="453421" y="105130"/>
                  </a:lnTo>
                  <a:lnTo>
                    <a:pt x="448932" y="109620"/>
                  </a:lnTo>
                  <a:close/>
                </a:path>
                <a:path w="467360" h="219709">
                  <a:moveTo>
                    <a:pt x="109620" y="62471"/>
                  </a:moveTo>
                  <a:lnTo>
                    <a:pt x="103270" y="56121"/>
                  </a:lnTo>
                  <a:lnTo>
                    <a:pt x="109620" y="56121"/>
                  </a:lnTo>
                  <a:lnTo>
                    <a:pt x="109620" y="62471"/>
                  </a:lnTo>
                  <a:close/>
                </a:path>
                <a:path w="467360" h="219709">
                  <a:moveTo>
                    <a:pt x="357270" y="62471"/>
                  </a:moveTo>
                  <a:lnTo>
                    <a:pt x="109620" y="62471"/>
                  </a:lnTo>
                  <a:lnTo>
                    <a:pt x="109620" y="56121"/>
                  </a:lnTo>
                  <a:lnTo>
                    <a:pt x="357270" y="56121"/>
                  </a:lnTo>
                  <a:lnTo>
                    <a:pt x="357270" y="62471"/>
                  </a:lnTo>
                  <a:close/>
                </a:path>
                <a:path w="467360" h="219709">
                  <a:moveTo>
                    <a:pt x="369970" y="62471"/>
                  </a:moveTo>
                  <a:lnTo>
                    <a:pt x="357270" y="62471"/>
                  </a:lnTo>
                  <a:lnTo>
                    <a:pt x="363620" y="56121"/>
                  </a:lnTo>
                  <a:lnTo>
                    <a:pt x="369970" y="56121"/>
                  </a:lnTo>
                  <a:lnTo>
                    <a:pt x="369970" y="62471"/>
                  </a:lnTo>
                  <a:close/>
                </a:path>
                <a:path w="467360" h="219709">
                  <a:moveTo>
                    <a:pt x="13468" y="114109"/>
                  </a:moveTo>
                  <a:lnTo>
                    <a:pt x="13468" y="105130"/>
                  </a:lnTo>
                  <a:lnTo>
                    <a:pt x="17951" y="109626"/>
                  </a:lnTo>
                  <a:lnTo>
                    <a:pt x="13468" y="114109"/>
                  </a:lnTo>
                  <a:close/>
                </a:path>
                <a:path w="467360" h="219709">
                  <a:moveTo>
                    <a:pt x="17957" y="109620"/>
                  </a:moveTo>
                  <a:lnTo>
                    <a:pt x="13468" y="105130"/>
                  </a:lnTo>
                  <a:lnTo>
                    <a:pt x="22447" y="105130"/>
                  </a:lnTo>
                  <a:lnTo>
                    <a:pt x="17957" y="109620"/>
                  </a:lnTo>
                  <a:close/>
                </a:path>
                <a:path w="467360" h="219709">
                  <a:moveTo>
                    <a:pt x="453421" y="114109"/>
                  </a:moveTo>
                  <a:lnTo>
                    <a:pt x="448932" y="109620"/>
                  </a:lnTo>
                  <a:lnTo>
                    <a:pt x="453421" y="105130"/>
                  </a:lnTo>
                  <a:lnTo>
                    <a:pt x="453421" y="114109"/>
                  </a:lnTo>
                  <a:close/>
                </a:path>
                <a:path w="467360" h="219709">
                  <a:moveTo>
                    <a:pt x="462413" y="114109"/>
                  </a:moveTo>
                  <a:lnTo>
                    <a:pt x="453421" y="114109"/>
                  </a:lnTo>
                  <a:lnTo>
                    <a:pt x="453421" y="105130"/>
                  </a:lnTo>
                  <a:lnTo>
                    <a:pt x="462400" y="105130"/>
                  </a:lnTo>
                  <a:lnTo>
                    <a:pt x="466896" y="109626"/>
                  </a:lnTo>
                  <a:lnTo>
                    <a:pt x="462413" y="114109"/>
                  </a:lnTo>
                  <a:close/>
                </a:path>
                <a:path w="467360" h="219709">
                  <a:moveTo>
                    <a:pt x="22447" y="114109"/>
                  </a:moveTo>
                  <a:lnTo>
                    <a:pt x="13468" y="114109"/>
                  </a:lnTo>
                  <a:lnTo>
                    <a:pt x="17964" y="109626"/>
                  </a:lnTo>
                  <a:lnTo>
                    <a:pt x="22447" y="114109"/>
                  </a:lnTo>
                  <a:close/>
                </a:path>
                <a:path w="467360" h="219709">
                  <a:moveTo>
                    <a:pt x="372598" y="203923"/>
                  </a:moveTo>
                  <a:lnTo>
                    <a:pt x="369970" y="203923"/>
                  </a:lnTo>
                  <a:lnTo>
                    <a:pt x="369970" y="188582"/>
                  </a:lnTo>
                  <a:lnTo>
                    <a:pt x="448938" y="109626"/>
                  </a:lnTo>
                  <a:lnTo>
                    <a:pt x="453421" y="114109"/>
                  </a:lnTo>
                  <a:lnTo>
                    <a:pt x="462413" y="114109"/>
                  </a:lnTo>
                  <a:lnTo>
                    <a:pt x="372598" y="203923"/>
                  </a:lnTo>
                  <a:close/>
                </a:path>
                <a:path w="467360" h="219709">
                  <a:moveTo>
                    <a:pt x="109620" y="203923"/>
                  </a:moveTo>
                  <a:lnTo>
                    <a:pt x="96920" y="203923"/>
                  </a:lnTo>
                  <a:lnTo>
                    <a:pt x="107765" y="199428"/>
                  </a:lnTo>
                  <a:lnTo>
                    <a:pt x="96920" y="188582"/>
                  </a:lnTo>
                  <a:lnTo>
                    <a:pt x="96920" y="150418"/>
                  </a:lnTo>
                  <a:lnTo>
                    <a:pt x="369970" y="150418"/>
                  </a:lnTo>
                  <a:lnTo>
                    <a:pt x="369970" y="156768"/>
                  </a:lnTo>
                  <a:lnTo>
                    <a:pt x="109620" y="156768"/>
                  </a:lnTo>
                  <a:lnTo>
                    <a:pt x="103270" y="163118"/>
                  </a:lnTo>
                  <a:lnTo>
                    <a:pt x="109620" y="163118"/>
                  </a:lnTo>
                  <a:lnTo>
                    <a:pt x="109620" y="203923"/>
                  </a:lnTo>
                  <a:close/>
                </a:path>
                <a:path w="467360" h="219709">
                  <a:moveTo>
                    <a:pt x="109620" y="163118"/>
                  </a:moveTo>
                  <a:lnTo>
                    <a:pt x="103270" y="163118"/>
                  </a:lnTo>
                  <a:lnTo>
                    <a:pt x="109620" y="156768"/>
                  </a:lnTo>
                  <a:lnTo>
                    <a:pt x="109620" y="163118"/>
                  </a:lnTo>
                  <a:close/>
                </a:path>
                <a:path w="467360" h="219709">
                  <a:moveTo>
                    <a:pt x="357270" y="163118"/>
                  </a:moveTo>
                  <a:lnTo>
                    <a:pt x="109620" y="163118"/>
                  </a:lnTo>
                  <a:lnTo>
                    <a:pt x="109620" y="156768"/>
                  </a:lnTo>
                  <a:lnTo>
                    <a:pt x="357270" y="156768"/>
                  </a:lnTo>
                  <a:lnTo>
                    <a:pt x="357270" y="163118"/>
                  </a:lnTo>
                  <a:close/>
                </a:path>
                <a:path w="467360" h="219709">
                  <a:moveTo>
                    <a:pt x="357270" y="219252"/>
                  </a:moveTo>
                  <a:lnTo>
                    <a:pt x="357270" y="156768"/>
                  </a:lnTo>
                  <a:lnTo>
                    <a:pt x="363620" y="163118"/>
                  </a:lnTo>
                  <a:lnTo>
                    <a:pt x="369970" y="163118"/>
                  </a:lnTo>
                  <a:lnTo>
                    <a:pt x="369970" y="188582"/>
                  </a:lnTo>
                  <a:lnTo>
                    <a:pt x="359124" y="199428"/>
                  </a:lnTo>
                  <a:lnTo>
                    <a:pt x="369970" y="203923"/>
                  </a:lnTo>
                  <a:lnTo>
                    <a:pt x="372598" y="203923"/>
                  </a:lnTo>
                  <a:lnTo>
                    <a:pt x="357270" y="219252"/>
                  </a:lnTo>
                  <a:close/>
                </a:path>
                <a:path w="467360" h="219709">
                  <a:moveTo>
                    <a:pt x="369970" y="163118"/>
                  </a:moveTo>
                  <a:lnTo>
                    <a:pt x="363620" y="163118"/>
                  </a:lnTo>
                  <a:lnTo>
                    <a:pt x="357270" y="156768"/>
                  </a:lnTo>
                  <a:lnTo>
                    <a:pt x="369970" y="156768"/>
                  </a:lnTo>
                  <a:lnTo>
                    <a:pt x="369970" y="163118"/>
                  </a:lnTo>
                  <a:close/>
                </a:path>
                <a:path w="467360" h="219709">
                  <a:moveTo>
                    <a:pt x="96920" y="203923"/>
                  </a:moveTo>
                  <a:lnTo>
                    <a:pt x="96920" y="188582"/>
                  </a:lnTo>
                  <a:lnTo>
                    <a:pt x="107765" y="199428"/>
                  </a:lnTo>
                  <a:lnTo>
                    <a:pt x="96920" y="203923"/>
                  </a:lnTo>
                  <a:close/>
                </a:path>
                <a:path w="467360" h="219709">
                  <a:moveTo>
                    <a:pt x="369970" y="203923"/>
                  </a:moveTo>
                  <a:lnTo>
                    <a:pt x="359124" y="199428"/>
                  </a:lnTo>
                  <a:lnTo>
                    <a:pt x="369970" y="188582"/>
                  </a:lnTo>
                  <a:lnTo>
                    <a:pt x="369970" y="203923"/>
                  </a:lnTo>
                  <a:close/>
                </a:path>
              </a:pathLst>
            </a:custGeom>
            <a:solidFill>
              <a:srgbClr val="2069D2"/>
            </a:solidFill>
          </p:spPr>
          <p:txBody>
            <a:bodyPr wrap="square" lIns="0" tIns="0" rIns="0" bIns="0" rtlCol="0"/>
            <a:lstStyle/>
            <a:p>
              <a:endParaRPr/>
            </a:p>
          </p:txBody>
        </p:sp>
        <p:sp>
          <p:nvSpPr>
            <p:cNvPr id="11" name="object 11"/>
            <p:cNvSpPr/>
            <p:nvPr/>
          </p:nvSpPr>
          <p:spPr>
            <a:xfrm>
              <a:off x="5599175" y="1601723"/>
              <a:ext cx="448309" cy="189230"/>
            </a:xfrm>
            <a:custGeom>
              <a:avLst/>
              <a:gdLst/>
              <a:ahLst/>
              <a:cxnLst/>
              <a:rect l="l" t="t" r="r" b="b"/>
              <a:pathLst>
                <a:path w="448310" h="189230">
                  <a:moveTo>
                    <a:pt x="353568" y="188975"/>
                  </a:moveTo>
                  <a:lnTo>
                    <a:pt x="353568" y="141731"/>
                  </a:lnTo>
                  <a:lnTo>
                    <a:pt x="94487" y="141731"/>
                  </a:lnTo>
                  <a:lnTo>
                    <a:pt x="94487" y="188975"/>
                  </a:lnTo>
                  <a:lnTo>
                    <a:pt x="0" y="94487"/>
                  </a:lnTo>
                  <a:lnTo>
                    <a:pt x="94487" y="0"/>
                  </a:lnTo>
                  <a:lnTo>
                    <a:pt x="94487" y="47243"/>
                  </a:lnTo>
                  <a:lnTo>
                    <a:pt x="353568" y="47243"/>
                  </a:lnTo>
                  <a:lnTo>
                    <a:pt x="353568" y="0"/>
                  </a:lnTo>
                  <a:lnTo>
                    <a:pt x="448056" y="94487"/>
                  </a:lnTo>
                  <a:lnTo>
                    <a:pt x="353568" y="188975"/>
                  </a:lnTo>
                  <a:close/>
                </a:path>
              </a:pathLst>
            </a:custGeom>
            <a:solidFill>
              <a:srgbClr val="5F95E6"/>
            </a:solidFill>
          </p:spPr>
          <p:txBody>
            <a:bodyPr wrap="square" lIns="0" tIns="0" rIns="0" bIns="0" rtlCol="0"/>
            <a:lstStyle/>
            <a:p>
              <a:endParaRPr/>
            </a:p>
          </p:txBody>
        </p:sp>
        <p:sp>
          <p:nvSpPr>
            <p:cNvPr id="12" name="object 12"/>
            <p:cNvSpPr/>
            <p:nvPr/>
          </p:nvSpPr>
          <p:spPr>
            <a:xfrm>
              <a:off x="5589822" y="1586280"/>
              <a:ext cx="467359" cy="219710"/>
            </a:xfrm>
            <a:custGeom>
              <a:avLst/>
              <a:gdLst/>
              <a:ahLst/>
              <a:cxnLst/>
              <a:rect l="l" t="t" r="r" b="b"/>
              <a:pathLst>
                <a:path w="467360" h="219710">
                  <a:moveTo>
                    <a:pt x="109620" y="219252"/>
                  </a:moveTo>
                  <a:lnTo>
                    <a:pt x="0" y="109620"/>
                  </a:lnTo>
                  <a:lnTo>
                    <a:pt x="109620" y="0"/>
                  </a:lnTo>
                  <a:lnTo>
                    <a:pt x="109620" y="15328"/>
                  </a:lnTo>
                  <a:lnTo>
                    <a:pt x="96920" y="15328"/>
                  </a:lnTo>
                  <a:lnTo>
                    <a:pt x="96920" y="30657"/>
                  </a:lnTo>
                  <a:lnTo>
                    <a:pt x="22447" y="105130"/>
                  </a:lnTo>
                  <a:lnTo>
                    <a:pt x="13468" y="105130"/>
                  </a:lnTo>
                  <a:lnTo>
                    <a:pt x="13468" y="114109"/>
                  </a:lnTo>
                  <a:lnTo>
                    <a:pt x="22447" y="114109"/>
                  </a:lnTo>
                  <a:lnTo>
                    <a:pt x="96920" y="188582"/>
                  </a:lnTo>
                  <a:lnTo>
                    <a:pt x="96920" y="203923"/>
                  </a:lnTo>
                  <a:lnTo>
                    <a:pt x="109620" y="203923"/>
                  </a:lnTo>
                  <a:lnTo>
                    <a:pt x="109620" y="219252"/>
                  </a:lnTo>
                  <a:close/>
                </a:path>
                <a:path w="467360" h="219710">
                  <a:moveTo>
                    <a:pt x="357270" y="62471"/>
                  </a:moveTo>
                  <a:lnTo>
                    <a:pt x="357270" y="0"/>
                  </a:lnTo>
                  <a:lnTo>
                    <a:pt x="372598" y="15328"/>
                  </a:lnTo>
                  <a:lnTo>
                    <a:pt x="369970" y="15328"/>
                  </a:lnTo>
                  <a:lnTo>
                    <a:pt x="359124" y="19812"/>
                  </a:lnTo>
                  <a:lnTo>
                    <a:pt x="369970" y="30657"/>
                  </a:lnTo>
                  <a:lnTo>
                    <a:pt x="369970" y="56121"/>
                  </a:lnTo>
                  <a:lnTo>
                    <a:pt x="363620" y="56121"/>
                  </a:lnTo>
                  <a:lnTo>
                    <a:pt x="357270" y="62471"/>
                  </a:lnTo>
                  <a:close/>
                </a:path>
                <a:path w="467360" h="219710">
                  <a:moveTo>
                    <a:pt x="96920" y="30657"/>
                  </a:moveTo>
                  <a:lnTo>
                    <a:pt x="96920" y="15328"/>
                  </a:lnTo>
                  <a:lnTo>
                    <a:pt x="107765" y="19812"/>
                  </a:lnTo>
                  <a:lnTo>
                    <a:pt x="96920" y="30657"/>
                  </a:lnTo>
                  <a:close/>
                </a:path>
                <a:path w="467360" h="219710">
                  <a:moveTo>
                    <a:pt x="369970" y="68821"/>
                  </a:moveTo>
                  <a:lnTo>
                    <a:pt x="96920" y="68821"/>
                  </a:lnTo>
                  <a:lnTo>
                    <a:pt x="96920" y="30657"/>
                  </a:lnTo>
                  <a:lnTo>
                    <a:pt x="107765" y="19812"/>
                  </a:lnTo>
                  <a:lnTo>
                    <a:pt x="96920" y="15328"/>
                  </a:lnTo>
                  <a:lnTo>
                    <a:pt x="109620" y="15328"/>
                  </a:lnTo>
                  <a:lnTo>
                    <a:pt x="109620" y="56121"/>
                  </a:lnTo>
                  <a:lnTo>
                    <a:pt x="103270" y="56121"/>
                  </a:lnTo>
                  <a:lnTo>
                    <a:pt x="109620" y="62471"/>
                  </a:lnTo>
                  <a:lnTo>
                    <a:pt x="369970" y="62471"/>
                  </a:lnTo>
                  <a:lnTo>
                    <a:pt x="369970" y="68821"/>
                  </a:lnTo>
                  <a:close/>
                </a:path>
                <a:path w="467360" h="219710">
                  <a:moveTo>
                    <a:pt x="369970" y="30657"/>
                  </a:moveTo>
                  <a:lnTo>
                    <a:pt x="359124" y="19812"/>
                  </a:lnTo>
                  <a:lnTo>
                    <a:pt x="369970" y="15328"/>
                  </a:lnTo>
                  <a:lnTo>
                    <a:pt x="369970" y="30657"/>
                  </a:lnTo>
                  <a:close/>
                </a:path>
                <a:path w="467360" h="219710">
                  <a:moveTo>
                    <a:pt x="448932" y="109620"/>
                  </a:moveTo>
                  <a:lnTo>
                    <a:pt x="369970" y="30657"/>
                  </a:lnTo>
                  <a:lnTo>
                    <a:pt x="369970" y="15328"/>
                  </a:lnTo>
                  <a:lnTo>
                    <a:pt x="372598" y="15328"/>
                  </a:lnTo>
                  <a:lnTo>
                    <a:pt x="462400" y="105130"/>
                  </a:lnTo>
                  <a:lnTo>
                    <a:pt x="453421" y="105130"/>
                  </a:lnTo>
                  <a:lnTo>
                    <a:pt x="448932" y="109620"/>
                  </a:lnTo>
                  <a:close/>
                </a:path>
                <a:path w="467360" h="219710">
                  <a:moveTo>
                    <a:pt x="109620" y="62471"/>
                  </a:moveTo>
                  <a:lnTo>
                    <a:pt x="103270" y="56121"/>
                  </a:lnTo>
                  <a:lnTo>
                    <a:pt x="109620" y="56121"/>
                  </a:lnTo>
                  <a:lnTo>
                    <a:pt x="109620" y="62471"/>
                  </a:lnTo>
                  <a:close/>
                </a:path>
                <a:path w="467360" h="219710">
                  <a:moveTo>
                    <a:pt x="357270" y="62471"/>
                  </a:moveTo>
                  <a:lnTo>
                    <a:pt x="109620" y="62471"/>
                  </a:lnTo>
                  <a:lnTo>
                    <a:pt x="109620" y="56121"/>
                  </a:lnTo>
                  <a:lnTo>
                    <a:pt x="357270" y="56121"/>
                  </a:lnTo>
                  <a:lnTo>
                    <a:pt x="357270" y="62471"/>
                  </a:lnTo>
                  <a:close/>
                </a:path>
                <a:path w="467360" h="219710">
                  <a:moveTo>
                    <a:pt x="369970" y="62471"/>
                  </a:moveTo>
                  <a:lnTo>
                    <a:pt x="357270" y="62471"/>
                  </a:lnTo>
                  <a:lnTo>
                    <a:pt x="363620" y="56121"/>
                  </a:lnTo>
                  <a:lnTo>
                    <a:pt x="369970" y="56121"/>
                  </a:lnTo>
                  <a:lnTo>
                    <a:pt x="369970" y="62471"/>
                  </a:lnTo>
                  <a:close/>
                </a:path>
                <a:path w="467360" h="219710">
                  <a:moveTo>
                    <a:pt x="13468" y="114109"/>
                  </a:moveTo>
                  <a:lnTo>
                    <a:pt x="13468" y="105130"/>
                  </a:lnTo>
                  <a:lnTo>
                    <a:pt x="17951" y="109626"/>
                  </a:lnTo>
                  <a:lnTo>
                    <a:pt x="13468" y="114109"/>
                  </a:lnTo>
                  <a:close/>
                </a:path>
                <a:path w="467360" h="219710">
                  <a:moveTo>
                    <a:pt x="17957" y="109620"/>
                  </a:moveTo>
                  <a:lnTo>
                    <a:pt x="13468" y="105130"/>
                  </a:lnTo>
                  <a:lnTo>
                    <a:pt x="22447" y="105130"/>
                  </a:lnTo>
                  <a:lnTo>
                    <a:pt x="17957" y="109620"/>
                  </a:lnTo>
                  <a:close/>
                </a:path>
                <a:path w="467360" h="219710">
                  <a:moveTo>
                    <a:pt x="453421" y="114109"/>
                  </a:moveTo>
                  <a:lnTo>
                    <a:pt x="448932" y="109620"/>
                  </a:lnTo>
                  <a:lnTo>
                    <a:pt x="453421" y="105130"/>
                  </a:lnTo>
                  <a:lnTo>
                    <a:pt x="453421" y="114109"/>
                  </a:lnTo>
                  <a:close/>
                </a:path>
                <a:path w="467360" h="219710">
                  <a:moveTo>
                    <a:pt x="462413" y="114109"/>
                  </a:moveTo>
                  <a:lnTo>
                    <a:pt x="453421" y="114109"/>
                  </a:lnTo>
                  <a:lnTo>
                    <a:pt x="453421" y="105130"/>
                  </a:lnTo>
                  <a:lnTo>
                    <a:pt x="462400" y="105130"/>
                  </a:lnTo>
                  <a:lnTo>
                    <a:pt x="466896" y="109626"/>
                  </a:lnTo>
                  <a:lnTo>
                    <a:pt x="462413" y="114109"/>
                  </a:lnTo>
                  <a:close/>
                </a:path>
                <a:path w="467360" h="219710">
                  <a:moveTo>
                    <a:pt x="22447" y="114109"/>
                  </a:moveTo>
                  <a:lnTo>
                    <a:pt x="13468" y="114109"/>
                  </a:lnTo>
                  <a:lnTo>
                    <a:pt x="17964" y="109626"/>
                  </a:lnTo>
                  <a:lnTo>
                    <a:pt x="22447" y="114109"/>
                  </a:lnTo>
                  <a:close/>
                </a:path>
                <a:path w="467360" h="219710">
                  <a:moveTo>
                    <a:pt x="372598" y="203923"/>
                  </a:moveTo>
                  <a:lnTo>
                    <a:pt x="369970" y="203923"/>
                  </a:lnTo>
                  <a:lnTo>
                    <a:pt x="369970" y="188582"/>
                  </a:lnTo>
                  <a:lnTo>
                    <a:pt x="448938" y="109626"/>
                  </a:lnTo>
                  <a:lnTo>
                    <a:pt x="453421" y="114109"/>
                  </a:lnTo>
                  <a:lnTo>
                    <a:pt x="462413" y="114109"/>
                  </a:lnTo>
                  <a:lnTo>
                    <a:pt x="372598" y="203923"/>
                  </a:lnTo>
                  <a:close/>
                </a:path>
                <a:path w="467360" h="219710">
                  <a:moveTo>
                    <a:pt x="109620" y="203923"/>
                  </a:moveTo>
                  <a:lnTo>
                    <a:pt x="96920" y="203923"/>
                  </a:lnTo>
                  <a:lnTo>
                    <a:pt x="107765" y="199428"/>
                  </a:lnTo>
                  <a:lnTo>
                    <a:pt x="96920" y="188582"/>
                  </a:lnTo>
                  <a:lnTo>
                    <a:pt x="96920" y="150418"/>
                  </a:lnTo>
                  <a:lnTo>
                    <a:pt x="369970" y="150418"/>
                  </a:lnTo>
                  <a:lnTo>
                    <a:pt x="369970" y="156768"/>
                  </a:lnTo>
                  <a:lnTo>
                    <a:pt x="109620" y="156768"/>
                  </a:lnTo>
                  <a:lnTo>
                    <a:pt x="103270" y="163118"/>
                  </a:lnTo>
                  <a:lnTo>
                    <a:pt x="109620" y="163118"/>
                  </a:lnTo>
                  <a:lnTo>
                    <a:pt x="109620" y="203923"/>
                  </a:lnTo>
                  <a:close/>
                </a:path>
                <a:path w="467360" h="219710">
                  <a:moveTo>
                    <a:pt x="109620" y="163118"/>
                  </a:moveTo>
                  <a:lnTo>
                    <a:pt x="103270" y="163118"/>
                  </a:lnTo>
                  <a:lnTo>
                    <a:pt x="109620" y="156768"/>
                  </a:lnTo>
                  <a:lnTo>
                    <a:pt x="109620" y="163118"/>
                  </a:lnTo>
                  <a:close/>
                </a:path>
                <a:path w="467360" h="219710">
                  <a:moveTo>
                    <a:pt x="357270" y="163118"/>
                  </a:moveTo>
                  <a:lnTo>
                    <a:pt x="109620" y="163118"/>
                  </a:lnTo>
                  <a:lnTo>
                    <a:pt x="109620" y="156768"/>
                  </a:lnTo>
                  <a:lnTo>
                    <a:pt x="357270" y="156768"/>
                  </a:lnTo>
                  <a:lnTo>
                    <a:pt x="357270" y="163118"/>
                  </a:lnTo>
                  <a:close/>
                </a:path>
                <a:path w="467360" h="219710">
                  <a:moveTo>
                    <a:pt x="357270" y="219252"/>
                  </a:moveTo>
                  <a:lnTo>
                    <a:pt x="357270" y="156768"/>
                  </a:lnTo>
                  <a:lnTo>
                    <a:pt x="363620" y="163118"/>
                  </a:lnTo>
                  <a:lnTo>
                    <a:pt x="369970" y="163118"/>
                  </a:lnTo>
                  <a:lnTo>
                    <a:pt x="369970" y="188582"/>
                  </a:lnTo>
                  <a:lnTo>
                    <a:pt x="359124" y="199428"/>
                  </a:lnTo>
                  <a:lnTo>
                    <a:pt x="369970" y="203923"/>
                  </a:lnTo>
                  <a:lnTo>
                    <a:pt x="372598" y="203923"/>
                  </a:lnTo>
                  <a:lnTo>
                    <a:pt x="357270" y="219252"/>
                  </a:lnTo>
                  <a:close/>
                </a:path>
                <a:path w="467360" h="219710">
                  <a:moveTo>
                    <a:pt x="369970" y="163118"/>
                  </a:moveTo>
                  <a:lnTo>
                    <a:pt x="363620" y="163118"/>
                  </a:lnTo>
                  <a:lnTo>
                    <a:pt x="357270" y="156768"/>
                  </a:lnTo>
                  <a:lnTo>
                    <a:pt x="369970" y="156768"/>
                  </a:lnTo>
                  <a:lnTo>
                    <a:pt x="369970" y="163118"/>
                  </a:lnTo>
                  <a:close/>
                </a:path>
                <a:path w="467360" h="219710">
                  <a:moveTo>
                    <a:pt x="96920" y="203923"/>
                  </a:moveTo>
                  <a:lnTo>
                    <a:pt x="96920" y="188582"/>
                  </a:lnTo>
                  <a:lnTo>
                    <a:pt x="107765" y="199428"/>
                  </a:lnTo>
                  <a:lnTo>
                    <a:pt x="96920" y="203923"/>
                  </a:lnTo>
                  <a:close/>
                </a:path>
                <a:path w="467360" h="219710">
                  <a:moveTo>
                    <a:pt x="369970" y="203923"/>
                  </a:moveTo>
                  <a:lnTo>
                    <a:pt x="359124" y="199428"/>
                  </a:lnTo>
                  <a:lnTo>
                    <a:pt x="369970" y="188582"/>
                  </a:lnTo>
                  <a:lnTo>
                    <a:pt x="369970" y="203923"/>
                  </a:lnTo>
                  <a:close/>
                </a:path>
              </a:pathLst>
            </a:custGeom>
            <a:solidFill>
              <a:srgbClr val="2069D2"/>
            </a:solidFill>
          </p:spPr>
          <p:txBody>
            <a:bodyPr wrap="square" lIns="0" tIns="0" rIns="0" bIns="0" rtlCol="0"/>
            <a:lstStyle/>
            <a:p>
              <a:endParaRPr/>
            </a:p>
          </p:txBody>
        </p:sp>
        <p:sp>
          <p:nvSpPr>
            <p:cNvPr id="13" name="object 13"/>
            <p:cNvSpPr/>
            <p:nvPr/>
          </p:nvSpPr>
          <p:spPr>
            <a:xfrm>
              <a:off x="5608319" y="1985772"/>
              <a:ext cx="449580" cy="189230"/>
            </a:xfrm>
            <a:custGeom>
              <a:avLst/>
              <a:gdLst/>
              <a:ahLst/>
              <a:cxnLst/>
              <a:rect l="l" t="t" r="r" b="b"/>
              <a:pathLst>
                <a:path w="449579" h="189230">
                  <a:moveTo>
                    <a:pt x="355091" y="188975"/>
                  </a:moveTo>
                  <a:lnTo>
                    <a:pt x="355091" y="141731"/>
                  </a:lnTo>
                  <a:lnTo>
                    <a:pt x="94487" y="141731"/>
                  </a:lnTo>
                  <a:lnTo>
                    <a:pt x="94487" y="188975"/>
                  </a:lnTo>
                  <a:lnTo>
                    <a:pt x="0" y="94487"/>
                  </a:lnTo>
                  <a:lnTo>
                    <a:pt x="94487" y="0"/>
                  </a:lnTo>
                  <a:lnTo>
                    <a:pt x="94487" y="47243"/>
                  </a:lnTo>
                  <a:lnTo>
                    <a:pt x="355091" y="47243"/>
                  </a:lnTo>
                  <a:lnTo>
                    <a:pt x="355091" y="0"/>
                  </a:lnTo>
                  <a:lnTo>
                    <a:pt x="449579" y="94487"/>
                  </a:lnTo>
                  <a:lnTo>
                    <a:pt x="355091" y="188975"/>
                  </a:lnTo>
                  <a:close/>
                </a:path>
              </a:pathLst>
            </a:custGeom>
            <a:solidFill>
              <a:srgbClr val="5F95E6"/>
            </a:solidFill>
          </p:spPr>
          <p:txBody>
            <a:bodyPr wrap="square" lIns="0" tIns="0" rIns="0" bIns="0" rtlCol="0"/>
            <a:lstStyle/>
            <a:p>
              <a:endParaRPr/>
            </a:p>
          </p:txBody>
        </p:sp>
        <p:sp>
          <p:nvSpPr>
            <p:cNvPr id="14" name="object 14"/>
            <p:cNvSpPr/>
            <p:nvPr/>
          </p:nvSpPr>
          <p:spPr>
            <a:xfrm>
              <a:off x="5599982" y="1970455"/>
              <a:ext cx="467359" cy="219710"/>
            </a:xfrm>
            <a:custGeom>
              <a:avLst/>
              <a:gdLst/>
              <a:ahLst/>
              <a:cxnLst/>
              <a:rect l="l" t="t" r="r" b="b"/>
              <a:pathLst>
                <a:path w="467360" h="219710">
                  <a:moveTo>
                    <a:pt x="109620" y="219252"/>
                  </a:moveTo>
                  <a:lnTo>
                    <a:pt x="0" y="109620"/>
                  </a:lnTo>
                  <a:lnTo>
                    <a:pt x="109620" y="0"/>
                  </a:lnTo>
                  <a:lnTo>
                    <a:pt x="109620" y="15328"/>
                  </a:lnTo>
                  <a:lnTo>
                    <a:pt x="96920" y="15328"/>
                  </a:lnTo>
                  <a:lnTo>
                    <a:pt x="96920" y="30657"/>
                  </a:lnTo>
                  <a:lnTo>
                    <a:pt x="22447" y="105130"/>
                  </a:lnTo>
                  <a:lnTo>
                    <a:pt x="13468" y="105130"/>
                  </a:lnTo>
                  <a:lnTo>
                    <a:pt x="13468" y="114109"/>
                  </a:lnTo>
                  <a:lnTo>
                    <a:pt x="22447" y="114109"/>
                  </a:lnTo>
                  <a:lnTo>
                    <a:pt x="96920" y="188582"/>
                  </a:lnTo>
                  <a:lnTo>
                    <a:pt x="96920" y="203923"/>
                  </a:lnTo>
                  <a:lnTo>
                    <a:pt x="109620" y="203923"/>
                  </a:lnTo>
                  <a:lnTo>
                    <a:pt x="109620" y="219252"/>
                  </a:lnTo>
                  <a:close/>
                </a:path>
                <a:path w="467360" h="219710">
                  <a:moveTo>
                    <a:pt x="357270" y="62471"/>
                  </a:moveTo>
                  <a:lnTo>
                    <a:pt x="357270" y="0"/>
                  </a:lnTo>
                  <a:lnTo>
                    <a:pt x="372598" y="15328"/>
                  </a:lnTo>
                  <a:lnTo>
                    <a:pt x="369970" y="15328"/>
                  </a:lnTo>
                  <a:lnTo>
                    <a:pt x="359124" y="19812"/>
                  </a:lnTo>
                  <a:lnTo>
                    <a:pt x="369970" y="30657"/>
                  </a:lnTo>
                  <a:lnTo>
                    <a:pt x="369970" y="56121"/>
                  </a:lnTo>
                  <a:lnTo>
                    <a:pt x="363620" y="56121"/>
                  </a:lnTo>
                  <a:lnTo>
                    <a:pt x="357270" y="62471"/>
                  </a:lnTo>
                  <a:close/>
                </a:path>
                <a:path w="467360" h="219710">
                  <a:moveTo>
                    <a:pt x="96920" y="30657"/>
                  </a:moveTo>
                  <a:lnTo>
                    <a:pt x="96920" y="15328"/>
                  </a:lnTo>
                  <a:lnTo>
                    <a:pt x="107765" y="19812"/>
                  </a:lnTo>
                  <a:lnTo>
                    <a:pt x="96920" y="30657"/>
                  </a:lnTo>
                  <a:close/>
                </a:path>
                <a:path w="467360" h="219710">
                  <a:moveTo>
                    <a:pt x="369970" y="68821"/>
                  </a:moveTo>
                  <a:lnTo>
                    <a:pt x="96920" y="68821"/>
                  </a:lnTo>
                  <a:lnTo>
                    <a:pt x="96920" y="30657"/>
                  </a:lnTo>
                  <a:lnTo>
                    <a:pt x="107765" y="19812"/>
                  </a:lnTo>
                  <a:lnTo>
                    <a:pt x="96920" y="15328"/>
                  </a:lnTo>
                  <a:lnTo>
                    <a:pt x="109620" y="15328"/>
                  </a:lnTo>
                  <a:lnTo>
                    <a:pt x="109620" y="56121"/>
                  </a:lnTo>
                  <a:lnTo>
                    <a:pt x="103270" y="56121"/>
                  </a:lnTo>
                  <a:lnTo>
                    <a:pt x="109620" y="62471"/>
                  </a:lnTo>
                  <a:lnTo>
                    <a:pt x="369970" y="62471"/>
                  </a:lnTo>
                  <a:lnTo>
                    <a:pt x="369970" y="68821"/>
                  </a:lnTo>
                  <a:close/>
                </a:path>
                <a:path w="467360" h="219710">
                  <a:moveTo>
                    <a:pt x="369970" y="30657"/>
                  </a:moveTo>
                  <a:lnTo>
                    <a:pt x="359124" y="19812"/>
                  </a:lnTo>
                  <a:lnTo>
                    <a:pt x="369970" y="15328"/>
                  </a:lnTo>
                  <a:lnTo>
                    <a:pt x="369970" y="30657"/>
                  </a:lnTo>
                  <a:close/>
                </a:path>
                <a:path w="467360" h="219710">
                  <a:moveTo>
                    <a:pt x="448932" y="109620"/>
                  </a:moveTo>
                  <a:lnTo>
                    <a:pt x="369970" y="30657"/>
                  </a:lnTo>
                  <a:lnTo>
                    <a:pt x="369970" y="15328"/>
                  </a:lnTo>
                  <a:lnTo>
                    <a:pt x="372598" y="15328"/>
                  </a:lnTo>
                  <a:lnTo>
                    <a:pt x="462400" y="105130"/>
                  </a:lnTo>
                  <a:lnTo>
                    <a:pt x="453421" y="105130"/>
                  </a:lnTo>
                  <a:lnTo>
                    <a:pt x="448932" y="109620"/>
                  </a:lnTo>
                  <a:close/>
                </a:path>
                <a:path w="467360" h="219710">
                  <a:moveTo>
                    <a:pt x="109620" y="62471"/>
                  </a:moveTo>
                  <a:lnTo>
                    <a:pt x="103270" y="56121"/>
                  </a:lnTo>
                  <a:lnTo>
                    <a:pt x="109620" y="56121"/>
                  </a:lnTo>
                  <a:lnTo>
                    <a:pt x="109620" y="62471"/>
                  </a:lnTo>
                  <a:close/>
                </a:path>
                <a:path w="467360" h="219710">
                  <a:moveTo>
                    <a:pt x="357270" y="62471"/>
                  </a:moveTo>
                  <a:lnTo>
                    <a:pt x="109620" y="62471"/>
                  </a:lnTo>
                  <a:lnTo>
                    <a:pt x="109620" y="56121"/>
                  </a:lnTo>
                  <a:lnTo>
                    <a:pt x="357270" y="56121"/>
                  </a:lnTo>
                  <a:lnTo>
                    <a:pt x="357270" y="62471"/>
                  </a:lnTo>
                  <a:close/>
                </a:path>
                <a:path w="467360" h="219710">
                  <a:moveTo>
                    <a:pt x="369970" y="62471"/>
                  </a:moveTo>
                  <a:lnTo>
                    <a:pt x="357270" y="62471"/>
                  </a:lnTo>
                  <a:lnTo>
                    <a:pt x="363620" y="56121"/>
                  </a:lnTo>
                  <a:lnTo>
                    <a:pt x="369970" y="56121"/>
                  </a:lnTo>
                  <a:lnTo>
                    <a:pt x="369970" y="62471"/>
                  </a:lnTo>
                  <a:close/>
                </a:path>
                <a:path w="467360" h="219710">
                  <a:moveTo>
                    <a:pt x="13468" y="114109"/>
                  </a:moveTo>
                  <a:lnTo>
                    <a:pt x="13468" y="105130"/>
                  </a:lnTo>
                  <a:lnTo>
                    <a:pt x="17951" y="109626"/>
                  </a:lnTo>
                  <a:lnTo>
                    <a:pt x="13468" y="114109"/>
                  </a:lnTo>
                  <a:close/>
                </a:path>
                <a:path w="467360" h="219710">
                  <a:moveTo>
                    <a:pt x="17957" y="109620"/>
                  </a:moveTo>
                  <a:lnTo>
                    <a:pt x="13468" y="105130"/>
                  </a:lnTo>
                  <a:lnTo>
                    <a:pt x="22447" y="105130"/>
                  </a:lnTo>
                  <a:lnTo>
                    <a:pt x="17957" y="109620"/>
                  </a:lnTo>
                  <a:close/>
                </a:path>
                <a:path w="467360" h="219710">
                  <a:moveTo>
                    <a:pt x="453421" y="114109"/>
                  </a:moveTo>
                  <a:lnTo>
                    <a:pt x="448932" y="109620"/>
                  </a:lnTo>
                  <a:lnTo>
                    <a:pt x="453421" y="105130"/>
                  </a:lnTo>
                  <a:lnTo>
                    <a:pt x="453421" y="114109"/>
                  </a:lnTo>
                  <a:close/>
                </a:path>
                <a:path w="467360" h="219710">
                  <a:moveTo>
                    <a:pt x="462413" y="114109"/>
                  </a:moveTo>
                  <a:lnTo>
                    <a:pt x="453421" y="114109"/>
                  </a:lnTo>
                  <a:lnTo>
                    <a:pt x="453421" y="105130"/>
                  </a:lnTo>
                  <a:lnTo>
                    <a:pt x="462400" y="105130"/>
                  </a:lnTo>
                  <a:lnTo>
                    <a:pt x="466896" y="109626"/>
                  </a:lnTo>
                  <a:lnTo>
                    <a:pt x="462413" y="114109"/>
                  </a:lnTo>
                  <a:close/>
                </a:path>
                <a:path w="467360" h="219710">
                  <a:moveTo>
                    <a:pt x="22447" y="114109"/>
                  </a:moveTo>
                  <a:lnTo>
                    <a:pt x="13468" y="114109"/>
                  </a:lnTo>
                  <a:lnTo>
                    <a:pt x="17964" y="109626"/>
                  </a:lnTo>
                  <a:lnTo>
                    <a:pt x="22447" y="114109"/>
                  </a:lnTo>
                  <a:close/>
                </a:path>
                <a:path w="467360" h="219710">
                  <a:moveTo>
                    <a:pt x="372598" y="203923"/>
                  </a:moveTo>
                  <a:lnTo>
                    <a:pt x="369970" y="203923"/>
                  </a:lnTo>
                  <a:lnTo>
                    <a:pt x="369970" y="188582"/>
                  </a:lnTo>
                  <a:lnTo>
                    <a:pt x="448938" y="109626"/>
                  </a:lnTo>
                  <a:lnTo>
                    <a:pt x="453421" y="114109"/>
                  </a:lnTo>
                  <a:lnTo>
                    <a:pt x="462413" y="114109"/>
                  </a:lnTo>
                  <a:lnTo>
                    <a:pt x="372598" y="203923"/>
                  </a:lnTo>
                  <a:close/>
                </a:path>
                <a:path w="467360" h="219710">
                  <a:moveTo>
                    <a:pt x="109620" y="203923"/>
                  </a:moveTo>
                  <a:lnTo>
                    <a:pt x="96920" y="203923"/>
                  </a:lnTo>
                  <a:lnTo>
                    <a:pt x="107765" y="199428"/>
                  </a:lnTo>
                  <a:lnTo>
                    <a:pt x="96920" y="188582"/>
                  </a:lnTo>
                  <a:lnTo>
                    <a:pt x="96920" y="150418"/>
                  </a:lnTo>
                  <a:lnTo>
                    <a:pt x="369970" y="150418"/>
                  </a:lnTo>
                  <a:lnTo>
                    <a:pt x="369970" y="156768"/>
                  </a:lnTo>
                  <a:lnTo>
                    <a:pt x="109620" y="156768"/>
                  </a:lnTo>
                  <a:lnTo>
                    <a:pt x="103270" y="163118"/>
                  </a:lnTo>
                  <a:lnTo>
                    <a:pt x="109620" y="163118"/>
                  </a:lnTo>
                  <a:lnTo>
                    <a:pt x="109620" y="203923"/>
                  </a:lnTo>
                  <a:close/>
                </a:path>
                <a:path w="467360" h="219710">
                  <a:moveTo>
                    <a:pt x="109620" y="163118"/>
                  </a:moveTo>
                  <a:lnTo>
                    <a:pt x="103270" y="163118"/>
                  </a:lnTo>
                  <a:lnTo>
                    <a:pt x="109620" y="156768"/>
                  </a:lnTo>
                  <a:lnTo>
                    <a:pt x="109620" y="163118"/>
                  </a:lnTo>
                  <a:close/>
                </a:path>
                <a:path w="467360" h="219710">
                  <a:moveTo>
                    <a:pt x="357270" y="163118"/>
                  </a:moveTo>
                  <a:lnTo>
                    <a:pt x="109620" y="163118"/>
                  </a:lnTo>
                  <a:lnTo>
                    <a:pt x="109620" y="156768"/>
                  </a:lnTo>
                  <a:lnTo>
                    <a:pt x="357270" y="156768"/>
                  </a:lnTo>
                  <a:lnTo>
                    <a:pt x="357270" y="163118"/>
                  </a:lnTo>
                  <a:close/>
                </a:path>
                <a:path w="467360" h="219710">
                  <a:moveTo>
                    <a:pt x="357270" y="219252"/>
                  </a:moveTo>
                  <a:lnTo>
                    <a:pt x="357270" y="156768"/>
                  </a:lnTo>
                  <a:lnTo>
                    <a:pt x="363620" y="163118"/>
                  </a:lnTo>
                  <a:lnTo>
                    <a:pt x="369970" y="163118"/>
                  </a:lnTo>
                  <a:lnTo>
                    <a:pt x="369970" y="188582"/>
                  </a:lnTo>
                  <a:lnTo>
                    <a:pt x="359124" y="199428"/>
                  </a:lnTo>
                  <a:lnTo>
                    <a:pt x="369970" y="203923"/>
                  </a:lnTo>
                  <a:lnTo>
                    <a:pt x="372598" y="203923"/>
                  </a:lnTo>
                  <a:lnTo>
                    <a:pt x="357270" y="219252"/>
                  </a:lnTo>
                  <a:close/>
                </a:path>
                <a:path w="467360" h="219710">
                  <a:moveTo>
                    <a:pt x="369970" y="163118"/>
                  </a:moveTo>
                  <a:lnTo>
                    <a:pt x="363620" y="163118"/>
                  </a:lnTo>
                  <a:lnTo>
                    <a:pt x="357270" y="156768"/>
                  </a:lnTo>
                  <a:lnTo>
                    <a:pt x="369970" y="156768"/>
                  </a:lnTo>
                  <a:lnTo>
                    <a:pt x="369970" y="163118"/>
                  </a:lnTo>
                  <a:close/>
                </a:path>
                <a:path w="467360" h="219710">
                  <a:moveTo>
                    <a:pt x="96920" y="203923"/>
                  </a:moveTo>
                  <a:lnTo>
                    <a:pt x="96920" y="188582"/>
                  </a:lnTo>
                  <a:lnTo>
                    <a:pt x="107765" y="199428"/>
                  </a:lnTo>
                  <a:lnTo>
                    <a:pt x="96920" y="203923"/>
                  </a:lnTo>
                  <a:close/>
                </a:path>
                <a:path w="467360" h="219710">
                  <a:moveTo>
                    <a:pt x="369970" y="203923"/>
                  </a:moveTo>
                  <a:lnTo>
                    <a:pt x="359124" y="199428"/>
                  </a:lnTo>
                  <a:lnTo>
                    <a:pt x="369970" y="188582"/>
                  </a:lnTo>
                  <a:lnTo>
                    <a:pt x="369970" y="203923"/>
                  </a:lnTo>
                  <a:close/>
                </a:path>
              </a:pathLst>
            </a:custGeom>
            <a:solidFill>
              <a:srgbClr val="2069D2"/>
            </a:solidFill>
          </p:spPr>
          <p:txBody>
            <a:bodyPr wrap="square" lIns="0" tIns="0" rIns="0" bIns="0" rtlCol="0"/>
            <a:lstStyle/>
            <a:p>
              <a:endParaRPr/>
            </a:p>
          </p:txBody>
        </p:sp>
        <p:sp>
          <p:nvSpPr>
            <p:cNvPr id="15" name="object 15"/>
            <p:cNvSpPr/>
            <p:nvPr/>
          </p:nvSpPr>
          <p:spPr>
            <a:xfrm>
              <a:off x="5593079" y="2383536"/>
              <a:ext cx="449580" cy="189230"/>
            </a:xfrm>
            <a:custGeom>
              <a:avLst/>
              <a:gdLst/>
              <a:ahLst/>
              <a:cxnLst/>
              <a:rect l="l" t="t" r="r" b="b"/>
              <a:pathLst>
                <a:path w="449579" h="189230">
                  <a:moveTo>
                    <a:pt x="355092" y="188975"/>
                  </a:moveTo>
                  <a:lnTo>
                    <a:pt x="355092" y="141731"/>
                  </a:lnTo>
                  <a:lnTo>
                    <a:pt x="94487" y="141731"/>
                  </a:lnTo>
                  <a:lnTo>
                    <a:pt x="94487" y="188975"/>
                  </a:lnTo>
                  <a:lnTo>
                    <a:pt x="0" y="94487"/>
                  </a:lnTo>
                  <a:lnTo>
                    <a:pt x="94487" y="0"/>
                  </a:lnTo>
                  <a:lnTo>
                    <a:pt x="94487" y="47243"/>
                  </a:lnTo>
                  <a:lnTo>
                    <a:pt x="355092" y="47243"/>
                  </a:lnTo>
                  <a:lnTo>
                    <a:pt x="355092" y="0"/>
                  </a:lnTo>
                  <a:lnTo>
                    <a:pt x="449580" y="94487"/>
                  </a:lnTo>
                  <a:lnTo>
                    <a:pt x="355092" y="188975"/>
                  </a:lnTo>
                  <a:close/>
                </a:path>
              </a:pathLst>
            </a:custGeom>
            <a:solidFill>
              <a:srgbClr val="5F95E6"/>
            </a:solidFill>
          </p:spPr>
          <p:txBody>
            <a:bodyPr wrap="square" lIns="0" tIns="0" rIns="0" bIns="0" rtlCol="0"/>
            <a:lstStyle/>
            <a:p>
              <a:endParaRPr/>
            </a:p>
          </p:txBody>
        </p:sp>
        <p:sp>
          <p:nvSpPr>
            <p:cNvPr id="16" name="object 16"/>
            <p:cNvSpPr/>
            <p:nvPr/>
          </p:nvSpPr>
          <p:spPr>
            <a:xfrm>
              <a:off x="5584742" y="2367965"/>
              <a:ext cx="467359" cy="219710"/>
            </a:xfrm>
            <a:custGeom>
              <a:avLst/>
              <a:gdLst/>
              <a:ahLst/>
              <a:cxnLst/>
              <a:rect l="l" t="t" r="r" b="b"/>
              <a:pathLst>
                <a:path w="467360" h="219710">
                  <a:moveTo>
                    <a:pt x="109620" y="219252"/>
                  </a:moveTo>
                  <a:lnTo>
                    <a:pt x="0" y="109620"/>
                  </a:lnTo>
                  <a:lnTo>
                    <a:pt x="109620" y="0"/>
                  </a:lnTo>
                  <a:lnTo>
                    <a:pt x="109620" y="15328"/>
                  </a:lnTo>
                  <a:lnTo>
                    <a:pt x="96920" y="15328"/>
                  </a:lnTo>
                  <a:lnTo>
                    <a:pt x="96920" y="30657"/>
                  </a:lnTo>
                  <a:lnTo>
                    <a:pt x="22447" y="105130"/>
                  </a:lnTo>
                  <a:lnTo>
                    <a:pt x="13468" y="105130"/>
                  </a:lnTo>
                  <a:lnTo>
                    <a:pt x="13468" y="114109"/>
                  </a:lnTo>
                  <a:lnTo>
                    <a:pt x="22447" y="114109"/>
                  </a:lnTo>
                  <a:lnTo>
                    <a:pt x="96920" y="188582"/>
                  </a:lnTo>
                  <a:lnTo>
                    <a:pt x="96920" y="203923"/>
                  </a:lnTo>
                  <a:lnTo>
                    <a:pt x="109620" y="203923"/>
                  </a:lnTo>
                  <a:lnTo>
                    <a:pt x="109620" y="219252"/>
                  </a:lnTo>
                  <a:close/>
                </a:path>
                <a:path w="467360" h="219710">
                  <a:moveTo>
                    <a:pt x="357270" y="62471"/>
                  </a:moveTo>
                  <a:lnTo>
                    <a:pt x="357270" y="0"/>
                  </a:lnTo>
                  <a:lnTo>
                    <a:pt x="372598" y="15328"/>
                  </a:lnTo>
                  <a:lnTo>
                    <a:pt x="369970" y="15328"/>
                  </a:lnTo>
                  <a:lnTo>
                    <a:pt x="359124" y="19812"/>
                  </a:lnTo>
                  <a:lnTo>
                    <a:pt x="369970" y="30657"/>
                  </a:lnTo>
                  <a:lnTo>
                    <a:pt x="369970" y="56121"/>
                  </a:lnTo>
                  <a:lnTo>
                    <a:pt x="363620" y="56121"/>
                  </a:lnTo>
                  <a:lnTo>
                    <a:pt x="357270" y="62471"/>
                  </a:lnTo>
                  <a:close/>
                </a:path>
                <a:path w="467360" h="219710">
                  <a:moveTo>
                    <a:pt x="96920" y="30657"/>
                  </a:moveTo>
                  <a:lnTo>
                    <a:pt x="96920" y="15328"/>
                  </a:lnTo>
                  <a:lnTo>
                    <a:pt x="107765" y="19812"/>
                  </a:lnTo>
                  <a:lnTo>
                    <a:pt x="96920" y="30657"/>
                  </a:lnTo>
                  <a:close/>
                </a:path>
                <a:path w="467360" h="219710">
                  <a:moveTo>
                    <a:pt x="369970" y="68821"/>
                  </a:moveTo>
                  <a:lnTo>
                    <a:pt x="96920" y="68821"/>
                  </a:lnTo>
                  <a:lnTo>
                    <a:pt x="96920" y="30657"/>
                  </a:lnTo>
                  <a:lnTo>
                    <a:pt x="107765" y="19812"/>
                  </a:lnTo>
                  <a:lnTo>
                    <a:pt x="96920" y="15328"/>
                  </a:lnTo>
                  <a:lnTo>
                    <a:pt x="109620" y="15328"/>
                  </a:lnTo>
                  <a:lnTo>
                    <a:pt x="109620" y="56121"/>
                  </a:lnTo>
                  <a:lnTo>
                    <a:pt x="103270" y="56121"/>
                  </a:lnTo>
                  <a:lnTo>
                    <a:pt x="109620" y="62471"/>
                  </a:lnTo>
                  <a:lnTo>
                    <a:pt x="369970" y="62471"/>
                  </a:lnTo>
                  <a:lnTo>
                    <a:pt x="369970" y="68821"/>
                  </a:lnTo>
                  <a:close/>
                </a:path>
                <a:path w="467360" h="219710">
                  <a:moveTo>
                    <a:pt x="369970" y="30657"/>
                  </a:moveTo>
                  <a:lnTo>
                    <a:pt x="359124" y="19812"/>
                  </a:lnTo>
                  <a:lnTo>
                    <a:pt x="369970" y="15328"/>
                  </a:lnTo>
                  <a:lnTo>
                    <a:pt x="369970" y="30657"/>
                  </a:lnTo>
                  <a:close/>
                </a:path>
                <a:path w="467360" h="219710">
                  <a:moveTo>
                    <a:pt x="448932" y="109620"/>
                  </a:moveTo>
                  <a:lnTo>
                    <a:pt x="369970" y="30657"/>
                  </a:lnTo>
                  <a:lnTo>
                    <a:pt x="369970" y="15328"/>
                  </a:lnTo>
                  <a:lnTo>
                    <a:pt x="372598" y="15328"/>
                  </a:lnTo>
                  <a:lnTo>
                    <a:pt x="462400" y="105130"/>
                  </a:lnTo>
                  <a:lnTo>
                    <a:pt x="453421" y="105130"/>
                  </a:lnTo>
                  <a:lnTo>
                    <a:pt x="448932" y="109620"/>
                  </a:lnTo>
                  <a:close/>
                </a:path>
                <a:path w="467360" h="219710">
                  <a:moveTo>
                    <a:pt x="109620" y="62471"/>
                  </a:moveTo>
                  <a:lnTo>
                    <a:pt x="103270" y="56121"/>
                  </a:lnTo>
                  <a:lnTo>
                    <a:pt x="109620" y="56121"/>
                  </a:lnTo>
                  <a:lnTo>
                    <a:pt x="109620" y="62471"/>
                  </a:lnTo>
                  <a:close/>
                </a:path>
                <a:path w="467360" h="219710">
                  <a:moveTo>
                    <a:pt x="357270" y="62471"/>
                  </a:moveTo>
                  <a:lnTo>
                    <a:pt x="109620" y="62471"/>
                  </a:lnTo>
                  <a:lnTo>
                    <a:pt x="109620" y="56121"/>
                  </a:lnTo>
                  <a:lnTo>
                    <a:pt x="357270" y="56121"/>
                  </a:lnTo>
                  <a:lnTo>
                    <a:pt x="357270" y="62471"/>
                  </a:lnTo>
                  <a:close/>
                </a:path>
                <a:path w="467360" h="219710">
                  <a:moveTo>
                    <a:pt x="369970" y="62471"/>
                  </a:moveTo>
                  <a:lnTo>
                    <a:pt x="357270" y="62471"/>
                  </a:lnTo>
                  <a:lnTo>
                    <a:pt x="363620" y="56121"/>
                  </a:lnTo>
                  <a:lnTo>
                    <a:pt x="369970" y="56121"/>
                  </a:lnTo>
                  <a:lnTo>
                    <a:pt x="369970" y="62471"/>
                  </a:lnTo>
                  <a:close/>
                </a:path>
                <a:path w="467360" h="219710">
                  <a:moveTo>
                    <a:pt x="13468" y="114109"/>
                  </a:moveTo>
                  <a:lnTo>
                    <a:pt x="13468" y="105130"/>
                  </a:lnTo>
                  <a:lnTo>
                    <a:pt x="17951" y="109626"/>
                  </a:lnTo>
                  <a:lnTo>
                    <a:pt x="13468" y="114109"/>
                  </a:lnTo>
                  <a:close/>
                </a:path>
                <a:path w="467360" h="219710">
                  <a:moveTo>
                    <a:pt x="17957" y="109620"/>
                  </a:moveTo>
                  <a:lnTo>
                    <a:pt x="13468" y="105130"/>
                  </a:lnTo>
                  <a:lnTo>
                    <a:pt x="22447" y="105130"/>
                  </a:lnTo>
                  <a:lnTo>
                    <a:pt x="17957" y="109620"/>
                  </a:lnTo>
                  <a:close/>
                </a:path>
                <a:path w="467360" h="219710">
                  <a:moveTo>
                    <a:pt x="453421" y="114109"/>
                  </a:moveTo>
                  <a:lnTo>
                    <a:pt x="448932" y="109620"/>
                  </a:lnTo>
                  <a:lnTo>
                    <a:pt x="453421" y="105130"/>
                  </a:lnTo>
                  <a:lnTo>
                    <a:pt x="453421" y="114109"/>
                  </a:lnTo>
                  <a:close/>
                </a:path>
                <a:path w="467360" h="219710">
                  <a:moveTo>
                    <a:pt x="462413" y="114109"/>
                  </a:moveTo>
                  <a:lnTo>
                    <a:pt x="453421" y="114109"/>
                  </a:lnTo>
                  <a:lnTo>
                    <a:pt x="453421" y="105130"/>
                  </a:lnTo>
                  <a:lnTo>
                    <a:pt x="462400" y="105130"/>
                  </a:lnTo>
                  <a:lnTo>
                    <a:pt x="466896" y="109626"/>
                  </a:lnTo>
                  <a:lnTo>
                    <a:pt x="462413" y="114109"/>
                  </a:lnTo>
                  <a:close/>
                </a:path>
                <a:path w="467360" h="219710">
                  <a:moveTo>
                    <a:pt x="22447" y="114109"/>
                  </a:moveTo>
                  <a:lnTo>
                    <a:pt x="13468" y="114109"/>
                  </a:lnTo>
                  <a:lnTo>
                    <a:pt x="17964" y="109626"/>
                  </a:lnTo>
                  <a:lnTo>
                    <a:pt x="22447" y="114109"/>
                  </a:lnTo>
                  <a:close/>
                </a:path>
                <a:path w="467360" h="219710">
                  <a:moveTo>
                    <a:pt x="372598" y="203923"/>
                  </a:moveTo>
                  <a:lnTo>
                    <a:pt x="369970" y="203923"/>
                  </a:lnTo>
                  <a:lnTo>
                    <a:pt x="369970" y="188582"/>
                  </a:lnTo>
                  <a:lnTo>
                    <a:pt x="448938" y="109626"/>
                  </a:lnTo>
                  <a:lnTo>
                    <a:pt x="453421" y="114109"/>
                  </a:lnTo>
                  <a:lnTo>
                    <a:pt x="462413" y="114109"/>
                  </a:lnTo>
                  <a:lnTo>
                    <a:pt x="372598" y="203923"/>
                  </a:lnTo>
                  <a:close/>
                </a:path>
                <a:path w="467360" h="219710">
                  <a:moveTo>
                    <a:pt x="109620" y="203923"/>
                  </a:moveTo>
                  <a:lnTo>
                    <a:pt x="96920" y="203923"/>
                  </a:lnTo>
                  <a:lnTo>
                    <a:pt x="107765" y="199428"/>
                  </a:lnTo>
                  <a:lnTo>
                    <a:pt x="96920" y="188582"/>
                  </a:lnTo>
                  <a:lnTo>
                    <a:pt x="96920" y="150418"/>
                  </a:lnTo>
                  <a:lnTo>
                    <a:pt x="369970" y="150418"/>
                  </a:lnTo>
                  <a:lnTo>
                    <a:pt x="369970" y="156768"/>
                  </a:lnTo>
                  <a:lnTo>
                    <a:pt x="109620" y="156768"/>
                  </a:lnTo>
                  <a:lnTo>
                    <a:pt x="103270" y="163118"/>
                  </a:lnTo>
                  <a:lnTo>
                    <a:pt x="109620" y="163118"/>
                  </a:lnTo>
                  <a:lnTo>
                    <a:pt x="109620" y="203923"/>
                  </a:lnTo>
                  <a:close/>
                </a:path>
                <a:path w="467360" h="219710">
                  <a:moveTo>
                    <a:pt x="109620" y="163118"/>
                  </a:moveTo>
                  <a:lnTo>
                    <a:pt x="103270" y="163118"/>
                  </a:lnTo>
                  <a:lnTo>
                    <a:pt x="109620" y="156768"/>
                  </a:lnTo>
                  <a:lnTo>
                    <a:pt x="109620" y="163118"/>
                  </a:lnTo>
                  <a:close/>
                </a:path>
                <a:path w="467360" h="219710">
                  <a:moveTo>
                    <a:pt x="357270" y="163118"/>
                  </a:moveTo>
                  <a:lnTo>
                    <a:pt x="109620" y="163118"/>
                  </a:lnTo>
                  <a:lnTo>
                    <a:pt x="109620" y="156768"/>
                  </a:lnTo>
                  <a:lnTo>
                    <a:pt x="357270" y="156768"/>
                  </a:lnTo>
                  <a:lnTo>
                    <a:pt x="357270" y="163118"/>
                  </a:lnTo>
                  <a:close/>
                </a:path>
                <a:path w="467360" h="219710">
                  <a:moveTo>
                    <a:pt x="357270" y="219252"/>
                  </a:moveTo>
                  <a:lnTo>
                    <a:pt x="357270" y="156768"/>
                  </a:lnTo>
                  <a:lnTo>
                    <a:pt x="363620" y="163118"/>
                  </a:lnTo>
                  <a:lnTo>
                    <a:pt x="369970" y="163118"/>
                  </a:lnTo>
                  <a:lnTo>
                    <a:pt x="369970" y="188582"/>
                  </a:lnTo>
                  <a:lnTo>
                    <a:pt x="359124" y="199428"/>
                  </a:lnTo>
                  <a:lnTo>
                    <a:pt x="369970" y="203923"/>
                  </a:lnTo>
                  <a:lnTo>
                    <a:pt x="372598" y="203923"/>
                  </a:lnTo>
                  <a:lnTo>
                    <a:pt x="357270" y="219252"/>
                  </a:lnTo>
                  <a:close/>
                </a:path>
                <a:path w="467360" h="219710">
                  <a:moveTo>
                    <a:pt x="369970" y="163118"/>
                  </a:moveTo>
                  <a:lnTo>
                    <a:pt x="363620" y="163118"/>
                  </a:lnTo>
                  <a:lnTo>
                    <a:pt x="357270" y="156768"/>
                  </a:lnTo>
                  <a:lnTo>
                    <a:pt x="369970" y="156768"/>
                  </a:lnTo>
                  <a:lnTo>
                    <a:pt x="369970" y="163118"/>
                  </a:lnTo>
                  <a:close/>
                </a:path>
                <a:path w="467360" h="219710">
                  <a:moveTo>
                    <a:pt x="96920" y="203923"/>
                  </a:moveTo>
                  <a:lnTo>
                    <a:pt x="96920" y="188582"/>
                  </a:lnTo>
                  <a:lnTo>
                    <a:pt x="107765" y="199428"/>
                  </a:lnTo>
                  <a:lnTo>
                    <a:pt x="96920" y="203923"/>
                  </a:lnTo>
                  <a:close/>
                </a:path>
                <a:path w="467360" h="219710">
                  <a:moveTo>
                    <a:pt x="369970" y="203923"/>
                  </a:moveTo>
                  <a:lnTo>
                    <a:pt x="359124" y="199428"/>
                  </a:lnTo>
                  <a:lnTo>
                    <a:pt x="369970" y="188582"/>
                  </a:lnTo>
                  <a:lnTo>
                    <a:pt x="369970" y="203923"/>
                  </a:lnTo>
                  <a:close/>
                </a:path>
              </a:pathLst>
            </a:custGeom>
            <a:solidFill>
              <a:srgbClr val="2069D2"/>
            </a:solidFill>
          </p:spPr>
          <p:txBody>
            <a:bodyPr wrap="square" lIns="0" tIns="0" rIns="0" bIns="0" rtlCol="0"/>
            <a:lstStyle/>
            <a:p>
              <a:endParaRPr/>
            </a:p>
          </p:txBody>
        </p:sp>
        <p:sp>
          <p:nvSpPr>
            <p:cNvPr id="17" name="object 17"/>
            <p:cNvSpPr/>
            <p:nvPr/>
          </p:nvSpPr>
          <p:spPr>
            <a:xfrm>
              <a:off x="5608319" y="2744724"/>
              <a:ext cx="449580" cy="189230"/>
            </a:xfrm>
            <a:custGeom>
              <a:avLst/>
              <a:gdLst/>
              <a:ahLst/>
              <a:cxnLst/>
              <a:rect l="l" t="t" r="r" b="b"/>
              <a:pathLst>
                <a:path w="449579" h="189230">
                  <a:moveTo>
                    <a:pt x="355091" y="188975"/>
                  </a:moveTo>
                  <a:lnTo>
                    <a:pt x="355091" y="141731"/>
                  </a:lnTo>
                  <a:lnTo>
                    <a:pt x="94487" y="141731"/>
                  </a:lnTo>
                  <a:lnTo>
                    <a:pt x="94487" y="188975"/>
                  </a:lnTo>
                  <a:lnTo>
                    <a:pt x="0" y="94487"/>
                  </a:lnTo>
                  <a:lnTo>
                    <a:pt x="94487" y="0"/>
                  </a:lnTo>
                  <a:lnTo>
                    <a:pt x="94487" y="47243"/>
                  </a:lnTo>
                  <a:lnTo>
                    <a:pt x="355091" y="47243"/>
                  </a:lnTo>
                  <a:lnTo>
                    <a:pt x="355091" y="0"/>
                  </a:lnTo>
                  <a:lnTo>
                    <a:pt x="449579" y="94487"/>
                  </a:lnTo>
                  <a:lnTo>
                    <a:pt x="355091" y="188975"/>
                  </a:lnTo>
                  <a:close/>
                </a:path>
              </a:pathLst>
            </a:custGeom>
            <a:solidFill>
              <a:srgbClr val="5F95E6"/>
            </a:solidFill>
          </p:spPr>
          <p:txBody>
            <a:bodyPr wrap="square" lIns="0" tIns="0" rIns="0" bIns="0" rtlCol="0"/>
            <a:lstStyle/>
            <a:p>
              <a:endParaRPr/>
            </a:p>
          </p:txBody>
        </p:sp>
        <p:sp>
          <p:nvSpPr>
            <p:cNvPr id="18" name="object 18"/>
            <p:cNvSpPr/>
            <p:nvPr/>
          </p:nvSpPr>
          <p:spPr>
            <a:xfrm>
              <a:off x="5599982" y="2729280"/>
              <a:ext cx="467359" cy="219710"/>
            </a:xfrm>
            <a:custGeom>
              <a:avLst/>
              <a:gdLst/>
              <a:ahLst/>
              <a:cxnLst/>
              <a:rect l="l" t="t" r="r" b="b"/>
              <a:pathLst>
                <a:path w="467360" h="219710">
                  <a:moveTo>
                    <a:pt x="109620" y="219252"/>
                  </a:moveTo>
                  <a:lnTo>
                    <a:pt x="0" y="109620"/>
                  </a:lnTo>
                  <a:lnTo>
                    <a:pt x="109620" y="0"/>
                  </a:lnTo>
                  <a:lnTo>
                    <a:pt x="109620" y="15328"/>
                  </a:lnTo>
                  <a:lnTo>
                    <a:pt x="96920" y="15328"/>
                  </a:lnTo>
                  <a:lnTo>
                    <a:pt x="96920" y="30657"/>
                  </a:lnTo>
                  <a:lnTo>
                    <a:pt x="22447" y="105130"/>
                  </a:lnTo>
                  <a:lnTo>
                    <a:pt x="13468" y="105130"/>
                  </a:lnTo>
                  <a:lnTo>
                    <a:pt x="13468" y="114109"/>
                  </a:lnTo>
                  <a:lnTo>
                    <a:pt x="22447" y="114109"/>
                  </a:lnTo>
                  <a:lnTo>
                    <a:pt x="96920" y="188582"/>
                  </a:lnTo>
                  <a:lnTo>
                    <a:pt x="96920" y="203923"/>
                  </a:lnTo>
                  <a:lnTo>
                    <a:pt x="109620" y="203923"/>
                  </a:lnTo>
                  <a:lnTo>
                    <a:pt x="109620" y="219252"/>
                  </a:lnTo>
                  <a:close/>
                </a:path>
                <a:path w="467360" h="219710">
                  <a:moveTo>
                    <a:pt x="357270" y="62471"/>
                  </a:moveTo>
                  <a:lnTo>
                    <a:pt x="357270" y="0"/>
                  </a:lnTo>
                  <a:lnTo>
                    <a:pt x="372598" y="15328"/>
                  </a:lnTo>
                  <a:lnTo>
                    <a:pt x="369970" y="15328"/>
                  </a:lnTo>
                  <a:lnTo>
                    <a:pt x="359124" y="19812"/>
                  </a:lnTo>
                  <a:lnTo>
                    <a:pt x="369970" y="30657"/>
                  </a:lnTo>
                  <a:lnTo>
                    <a:pt x="369970" y="56121"/>
                  </a:lnTo>
                  <a:lnTo>
                    <a:pt x="363620" y="56121"/>
                  </a:lnTo>
                  <a:lnTo>
                    <a:pt x="357270" y="62471"/>
                  </a:lnTo>
                  <a:close/>
                </a:path>
                <a:path w="467360" h="219710">
                  <a:moveTo>
                    <a:pt x="96920" y="30657"/>
                  </a:moveTo>
                  <a:lnTo>
                    <a:pt x="96920" y="15328"/>
                  </a:lnTo>
                  <a:lnTo>
                    <a:pt x="107765" y="19812"/>
                  </a:lnTo>
                  <a:lnTo>
                    <a:pt x="96920" y="30657"/>
                  </a:lnTo>
                  <a:close/>
                </a:path>
                <a:path w="467360" h="219710">
                  <a:moveTo>
                    <a:pt x="369970" y="68821"/>
                  </a:moveTo>
                  <a:lnTo>
                    <a:pt x="96920" y="68821"/>
                  </a:lnTo>
                  <a:lnTo>
                    <a:pt x="96920" y="30657"/>
                  </a:lnTo>
                  <a:lnTo>
                    <a:pt x="107765" y="19812"/>
                  </a:lnTo>
                  <a:lnTo>
                    <a:pt x="96920" y="15328"/>
                  </a:lnTo>
                  <a:lnTo>
                    <a:pt x="109620" y="15328"/>
                  </a:lnTo>
                  <a:lnTo>
                    <a:pt x="109620" y="56121"/>
                  </a:lnTo>
                  <a:lnTo>
                    <a:pt x="103270" y="56121"/>
                  </a:lnTo>
                  <a:lnTo>
                    <a:pt x="109620" y="62471"/>
                  </a:lnTo>
                  <a:lnTo>
                    <a:pt x="369970" y="62471"/>
                  </a:lnTo>
                  <a:lnTo>
                    <a:pt x="369970" y="68821"/>
                  </a:lnTo>
                  <a:close/>
                </a:path>
                <a:path w="467360" h="219710">
                  <a:moveTo>
                    <a:pt x="369970" y="30657"/>
                  </a:moveTo>
                  <a:lnTo>
                    <a:pt x="359124" y="19812"/>
                  </a:lnTo>
                  <a:lnTo>
                    <a:pt x="369970" y="15328"/>
                  </a:lnTo>
                  <a:lnTo>
                    <a:pt x="369970" y="30657"/>
                  </a:lnTo>
                  <a:close/>
                </a:path>
                <a:path w="467360" h="219710">
                  <a:moveTo>
                    <a:pt x="448932" y="109620"/>
                  </a:moveTo>
                  <a:lnTo>
                    <a:pt x="369970" y="30657"/>
                  </a:lnTo>
                  <a:lnTo>
                    <a:pt x="369970" y="15328"/>
                  </a:lnTo>
                  <a:lnTo>
                    <a:pt x="372598" y="15328"/>
                  </a:lnTo>
                  <a:lnTo>
                    <a:pt x="462400" y="105130"/>
                  </a:lnTo>
                  <a:lnTo>
                    <a:pt x="453421" y="105130"/>
                  </a:lnTo>
                  <a:lnTo>
                    <a:pt x="448932" y="109620"/>
                  </a:lnTo>
                  <a:close/>
                </a:path>
                <a:path w="467360" h="219710">
                  <a:moveTo>
                    <a:pt x="109620" y="62471"/>
                  </a:moveTo>
                  <a:lnTo>
                    <a:pt x="103270" y="56121"/>
                  </a:lnTo>
                  <a:lnTo>
                    <a:pt x="109620" y="56121"/>
                  </a:lnTo>
                  <a:lnTo>
                    <a:pt x="109620" y="62471"/>
                  </a:lnTo>
                  <a:close/>
                </a:path>
                <a:path w="467360" h="219710">
                  <a:moveTo>
                    <a:pt x="357270" y="62471"/>
                  </a:moveTo>
                  <a:lnTo>
                    <a:pt x="109620" y="62471"/>
                  </a:lnTo>
                  <a:lnTo>
                    <a:pt x="109620" y="56121"/>
                  </a:lnTo>
                  <a:lnTo>
                    <a:pt x="357270" y="56121"/>
                  </a:lnTo>
                  <a:lnTo>
                    <a:pt x="357270" y="62471"/>
                  </a:lnTo>
                  <a:close/>
                </a:path>
                <a:path w="467360" h="219710">
                  <a:moveTo>
                    <a:pt x="369970" y="62471"/>
                  </a:moveTo>
                  <a:lnTo>
                    <a:pt x="357270" y="62471"/>
                  </a:lnTo>
                  <a:lnTo>
                    <a:pt x="363620" y="56121"/>
                  </a:lnTo>
                  <a:lnTo>
                    <a:pt x="369970" y="56121"/>
                  </a:lnTo>
                  <a:lnTo>
                    <a:pt x="369970" y="62471"/>
                  </a:lnTo>
                  <a:close/>
                </a:path>
                <a:path w="467360" h="219710">
                  <a:moveTo>
                    <a:pt x="13468" y="114109"/>
                  </a:moveTo>
                  <a:lnTo>
                    <a:pt x="13468" y="105130"/>
                  </a:lnTo>
                  <a:lnTo>
                    <a:pt x="17951" y="109626"/>
                  </a:lnTo>
                  <a:lnTo>
                    <a:pt x="13468" y="114109"/>
                  </a:lnTo>
                  <a:close/>
                </a:path>
                <a:path w="467360" h="219710">
                  <a:moveTo>
                    <a:pt x="17957" y="109620"/>
                  </a:moveTo>
                  <a:lnTo>
                    <a:pt x="13468" y="105130"/>
                  </a:lnTo>
                  <a:lnTo>
                    <a:pt x="22447" y="105130"/>
                  </a:lnTo>
                  <a:lnTo>
                    <a:pt x="17957" y="109620"/>
                  </a:lnTo>
                  <a:close/>
                </a:path>
                <a:path w="467360" h="219710">
                  <a:moveTo>
                    <a:pt x="453421" y="114109"/>
                  </a:moveTo>
                  <a:lnTo>
                    <a:pt x="448932" y="109620"/>
                  </a:lnTo>
                  <a:lnTo>
                    <a:pt x="453421" y="105130"/>
                  </a:lnTo>
                  <a:lnTo>
                    <a:pt x="453421" y="114109"/>
                  </a:lnTo>
                  <a:close/>
                </a:path>
                <a:path w="467360" h="219710">
                  <a:moveTo>
                    <a:pt x="462413" y="114109"/>
                  </a:moveTo>
                  <a:lnTo>
                    <a:pt x="453421" y="114109"/>
                  </a:lnTo>
                  <a:lnTo>
                    <a:pt x="453421" y="105130"/>
                  </a:lnTo>
                  <a:lnTo>
                    <a:pt x="462400" y="105130"/>
                  </a:lnTo>
                  <a:lnTo>
                    <a:pt x="466896" y="109626"/>
                  </a:lnTo>
                  <a:lnTo>
                    <a:pt x="462413" y="114109"/>
                  </a:lnTo>
                  <a:close/>
                </a:path>
                <a:path w="467360" h="219710">
                  <a:moveTo>
                    <a:pt x="22447" y="114109"/>
                  </a:moveTo>
                  <a:lnTo>
                    <a:pt x="13468" y="114109"/>
                  </a:lnTo>
                  <a:lnTo>
                    <a:pt x="17964" y="109626"/>
                  </a:lnTo>
                  <a:lnTo>
                    <a:pt x="22447" y="114109"/>
                  </a:lnTo>
                  <a:close/>
                </a:path>
                <a:path w="467360" h="219710">
                  <a:moveTo>
                    <a:pt x="372598" y="203923"/>
                  </a:moveTo>
                  <a:lnTo>
                    <a:pt x="369970" y="203923"/>
                  </a:lnTo>
                  <a:lnTo>
                    <a:pt x="369970" y="188582"/>
                  </a:lnTo>
                  <a:lnTo>
                    <a:pt x="448938" y="109626"/>
                  </a:lnTo>
                  <a:lnTo>
                    <a:pt x="453421" y="114109"/>
                  </a:lnTo>
                  <a:lnTo>
                    <a:pt x="462413" y="114109"/>
                  </a:lnTo>
                  <a:lnTo>
                    <a:pt x="372598" y="203923"/>
                  </a:lnTo>
                  <a:close/>
                </a:path>
                <a:path w="467360" h="219710">
                  <a:moveTo>
                    <a:pt x="109620" y="203923"/>
                  </a:moveTo>
                  <a:lnTo>
                    <a:pt x="96920" y="203923"/>
                  </a:lnTo>
                  <a:lnTo>
                    <a:pt x="107765" y="199428"/>
                  </a:lnTo>
                  <a:lnTo>
                    <a:pt x="96920" y="188582"/>
                  </a:lnTo>
                  <a:lnTo>
                    <a:pt x="96920" y="150418"/>
                  </a:lnTo>
                  <a:lnTo>
                    <a:pt x="369970" y="150418"/>
                  </a:lnTo>
                  <a:lnTo>
                    <a:pt x="369970" y="156768"/>
                  </a:lnTo>
                  <a:lnTo>
                    <a:pt x="109620" y="156768"/>
                  </a:lnTo>
                  <a:lnTo>
                    <a:pt x="103270" y="163118"/>
                  </a:lnTo>
                  <a:lnTo>
                    <a:pt x="109620" y="163118"/>
                  </a:lnTo>
                  <a:lnTo>
                    <a:pt x="109620" y="203923"/>
                  </a:lnTo>
                  <a:close/>
                </a:path>
                <a:path w="467360" h="219710">
                  <a:moveTo>
                    <a:pt x="109620" y="163118"/>
                  </a:moveTo>
                  <a:lnTo>
                    <a:pt x="103270" y="163118"/>
                  </a:lnTo>
                  <a:lnTo>
                    <a:pt x="109620" y="156768"/>
                  </a:lnTo>
                  <a:lnTo>
                    <a:pt x="109620" y="163118"/>
                  </a:lnTo>
                  <a:close/>
                </a:path>
                <a:path w="467360" h="219710">
                  <a:moveTo>
                    <a:pt x="357270" y="163118"/>
                  </a:moveTo>
                  <a:lnTo>
                    <a:pt x="109620" y="163118"/>
                  </a:lnTo>
                  <a:lnTo>
                    <a:pt x="109620" y="156768"/>
                  </a:lnTo>
                  <a:lnTo>
                    <a:pt x="357270" y="156768"/>
                  </a:lnTo>
                  <a:lnTo>
                    <a:pt x="357270" y="163118"/>
                  </a:lnTo>
                  <a:close/>
                </a:path>
                <a:path w="467360" h="219710">
                  <a:moveTo>
                    <a:pt x="357270" y="219252"/>
                  </a:moveTo>
                  <a:lnTo>
                    <a:pt x="357270" y="156768"/>
                  </a:lnTo>
                  <a:lnTo>
                    <a:pt x="363620" y="163118"/>
                  </a:lnTo>
                  <a:lnTo>
                    <a:pt x="369970" y="163118"/>
                  </a:lnTo>
                  <a:lnTo>
                    <a:pt x="369970" y="188582"/>
                  </a:lnTo>
                  <a:lnTo>
                    <a:pt x="359124" y="199428"/>
                  </a:lnTo>
                  <a:lnTo>
                    <a:pt x="369970" y="203923"/>
                  </a:lnTo>
                  <a:lnTo>
                    <a:pt x="372598" y="203923"/>
                  </a:lnTo>
                  <a:lnTo>
                    <a:pt x="357270" y="219252"/>
                  </a:lnTo>
                  <a:close/>
                </a:path>
                <a:path w="467360" h="219710">
                  <a:moveTo>
                    <a:pt x="369970" y="163118"/>
                  </a:moveTo>
                  <a:lnTo>
                    <a:pt x="363620" y="163118"/>
                  </a:lnTo>
                  <a:lnTo>
                    <a:pt x="357270" y="156768"/>
                  </a:lnTo>
                  <a:lnTo>
                    <a:pt x="369970" y="156768"/>
                  </a:lnTo>
                  <a:lnTo>
                    <a:pt x="369970" y="163118"/>
                  </a:lnTo>
                  <a:close/>
                </a:path>
                <a:path w="467360" h="219710">
                  <a:moveTo>
                    <a:pt x="96920" y="203923"/>
                  </a:moveTo>
                  <a:lnTo>
                    <a:pt x="96920" y="188582"/>
                  </a:lnTo>
                  <a:lnTo>
                    <a:pt x="107765" y="199428"/>
                  </a:lnTo>
                  <a:lnTo>
                    <a:pt x="96920" y="203923"/>
                  </a:lnTo>
                  <a:close/>
                </a:path>
                <a:path w="467360" h="219710">
                  <a:moveTo>
                    <a:pt x="369970" y="203923"/>
                  </a:moveTo>
                  <a:lnTo>
                    <a:pt x="359124" y="199428"/>
                  </a:lnTo>
                  <a:lnTo>
                    <a:pt x="369970" y="188582"/>
                  </a:lnTo>
                  <a:lnTo>
                    <a:pt x="369970" y="203923"/>
                  </a:lnTo>
                  <a:close/>
                </a:path>
              </a:pathLst>
            </a:custGeom>
            <a:solidFill>
              <a:srgbClr val="2069D2"/>
            </a:solidFill>
          </p:spPr>
          <p:txBody>
            <a:bodyPr wrap="square" lIns="0" tIns="0" rIns="0" bIns="0" rtlCol="0"/>
            <a:lstStyle/>
            <a:p>
              <a:endParaRPr/>
            </a:p>
          </p:txBody>
        </p:sp>
      </p:grpSp>
      <p:grpSp>
        <p:nvGrpSpPr>
          <p:cNvPr id="19" name="object 19"/>
          <p:cNvGrpSpPr/>
          <p:nvPr/>
        </p:nvGrpSpPr>
        <p:grpSpPr>
          <a:xfrm>
            <a:off x="5466632" y="3701872"/>
            <a:ext cx="6551930" cy="2748280"/>
            <a:chOff x="5466632" y="3701872"/>
            <a:chExt cx="6551930" cy="2748280"/>
          </a:xfrm>
        </p:grpSpPr>
        <p:sp>
          <p:nvSpPr>
            <p:cNvPr id="20" name="object 20"/>
            <p:cNvSpPr/>
            <p:nvPr/>
          </p:nvSpPr>
          <p:spPr>
            <a:xfrm>
              <a:off x="5809297" y="3701871"/>
              <a:ext cx="1310005" cy="2748280"/>
            </a:xfrm>
            <a:custGeom>
              <a:avLst/>
              <a:gdLst/>
              <a:ahLst/>
              <a:cxnLst/>
              <a:rect l="l" t="t" r="r" b="b"/>
              <a:pathLst>
                <a:path w="1310004" h="2748279">
                  <a:moveTo>
                    <a:pt x="28575" y="2719387"/>
                  </a:moveTo>
                  <a:lnTo>
                    <a:pt x="0" y="2719387"/>
                  </a:lnTo>
                  <a:lnTo>
                    <a:pt x="0" y="2747962"/>
                  </a:lnTo>
                  <a:lnTo>
                    <a:pt x="28575" y="2747962"/>
                  </a:lnTo>
                  <a:lnTo>
                    <a:pt x="28575" y="2719387"/>
                  </a:lnTo>
                  <a:close/>
                </a:path>
                <a:path w="1310004" h="2748279">
                  <a:moveTo>
                    <a:pt x="28575" y="2662237"/>
                  </a:moveTo>
                  <a:lnTo>
                    <a:pt x="0" y="2662237"/>
                  </a:lnTo>
                  <a:lnTo>
                    <a:pt x="0" y="2690812"/>
                  </a:lnTo>
                  <a:lnTo>
                    <a:pt x="28575" y="2690812"/>
                  </a:lnTo>
                  <a:lnTo>
                    <a:pt x="28575" y="2662237"/>
                  </a:lnTo>
                  <a:close/>
                </a:path>
                <a:path w="1310004" h="2748279">
                  <a:moveTo>
                    <a:pt x="28575" y="2605087"/>
                  </a:moveTo>
                  <a:lnTo>
                    <a:pt x="0" y="2605087"/>
                  </a:lnTo>
                  <a:lnTo>
                    <a:pt x="0" y="2633662"/>
                  </a:lnTo>
                  <a:lnTo>
                    <a:pt x="28575" y="2633662"/>
                  </a:lnTo>
                  <a:lnTo>
                    <a:pt x="28575" y="2605087"/>
                  </a:lnTo>
                  <a:close/>
                </a:path>
                <a:path w="1310004" h="2748279">
                  <a:moveTo>
                    <a:pt x="28575" y="2547937"/>
                  </a:moveTo>
                  <a:lnTo>
                    <a:pt x="0" y="2547937"/>
                  </a:lnTo>
                  <a:lnTo>
                    <a:pt x="0" y="2576512"/>
                  </a:lnTo>
                  <a:lnTo>
                    <a:pt x="28575" y="2576512"/>
                  </a:lnTo>
                  <a:lnTo>
                    <a:pt x="28575" y="2547937"/>
                  </a:lnTo>
                  <a:close/>
                </a:path>
                <a:path w="1310004" h="2748279">
                  <a:moveTo>
                    <a:pt x="28575" y="2490787"/>
                  </a:moveTo>
                  <a:lnTo>
                    <a:pt x="0" y="2490787"/>
                  </a:lnTo>
                  <a:lnTo>
                    <a:pt x="0" y="2519362"/>
                  </a:lnTo>
                  <a:lnTo>
                    <a:pt x="28575" y="2519362"/>
                  </a:lnTo>
                  <a:lnTo>
                    <a:pt x="28575" y="2490787"/>
                  </a:lnTo>
                  <a:close/>
                </a:path>
                <a:path w="1310004" h="2748279">
                  <a:moveTo>
                    <a:pt x="28575" y="2433637"/>
                  </a:moveTo>
                  <a:lnTo>
                    <a:pt x="0" y="2433637"/>
                  </a:lnTo>
                  <a:lnTo>
                    <a:pt x="0" y="2462212"/>
                  </a:lnTo>
                  <a:lnTo>
                    <a:pt x="28575" y="2462212"/>
                  </a:lnTo>
                  <a:lnTo>
                    <a:pt x="28575" y="2433637"/>
                  </a:lnTo>
                  <a:close/>
                </a:path>
                <a:path w="1310004" h="2748279">
                  <a:moveTo>
                    <a:pt x="28575" y="2376487"/>
                  </a:moveTo>
                  <a:lnTo>
                    <a:pt x="0" y="2376487"/>
                  </a:lnTo>
                  <a:lnTo>
                    <a:pt x="0" y="2405062"/>
                  </a:lnTo>
                  <a:lnTo>
                    <a:pt x="28575" y="2405062"/>
                  </a:lnTo>
                  <a:lnTo>
                    <a:pt x="28575" y="2376487"/>
                  </a:lnTo>
                  <a:close/>
                </a:path>
                <a:path w="1310004" h="2748279">
                  <a:moveTo>
                    <a:pt x="28575" y="2319337"/>
                  </a:moveTo>
                  <a:lnTo>
                    <a:pt x="0" y="2319337"/>
                  </a:lnTo>
                  <a:lnTo>
                    <a:pt x="0" y="2347912"/>
                  </a:lnTo>
                  <a:lnTo>
                    <a:pt x="28575" y="2347912"/>
                  </a:lnTo>
                  <a:lnTo>
                    <a:pt x="28575" y="2319337"/>
                  </a:lnTo>
                  <a:close/>
                </a:path>
                <a:path w="1310004" h="2748279">
                  <a:moveTo>
                    <a:pt x="28575" y="2262187"/>
                  </a:moveTo>
                  <a:lnTo>
                    <a:pt x="0" y="2262187"/>
                  </a:lnTo>
                  <a:lnTo>
                    <a:pt x="0" y="2290762"/>
                  </a:lnTo>
                  <a:lnTo>
                    <a:pt x="28575" y="2290762"/>
                  </a:lnTo>
                  <a:lnTo>
                    <a:pt x="28575" y="2262187"/>
                  </a:lnTo>
                  <a:close/>
                </a:path>
                <a:path w="1310004" h="2748279">
                  <a:moveTo>
                    <a:pt x="28575" y="2205037"/>
                  </a:moveTo>
                  <a:lnTo>
                    <a:pt x="0" y="2205037"/>
                  </a:lnTo>
                  <a:lnTo>
                    <a:pt x="0" y="2233612"/>
                  </a:lnTo>
                  <a:lnTo>
                    <a:pt x="28575" y="2233612"/>
                  </a:lnTo>
                  <a:lnTo>
                    <a:pt x="28575" y="2205037"/>
                  </a:lnTo>
                  <a:close/>
                </a:path>
                <a:path w="1310004" h="2748279">
                  <a:moveTo>
                    <a:pt x="28575" y="2147887"/>
                  </a:moveTo>
                  <a:lnTo>
                    <a:pt x="0" y="2147887"/>
                  </a:lnTo>
                  <a:lnTo>
                    <a:pt x="0" y="2176462"/>
                  </a:lnTo>
                  <a:lnTo>
                    <a:pt x="28575" y="2176462"/>
                  </a:lnTo>
                  <a:lnTo>
                    <a:pt x="28575" y="2147887"/>
                  </a:lnTo>
                  <a:close/>
                </a:path>
                <a:path w="1310004" h="2748279">
                  <a:moveTo>
                    <a:pt x="28575" y="2090737"/>
                  </a:moveTo>
                  <a:lnTo>
                    <a:pt x="0" y="2090737"/>
                  </a:lnTo>
                  <a:lnTo>
                    <a:pt x="0" y="2119312"/>
                  </a:lnTo>
                  <a:lnTo>
                    <a:pt x="28575" y="2119312"/>
                  </a:lnTo>
                  <a:lnTo>
                    <a:pt x="28575" y="2090737"/>
                  </a:lnTo>
                  <a:close/>
                </a:path>
                <a:path w="1310004" h="2748279">
                  <a:moveTo>
                    <a:pt x="28575" y="2033587"/>
                  </a:moveTo>
                  <a:lnTo>
                    <a:pt x="0" y="2033587"/>
                  </a:lnTo>
                  <a:lnTo>
                    <a:pt x="0" y="2062162"/>
                  </a:lnTo>
                  <a:lnTo>
                    <a:pt x="28575" y="2062162"/>
                  </a:lnTo>
                  <a:lnTo>
                    <a:pt x="28575" y="2033587"/>
                  </a:lnTo>
                  <a:close/>
                </a:path>
                <a:path w="1310004" h="2748279">
                  <a:moveTo>
                    <a:pt x="28575" y="1976437"/>
                  </a:moveTo>
                  <a:lnTo>
                    <a:pt x="0" y="1976437"/>
                  </a:lnTo>
                  <a:lnTo>
                    <a:pt x="0" y="2005012"/>
                  </a:lnTo>
                  <a:lnTo>
                    <a:pt x="28575" y="2005012"/>
                  </a:lnTo>
                  <a:lnTo>
                    <a:pt x="28575" y="1976437"/>
                  </a:lnTo>
                  <a:close/>
                </a:path>
                <a:path w="1310004" h="2748279">
                  <a:moveTo>
                    <a:pt x="28575" y="1919287"/>
                  </a:moveTo>
                  <a:lnTo>
                    <a:pt x="0" y="1919287"/>
                  </a:lnTo>
                  <a:lnTo>
                    <a:pt x="0" y="1947862"/>
                  </a:lnTo>
                  <a:lnTo>
                    <a:pt x="28575" y="1947862"/>
                  </a:lnTo>
                  <a:lnTo>
                    <a:pt x="28575" y="1919287"/>
                  </a:lnTo>
                  <a:close/>
                </a:path>
                <a:path w="1310004" h="2748279">
                  <a:moveTo>
                    <a:pt x="28575" y="1862137"/>
                  </a:moveTo>
                  <a:lnTo>
                    <a:pt x="0" y="1862137"/>
                  </a:lnTo>
                  <a:lnTo>
                    <a:pt x="0" y="1890712"/>
                  </a:lnTo>
                  <a:lnTo>
                    <a:pt x="28575" y="1890712"/>
                  </a:lnTo>
                  <a:lnTo>
                    <a:pt x="28575" y="1862137"/>
                  </a:lnTo>
                  <a:close/>
                </a:path>
                <a:path w="1310004" h="2748279">
                  <a:moveTo>
                    <a:pt x="28575" y="1804987"/>
                  </a:moveTo>
                  <a:lnTo>
                    <a:pt x="0" y="1804987"/>
                  </a:lnTo>
                  <a:lnTo>
                    <a:pt x="0" y="1833562"/>
                  </a:lnTo>
                  <a:lnTo>
                    <a:pt x="28575" y="1833562"/>
                  </a:lnTo>
                  <a:lnTo>
                    <a:pt x="28575" y="1804987"/>
                  </a:lnTo>
                  <a:close/>
                </a:path>
                <a:path w="1310004" h="2748279">
                  <a:moveTo>
                    <a:pt x="28575" y="1747837"/>
                  </a:moveTo>
                  <a:lnTo>
                    <a:pt x="0" y="1747837"/>
                  </a:lnTo>
                  <a:lnTo>
                    <a:pt x="0" y="1776412"/>
                  </a:lnTo>
                  <a:lnTo>
                    <a:pt x="28575" y="1776412"/>
                  </a:lnTo>
                  <a:lnTo>
                    <a:pt x="28575" y="1747837"/>
                  </a:lnTo>
                  <a:close/>
                </a:path>
                <a:path w="1310004" h="2748279">
                  <a:moveTo>
                    <a:pt x="28575" y="1690687"/>
                  </a:moveTo>
                  <a:lnTo>
                    <a:pt x="0" y="1690687"/>
                  </a:lnTo>
                  <a:lnTo>
                    <a:pt x="0" y="1719262"/>
                  </a:lnTo>
                  <a:lnTo>
                    <a:pt x="28575" y="1719262"/>
                  </a:lnTo>
                  <a:lnTo>
                    <a:pt x="28575" y="1690687"/>
                  </a:lnTo>
                  <a:close/>
                </a:path>
                <a:path w="1310004" h="2748279">
                  <a:moveTo>
                    <a:pt x="28575" y="1633537"/>
                  </a:moveTo>
                  <a:lnTo>
                    <a:pt x="0" y="1633537"/>
                  </a:lnTo>
                  <a:lnTo>
                    <a:pt x="0" y="1662112"/>
                  </a:lnTo>
                  <a:lnTo>
                    <a:pt x="28575" y="1662112"/>
                  </a:lnTo>
                  <a:lnTo>
                    <a:pt x="28575" y="1633537"/>
                  </a:lnTo>
                  <a:close/>
                </a:path>
                <a:path w="1310004" h="2748279">
                  <a:moveTo>
                    <a:pt x="28575" y="1576387"/>
                  </a:moveTo>
                  <a:lnTo>
                    <a:pt x="0" y="1576387"/>
                  </a:lnTo>
                  <a:lnTo>
                    <a:pt x="0" y="1604962"/>
                  </a:lnTo>
                  <a:lnTo>
                    <a:pt x="28575" y="1604962"/>
                  </a:lnTo>
                  <a:lnTo>
                    <a:pt x="28575" y="1576387"/>
                  </a:lnTo>
                  <a:close/>
                </a:path>
                <a:path w="1310004" h="2748279">
                  <a:moveTo>
                    <a:pt x="28575" y="1519237"/>
                  </a:moveTo>
                  <a:lnTo>
                    <a:pt x="0" y="1519237"/>
                  </a:lnTo>
                  <a:lnTo>
                    <a:pt x="0" y="1547812"/>
                  </a:lnTo>
                  <a:lnTo>
                    <a:pt x="28575" y="1547812"/>
                  </a:lnTo>
                  <a:lnTo>
                    <a:pt x="28575" y="1519237"/>
                  </a:lnTo>
                  <a:close/>
                </a:path>
                <a:path w="1310004" h="2748279">
                  <a:moveTo>
                    <a:pt x="28575" y="1462087"/>
                  </a:moveTo>
                  <a:lnTo>
                    <a:pt x="0" y="1462087"/>
                  </a:lnTo>
                  <a:lnTo>
                    <a:pt x="0" y="1490662"/>
                  </a:lnTo>
                  <a:lnTo>
                    <a:pt x="28575" y="1490662"/>
                  </a:lnTo>
                  <a:lnTo>
                    <a:pt x="28575" y="1462087"/>
                  </a:lnTo>
                  <a:close/>
                </a:path>
                <a:path w="1310004" h="2748279">
                  <a:moveTo>
                    <a:pt x="28575" y="1404937"/>
                  </a:moveTo>
                  <a:lnTo>
                    <a:pt x="0" y="1404937"/>
                  </a:lnTo>
                  <a:lnTo>
                    <a:pt x="0" y="1433512"/>
                  </a:lnTo>
                  <a:lnTo>
                    <a:pt x="28575" y="1433512"/>
                  </a:lnTo>
                  <a:lnTo>
                    <a:pt x="28575" y="1404937"/>
                  </a:lnTo>
                  <a:close/>
                </a:path>
                <a:path w="1310004" h="2748279">
                  <a:moveTo>
                    <a:pt x="28575" y="1347787"/>
                  </a:moveTo>
                  <a:lnTo>
                    <a:pt x="0" y="1347787"/>
                  </a:lnTo>
                  <a:lnTo>
                    <a:pt x="0" y="1376362"/>
                  </a:lnTo>
                  <a:lnTo>
                    <a:pt x="28575" y="1376362"/>
                  </a:lnTo>
                  <a:lnTo>
                    <a:pt x="28575" y="1347787"/>
                  </a:lnTo>
                  <a:close/>
                </a:path>
                <a:path w="1310004" h="2748279">
                  <a:moveTo>
                    <a:pt x="28575" y="1290637"/>
                  </a:moveTo>
                  <a:lnTo>
                    <a:pt x="0" y="1290637"/>
                  </a:lnTo>
                  <a:lnTo>
                    <a:pt x="0" y="1319212"/>
                  </a:lnTo>
                  <a:lnTo>
                    <a:pt x="28575" y="1319212"/>
                  </a:lnTo>
                  <a:lnTo>
                    <a:pt x="28575" y="1290637"/>
                  </a:lnTo>
                  <a:close/>
                </a:path>
                <a:path w="1310004" h="2748279">
                  <a:moveTo>
                    <a:pt x="28575" y="1233487"/>
                  </a:moveTo>
                  <a:lnTo>
                    <a:pt x="0" y="1233487"/>
                  </a:lnTo>
                  <a:lnTo>
                    <a:pt x="0" y="1262062"/>
                  </a:lnTo>
                  <a:lnTo>
                    <a:pt x="28575" y="1262062"/>
                  </a:lnTo>
                  <a:lnTo>
                    <a:pt x="28575" y="1233487"/>
                  </a:lnTo>
                  <a:close/>
                </a:path>
                <a:path w="1310004" h="2748279">
                  <a:moveTo>
                    <a:pt x="28575" y="1176337"/>
                  </a:moveTo>
                  <a:lnTo>
                    <a:pt x="0" y="1176337"/>
                  </a:lnTo>
                  <a:lnTo>
                    <a:pt x="0" y="1204912"/>
                  </a:lnTo>
                  <a:lnTo>
                    <a:pt x="28575" y="1204912"/>
                  </a:lnTo>
                  <a:lnTo>
                    <a:pt x="28575" y="1176337"/>
                  </a:lnTo>
                  <a:close/>
                </a:path>
                <a:path w="1310004" h="2748279">
                  <a:moveTo>
                    <a:pt x="28575" y="1119187"/>
                  </a:moveTo>
                  <a:lnTo>
                    <a:pt x="0" y="1119187"/>
                  </a:lnTo>
                  <a:lnTo>
                    <a:pt x="0" y="1147762"/>
                  </a:lnTo>
                  <a:lnTo>
                    <a:pt x="28575" y="1147762"/>
                  </a:lnTo>
                  <a:lnTo>
                    <a:pt x="28575" y="1119187"/>
                  </a:lnTo>
                  <a:close/>
                </a:path>
                <a:path w="1310004" h="2748279">
                  <a:moveTo>
                    <a:pt x="28575" y="1062037"/>
                  </a:moveTo>
                  <a:lnTo>
                    <a:pt x="0" y="1062037"/>
                  </a:lnTo>
                  <a:lnTo>
                    <a:pt x="0" y="1090612"/>
                  </a:lnTo>
                  <a:lnTo>
                    <a:pt x="28575" y="1090612"/>
                  </a:lnTo>
                  <a:lnTo>
                    <a:pt x="28575" y="1062037"/>
                  </a:lnTo>
                  <a:close/>
                </a:path>
                <a:path w="1310004" h="2748279">
                  <a:moveTo>
                    <a:pt x="28575" y="1004887"/>
                  </a:moveTo>
                  <a:lnTo>
                    <a:pt x="0" y="1004887"/>
                  </a:lnTo>
                  <a:lnTo>
                    <a:pt x="0" y="1033462"/>
                  </a:lnTo>
                  <a:lnTo>
                    <a:pt x="28575" y="1033462"/>
                  </a:lnTo>
                  <a:lnTo>
                    <a:pt x="28575" y="1004887"/>
                  </a:lnTo>
                  <a:close/>
                </a:path>
                <a:path w="1310004" h="2748279">
                  <a:moveTo>
                    <a:pt x="28575" y="947737"/>
                  </a:moveTo>
                  <a:lnTo>
                    <a:pt x="0" y="947737"/>
                  </a:lnTo>
                  <a:lnTo>
                    <a:pt x="0" y="976312"/>
                  </a:lnTo>
                  <a:lnTo>
                    <a:pt x="28575" y="976312"/>
                  </a:lnTo>
                  <a:lnTo>
                    <a:pt x="28575" y="947737"/>
                  </a:lnTo>
                  <a:close/>
                </a:path>
                <a:path w="1310004" h="2748279">
                  <a:moveTo>
                    <a:pt x="28575" y="890587"/>
                  </a:moveTo>
                  <a:lnTo>
                    <a:pt x="0" y="890587"/>
                  </a:lnTo>
                  <a:lnTo>
                    <a:pt x="0" y="919162"/>
                  </a:lnTo>
                  <a:lnTo>
                    <a:pt x="28575" y="919162"/>
                  </a:lnTo>
                  <a:lnTo>
                    <a:pt x="28575" y="890587"/>
                  </a:lnTo>
                  <a:close/>
                </a:path>
                <a:path w="1310004" h="2748279">
                  <a:moveTo>
                    <a:pt x="28575" y="833437"/>
                  </a:moveTo>
                  <a:lnTo>
                    <a:pt x="0" y="833437"/>
                  </a:lnTo>
                  <a:lnTo>
                    <a:pt x="0" y="862012"/>
                  </a:lnTo>
                  <a:lnTo>
                    <a:pt x="28575" y="862012"/>
                  </a:lnTo>
                  <a:lnTo>
                    <a:pt x="28575" y="833437"/>
                  </a:lnTo>
                  <a:close/>
                </a:path>
                <a:path w="1310004" h="2748279">
                  <a:moveTo>
                    <a:pt x="28575" y="776287"/>
                  </a:moveTo>
                  <a:lnTo>
                    <a:pt x="0" y="776287"/>
                  </a:lnTo>
                  <a:lnTo>
                    <a:pt x="0" y="804862"/>
                  </a:lnTo>
                  <a:lnTo>
                    <a:pt x="28575" y="804862"/>
                  </a:lnTo>
                  <a:lnTo>
                    <a:pt x="28575" y="776287"/>
                  </a:lnTo>
                  <a:close/>
                </a:path>
                <a:path w="1310004" h="2748279">
                  <a:moveTo>
                    <a:pt x="28575" y="719137"/>
                  </a:moveTo>
                  <a:lnTo>
                    <a:pt x="0" y="719137"/>
                  </a:lnTo>
                  <a:lnTo>
                    <a:pt x="0" y="747712"/>
                  </a:lnTo>
                  <a:lnTo>
                    <a:pt x="28575" y="747712"/>
                  </a:lnTo>
                  <a:lnTo>
                    <a:pt x="28575" y="719137"/>
                  </a:lnTo>
                  <a:close/>
                </a:path>
                <a:path w="1310004" h="2748279">
                  <a:moveTo>
                    <a:pt x="28575" y="661987"/>
                  </a:moveTo>
                  <a:lnTo>
                    <a:pt x="0" y="661987"/>
                  </a:lnTo>
                  <a:lnTo>
                    <a:pt x="0" y="690562"/>
                  </a:lnTo>
                  <a:lnTo>
                    <a:pt x="28575" y="690562"/>
                  </a:lnTo>
                  <a:lnTo>
                    <a:pt x="28575" y="661987"/>
                  </a:lnTo>
                  <a:close/>
                </a:path>
                <a:path w="1310004" h="2748279">
                  <a:moveTo>
                    <a:pt x="28575" y="604837"/>
                  </a:moveTo>
                  <a:lnTo>
                    <a:pt x="0" y="604837"/>
                  </a:lnTo>
                  <a:lnTo>
                    <a:pt x="0" y="633412"/>
                  </a:lnTo>
                  <a:lnTo>
                    <a:pt x="28575" y="633412"/>
                  </a:lnTo>
                  <a:lnTo>
                    <a:pt x="28575" y="604837"/>
                  </a:lnTo>
                  <a:close/>
                </a:path>
                <a:path w="1310004" h="2748279">
                  <a:moveTo>
                    <a:pt x="28575" y="547687"/>
                  </a:moveTo>
                  <a:lnTo>
                    <a:pt x="0" y="547687"/>
                  </a:lnTo>
                  <a:lnTo>
                    <a:pt x="0" y="576262"/>
                  </a:lnTo>
                  <a:lnTo>
                    <a:pt x="28575" y="576262"/>
                  </a:lnTo>
                  <a:lnTo>
                    <a:pt x="28575" y="547687"/>
                  </a:lnTo>
                  <a:close/>
                </a:path>
                <a:path w="1310004" h="2748279">
                  <a:moveTo>
                    <a:pt x="28575" y="490537"/>
                  </a:moveTo>
                  <a:lnTo>
                    <a:pt x="0" y="490537"/>
                  </a:lnTo>
                  <a:lnTo>
                    <a:pt x="0" y="519112"/>
                  </a:lnTo>
                  <a:lnTo>
                    <a:pt x="28575" y="519112"/>
                  </a:lnTo>
                  <a:lnTo>
                    <a:pt x="28575" y="490537"/>
                  </a:lnTo>
                  <a:close/>
                </a:path>
                <a:path w="1310004" h="2748279">
                  <a:moveTo>
                    <a:pt x="28575" y="433387"/>
                  </a:moveTo>
                  <a:lnTo>
                    <a:pt x="0" y="433387"/>
                  </a:lnTo>
                  <a:lnTo>
                    <a:pt x="0" y="461962"/>
                  </a:lnTo>
                  <a:lnTo>
                    <a:pt x="28575" y="461962"/>
                  </a:lnTo>
                  <a:lnTo>
                    <a:pt x="28575" y="433387"/>
                  </a:lnTo>
                  <a:close/>
                </a:path>
                <a:path w="1310004" h="2748279">
                  <a:moveTo>
                    <a:pt x="28575" y="376237"/>
                  </a:moveTo>
                  <a:lnTo>
                    <a:pt x="0" y="376237"/>
                  </a:lnTo>
                  <a:lnTo>
                    <a:pt x="0" y="404812"/>
                  </a:lnTo>
                  <a:lnTo>
                    <a:pt x="28575" y="404812"/>
                  </a:lnTo>
                  <a:lnTo>
                    <a:pt x="28575" y="376237"/>
                  </a:lnTo>
                  <a:close/>
                </a:path>
                <a:path w="1310004" h="2748279">
                  <a:moveTo>
                    <a:pt x="28575" y="319087"/>
                  </a:moveTo>
                  <a:lnTo>
                    <a:pt x="0" y="319087"/>
                  </a:lnTo>
                  <a:lnTo>
                    <a:pt x="0" y="347662"/>
                  </a:lnTo>
                  <a:lnTo>
                    <a:pt x="28575" y="347662"/>
                  </a:lnTo>
                  <a:lnTo>
                    <a:pt x="28575" y="319087"/>
                  </a:lnTo>
                  <a:close/>
                </a:path>
                <a:path w="1310004" h="2748279">
                  <a:moveTo>
                    <a:pt x="28575" y="261937"/>
                  </a:moveTo>
                  <a:lnTo>
                    <a:pt x="0" y="261937"/>
                  </a:lnTo>
                  <a:lnTo>
                    <a:pt x="0" y="290512"/>
                  </a:lnTo>
                  <a:lnTo>
                    <a:pt x="28575" y="290512"/>
                  </a:lnTo>
                  <a:lnTo>
                    <a:pt x="28575" y="261937"/>
                  </a:lnTo>
                  <a:close/>
                </a:path>
                <a:path w="1310004" h="2748279">
                  <a:moveTo>
                    <a:pt x="28575" y="204787"/>
                  </a:moveTo>
                  <a:lnTo>
                    <a:pt x="0" y="204787"/>
                  </a:lnTo>
                  <a:lnTo>
                    <a:pt x="0" y="233362"/>
                  </a:lnTo>
                  <a:lnTo>
                    <a:pt x="28575" y="233362"/>
                  </a:lnTo>
                  <a:lnTo>
                    <a:pt x="28575" y="204787"/>
                  </a:lnTo>
                  <a:close/>
                </a:path>
                <a:path w="1310004" h="2748279">
                  <a:moveTo>
                    <a:pt x="28575" y="147637"/>
                  </a:moveTo>
                  <a:lnTo>
                    <a:pt x="0" y="147637"/>
                  </a:lnTo>
                  <a:lnTo>
                    <a:pt x="0" y="176212"/>
                  </a:lnTo>
                  <a:lnTo>
                    <a:pt x="28575" y="176212"/>
                  </a:lnTo>
                  <a:lnTo>
                    <a:pt x="28575" y="147637"/>
                  </a:lnTo>
                  <a:close/>
                </a:path>
                <a:path w="1310004" h="2748279">
                  <a:moveTo>
                    <a:pt x="28575" y="90487"/>
                  </a:moveTo>
                  <a:lnTo>
                    <a:pt x="0" y="90487"/>
                  </a:lnTo>
                  <a:lnTo>
                    <a:pt x="0" y="119062"/>
                  </a:lnTo>
                  <a:lnTo>
                    <a:pt x="28575" y="119062"/>
                  </a:lnTo>
                  <a:lnTo>
                    <a:pt x="28575" y="90487"/>
                  </a:lnTo>
                  <a:close/>
                </a:path>
                <a:path w="1310004" h="2748279">
                  <a:moveTo>
                    <a:pt x="28575" y="33337"/>
                  </a:moveTo>
                  <a:lnTo>
                    <a:pt x="0" y="33337"/>
                  </a:lnTo>
                  <a:lnTo>
                    <a:pt x="0" y="61912"/>
                  </a:lnTo>
                  <a:lnTo>
                    <a:pt x="28575" y="61912"/>
                  </a:lnTo>
                  <a:lnTo>
                    <a:pt x="28575" y="33337"/>
                  </a:lnTo>
                  <a:close/>
                </a:path>
                <a:path w="1310004" h="2748279">
                  <a:moveTo>
                    <a:pt x="52387" y="0"/>
                  </a:moveTo>
                  <a:lnTo>
                    <a:pt x="23812" y="0"/>
                  </a:lnTo>
                  <a:lnTo>
                    <a:pt x="23812" y="28575"/>
                  </a:lnTo>
                  <a:lnTo>
                    <a:pt x="52387" y="28575"/>
                  </a:lnTo>
                  <a:lnTo>
                    <a:pt x="52387" y="0"/>
                  </a:lnTo>
                  <a:close/>
                </a:path>
                <a:path w="1310004" h="2748279">
                  <a:moveTo>
                    <a:pt x="109537" y="0"/>
                  </a:moveTo>
                  <a:lnTo>
                    <a:pt x="80962" y="0"/>
                  </a:lnTo>
                  <a:lnTo>
                    <a:pt x="80962" y="28575"/>
                  </a:lnTo>
                  <a:lnTo>
                    <a:pt x="109537" y="28575"/>
                  </a:lnTo>
                  <a:lnTo>
                    <a:pt x="109537" y="0"/>
                  </a:lnTo>
                  <a:close/>
                </a:path>
                <a:path w="1310004" h="2748279">
                  <a:moveTo>
                    <a:pt x="166687" y="0"/>
                  </a:moveTo>
                  <a:lnTo>
                    <a:pt x="138112" y="0"/>
                  </a:lnTo>
                  <a:lnTo>
                    <a:pt x="138112" y="28575"/>
                  </a:lnTo>
                  <a:lnTo>
                    <a:pt x="166687" y="28575"/>
                  </a:lnTo>
                  <a:lnTo>
                    <a:pt x="166687" y="0"/>
                  </a:lnTo>
                  <a:close/>
                </a:path>
                <a:path w="1310004" h="2748279">
                  <a:moveTo>
                    <a:pt x="223837" y="0"/>
                  </a:moveTo>
                  <a:lnTo>
                    <a:pt x="195262" y="0"/>
                  </a:lnTo>
                  <a:lnTo>
                    <a:pt x="195262" y="28575"/>
                  </a:lnTo>
                  <a:lnTo>
                    <a:pt x="223837" y="28575"/>
                  </a:lnTo>
                  <a:lnTo>
                    <a:pt x="223837" y="0"/>
                  </a:lnTo>
                  <a:close/>
                </a:path>
                <a:path w="1310004" h="2748279">
                  <a:moveTo>
                    <a:pt x="280987" y="0"/>
                  </a:moveTo>
                  <a:lnTo>
                    <a:pt x="252412" y="0"/>
                  </a:lnTo>
                  <a:lnTo>
                    <a:pt x="252412" y="28575"/>
                  </a:lnTo>
                  <a:lnTo>
                    <a:pt x="280987" y="28575"/>
                  </a:lnTo>
                  <a:lnTo>
                    <a:pt x="280987" y="0"/>
                  </a:lnTo>
                  <a:close/>
                </a:path>
                <a:path w="1310004" h="2748279">
                  <a:moveTo>
                    <a:pt x="338137" y="0"/>
                  </a:moveTo>
                  <a:lnTo>
                    <a:pt x="309562" y="0"/>
                  </a:lnTo>
                  <a:lnTo>
                    <a:pt x="309562" y="28575"/>
                  </a:lnTo>
                  <a:lnTo>
                    <a:pt x="338137" y="28575"/>
                  </a:lnTo>
                  <a:lnTo>
                    <a:pt x="338137" y="0"/>
                  </a:lnTo>
                  <a:close/>
                </a:path>
                <a:path w="1310004" h="2748279">
                  <a:moveTo>
                    <a:pt x="395287" y="0"/>
                  </a:moveTo>
                  <a:lnTo>
                    <a:pt x="366712" y="0"/>
                  </a:lnTo>
                  <a:lnTo>
                    <a:pt x="366712" y="28575"/>
                  </a:lnTo>
                  <a:lnTo>
                    <a:pt x="395287" y="28575"/>
                  </a:lnTo>
                  <a:lnTo>
                    <a:pt x="395287" y="0"/>
                  </a:lnTo>
                  <a:close/>
                </a:path>
                <a:path w="1310004" h="2748279">
                  <a:moveTo>
                    <a:pt x="452437" y="0"/>
                  </a:moveTo>
                  <a:lnTo>
                    <a:pt x="423862" y="0"/>
                  </a:lnTo>
                  <a:lnTo>
                    <a:pt x="423862" y="28575"/>
                  </a:lnTo>
                  <a:lnTo>
                    <a:pt x="452437" y="28575"/>
                  </a:lnTo>
                  <a:lnTo>
                    <a:pt x="452437" y="0"/>
                  </a:lnTo>
                  <a:close/>
                </a:path>
                <a:path w="1310004" h="2748279">
                  <a:moveTo>
                    <a:pt x="509587" y="0"/>
                  </a:moveTo>
                  <a:lnTo>
                    <a:pt x="481012" y="0"/>
                  </a:lnTo>
                  <a:lnTo>
                    <a:pt x="481012" y="28575"/>
                  </a:lnTo>
                  <a:lnTo>
                    <a:pt x="509587" y="28575"/>
                  </a:lnTo>
                  <a:lnTo>
                    <a:pt x="509587" y="0"/>
                  </a:lnTo>
                  <a:close/>
                </a:path>
                <a:path w="1310004" h="2748279">
                  <a:moveTo>
                    <a:pt x="566737" y="0"/>
                  </a:moveTo>
                  <a:lnTo>
                    <a:pt x="538162" y="0"/>
                  </a:lnTo>
                  <a:lnTo>
                    <a:pt x="538162" y="28575"/>
                  </a:lnTo>
                  <a:lnTo>
                    <a:pt x="566737" y="28575"/>
                  </a:lnTo>
                  <a:lnTo>
                    <a:pt x="566737" y="0"/>
                  </a:lnTo>
                  <a:close/>
                </a:path>
                <a:path w="1310004" h="2748279">
                  <a:moveTo>
                    <a:pt x="623887" y="0"/>
                  </a:moveTo>
                  <a:lnTo>
                    <a:pt x="595312" y="0"/>
                  </a:lnTo>
                  <a:lnTo>
                    <a:pt x="595312" y="28575"/>
                  </a:lnTo>
                  <a:lnTo>
                    <a:pt x="623887" y="28575"/>
                  </a:lnTo>
                  <a:lnTo>
                    <a:pt x="623887" y="0"/>
                  </a:lnTo>
                  <a:close/>
                </a:path>
                <a:path w="1310004" h="2748279">
                  <a:moveTo>
                    <a:pt x="681037" y="0"/>
                  </a:moveTo>
                  <a:lnTo>
                    <a:pt x="652462" y="0"/>
                  </a:lnTo>
                  <a:lnTo>
                    <a:pt x="652462" y="28575"/>
                  </a:lnTo>
                  <a:lnTo>
                    <a:pt x="681037" y="28575"/>
                  </a:lnTo>
                  <a:lnTo>
                    <a:pt x="681037" y="0"/>
                  </a:lnTo>
                  <a:close/>
                </a:path>
                <a:path w="1310004" h="2748279">
                  <a:moveTo>
                    <a:pt x="738174" y="0"/>
                  </a:moveTo>
                  <a:lnTo>
                    <a:pt x="709599" y="0"/>
                  </a:lnTo>
                  <a:lnTo>
                    <a:pt x="709599" y="28575"/>
                  </a:lnTo>
                  <a:lnTo>
                    <a:pt x="738174" y="28575"/>
                  </a:lnTo>
                  <a:lnTo>
                    <a:pt x="738174" y="0"/>
                  </a:lnTo>
                  <a:close/>
                </a:path>
                <a:path w="1310004" h="2748279">
                  <a:moveTo>
                    <a:pt x="795324" y="0"/>
                  </a:moveTo>
                  <a:lnTo>
                    <a:pt x="766749" y="0"/>
                  </a:lnTo>
                  <a:lnTo>
                    <a:pt x="766749" y="28575"/>
                  </a:lnTo>
                  <a:lnTo>
                    <a:pt x="795324" y="28575"/>
                  </a:lnTo>
                  <a:lnTo>
                    <a:pt x="795324" y="0"/>
                  </a:lnTo>
                  <a:close/>
                </a:path>
                <a:path w="1310004" h="2748279">
                  <a:moveTo>
                    <a:pt x="852487" y="0"/>
                  </a:moveTo>
                  <a:lnTo>
                    <a:pt x="823899" y="0"/>
                  </a:lnTo>
                  <a:lnTo>
                    <a:pt x="823899" y="28575"/>
                  </a:lnTo>
                  <a:lnTo>
                    <a:pt x="852487" y="28575"/>
                  </a:lnTo>
                  <a:lnTo>
                    <a:pt x="852487" y="0"/>
                  </a:lnTo>
                  <a:close/>
                </a:path>
                <a:path w="1310004" h="2748279">
                  <a:moveTo>
                    <a:pt x="909637" y="0"/>
                  </a:moveTo>
                  <a:lnTo>
                    <a:pt x="881062" y="0"/>
                  </a:lnTo>
                  <a:lnTo>
                    <a:pt x="881062" y="28575"/>
                  </a:lnTo>
                  <a:lnTo>
                    <a:pt x="909637" y="28575"/>
                  </a:lnTo>
                  <a:lnTo>
                    <a:pt x="909637" y="0"/>
                  </a:lnTo>
                  <a:close/>
                </a:path>
                <a:path w="1310004" h="2748279">
                  <a:moveTo>
                    <a:pt x="966787" y="0"/>
                  </a:moveTo>
                  <a:lnTo>
                    <a:pt x="938212" y="0"/>
                  </a:lnTo>
                  <a:lnTo>
                    <a:pt x="938212" y="28575"/>
                  </a:lnTo>
                  <a:lnTo>
                    <a:pt x="966787" y="28575"/>
                  </a:lnTo>
                  <a:lnTo>
                    <a:pt x="966787" y="0"/>
                  </a:lnTo>
                  <a:close/>
                </a:path>
                <a:path w="1310004" h="2748279">
                  <a:moveTo>
                    <a:pt x="1023937" y="0"/>
                  </a:moveTo>
                  <a:lnTo>
                    <a:pt x="995362" y="0"/>
                  </a:lnTo>
                  <a:lnTo>
                    <a:pt x="995362" y="28575"/>
                  </a:lnTo>
                  <a:lnTo>
                    <a:pt x="1023937" y="28575"/>
                  </a:lnTo>
                  <a:lnTo>
                    <a:pt x="1023937" y="0"/>
                  </a:lnTo>
                  <a:close/>
                </a:path>
                <a:path w="1310004" h="2748279">
                  <a:moveTo>
                    <a:pt x="1081087" y="0"/>
                  </a:moveTo>
                  <a:lnTo>
                    <a:pt x="1052512" y="0"/>
                  </a:lnTo>
                  <a:lnTo>
                    <a:pt x="1052512" y="28575"/>
                  </a:lnTo>
                  <a:lnTo>
                    <a:pt x="1081087" y="28575"/>
                  </a:lnTo>
                  <a:lnTo>
                    <a:pt x="1081087" y="0"/>
                  </a:lnTo>
                  <a:close/>
                </a:path>
                <a:path w="1310004" h="2748279">
                  <a:moveTo>
                    <a:pt x="1138237" y="0"/>
                  </a:moveTo>
                  <a:lnTo>
                    <a:pt x="1109662" y="0"/>
                  </a:lnTo>
                  <a:lnTo>
                    <a:pt x="1109662" y="28575"/>
                  </a:lnTo>
                  <a:lnTo>
                    <a:pt x="1138237" y="28575"/>
                  </a:lnTo>
                  <a:lnTo>
                    <a:pt x="1138237" y="0"/>
                  </a:lnTo>
                  <a:close/>
                </a:path>
                <a:path w="1310004" h="2748279">
                  <a:moveTo>
                    <a:pt x="1195387" y="0"/>
                  </a:moveTo>
                  <a:lnTo>
                    <a:pt x="1166812" y="0"/>
                  </a:lnTo>
                  <a:lnTo>
                    <a:pt x="1166812" y="28575"/>
                  </a:lnTo>
                  <a:lnTo>
                    <a:pt x="1195387" y="28575"/>
                  </a:lnTo>
                  <a:lnTo>
                    <a:pt x="1195387" y="0"/>
                  </a:lnTo>
                  <a:close/>
                </a:path>
                <a:path w="1310004" h="2748279">
                  <a:moveTo>
                    <a:pt x="1252537" y="0"/>
                  </a:moveTo>
                  <a:lnTo>
                    <a:pt x="1223962" y="0"/>
                  </a:lnTo>
                  <a:lnTo>
                    <a:pt x="1223962" y="28575"/>
                  </a:lnTo>
                  <a:lnTo>
                    <a:pt x="1252537" y="28575"/>
                  </a:lnTo>
                  <a:lnTo>
                    <a:pt x="1252537" y="0"/>
                  </a:lnTo>
                  <a:close/>
                </a:path>
                <a:path w="1310004" h="2748279">
                  <a:moveTo>
                    <a:pt x="1309687" y="0"/>
                  </a:moveTo>
                  <a:lnTo>
                    <a:pt x="1281112" y="0"/>
                  </a:lnTo>
                  <a:lnTo>
                    <a:pt x="1281112" y="28575"/>
                  </a:lnTo>
                  <a:lnTo>
                    <a:pt x="1309687" y="28575"/>
                  </a:lnTo>
                  <a:lnTo>
                    <a:pt x="1309687" y="0"/>
                  </a:lnTo>
                  <a:close/>
                </a:path>
              </a:pathLst>
            </a:custGeom>
            <a:solidFill>
              <a:srgbClr val="44536A"/>
            </a:solidFill>
          </p:spPr>
          <p:txBody>
            <a:bodyPr wrap="square" lIns="0" tIns="0" rIns="0" bIns="0" rtlCol="0"/>
            <a:lstStyle/>
            <a:p>
              <a:endParaRPr/>
            </a:p>
          </p:txBody>
        </p:sp>
        <p:sp>
          <p:nvSpPr>
            <p:cNvPr id="21" name="object 21"/>
            <p:cNvSpPr/>
            <p:nvPr/>
          </p:nvSpPr>
          <p:spPr>
            <a:xfrm>
              <a:off x="7090410" y="3701871"/>
              <a:ext cx="4029075" cy="28575"/>
            </a:xfrm>
            <a:custGeom>
              <a:avLst/>
              <a:gdLst/>
              <a:ahLst/>
              <a:cxnLst/>
              <a:rect l="l" t="t" r="r" b="b"/>
              <a:pathLst>
                <a:path w="4029075" h="28575">
                  <a:moveTo>
                    <a:pt x="28575" y="0"/>
                  </a:moveTo>
                  <a:lnTo>
                    <a:pt x="0" y="0"/>
                  </a:lnTo>
                  <a:lnTo>
                    <a:pt x="0" y="28575"/>
                  </a:lnTo>
                  <a:lnTo>
                    <a:pt x="28575" y="28575"/>
                  </a:lnTo>
                  <a:lnTo>
                    <a:pt x="28575" y="0"/>
                  </a:lnTo>
                  <a:close/>
                </a:path>
                <a:path w="4029075" h="28575">
                  <a:moveTo>
                    <a:pt x="85725" y="0"/>
                  </a:moveTo>
                  <a:lnTo>
                    <a:pt x="57150" y="0"/>
                  </a:lnTo>
                  <a:lnTo>
                    <a:pt x="57150" y="28575"/>
                  </a:lnTo>
                  <a:lnTo>
                    <a:pt x="85725" y="28575"/>
                  </a:lnTo>
                  <a:lnTo>
                    <a:pt x="85725" y="0"/>
                  </a:lnTo>
                  <a:close/>
                </a:path>
                <a:path w="4029075" h="28575">
                  <a:moveTo>
                    <a:pt x="142875" y="0"/>
                  </a:moveTo>
                  <a:lnTo>
                    <a:pt x="114300" y="0"/>
                  </a:lnTo>
                  <a:lnTo>
                    <a:pt x="114300" y="28575"/>
                  </a:lnTo>
                  <a:lnTo>
                    <a:pt x="142875" y="28575"/>
                  </a:lnTo>
                  <a:lnTo>
                    <a:pt x="142875" y="0"/>
                  </a:lnTo>
                  <a:close/>
                </a:path>
                <a:path w="4029075" h="28575">
                  <a:moveTo>
                    <a:pt x="200025" y="0"/>
                  </a:moveTo>
                  <a:lnTo>
                    <a:pt x="171450" y="0"/>
                  </a:lnTo>
                  <a:lnTo>
                    <a:pt x="171450" y="28575"/>
                  </a:lnTo>
                  <a:lnTo>
                    <a:pt x="200025" y="28575"/>
                  </a:lnTo>
                  <a:lnTo>
                    <a:pt x="200025" y="0"/>
                  </a:lnTo>
                  <a:close/>
                </a:path>
                <a:path w="4029075" h="28575">
                  <a:moveTo>
                    <a:pt x="257175" y="0"/>
                  </a:moveTo>
                  <a:lnTo>
                    <a:pt x="228600" y="0"/>
                  </a:lnTo>
                  <a:lnTo>
                    <a:pt x="228600" y="28575"/>
                  </a:lnTo>
                  <a:lnTo>
                    <a:pt x="257175" y="28575"/>
                  </a:lnTo>
                  <a:lnTo>
                    <a:pt x="257175" y="0"/>
                  </a:lnTo>
                  <a:close/>
                </a:path>
                <a:path w="4029075" h="28575">
                  <a:moveTo>
                    <a:pt x="314325" y="0"/>
                  </a:moveTo>
                  <a:lnTo>
                    <a:pt x="285750" y="0"/>
                  </a:lnTo>
                  <a:lnTo>
                    <a:pt x="285750" y="28575"/>
                  </a:lnTo>
                  <a:lnTo>
                    <a:pt x="314325" y="28575"/>
                  </a:lnTo>
                  <a:lnTo>
                    <a:pt x="314325" y="0"/>
                  </a:lnTo>
                  <a:close/>
                </a:path>
                <a:path w="4029075" h="28575">
                  <a:moveTo>
                    <a:pt x="371475" y="0"/>
                  </a:moveTo>
                  <a:lnTo>
                    <a:pt x="342900" y="0"/>
                  </a:lnTo>
                  <a:lnTo>
                    <a:pt x="342900" y="28575"/>
                  </a:lnTo>
                  <a:lnTo>
                    <a:pt x="371475" y="28575"/>
                  </a:lnTo>
                  <a:lnTo>
                    <a:pt x="371475" y="0"/>
                  </a:lnTo>
                  <a:close/>
                </a:path>
                <a:path w="4029075" h="28575">
                  <a:moveTo>
                    <a:pt x="428625" y="0"/>
                  </a:moveTo>
                  <a:lnTo>
                    <a:pt x="400050" y="0"/>
                  </a:lnTo>
                  <a:lnTo>
                    <a:pt x="400050" y="28575"/>
                  </a:lnTo>
                  <a:lnTo>
                    <a:pt x="428625" y="28575"/>
                  </a:lnTo>
                  <a:lnTo>
                    <a:pt x="428625" y="0"/>
                  </a:lnTo>
                  <a:close/>
                </a:path>
                <a:path w="4029075" h="28575">
                  <a:moveTo>
                    <a:pt x="485775" y="0"/>
                  </a:moveTo>
                  <a:lnTo>
                    <a:pt x="457200" y="0"/>
                  </a:lnTo>
                  <a:lnTo>
                    <a:pt x="457200" y="28575"/>
                  </a:lnTo>
                  <a:lnTo>
                    <a:pt x="485775" y="28575"/>
                  </a:lnTo>
                  <a:lnTo>
                    <a:pt x="485775" y="0"/>
                  </a:lnTo>
                  <a:close/>
                </a:path>
                <a:path w="4029075" h="28575">
                  <a:moveTo>
                    <a:pt x="542925" y="0"/>
                  </a:moveTo>
                  <a:lnTo>
                    <a:pt x="514350" y="0"/>
                  </a:lnTo>
                  <a:lnTo>
                    <a:pt x="514350" y="28575"/>
                  </a:lnTo>
                  <a:lnTo>
                    <a:pt x="542925" y="28575"/>
                  </a:lnTo>
                  <a:lnTo>
                    <a:pt x="542925" y="0"/>
                  </a:lnTo>
                  <a:close/>
                </a:path>
                <a:path w="4029075" h="28575">
                  <a:moveTo>
                    <a:pt x="600075" y="0"/>
                  </a:moveTo>
                  <a:lnTo>
                    <a:pt x="571500" y="0"/>
                  </a:lnTo>
                  <a:lnTo>
                    <a:pt x="571500" y="28575"/>
                  </a:lnTo>
                  <a:lnTo>
                    <a:pt x="600075" y="28575"/>
                  </a:lnTo>
                  <a:lnTo>
                    <a:pt x="600075" y="0"/>
                  </a:lnTo>
                  <a:close/>
                </a:path>
                <a:path w="4029075" h="28575">
                  <a:moveTo>
                    <a:pt x="657225" y="0"/>
                  </a:moveTo>
                  <a:lnTo>
                    <a:pt x="628650" y="0"/>
                  </a:lnTo>
                  <a:lnTo>
                    <a:pt x="628650" y="28575"/>
                  </a:lnTo>
                  <a:lnTo>
                    <a:pt x="657225" y="28575"/>
                  </a:lnTo>
                  <a:lnTo>
                    <a:pt x="657225" y="0"/>
                  </a:lnTo>
                  <a:close/>
                </a:path>
                <a:path w="4029075" h="28575">
                  <a:moveTo>
                    <a:pt x="714375" y="0"/>
                  </a:moveTo>
                  <a:lnTo>
                    <a:pt x="685800" y="0"/>
                  </a:lnTo>
                  <a:lnTo>
                    <a:pt x="685800" y="28575"/>
                  </a:lnTo>
                  <a:lnTo>
                    <a:pt x="714375" y="28575"/>
                  </a:lnTo>
                  <a:lnTo>
                    <a:pt x="714375" y="0"/>
                  </a:lnTo>
                  <a:close/>
                </a:path>
                <a:path w="4029075" h="28575">
                  <a:moveTo>
                    <a:pt x="771525" y="0"/>
                  </a:moveTo>
                  <a:lnTo>
                    <a:pt x="742950" y="0"/>
                  </a:lnTo>
                  <a:lnTo>
                    <a:pt x="742950" y="28575"/>
                  </a:lnTo>
                  <a:lnTo>
                    <a:pt x="771525" y="28575"/>
                  </a:lnTo>
                  <a:lnTo>
                    <a:pt x="771525" y="0"/>
                  </a:lnTo>
                  <a:close/>
                </a:path>
                <a:path w="4029075" h="28575">
                  <a:moveTo>
                    <a:pt x="828675" y="0"/>
                  </a:moveTo>
                  <a:lnTo>
                    <a:pt x="800100" y="0"/>
                  </a:lnTo>
                  <a:lnTo>
                    <a:pt x="800100" y="28575"/>
                  </a:lnTo>
                  <a:lnTo>
                    <a:pt x="828675" y="28575"/>
                  </a:lnTo>
                  <a:lnTo>
                    <a:pt x="828675" y="0"/>
                  </a:lnTo>
                  <a:close/>
                </a:path>
                <a:path w="4029075" h="28575">
                  <a:moveTo>
                    <a:pt x="885825" y="0"/>
                  </a:moveTo>
                  <a:lnTo>
                    <a:pt x="857250" y="0"/>
                  </a:lnTo>
                  <a:lnTo>
                    <a:pt x="857250" y="28575"/>
                  </a:lnTo>
                  <a:lnTo>
                    <a:pt x="885825" y="28575"/>
                  </a:lnTo>
                  <a:lnTo>
                    <a:pt x="885825" y="0"/>
                  </a:lnTo>
                  <a:close/>
                </a:path>
                <a:path w="4029075" h="28575">
                  <a:moveTo>
                    <a:pt x="942975" y="0"/>
                  </a:moveTo>
                  <a:lnTo>
                    <a:pt x="914400" y="0"/>
                  </a:lnTo>
                  <a:lnTo>
                    <a:pt x="914400" y="28575"/>
                  </a:lnTo>
                  <a:lnTo>
                    <a:pt x="942975" y="28575"/>
                  </a:lnTo>
                  <a:lnTo>
                    <a:pt x="942975" y="0"/>
                  </a:lnTo>
                  <a:close/>
                </a:path>
                <a:path w="4029075" h="28575">
                  <a:moveTo>
                    <a:pt x="1000125" y="0"/>
                  </a:moveTo>
                  <a:lnTo>
                    <a:pt x="971550" y="0"/>
                  </a:lnTo>
                  <a:lnTo>
                    <a:pt x="971550" y="28575"/>
                  </a:lnTo>
                  <a:lnTo>
                    <a:pt x="1000125" y="28575"/>
                  </a:lnTo>
                  <a:lnTo>
                    <a:pt x="1000125" y="0"/>
                  </a:lnTo>
                  <a:close/>
                </a:path>
                <a:path w="4029075" h="28575">
                  <a:moveTo>
                    <a:pt x="1057275" y="0"/>
                  </a:moveTo>
                  <a:lnTo>
                    <a:pt x="1028700" y="0"/>
                  </a:lnTo>
                  <a:lnTo>
                    <a:pt x="1028700" y="28575"/>
                  </a:lnTo>
                  <a:lnTo>
                    <a:pt x="1057275" y="28575"/>
                  </a:lnTo>
                  <a:lnTo>
                    <a:pt x="1057275" y="0"/>
                  </a:lnTo>
                  <a:close/>
                </a:path>
                <a:path w="4029075" h="28575">
                  <a:moveTo>
                    <a:pt x="1114425" y="0"/>
                  </a:moveTo>
                  <a:lnTo>
                    <a:pt x="1085850" y="0"/>
                  </a:lnTo>
                  <a:lnTo>
                    <a:pt x="1085850" y="28575"/>
                  </a:lnTo>
                  <a:lnTo>
                    <a:pt x="1114425" y="28575"/>
                  </a:lnTo>
                  <a:lnTo>
                    <a:pt x="1114425" y="0"/>
                  </a:lnTo>
                  <a:close/>
                </a:path>
                <a:path w="4029075" h="28575">
                  <a:moveTo>
                    <a:pt x="1171575" y="0"/>
                  </a:moveTo>
                  <a:lnTo>
                    <a:pt x="1143000" y="0"/>
                  </a:lnTo>
                  <a:lnTo>
                    <a:pt x="1143000" y="28575"/>
                  </a:lnTo>
                  <a:lnTo>
                    <a:pt x="1171575" y="28575"/>
                  </a:lnTo>
                  <a:lnTo>
                    <a:pt x="1171575" y="0"/>
                  </a:lnTo>
                  <a:close/>
                </a:path>
                <a:path w="4029075" h="28575">
                  <a:moveTo>
                    <a:pt x="1228725" y="0"/>
                  </a:moveTo>
                  <a:lnTo>
                    <a:pt x="1200150" y="0"/>
                  </a:lnTo>
                  <a:lnTo>
                    <a:pt x="1200150" y="28575"/>
                  </a:lnTo>
                  <a:lnTo>
                    <a:pt x="1228725" y="28575"/>
                  </a:lnTo>
                  <a:lnTo>
                    <a:pt x="1228725" y="0"/>
                  </a:lnTo>
                  <a:close/>
                </a:path>
                <a:path w="4029075" h="28575">
                  <a:moveTo>
                    <a:pt x="1285875" y="0"/>
                  </a:moveTo>
                  <a:lnTo>
                    <a:pt x="1257300" y="0"/>
                  </a:lnTo>
                  <a:lnTo>
                    <a:pt x="1257300" y="28575"/>
                  </a:lnTo>
                  <a:lnTo>
                    <a:pt x="1285875" y="28575"/>
                  </a:lnTo>
                  <a:lnTo>
                    <a:pt x="1285875" y="0"/>
                  </a:lnTo>
                  <a:close/>
                </a:path>
                <a:path w="4029075" h="28575">
                  <a:moveTo>
                    <a:pt x="1343025" y="0"/>
                  </a:moveTo>
                  <a:lnTo>
                    <a:pt x="1314450" y="0"/>
                  </a:lnTo>
                  <a:lnTo>
                    <a:pt x="1314450" y="28575"/>
                  </a:lnTo>
                  <a:lnTo>
                    <a:pt x="1343025" y="28575"/>
                  </a:lnTo>
                  <a:lnTo>
                    <a:pt x="1343025" y="0"/>
                  </a:lnTo>
                  <a:close/>
                </a:path>
                <a:path w="4029075" h="28575">
                  <a:moveTo>
                    <a:pt x="1400175" y="0"/>
                  </a:moveTo>
                  <a:lnTo>
                    <a:pt x="1371600" y="0"/>
                  </a:lnTo>
                  <a:lnTo>
                    <a:pt x="1371600" y="28575"/>
                  </a:lnTo>
                  <a:lnTo>
                    <a:pt x="1400175" y="28575"/>
                  </a:lnTo>
                  <a:lnTo>
                    <a:pt x="1400175" y="0"/>
                  </a:lnTo>
                  <a:close/>
                </a:path>
                <a:path w="4029075" h="28575">
                  <a:moveTo>
                    <a:pt x="1457325" y="0"/>
                  </a:moveTo>
                  <a:lnTo>
                    <a:pt x="1428750" y="0"/>
                  </a:lnTo>
                  <a:lnTo>
                    <a:pt x="1428750" y="28575"/>
                  </a:lnTo>
                  <a:lnTo>
                    <a:pt x="1457325" y="28575"/>
                  </a:lnTo>
                  <a:lnTo>
                    <a:pt x="1457325" y="0"/>
                  </a:lnTo>
                  <a:close/>
                </a:path>
                <a:path w="4029075" h="28575">
                  <a:moveTo>
                    <a:pt x="1514475" y="0"/>
                  </a:moveTo>
                  <a:lnTo>
                    <a:pt x="1485900" y="0"/>
                  </a:lnTo>
                  <a:lnTo>
                    <a:pt x="1485900" y="28575"/>
                  </a:lnTo>
                  <a:lnTo>
                    <a:pt x="1514475" y="28575"/>
                  </a:lnTo>
                  <a:lnTo>
                    <a:pt x="1514475" y="0"/>
                  </a:lnTo>
                  <a:close/>
                </a:path>
                <a:path w="4029075" h="28575">
                  <a:moveTo>
                    <a:pt x="1571625" y="0"/>
                  </a:moveTo>
                  <a:lnTo>
                    <a:pt x="1543050" y="0"/>
                  </a:lnTo>
                  <a:lnTo>
                    <a:pt x="1543050" y="28575"/>
                  </a:lnTo>
                  <a:lnTo>
                    <a:pt x="1571625" y="28575"/>
                  </a:lnTo>
                  <a:lnTo>
                    <a:pt x="1571625" y="0"/>
                  </a:lnTo>
                  <a:close/>
                </a:path>
                <a:path w="4029075" h="28575">
                  <a:moveTo>
                    <a:pt x="1628775" y="0"/>
                  </a:moveTo>
                  <a:lnTo>
                    <a:pt x="1600200" y="0"/>
                  </a:lnTo>
                  <a:lnTo>
                    <a:pt x="1600200" y="28575"/>
                  </a:lnTo>
                  <a:lnTo>
                    <a:pt x="1628775" y="28575"/>
                  </a:lnTo>
                  <a:lnTo>
                    <a:pt x="1628775" y="0"/>
                  </a:lnTo>
                  <a:close/>
                </a:path>
                <a:path w="4029075" h="28575">
                  <a:moveTo>
                    <a:pt x="1685925" y="0"/>
                  </a:moveTo>
                  <a:lnTo>
                    <a:pt x="1657350" y="0"/>
                  </a:lnTo>
                  <a:lnTo>
                    <a:pt x="1657350" y="28575"/>
                  </a:lnTo>
                  <a:lnTo>
                    <a:pt x="1685925" y="28575"/>
                  </a:lnTo>
                  <a:lnTo>
                    <a:pt x="1685925" y="0"/>
                  </a:lnTo>
                  <a:close/>
                </a:path>
                <a:path w="4029075" h="28575">
                  <a:moveTo>
                    <a:pt x="1743075" y="0"/>
                  </a:moveTo>
                  <a:lnTo>
                    <a:pt x="1714500" y="0"/>
                  </a:lnTo>
                  <a:lnTo>
                    <a:pt x="1714500" y="28575"/>
                  </a:lnTo>
                  <a:lnTo>
                    <a:pt x="1743075" y="28575"/>
                  </a:lnTo>
                  <a:lnTo>
                    <a:pt x="1743075" y="0"/>
                  </a:lnTo>
                  <a:close/>
                </a:path>
                <a:path w="4029075" h="28575">
                  <a:moveTo>
                    <a:pt x="1800225" y="0"/>
                  </a:moveTo>
                  <a:lnTo>
                    <a:pt x="1771650" y="0"/>
                  </a:lnTo>
                  <a:lnTo>
                    <a:pt x="1771650" y="28575"/>
                  </a:lnTo>
                  <a:lnTo>
                    <a:pt x="1800225" y="28575"/>
                  </a:lnTo>
                  <a:lnTo>
                    <a:pt x="1800225" y="0"/>
                  </a:lnTo>
                  <a:close/>
                </a:path>
                <a:path w="4029075" h="28575">
                  <a:moveTo>
                    <a:pt x="1857375" y="0"/>
                  </a:moveTo>
                  <a:lnTo>
                    <a:pt x="1828800" y="0"/>
                  </a:lnTo>
                  <a:lnTo>
                    <a:pt x="1828800" y="28575"/>
                  </a:lnTo>
                  <a:lnTo>
                    <a:pt x="1857375" y="28575"/>
                  </a:lnTo>
                  <a:lnTo>
                    <a:pt x="1857375" y="0"/>
                  </a:lnTo>
                  <a:close/>
                </a:path>
                <a:path w="4029075" h="28575">
                  <a:moveTo>
                    <a:pt x="1914525" y="0"/>
                  </a:moveTo>
                  <a:lnTo>
                    <a:pt x="1885950" y="0"/>
                  </a:lnTo>
                  <a:lnTo>
                    <a:pt x="1885950" y="28575"/>
                  </a:lnTo>
                  <a:lnTo>
                    <a:pt x="1914525" y="28575"/>
                  </a:lnTo>
                  <a:lnTo>
                    <a:pt x="1914525" y="0"/>
                  </a:lnTo>
                  <a:close/>
                </a:path>
                <a:path w="4029075" h="28575">
                  <a:moveTo>
                    <a:pt x="1971675" y="0"/>
                  </a:moveTo>
                  <a:lnTo>
                    <a:pt x="1943100" y="0"/>
                  </a:lnTo>
                  <a:lnTo>
                    <a:pt x="1943100" y="28575"/>
                  </a:lnTo>
                  <a:lnTo>
                    <a:pt x="1971675" y="28575"/>
                  </a:lnTo>
                  <a:lnTo>
                    <a:pt x="1971675" y="0"/>
                  </a:lnTo>
                  <a:close/>
                </a:path>
                <a:path w="4029075" h="28575">
                  <a:moveTo>
                    <a:pt x="2028825" y="0"/>
                  </a:moveTo>
                  <a:lnTo>
                    <a:pt x="2000250" y="0"/>
                  </a:lnTo>
                  <a:lnTo>
                    <a:pt x="2000250" y="28575"/>
                  </a:lnTo>
                  <a:lnTo>
                    <a:pt x="2028825" y="28575"/>
                  </a:lnTo>
                  <a:lnTo>
                    <a:pt x="2028825" y="0"/>
                  </a:lnTo>
                  <a:close/>
                </a:path>
                <a:path w="4029075" h="28575">
                  <a:moveTo>
                    <a:pt x="2085975" y="0"/>
                  </a:moveTo>
                  <a:lnTo>
                    <a:pt x="2057400" y="0"/>
                  </a:lnTo>
                  <a:lnTo>
                    <a:pt x="2057400" y="28575"/>
                  </a:lnTo>
                  <a:lnTo>
                    <a:pt x="2085975" y="28575"/>
                  </a:lnTo>
                  <a:lnTo>
                    <a:pt x="2085975" y="0"/>
                  </a:lnTo>
                  <a:close/>
                </a:path>
                <a:path w="4029075" h="28575">
                  <a:moveTo>
                    <a:pt x="2143125" y="0"/>
                  </a:moveTo>
                  <a:lnTo>
                    <a:pt x="2114550" y="0"/>
                  </a:lnTo>
                  <a:lnTo>
                    <a:pt x="2114550" y="28575"/>
                  </a:lnTo>
                  <a:lnTo>
                    <a:pt x="2143125" y="28575"/>
                  </a:lnTo>
                  <a:lnTo>
                    <a:pt x="2143125" y="0"/>
                  </a:lnTo>
                  <a:close/>
                </a:path>
                <a:path w="4029075" h="28575">
                  <a:moveTo>
                    <a:pt x="2200275" y="0"/>
                  </a:moveTo>
                  <a:lnTo>
                    <a:pt x="2171700" y="0"/>
                  </a:lnTo>
                  <a:lnTo>
                    <a:pt x="2171700" y="28575"/>
                  </a:lnTo>
                  <a:lnTo>
                    <a:pt x="2200275" y="28575"/>
                  </a:lnTo>
                  <a:lnTo>
                    <a:pt x="2200275" y="0"/>
                  </a:lnTo>
                  <a:close/>
                </a:path>
                <a:path w="4029075" h="28575">
                  <a:moveTo>
                    <a:pt x="2257425" y="0"/>
                  </a:moveTo>
                  <a:lnTo>
                    <a:pt x="2228850" y="0"/>
                  </a:lnTo>
                  <a:lnTo>
                    <a:pt x="2228850" y="28575"/>
                  </a:lnTo>
                  <a:lnTo>
                    <a:pt x="2257425" y="28575"/>
                  </a:lnTo>
                  <a:lnTo>
                    <a:pt x="2257425" y="0"/>
                  </a:lnTo>
                  <a:close/>
                </a:path>
                <a:path w="4029075" h="28575">
                  <a:moveTo>
                    <a:pt x="2314575" y="0"/>
                  </a:moveTo>
                  <a:lnTo>
                    <a:pt x="2286000" y="0"/>
                  </a:lnTo>
                  <a:lnTo>
                    <a:pt x="2286000" y="28575"/>
                  </a:lnTo>
                  <a:lnTo>
                    <a:pt x="2314575" y="28575"/>
                  </a:lnTo>
                  <a:lnTo>
                    <a:pt x="2314575" y="0"/>
                  </a:lnTo>
                  <a:close/>
                </a:path>
                <a:path w="4029075" h="28575">
                  <a:moveTo>
                    <a:pt x="2371725" y="0"/>
                  </a:moveTo>
                  <a:lnTo>
                    <a:pt x="2343150" y="0"/>
                  </a:lnTo>
                  <a:lnTo>
                    <a:pt x="2343150" y="28575"/>
                  </a:lnTo>
                  <a:lnTo>
                    <a:pt x="2371725" y="28575"/>
                  </a:lnTo>
                  <a:lnTo>
                    <a:pt x="2371725" y="0"/>
                  </a:lnTo>
                  <a:close/>
                </a:path>
                <a:path w="4029075" h="28575">
                  <a:moveTo>
                    <a:pt x="2428875" y="0"/>
                  </a:moveTo>
                  <a:lnTo>
                    <a:pt x="2400300" y="0"/>
                  </a:lnTo>
                  <a:lnTo>
                    <a:pt x="2400300" y="28575"/>
                  </a:lnTo>
                  <a:lnTo>
                    <a:pt x="2428875" y="28575"/>
                  </a:lnTo>
                  <a:lnTo>
                    <a:pt x="2428875" y="0"/>
                  </a:lnTo>
                  <a:close/>
                </a:path>
                <a:path w="4029075" h="28575">
                  <a:moveTo>
                    <a:pt x="2486025" y="0"/>
                  </a:moveTo>
                  <a:lnTo>
                    <a:pt x="2457450" y="0"/>
                  </a:lnTo>
                  <a:lnTo>
                    <a:pt x="2457450" y="28575"/>
                  </a:lnTo>
                  <a:lnTo>
                    <a:pt x="2486025" y="28575"/>
                  </a:lnTo>
                  <a:lnTo>
                    <a:pt x="2486025" y="0"/>
                  </a:lnTo>
                  <a:close/>
                </a:path>
                <a:path w="4029075" h="28575">
                  <a:moveTo>
                    <a:pt x="2543175" y="0"/>
                  </a:moveTo>
                  <a:lnTo>
                    <a:pt x="2514600" y="0"/>
                  </a:lnTo>
                  <a:lnTo>
                    <a:pt x="2514600" y="28575"/>
                  </a:lnTo>
                  <a:lnTo>
                    <a:pt x="2543175" y="28575"/>
                  </a:lnTo>
                  <a:lnTo>
                    <a:pt x="2543175" y="0"/>
                  </a:lnTo>
                  <a:close/>
                </a:path>
                <a:path w="4029075" h="28575">
                  <a:moveTo>
                    <a:pt x="2600325" y="0"/>
                  </a:moveTo>
                  <a:lnTo>
                    <a:pt x="2571750" y="0"/>
                  </a:lnTo>
                  <a:lnTo>
                    <a:pt x="2571750" y="28575"/>
                  </a:lnTo>
                  <a:lnTo>
                    <a:pt x="2600325" y="28575"/>
                  </a:lnTo>
                  <a:lnTo>
                    <a:pt x="2600325" y="0"/>
                  </a:lnTo>
                  <a:close/>
                </a:path>
                <a:path w="4029075" h="28575">
                  <a:moveTo>
                    <a:pt x="2657475" y="0"/>
                  </a:moveTo>
                  <a:lnTo>
                    <a:pt x="2628900" y="0"/>
                  </a:lnTo>
                  <a:lnTo>
                    <a:pt x="2628900" y="28575"/>
                  </a:lnTo>
                  <a:lnTo>
                    <a:pt x="2657475" y="28575"/>
                  </a:lnTo>
                  <a:lnTo>
                    <a:pt x="2657475" y="0"/>
                  </a:lnTo>
                  <a:close/>
                </a:path>
                <a:path w="4029075" h="28575">
                  <a:moveTo>
                    <a:pt x="2714625" y="0"/>
                  </a:moveTo>
                  <a:lnTo>
                    <a:pt x="2686050" y="0"/>
                  </a:lnTo>
                  <a:lnTo>
                    <a:pt x="2686050" y="28575"/>
                  </a:lnTo>
                  <a:lnTo>
                    <a:pt x="2714625" y="28575"/>
                  </a:lnTo>
                  <a:lnTo>
                    <a:pt x="2714625" y="0"/>
                  </a:lnTo>
                  <a:close/>
                </a:path>
                <a:path w="4029075" h="28575">
                  <a:moveTo>
                    <a:pt x="2771775" y="0"/>
                  </a:moveTo>
                  <a:lnTo>
                    <a:pt x="2743200" y="0"/>
                  </a:lnTo>
                  <a:lnTo>
                    <a:pt x="2743200" y="28575"/>
                  </a:lnTo>
                  <a:lnTo>
                    <a:pt x="2771775" y="28575"/>
                  </a:lnTo>
                  <a:lnTo>
                    <a:pt x="2771775" y="0"/>
                  </a:lnTo>
                  <a:close/>
                </a:path>
                <a:path w="4029075" h="28575">
                  <a:moveTo>
                    <a:pt x="2828925" y="0"/>
                  </a:moveTo>
                  <a:lnTo>
                    <a:pt x="2800350" y="0"/>
                  </a:lnTo>
                  <a:lnTo>
                    <a:pt x="2800350" y="28575"/>
                  </a:lnTo>
                  <a:lnTo>
                    <a:pt x="2828925" y="28575"/>
                  </a:lnTo>
                  <a:lnTo>
                    <a:pt x="2828925" y="0"/>
                  </a:lnTo>
                  <a:close/>
                </a:path>
                <a:path w="4029075" h="28575">
                  <a:moveTo>
                    <a:pt x="2886075" y="0"/>
                  </a:moveTo>
                  <a:lnTo>
                    <a:pt x="2857500" y="0"/>
                  </a:lnTo>
                  <a:lnTo>
                    <a:pt x="2857500" y="28575"/>
                  </a:lnTo>
                  <a:lnTo>
                    <a:pt x="2886075" y="28575"/>
                  </a:lnTo>
                  <a:lnTo>
                    <a:pt x="2886075" y="0"/>
                  </a:lnTo>
                  <a:close/>
                </a:path>
                <a:path w="4029075" h="28575">
                  <a:moveTo>
                    <a:pt x="2943225" y="0"/>
                  </a:moveTo>
                  <a:lnTo>
                    <a:pt x="2914650" y="0"/>
                  </a:lnTo>
                  <a:lnTo>
                    <a:pt x="2914650" y="28575"/>
                  </a:lnTo>
                  <a:lnTo>
                    <a:pt x="2943225" y="28575"/>
                  </a:lnTo>
                  <a:lnTo>
                    <a:pt x="2943225" y="0"/>
                  </a:lnTo>
                  <a:close/>
                </a:path>
                <a:path w="4029075" h="28575">
                  <a:moveTo>
                    <a:pt x="3000375" y="0"/>
                  </a:moveTo>
                  <a:lnTo>
                    <a:pt x="2971800" y="0"/>
                  </a:lnTo>
                  <a:lnTo>
                    <a:pt x="2971800" y="28575"/>
                  </a:lnTo>
                  <a:lnTo>
                    <a:pt x="3000375" y="28575"/>
                  </a:lnTo>
                  <a:lnTo>
                    <a:pt x="3000375" y="0"/>
                  </a:lnTo>
                  <a:close/>
                </a:path>
                <a:path w="4029075" h="28575">
                  <a:moveTo>
                    <a:pt x="3057525" y="0"/>
                  </a:moveTo>
                  <a:lnTo>
                    <a:pt x="3028950" y="0"/>
                  </a:lnTo>
                  <a:lnTo>
                    <a:pt x="3028950" y="28575"/>
                  </a:lnTo>
                  <a:lnTo>
                    <a:pt x="3057525" y="28575"/>
                  </a:lnTo>
                  <a:lnTo>
                    <a:pt x="3057525" y="0"/>
                  </a:lnTo>
                  <a:close/>
                </a:path>
                <a:path w="4029075" h="28575">
                  <a:moveTo>
                    <a:pt x="3114675" y="0"/>
                  </a:moveTo>
                  <a:lnTo>
                    <a:pt x="3086100" y="0"/>
                  </a:lnTo>
                  <a:lnTo>
                    <a:pt x="3086100" y="28575"/>
                  </a:lnTo>
                  <a:lnTo>
                    <a:pt x="3114675" y="28575"/>
                  </a:lnTo>
                  <a:lnTo>
                    <a:pt x="3114675" y="0"/>
                  </a:lnTo>
                  <a:close/>
                </a:path>
                <a:path w="4029075" h="28575">
                  <a:moveTo>
                    <a:pt x="3171825" y="0"/>
                  </a:moveTo>
                  <a:lnTo>
                    <a:pt x="3143250" y="0"/>
                  </a:lnTo>
                  <a:lnTo>
                    <a:pt x="3143250" y="28575"/>
                  </a:lnTo>
                  <a:lnTo>
                    <a:pt x="3171825" y="28575"/>
                  </a:lnTo>
                  <a:lnTo>
                    <a:pt x="3171825" y="0"/>
                  </a:lnTo>
                  <a:close/>
                </a:path>
                <a:path w="4029075" h="28575">
                  <a:moveTo>
                    <a:pt x="3228975" y="0"/>
                  </a:moveTo>
                  <a:lnTo>
                    <a:pt x="3200400" y="0"/>
                  </a:lnTo>
                  <a:lnTo>
                    <a:pt x="3200400" y="28575"/>
                  </a:lnTo>
                  <a:lnTo>
                    <a:pt x="3228975" y="28575"/>
                  </a:lnTo>
                  <a:lnTo>
                    <a:pt x="3228975" y="0"/>
                  </a:lnTo>
                  <a:close/>
                </a:path>
                <a:path w="4029075" h="28575">
                  <a:moveTo>
                    <a:pt x="3286125" y="0"/>
                  </a:moveTo>
                  <a:lnTo>
                    <a:pt x="3257550" y="0"/>
                  </a:lnTo>
                  <a:lnTo>
                    <a:pt x="3257550" y="28575"/>
                  </a:lnTo>
                  <a:lnTo>
                    <a:pt x="3286125" y="28575"/>
                  </a:lnTo>
                  <a:lnTo>
                    <a:pt x="3286125" y="0"/>
                  </a:lnTo>
                  <a:close/>
                </a:path>
                <a:path w="4029075" h="28575">
                  <a:moveTo>
                    <a:pt x="3343275" y="0"/>
                  </a:moveTo>
                  <a:lnTo>
                    <a:pt x="3314700" y="0"/>
                  </a:lnTo>
                  <a:lnTo>
                    <a:pt x="3314700" y="28575"/>
                  </a:lnTo>
                  <a:lnTo>
                    <a:pt x="3343275" y="28575"/>
                  </a:lnTo>
                  <a:lnTo>
                    <a:pt x="3343275" y="0"/>
                  </a:lnTo>
                  <a:close/>
                </a:path>
                <a:path w="4029075" h="28575">
                  <a:moveTo>
                    <a:pt x="3400425" y="0"/>
                  </a:moveTo>
                  <a:lnTo>
                    <a:pt x="3371850" y="0"/>
                  </a:lnTo>
                  <a:lnTo>
                    <a:pt x="3371850" y="28575"/>
                  </a:lnTo>
                  <a:lnTo>
                    <a:pt x="3400425" y="28575"/>
                  </a:lnTo>
                  <a:lnTo>
                    <a:pt x="3400425" y="0"/>
                  </a:lnTo>
                  <a:close/>
                </a:path>
                <a:path w="4029075" h="28575">
                  <a:moveTo>
                    <a:pt x="3457575" y="0"/>
                  </a:moveTo>
                  <a:lnTo>
                    <a:pt x="3429000" y="0"/>
                  </a:lnTo>
                  <a:lnTo>
                    <a:pt x="3429000" y="28575"/>
                  </a:lnTo>
                  <a:lnTo>
                    <a:pt x="3457575" y="28575"/>
                  </a:lnTo>
                  <a:lnTo>
                    <a:pt x="3457575" y="0"/>
                  </a:lnTo>
                  <a:close/>
                </a:path>
                <a:path w="4029075" h="28575">
                  <a:moveTo>
                    <a:pt x="3514725" y="0"/>
                  </a:moveTo>
                  <a:lnTo>
                    <a:pt x="3486150" y="0"/>
                  </a:lnTo>
                  <a:lnTo>
                    <a:pt x="3486150" y="28575"/>
                  </a:lnTo>
                  <a:lnTo>
                    <a:pt x="3514725" y="28575"/>
                  </a:lnTo>
                  <a:lnTo>
                    <a:pt x="3514725" y="0"/>
                  </a:lnTo>
                  <a:close/>
                </a:path>
                <a:path w="4029075" h="28575">
                  <a:moveTo>
                    <a:pt x="3571875" y="0"/>
                  </a:moveTo>
                  <a:lnTo>
                    <a:pt x="3543300" y="0"/>
                  </a:lnTo>
                  <a:lnTo>
                    <a:pt x="3543300" y="28575"/>
                  </a:lnTo>
                  <a:lnTo>
                    <a:pt x="3571875" y="28575"/>
                  </a:lnTo>
                  <a:lnTo>
                    <a:pt x="3571875" y="0"/>
                  </a:lnTo>
                  <a:close/>
                </a:path>
                <a:path w="4029075" h="28575">
                  <a:moveTo>
                    <a:pt x="3629025" y="0"/>
                  </a:moveTo>
                  <a:lnTo>
                    <a:pt x="3600450" y="0"/>
                  </a:lnTo>
                  <a:lnTo>
                    <a:pt x="3600450" y="28575"/>
                  </a:lnTo>
                  <a:lnTo>
                    <a:pt x="3629025" y="28575"/>
                  </a:lnTo>
                  <a:lnTo>
                    <a:pt x="3629025" y="0"/>
                  </a:lnTo>
                  <a:close/>
                </a:path>
                <a:path w="4029075" h="28575">
                  <a:moveTo>
                    <a:pt x="3686175" y="0"/>
                  </a:moveTo>
                  <a:lnTo>
                    <a:pt x="3657600" y="0"/>
                  </a:lnTo>
                  <a:lnTo>
                    <a:pt x="3657600" y="28575"/>
                  </a:lnTo>
                  <a:lnTo>
                    <a:pt x="3686175" y="28575"/>
                  </a:lnTo>
                  <a:lnTo>
                    <a:pt x="3686175" y="0"/>
                  </a:lnTo>
                  <a:close/>
                </a:path>
                <a:path w="4029075" h="28575">
                  <a:moveTo>
                    <a:pt x="3743325" y="0"/>
                  </a:moveTo>
                  <a:lnTo>
                    <a:pt x="3714750" y="0"/>
                  </a:lnTo>
                  <a:lnTo>
                    <a:pt x="3714750" y="28575"/>
                  </a:lnTo>
                  <a:lnTo>
                    <a:pt x="3743325" y="28575"/>
                  </a:lnTo>
                  <a:lnTo>
                    <a:pt x="3743325" y="0"/>
                  </a:lnTo>
                  <a:close/>
                </a:path>
                <a:path w="4029075" h="28575">
                  <a:moveTo>
                    <a:pt x="3800475" y="0"/>
                  </a:moveTo>
                  <a:lnTo>
                    <a:pt x="3771900" y="0"/>
                  </a:lnTo>
                  <a:lnTo>
                    <a:pt x="3771900" y="28575"/>
                  </a:lnTo>
                  <a:lnTo>
                    <a:pt x="3800475" y="28575"/>
                  </a:lnTo>
                  <a:lnTo>
                    <a:pt x="3800475" y="0"/>
                  </a:lnTo>
                  <a:close/>
                </a:path>
                <a:path w="4029075" h="28575">
                  <a:moveTo>
                    <a:pt x="3857625" y="0"/>
                  </a:moveTo>
                  <a:lnTo>
                    <a:pt x="3829050" y="0"/>
                  </a:lnTo>
                  <a:lnTo>
                    <a:pt x="3829050" y="28575"/>
                  </a:lnTo>
                  <a:lnTo>
                    <a:pt x="3857625" y="28575"/>
                  </a:lnTo>
                  <a:lnTo>
                    <a:pt x="3857625" y="0"/>
                  </a:lnTo>
                  <a:close/>
                </a:path>
                <a:path w="4029075" h="28575">
                  <a:moveTo>
                    <a:pt x="3914775" y="0"/>
                  </a:moveTo>
                  <a:lnTo>
                    <a:pt x="3886200" y="0"/>
                  </a:lnTo>
                  <a:lnTo>
                    <a:pt x="3886200" y="28575"/>
                  </a:lnTo>
                  <a:lnTo>
                    <a:pt x="3914775" y="28575"/>
                  </a:lnTo>
                  <a:lnTo>
                    <a:pt x="3914775" y="0"/>
                  </a:lnTo>
                  <a:close/>
                </a:path>
                <a:path w="4029075" h="28575">
                  <a:moveTo>
                    <a:pt x="3971925" y="0"/>
                  </a:moveTo>
                  <a:lnTo>
                    <a:pt x="3943350" y="0"/>
                  </a:lnTo>
                  <a:lnTo>
                    <a:pt x="3943350" y="28575"/>
                  </a:lnTo>
                  <a:lnTo>
                    <a:pt x="3971925" y="28575"/>
                  </a:lnTo>
                  <a:lnTo>
                    <a:pt x="3971925" y="0"/>
                  </a:lnTo>
                  <a:close/>
                </a:path>
                <a:path w="4029075" h="28575">
                  <a:moveTo>
                    <a:pt x="4029075" y="0"/>
                  </a:moveTo>
                  <a:lnTo>
                    <a:pt x="4000500" y="0"/>
                  </a:lnTo>
                  <a:lnTo>
                    <a:pt x="4000500" y="28575"/>
                  </a:lnTo>
                  <a:lnTo>
                    <a:pt x="4029075" y="28575"/>
                  </a:lnTo>
                  <a:lnTo>
                    <a:pt x="4029075" y="0"/>
                  </a:lnTo>
                  <a:close/>
                </a:path>
              </a:pathLst>
            </a:custGeom>
            <a:solidFill>
              <a:srgbClr val="44536A"/>
            </a:solidFill>
          </p:spPr>
          <p:txBody>
            <a:bodyPr wrap="square" lIns="0" tIns="0" rIns="0" bIns="0" rtlCol="0"/>
            <a:lstStyle/>
            <a:p>
              <a:endParaRPr/>
            </a:p>
          </p:txBody>
        </p:sp>
        <p:sp>
          <p:nvSpPr>
            <p:cNvPr id="22" name="object 22"/>
            <p:cNvSpPr/>
            <p:nvPr/>
          </p:nvSpPr>
          <p:spPr>
            <a:xfrm>
              <a:off x="11090910" y="3701871"/>
              <a:ext cx="927735" cy="2730500"/>
            </a:xfrm>
            <a:custGeom>
              <a:avLst/>
              <a:gdLst/>
              <a:ahLst/>
              <a:cxnLst/>
              <a:rect l="l" t="t" r="r" b="b"/>
              <a:pathLst>
                <a:path w="927734" h="2730500">
                  <a:moveTo>
                    <a:pt x="28575" y="0"/>
                  </a:moveTo>
                  <a:lnTo>
                    <a:pt x="0" y="0"/>
                  </a:lnTo>
                  <a:lnTo>
                    <a:pt x="0" y="28575"/>
                  </a:lnTo>
                  <a:lnTo>
                    <a:pt x="28575" y="28575"/>
                  </a:lnTo>
                  <a:lnTo>
                    <a:pt x="28575" y="0"/>
                  </a:lnTo>
                  <a:close/>
                </a:path>
                <a:path w="927734" h="2730500">
                  <a:moveTo>
                    <a:pt x="85725" y="0"/>
                  </a:moveTo>
                  <a:lnTo>
                    <a:pt x="57150" y="0"/>
                  </a:lnTo>
                  <a:lnTo>
                    <a:pt x="57150" y="28575"/>
                  </a:lnTo>
                  <a:lnTo>
                    <a:pt x="85725" y="28575"/>
                  </a:lnTo>
                  <a:lnTo>
                    <a:pt x="85725" y="0"/>
                  </a:lnTo>
                  <a:close/>
                </a:path>
                <a:path w="927734" h="2730500">
                  <a:moveTo>
                    <a:pt x="142875" y="0"/>
                  </a:moveTo>
                  <a:lnTo>
                    <a:pt x="114300" y="0"/>
                  </a:lnTo>
                  <a:lnTo>
                    <a:pt x="114300" y="28575"/>
                  </a:lnTo>
                  <a:lnTo>
                    <a:pt x="142875" y="28575"/>
                  </a:lnTo>
                  <a:lnTo>
                    <a:pt x="142875" y="0"/>
                  </a:lnTo>
                  <a:close/>
                </a:path>
                <a:path w="927734" h="2730500">
                  <a:moveTo>
                    <a:pt x="200025" y="0"/>
                  </a:moveTo>
                  <a:lnTo>
                    <a:pt x="171450" y="0"/>
                  </a:lnTo>
                  <a:lnTo>
                    <a:pt x="171450" y="28575"/>
                  </a:lnTo>
                  <a:lnTo>
                    <a:pt x="200025" y="28575"/>
                  </a:lnTo>
                  <a:lnTo>
                    <a:pt x="200025" y="0"/>
                  </a:lnTo>
                  <a:close/>
                </a:path>
                <a:path w="927734" h="2730500">
                  <a:moveTo>
                    <a:pt x="257175" y="0"/>
                  </a:moveTo>
                  <a:lnTo>
                    <a:pt x="228600" y="0"/>
                  </a:lnTo>
                  <a:lnTo>
                    <a:pt x="228600" y="28575"/>
                  </a:lnTo>
                  <a:lnTo>
                    <a:pt x="257175" y="28575"/>
                  </a:lnTo>
                  <a:lnTo>
                    <a:pt x="257175" y="0"/>
                  </a:lnTo>
                  <a:close/>
                </a:path>
                <a:path w="927734" h="2730500">
                  <a:moveTo>
                    <a:pt x="314325" y="0"/>
                  </a:moveTo>
                  <a:lnTo>
                    <a:pt x="285750" y="0"/>
                  </a:lnTo>
                  <a:lnTo>
                    <a:pt x="285750" y="28575"/>
                  </a:lnTo>
                  <a:lnTo>
                    <a:pt x="314325" y="28575"/>
                  </a:lnTo>
                  <a:lnTo>
                    <a:pt x="314325" y="0"/>
                  </a:lnTo>
                  <a:close/>
                </a:path>
                <a:path w="927734" h="2730500">
                  <a:moveTo>
                    <a:pt x="371475" y="0"/>
                  </a:moveTo>
                  <a:lnTo>
                    <a:pt x="342900" y="0"/>
                  </a:lnTo>
                  <a:lnTo>
                    <a:pt x="342900" y="28575"/>
                  </a:lnTo>
                  <a:lnTo>
                    <a:pt x="371475" y="28575"/>
                  </a:lnTo>
                  <a:lnTo>
                    <a:pt x="371475" y="0"/>
                  </a:lnTo>
                  <a:close/>
                </a:path>
                <a:path w="927734" h="2730500">
                  <a:moveTo>
                    <a:pt x="428625" y="0"/>
                  </a:moveTo>
                  <a:lnTo>
                    <a:pt x="400050" y="0"/>
                  </a:lnTo>
                  <a:lnTo>
                    <a:pt x="400050" y="28575"/>
                  </a:lnTo>
                  <a:lnTo>
                    <a:pt x="428625" y="28575"/>
                  </a:lnTo>
                  <a:lnTo>
                    <a:pt x="428625" y="0"/>
                  </a:lnTo>
                  <a:close/>
                </a:path>
                <a:path w="927734" h="2730500">
                  <a:moveTo>
                    <a:pt x="485775" y="0"/>
                  </a:moveTo>
                  <a:lnTo>
                    <a:pt x="457200" y="0"/>
                  </a:lnTo>
                  <a:lnTo>
                    <a:pt x="457200" y="28575"/>
                  </a:lnTo>
                  <a:lnTo>
                    <a:pt x="485775" y="28575"/>
                  </a:lnTo>
                  <a:lnTo>
                    <a:pt x="485775" y="0"/>
                  </a:lnTo>
                  <a:close/>
                </a:path>
                <a:path w="927734" h="2730500">
                  <a:moveTo>
                    <a:pt x="542925" y="0"/>
                  </a:moveTo>
                  <a:lnTo>
                    <a:pt x="514350" y="0"/>
                  </a:lnTo>
                  <a:lnTo>
                    <a:pt x="514350" y="28575"/>
                  </a:lnTo>
                  <a:lnTo>
                    <a:pt x="542925" y="28575"/>
                  </a:lnTo>
                  <a:lnTo>
                    <a:pt x="542925" y="0"/>
                  </a:lnTo>
                  <a:close/>
                </a:path>
                <a:path w="927734" h="2730500">
                  <a:moveTo>
                    <a:pt x="600075" y="0"/>
                  </a:moveTo>
                  <a:lnTo>
                    <a:pt x="571500" y="0"/>
                  </a:lnTo>
                  <a:lnTo>
                    <a:pt x="571500" y="28575"/>
                  </a:lnTo>
                  <a:lnTo>
                    <a:pt x="600075" y="28575"/>
                  </a:lnTo>
                  <a:lnTo>
                    <a:pt x="600075" y="0"/>
                  </a:lnTo>
                  <a:close/>
                </a:path>
                <a:path w="927734" h="2730500">
                  <a:moveTo>
                    <a:pt x="657225" y="0"/>
                  </a:moveTo>
                  <a:lnTo>
                    <a:pt x="628650" y="0"/>
                  </a:lnTo>
                  <a:lnTo>
                    <a:pt x="628650" y="28575"/>
                  </a:lnTo>
                  <a:lnTo>
                    <a:pt x="657225" y="28575"/>
                  </a:lnTo>
                  <a:lnTo>
                    <a:pt x="657225" y="0"/>
                  </a:lnTo>
                  <a:close/>
                </a:path>
                <a:path w="927734" h="2730500">
                  <a:moveTo>
                    <a:pt x="714375" y="0"/>
                  </a:moveTo>
                  <a:lnTo>
                    <a:pt x="685800" y="0"/>
                  </a:lnTo>
                  <a:lnTo>
                    <a:pt x="685800" y="28575"/>
                  </a:lnTo>
                  <a:lnTo>
                    <a:pt x="714375" y="28575"/>
                  </a:lnTo>
                  <a:lnTo>
                    <a:pt x="714375" y="0"/>
                  </a:lnTo>
                  <a:close/>
                </a:path>
                <a:path w="927734" h="2730500">
                  <a:moveTo>
                    <a:pt x="771525" y="0"/>
                  </a:moveTo>
                  <a:lnTo>
                    <a:pt x="742950" y="0"/>
                  </a:lnTo>
                  <a:lnTo>
                    <a:pt x="742950" y="28575"/>
                  </a:lnTo>
                  <a:lnTo>
                    <a:pt x="771525" y="28575"/>
                  </a:lnTo>
                  <a:lnTo>
                    <a:pt x="771525" y="0"/>
                  </a:lnTo>
                  <a:close/>
                </a:path>
                <a:path w="927734" h="2730500">
                  <a:moveTo>
                    <a:pt x="828675" y="0"/>
                  </a:moveTo>
                  <a:lnTo>
                    <a:pt x="800100" y="0"/>
                  </a:lnTo>
                  <a:lnTo>
                    <a:pt x="800100" y="28575"/>
                  </a:lnTo>
                  <a:lnTo>
                    <a:pt x="828675" y="28575"/>
                  </a:lnTo>
                  <a:lnTo>
                    <a:pt x="828675" y="0"/>
                  </a:lnTo>
                  <a:close/>
                </a:path>
                <a:path w="927734" h="2730500">
                  <a:moveTo>
                    <a:pt x="885825" y="0"/>
                  </a:moveTo>
                  <a:lnTo>
                    <a:pt x="857250" y="0"/>
                  </a:lnTo>
                  <a:lnTo>
                    <a:pt x="857250" y="28575"/>
                  </a:lnTo>
                  <a:lnTo>
                    <a:pt x="885825" y="28575"/>
                  </a:lnTo>
                  <a:lnTo>
                    <a:pt x="885825" y="0"/>
                  </a:lnTo>
                  <a:close/>
                </a:path>
                <a:path w="927734" h="2730500">
                  <a:moveTo>
                    <a:pt x="927417" y="2701607"/>
                  </a:moveTo>
                  <a:lnTo>
                    <a:pt x="898842" y="2701607"/>
                  </a:lnTo>
                  <a:lnTo>
                    <a:pt x="898842" y="2730182"/>
                  </a:lnTo>
                  <a:lnTo>
                    <a:pt x="927417" y="2730182"/>
                  </a:lnTo>
                  <a:lnTo>
                    <a:pt x="927417" y="2701607"/>
                  </a:lnTo>
                  <a:close/>
                </a:path>
                <a:path w="927734" h="2730500">
                  <a:moveTo>
                    <a:pt x="927417" y="2644457"/>
                  </a:moveTo>
                  <a:lnTo>
                    <a:pt x="898842" y="2644457"/>
                  </a:lnTo>
                  <a:lnTo>
                    <a:pt x="898842" y="2673032"/>
                  </a:lnTo>
                  <a:lnTo>
                    <a:pt x="927417" y="2673032"/>
                  </a:lnTo>
                  <a:lnTo>
                    <a:pt x="927417" y="2644457"/>
                  </a:lnTo>
                  <a:close/>
                </a:path>
                <a:path w="927734" h="2730500">
                  <a:moveTo>
                    <a:pt x="927417" y="2587307"/>
                  </a:moveTo>
                  <a:lnTo>
                    <a:pt x="898842" y="2587307"/>
                  </a:lnTo>
                  <a:lnTo>
                    <a:pt x="898842" y="2615882"/>
                  </a:lnTo>
                  <a:lnTo>
                    <a:pt x="927417" y="2615882"/>
                  </a:lnTo>
                  <a:lnTo>
                    <a:pt x="927417" y="2587307"/>
                  </a:lnTo>
                  <a:close/>
                </a:path>
                <a:path w="927734" h="2730500">
                  <a:moveTo>
                    <a:pt x="927417" y="2530157"/>
                  </a:moveTo>
                  <a:lnTo>
                    <a:pt x="898842" y="2530157"/>
                  </a:lnTo>
                  <a:lnTo>
                    <a:pt x="898842" y="2558732"/>
                  </a:lnTo>
                  <a:lnTo>
                    <a:pt x="927417" y="2558732"/>
                  </a:lnTo>
                  <a:lnTo>
                    <a:pt x="927417" y="2530157"/>
                  </a:lnTo>
                  <a:close/>
                </a:path>
                <a:path w="927734" h="2730500">
                  <a:moveTo>
                    <a:pt x="927417" y="2473007"/>
                  </a:moveTo>
                  <a:lnTo>
                    <a:pt x="898842" y="2473007"/>
                  </a:lnTo>
                  <a:lnTo>
                    <a:pt x="898842" y="2501582"/>
                  </a:lnTo>
                  <a:lnTo>
                    <a:pt x="927417" y="2501582"/>
                  </a:lnTo>
                  <a:lnTo>
                    <a:pt x="927417" y="2473007"/>
                  </a:lnTo>
                  <a:close/>
                </a:path>
                <a:path w="927734" h="2730500">
                  <a:moveTo>
                    <a:pt x="927417" y="2415857"/>
                  </a:moveTo>
                  <a:lnTo>
                    <a:pt x="898842" y="2415857"/>
                  </a:lnTo>
                  <a:lnTo>
                    <a:pt x="898842" y="2444432"/>
                  </a:lnTo>
                  <a:lnTo>
                    <a:pt x="927417" y="2444432"/>
                  </a:lnTo>
                  <a:lnTo>
                    <a:pt x="927417" y="2415857"/>
                  </a:lnTo>
                  <a:close/>
                </a:path>
                <a:path w="927734" h="2730500">
                  <a:moveTo>
                    <a:pt x="927417" y="2358707"/>
                  </a:moveTo>
                  <a:lnTo>
                    <a:pt x="898842" y="2358707"/>
                  </a:lnTo>
                  <a:lnTo>
                    <a:pt x="898842" y="2387282"/>
                  </a:lnTo>
                  <a:lnTo>
                    <a:pt x="927417" y="2387282"/>
                  </a:lnTo>
                  <a:lnTo>
                    <a:pt x="927417" y="2358707"/>
                  </a:lnTo>
                  <a:close/>
                </a:path>
                <a:path w="927734" h="2730500">
                  <a:moveTo>
                    <a:pt x="927417" y="2301557"/>
                  </a:moveTo>
                  <a:lnTo>
                    <a:pt x="898842" y="2301557"/>
                  </a:lnTo>
                  <a:lnTo>
                    <a:pt x="898842" y="2330132"/>
                  </a:lnTo>
                  <a:lnTo>
                    <a:pt x="927417" y="2330132"/>
                  </a:lnTo>
                  <a:lnTo>
                    <a:pt x="927417" y="2301557"/>
                  </a:lnTo>
                  <a:close/>
                </a:path>
                <a:path w="927734" h="2730500">
                  <a:moveTo>
                    <a:pt x="927417" y="2244407"/>
                  </a:moveTo>
                  <a:lnTo>
                    <a:pt x="898842" y="2244407"/>
                  </a:lnTo>
                  <a:lnTo>
                    <a:pt x="898842" y="2272982"/>
                  </a:lnTo>
                  <a:lnTo>
                    <a:pt x="927417" y="2272982"/>
                  </a:lnTo>
                  <a:lnTo>
                    <a:pt x="927417" y="2244407"/>
                  </a:lnTo>
                  <a:close/>
                </a:path>
                <a:path w="927734" h="2730500">
                  <a:moveTo>
                    <a:pt x="927417" y="2187257"/>
                  </a:moveTo>
                  <a:lnTo>
                    <a:pt x="898842" y="2187257"/>
                  </a:lnTo>
                  <a:lnTo>
                    <a:pt x="898842" y="2215832"/>
                  </a:lnTo>
                  <a:lnTo>
                    <a:pt x="927417" y="2215832"/>
                  </a:lnTo>
                  <a:lnTo>
                    <a:pt x="927417" y="2187257"/>
                  </a:lnTo>
                  <a:close/>
                </a:path>
                <a:path w="927734" h="2730500">
                  <a:moveTo>
                    <a:pt x="927417" y="2130107"/>
                  </a:moveTo>
                  <a:lnTo>
                    <a:pt x="898842" y="2130107"/>
                  </a:lnTo>
                  <a:lnTo>
                    <a:pt x="898842" y="2158682"/>
                  </a:lnTo>
                  <a:lnTo>
                    <a:pt x="927417" y="2158682"/>
                  </a:lnTo>
                  <a:lnTo>
                    <a:pt x="927417" y="2130107"/>
                  </a:lnTo>
                  <a:close/>
                </a:path>
                <a:path w="927734" h="2730500">
                  <a:moveTo>
                    <a:pt x="927417" y="2072957"/>
                  </a:moveTo>
                  <a:lnTo>
                    <a:pt x="898842" y="2072957"/>
                  </a:lnTo>
                  <a:lnTo>
                    <a:pt x="898842" y="2101532"/>
                  </a:lnTo>
                  <a:lnTo>
                    <a:pt x="927417" y="2101532"/>
                  </a:lnTo>
                  <a:lnTo>
                    <a:pt x="927417" y="2072957"/>
                  </a:lnTo>
                  <a:close/>
                </a:path>
                <a:path w="927734" h="2730500">
                  <a:moveTo>
                    <a:pt x="927417" y="2015807"/>
                  </a:moveTo>
                  <a:lnTo>
                    <a:pt x="898842" y="2015807"/>
                  </a:lnTo>
                  <a:lnTo>
                    <a:pt x="898842" y="2044382"/>
                  </a:lnTo>
                  <a:lnTo>
                    <a:pt x="927417" y="2044382"/>
                  </a:lnTo>
                  <a:lnTo>
                    <a:pt x="927417" y="2015807"/>
                  </a:lnTo>
                  <a:close/>
                </a:path>
                <a:path w="927734" h="2730500">
                  <a:moveTo>
                    <a:pt x="927417" y="1958657"/>
                  </a:moveTo>
                  <a:lnTo>
                    <a:pt x="898842" y="1958657"/>
                  </a:lnTo>
                  <a:lnTo>
                    <a:pt x="898842" y="1987232"/>
                  </a:lnTo>
                  <a:lnTo>
                    <a:pt x="927417" y="1987232"/>
                  </a:lnTo>
                  <a:lnTo>
                    <a:pt x="927417" y="1958657"/>
                  </a:lnTo>
                  <a:close/>
                </a:path>
                <a:path w="927734" h="2730500">
                  <a:moveTo>
                    <a:pt x="927417" y="1901507"/>
                  </a:moveTo>
                  <a:lnTo>
                    <a:pt x="898842" y="1901507"/>
                  </a:lnTo>
                  <a:lnTo>
                    <a:pt x="898842" y="1930082"/>
                  </a:lnTo>
                  <a:lnTo>
                    <a:pt x="927417" y="1930082"/>
                  </a:lnTo>
                  <a:lnTo>
                    <a:pt x="927417" y="1901507"/>
                  </a:lnTo>
                  <a:close/>
                </a:path>
                <a:path w="927734" h="2730500">
                  <a:moveTo>
                    <a:pt x="927417" y="1844357"/>
                  </a:moveTo>
                  <a:lnTo>
                    <a:pt x="898842" y="1844357"/>
                  </a:lnTo>
                  <a:lnTo>
                    <a:pt x="898842" y="1872932"/>
                  </a:lnTo>
                  <a:lnTo>
                    <a:pt x="927417" y="1872932"/>
                  </a:lnTo>
                  <a:lnTo>
                    <a:pt x="927417" y="1844357"/>
                  </a:lnTo>
                  <a:close/>
                </a:path>
                <a:path w="927734" h="2730500">
                  <a:moveTo>
                    <a:pt x="927417" y="1787207"/>
                  </a:moveTo>
                  <a:lnTo>
                    <a:pt x="898842" y="1787207"/>
                  </a:lnTo>
                  <a:lnTo>
                    <a:pt x="898842" y="1815782"/>
                  </a:lnTo>
                  <a:lnTo>
                    <a:pt x="927417" y="1815782"/>
                  </a:lnTo>
                  <a:lnTo>
                    <a:pt x="927417" y="1787207"/>
                  </a:lnTo>
                  <a:close/>
                </a:path>
                <a:path w="927734" h="2730500">
                  <a:moveTo>
                    <a:pt x="927417" y="1730057"/>
                  </a:moveTo>
                  <a:lnTo>
                    <a:pt x="898842" y="1730057"/>
                  </a:lnTo>
                  <a:lnTo>
                    <a:pt x="898842" y="1758632"/>
                  </a:lnTo>
                  <a:lnTo>
                    <a:pt x="927417" y="1758632"/>
                  </a:lnTo>
                  <a:lnTo>
                    <a:pt x="927417" y="1730057"/>
                  </a:lnTo>
                  <a:close/>
                </a:path>
                <a:path w="927734" h="2730500">
                  <a:moveTo>
                    <a:pt x="927417" y="1672907"/>
                  </a:moveTo>
                  <a:lnTo>
                    <a:pt x="898842" y="1672907"/>
                  </a:lnTo>
                  <a:lnTo>
                    <a:pt x="898842" y="1701482"/>
                  </a:lnTo>
                  <a:lnTo>
                    <a:pt x="927417" y="1701482"/>
                  </a:lnTo>
                  <a:lnTo>
                    <a:pt x="927417" y="1672907"/>
                  </a:lnTo>
                  <a:close/>
                </a:path>
                <a:path w="927734" h="2730500">
                  <a:moveTo>
                    <a:pt x="927417" y="1615757"/>
                  </a:moveTo>
                  <a:lnTo>
                    <a:pt x="898842" y="1615757"/>
                  </a:lnTo>
                  <a:lnTo>
                    <a:pt x="898842" y="1644332"/>
                  </a:lnTo>
                  <a:lnTo>
                    <a:pt x="927417" y="1644332"/>
                  </a:lnTo>
                  <a:lnTo>
                    <a:pt x="927417" y="1615757"/>
                  </a:lnTo>
                  <a:close/>
                </a:path>
                <a:path w="927734" h="2730500">
                  <a:moveTo>
                    <a:pt x="927417" y="1558607"/>
                  </a:moveTo>
                  <a:lnTo>
                    <a:pt x="898842" y="1558607"/>
                  </a:lnTo>
                  <a:lnTo>
                    <a:pt x="898842" y="1587182"/>
                  </a:lnTo>
                  <a:lnTo>
                    <a:pt x="927417" y="1587182"/>
                  </a:lnTo>
                  <a:lnTo>
                    <a:pt x="927417" y="1558607"/>
                  </a:lnTo>
                  <a:close/>
                </a:path>
                <a:path w="927734" h="2730500">
                  <a:moveTo>
                    <a:pt x="927417" y="1501457"/>
                  </a:moveTo>
                  <a:lnTo>
                    <a:pt x="898842" y="1501457"/>
                  </a:lnTo>
                  <a:lnTo>
                    <a:pt x="898842" y="1530032"/>
                  </a:lnTo>
                  <a:lnTo>
                    <a:pt x="927417" y="1530032"/>
                  </a:lnTo>
                  <a:lnTo>
                    <a:pt x="927417" y="1501457"/>
                  </a:lnTo>
                  <a:close/>
                </a:path>
                <a:path w="927734" h="2730500">
                  <a:moveTo>
                    <a:pt x="927417" y="1444307"/>
                  </a:moveTo>
                  <a:lnTo>
                    <a:pt x="898842" y="1444307"/>
                  </a:lnTo>
                  <a:lnTo>
                    <a:pt x="898842" y="1472882"/>
                  </a:lnTo>
                  <a:lnTo>
                    <a:pt x="927417" y="1472882"/>
                  </a:lnTo>
                  <a:lnTo>
                    <a:pt x="927417" y="1444307"/>
                  </a:lnTo>
                  <a:close/>
                </a:path>
                <a:path w="927734" h="2730500">
                  <a:moveTo>
                    <a:pt x="927417" y="1387157"/>
                  </a:moveTo>
                  <a:lnTo>
                    <a:pt x="898842" y="1387157"/>
                  </a:lnTo>
                  <a:lnTo>
                    <a:pt x="898842" y="1415732"/>
                  </a:lnTo>
                  <a:lnTo>
                    <a:pt x="927417" y="1415732"/>
                  </a:lnTo>
                  <a:lnTo>
                    <a:pt x="927417" y="1387157"/>
                  </a:lnTo>
                  <a:close/>
                </a:path>
                <a:path w="927734" h="2730500">
                  <a:moveTo>
                    <a:pt x="927417" y="1330007"/>
                  </a:moveTo>
                  <a:lnTo>
                    <a:pt x="898842" y="1330007"/>
                  </a:lnTo>
                  <a:lnTo>
                    <a:pt x="898842" y="1358582"/>
                  </a:lnTo>
                  <a:lnTo>
                    <a:pt x="927417" y="1358582"/>
                  </a:lnTo>
                  <a:lnTo>
                    <a:pt x="927417" y="1330007"/>
                  </a:lnTo>
                  <a:close/>
                </a:path>
                <a:path w="927734" h="2730500">
                  <a:moveTo>
                    <a:pt x="927417" y="1272857"/>
                  </a:moveTo>
                  <a:lnTo>
                    <a:pt x="898842" y="1272857"/>
                  </a:lnTo>
                  <a:lnTo>
                    <a:pt x="898842" y="1301432"/>
                  </a:lnTo>
                  <a:lnTo>
                    <a:pt x="927417" y="1301432"/>
                  </a:lnTo>
                  <a:lnTo>
                    <a:pt x="927417" y="1272857"/>
                  </a:lnTo>
                  <a:close/>
                </a:path>
                <a:path w="927734" h="2730500">
                  <a:moveTo>
                    <a:pt x="927417" y="1215707"/>
                  </a:moveTo>
                  <a:lnTo>
                    <a:pt x="898842" y="1215707"/>
                  </a:lnTo>
                  <a:lnTo>
                    <a:pt x="898842" y="1244282"/>
                  </a:lnTo>
                  <a:lnTo>
                    <a:pt x="927417" y="1244282"/>
                  </a:lnTo>
                  <a:lnTo>
                    <a:pt x="927417" y="1215707"/>
                  </a:lnTo>
                  <a:close/>
                </a:path>
                <a:path w="927734" h="2730500">
                  <a:moveTo>
                    <a:pt x="927417" y="1158557"/>
                  </a:moveTo>
                  <a:lnTo>
                    <a:pt x="898842" y="1158557"/>
                  </a:lnTo>
                  <a:lnTo>
                    <a:pt x="898842" y="1187132"/>
                  </a:lnTo>
                  <a:lnTo>
                    <a:pt x="927417" y="1187132"/>
                  </a:lnTo>
                  <a:lnTo>
                    <a:pt x="927417" y="1158557"/>
                  </a:lnTo>
                  <a:close/>
                </a:path>
                <a:path w="927734" h="2730500">
                  <a:moveTo>
                    <a:pt x="927417" y="1101407"/>
                  </a:moveTo>
                  <a:lnTo>
                    <a:pt x="898842" y="1101407"/>
                  </a:lnTo>
                  <a:lnTo>
                    <a:pt x="898842" y="1129982"/>
                  </a:lnTo>
                  <a:lnTo>
                    <a:pt x="927417" y="1129982"/>
                  </a:lnTo>
                  <a:lnTo>
                    <a:pt x="927417" y="1101407"/>
                  </a:lnTo>
                  <a:close/>
                </a:path>
                <a:path w="927734" h="2730500">
                  <a:moveTo>
                    <a:pt x="927417" y="1044257"/>
                  </a:moveTo>
                  <a:lnTo>
                    <a:pt x="898842" y="1044257"/>
                  </a:lnTo>
                  <a:lnTo>
                    <a:pt x="898842" y="1072832"/>
                  </a:lnTo>
                  <a:lnTo>
                    <a:pt x="927417" y="1072832"/>
                  </a:lnTo>
                  <a:lnTo>
                    <a:pt x="927417" y="1044257"/>
                  </a:lnTo>
                  <a:close/>
                </a:path>
                <a:path w="927734" h="2730500">
                  <a:moveTo>
                    <a:pt x="927417" y="987107"/>
                  </a:moveTo>
                  <a:lnTo>
                    <a:pt x="898842" y="987107"/>
                  </a:lnTo>
                  <a:lnTo>
                    <a:pt x="898842" y="1015682"/>
                  </a:lnTo>
                  <a:lnTo>
                    <a:pt x="927417" y="1015682"/>
                  </a:lnTo>
                  <a:lnTo>
                    <a:pt x="927417" y="987107"/>
                  </a:lnTo>
                  <a:close/>
                </a:path>
                <a:path w="927734" h="2730500">
                  <a:moveTo>
                    <a:pt x="927417" y="929957"/>
                  </a:moveTo>
                  <a:lnTo>
                    <a:pt x="898842" y="929957"/>
                  </a:lnTo>
                  <a:lnTo>
                    <a:pt x="898842" y="958532"/>
                  </a:lnTo>
                  <a:lnTo>
                    <a:pt x="927417" y="958532"/>
                  </a:lnTo>
                  <a:lnTo>
                    <a:pt x="927417" y="929957"/>
                  </a:lnTo>
                  <a:close/>
                </a:path>
                <a:path w="927734" h="2730500">
                  <a:moveTo>
                    <a:pt x="927417" y="872807"/>
                  </a:moveTo>
                  <a:lnTo>
                    <a:pt x="898842" y="872807"/>
                  </a:lnTo>
                  <a:lnTo>
                    <a:pt x="898842" y="901382"/>
                  </a:lnTo>
                  <a:lnTo>
                    <a:pt x="927417" y="901382"/>
                  </a:lnTo>
                  <a:lnTo>
                    <a:pt x="927417" y="872807"/>
                  </a:lnTo>
                  <a:close/>
                </a:path>
                <a:path w="927734" h="2730500">
                  <a:moveTo>
                    <a:pt x="927417" y="815657"/>
                  </a:moveTo>
                  <a:lnTo>
                    <a:pt x="898842" y="815657"/>
                  </a:lnTo>
                  <a:lnTo>
                    <a:pt x="898842" y="844232"/>
                  </a:lnTo>
                  <a:lnTo>
                    <a:pt x="927417" y="844232"/>
                  </a:lnTo>
                  <a:lnTo>
                    <a:pt x="927417" y="815657"/>
                  </a:lnTo>
                  <a:close/>
                </a:path>
                <a:path w="927734" h="2730500">
                  <a:moveTo>
                    <a:pt x="927417" y="758507"/>
                  </a:moveTo>
                  <a:lnTo>
                    <a:pt x="898842" y="758507"/>
                  </a:lnTo>
                  <a:lnTo>
                    <a:pt x="898842" y="787082"/>
                  </a:lnTo>
                  <a:lnTo>
                    <a:pt x="927417" y="787082"/>
                  </a:lnTo>
                  <a:lnTo>
                    <a:pt x="927417" y="758507"/>
                  </a:lnTo>
                  <a:close/>
                </a:path>
                <a:path w="927734" h="2730500">
                  <a:moveTo>
                    <a:pt x="927417" y="701357"/>
                  </a:moveTo>
                  <a:lnTo>
                    <a:pt x="898842" y="701357"/>
                  </a:lnTo>
                  <a:lnTo>
                    <a:pt x="898842" y="729932"/>
                  </a:lnTo>
                  <a:lnTo>
                    <a:pt x="927417" y="729932"/>
                  </a:lnTo>
                  <a:lnTo>
                    <a:pt x="927417" y="701357"/>
                  </a:lnTo>
                  <a:close/>
                </a:path>
                <a:path w="927734" h="2730500">
                  <a:moveTo>
                    <a:pt x="927417" y="644207"/>
                  </a:moveTo>
                  <a:lnTo>
                    <a:pt x="898842" y="644207"/>
                  </a:lnTo>
                  <a:lnTo>
                    <a:pt x="898842" y="672782"/>
                  </a:lnTo>
                  <a:lnTo>
                    <a:pt x="927417" y="672782"/>
                  </a:lnTo>
                  <a:lnTo>
                    <a:pt x="927417" y="644207"/>
                  </a:lnTo>
                  <a:close/>
                </a:path>
                <a:path w="927734" h="2730500">
                  <a:moveTo>
                    <a:pt x="927417" y="587057"/>
                  </a:moveTo>
                  <a:lnTo>
                    <a:pt x="898842" y="587057"/>
                  </a:lnTo>
                  <a:lnTo>
                    <a:pt x="898842" y="615632"/>
                  </a:lnTo>
                  <a:lnTo>
                    <a:pt x="927417" y="615632"/>
                  </a:lnTo>
                  <a:lnTo>
                    <a:pt x="927417" y="587057"/>
                  </a:lnTo>
                  <a:close/>
                </a:path>
                <a:path w="927734" h="2730500">
                  <a:moveTo>
                    <a:pt x="927417" y="529907"/>
                  </a:moveTo>
                  <a:lnTo>
                    <a:pt x="898842" y="529907"/>
                  </a:lnTo>
                  <a:lnTo>
                    <a:pt x="898842" y="558482"/>
                  </a:lnTo>
                  <a:lnTo>
                    <a:pt x="927417" y="558482"/>
                  </a:lnTo>
                  <a:lnTo>
                    <a:pt x="927417" y="529907"/>
                  </a:lnTo>
                  <a:close/>
                </a:path>
                <a:path w="927734" h="2730500">
                  <a:moveTo>
                    <a:pt x="927417" y="472757"/>
                  </a:moveTo>
                  <a:lnTo>
                    <a:pt x="898842" y="472757"/>
                  </a:lnTo>
                  <a:lnTo>
                    <a:pt x="898842" y="501332"/>
                  </a:lnTo>
                  <a:lnTo>
                    <a:pt x="927417" y="501332"/>
                  </a:lnTo>
                  <a:lnTo>
                    <a:pt x="927417" y="472757"/>
                  </a:lnTo>
                  <a:close/>
                </a:path>
                <a:path w="927734" h="2730500">
                  <a:moveTo>
                    <a:pt x="927417" y="415607"/>
                  </a:moveTo>
                  <a:lnTo>
                    <a:pt x="898842" y="415607"/>
                  </a:lnTo>
                  <a:lnTo>
                    <a:pt x="898842" y="444182"/>
                  </a:lnTo>
                  <a:lnTo>
                    <a:pt x="927417" y="444182"/>
                  </a:lnTo>
                  <a:lnTo>
                    <a:pt x="927417" y="415607"/>
                  </a:lnTo>
                  <a:close/>
                </a:path>
                <a:path w="927734" h="2730500">
                  <a:moveTo>
                    <a:pt x="927417" y="358457"/>
                  </a:moveTo>
                  <a:lnTo>
                    <a:pt x="898842" y="358457"/>
                  </a:lnTo>
                  <a:lnTo>
                    <a:pt x="898842" y="387032"/>
                  </a:lnTo>
                  <a:lnTo>
                    <a:pt x="927417" y="387032"/>
                  </a:lnTo>
                  <a:lnTo>
                    <a:pt x="927417" y="358457"/>
                  </a:lnTo>
                  <a:close/>
                </a:path>
                <a:path w="927734" h="2730500">
                  <a:moveTo>
                    <a:pt x="927417" y="301307"/>
                  </a:moveTo>
                  <a:lnTo>
                    <a:pt x="898842" y="301307"/>
                  </a:lnTo>
                  <a:lnTo>
                    <a:pt x="898842" y="329882"/>
                  </a:lnTo>
                  <a:lnTo>
                    <a:pt x="927417" y="329882"/>
                  </a:lnTo>
                  <a:lnTo>
                    <a:pt x="927417" y="301307"/>
                  </a:lnTo>
                  <a:close/>
                </a:path>
                <a:path w="927734" h="2730500">
                  <a:moveTo>
                    <a:pt x="927417" y="244157"/>
                  </a:moveTo>
                  <a:lnTo>
                    <a:pt x="898842" y="244157"/>
                  </a:lnTo>
                  <a:lnTo>
                    <a:pt x="898842" y="272732"/>
                  </a:lnTo>
                  <a:lnTo>
                    <a:pt x="927417" y="272732"/>
                  </a:lnTo>
                  <a:lnTo>
                    <a:pt x="927417" y="244157"/>
                  </a:lnTo>
                  <a:close/>
                </a:path>
                <a:path w="927734" h="2730500">
                  <a:moveTo>
                    <a:pt x="927417" y="187007"/>
                  </a:moveTo>
                  <a:lnTo>
                    <a:pt x="898842" y="187007"/>
                  </a:lnTo>
                  <a:lnTo>
                    <a:pt x="898842" y="215582"/>
                  </a:lnTo>
                  <a:lnTo>
                    <a:pt x="927417" y="215582"/>
                  </a:lnTo>
                  <a:lnTo>
                    <a:pt x="927417" y="187007"/>
                  </a:lnTo>
                  <a:close/>
                </a:path>
                <a:path w="927734" h="2730500">
                  <a:moveTo>
                    <a:pt x="927417" y="129857"/>
                  </a:moveTo>
                  <a:lnTo>
                    <a:pt x="898842" y="129857"/>
                  </a:lnTo>
                  <a:lnTo>
                    <a:pt x="898842" y="158432"/>
                  </a:lnTo>
                  <a:lnTo>
                    <a:pt x="927417" y="158432"/>
                  </a:lnTo>
                  <a:lnTo>
                    <a:pt x="927417" y="129857"/>
                  </a:lnTo>
                  <a:close/>
                </a:path>
                <a:path w="927734" h="2730500">
                  <a:moveTo>
                    <a:pt x="927417" y="72707"/>
                  </a:moveTo>
                  <a:lnTo>
                    <a:pt x="898842" y="72707"/>
                  </a:lnTo>
                  <a:lnTo>
                    <a:pt x="898842" y="101282"/>
                  </a:lnTo>
                  <a:lnTo>
                    <a:pt x="927417" y="101282"/>
                  </a:lnTo>
                  <a:lnTo>
                    <a:pt x="927417" y="72707"/>
                  </a:lnTo>
                  <a:close/>
                </a:path>
                <a:path w="927734" h="2730500">
                  <a:moveTo>
                    <a:pt x="927417" y="15557"/>
                  </a:moveTo>
                  <a:lnTo>
                    <a:pt x="898842" y="15557"/>
                  </a:lnTo>
                  <a:lnTo>
                    <a:pt x="898842" y="44132"/>
                  </a:lnTo>
                  <a:lnTo>
                    <a:pt x="927417" y="44132"/>
                  </a:lnTo>
                  <a:lnTo>
                    <a:pt x="927417" y="15557"/>
                  </a:lnTo>
                  <a:close/>
                </a:path>
              </a:pathLst>
            </a:custGeom>
            <a:solidFill>
              <a:srgbClr val="44536A"/>
            </a:solidFill>
          </p:spPr>
          <p:txBody>
            <a:bodyPr wrap="square" lIns="0" tIns="0" rIns="0" bIns="0" rtlCol="0"/>
            <a:lstStyle/>
            <a:p>
              <a:endParaRPr/>
            </a:p>
          </p:txBody>
        </p:sp>
        <p:sp>
          <p:nvSpPr>
            <p:cNvPr id="23" name="object 23"/>
            <p:cNvSpPr/>
            <p:nvPr/>
          </p:nvSpPr>
          <p:spPr>
            <a:xfrm>
              <a:off x="5475732" y="4076699"/>
              <a:ext cx="449580" cy="187960"/>
            </a:xfrm>
            <a:custGeom>
              <a:avLst/>
              <a:gdLst/>
              <a:ahLst/>
              <a:cxnLst/>
              <a:rect l="l" t="t" r="r" b="b"/>
              <a:pathLst>
                <a:path w="449579" h="187960">
                  <a:moveTo>
                    <a:pt x="355091" y="187451"/>
                  </a:moveTo>
                  <a:lnTo>
                    <a:pt x="355091" y="140208"/>
                  </a:lnTo>
                  <a:lnTo>
                    <a:pt x="94487" y="140208"/>
                  </a:lnTo>
                  <a:lnTo>
                    <a:pt x="94487" y="187451"/>
                  </a:lnTo>
                  <a:lnTo>
                    <a:pt x="0" y="94487"/>
                  </a:lnTo>
                  <a:lnTo>
                    <a:pt x="94487" y="0"/>
                  </a:lnTo>
                  <a:lnTo>
                    <a:pt x="94487" y="47244"/>
                  </a:lnTo>
                  <a:lnTo>
                    <a:pt x="355091" y="47244"/>
                  </a:lnTo>
                  <a:lnTo>
                    <a:pt x="355091" y="0"/>
                  </a:lnTo>
                  <a:lnTo>
                    <a:pt x="449579" y="94487"/>
                  </a:lnTo>
                  <a:lnTo>
                    <a:pt x="355091" y="187451"/>
                  </a:lnTo>
                  <a:close/>
                </a:path>
              </a:pathLst>
            </a:custGeom>
            <a:solidFill>
              <a:srgbClr val="5F95E6"/>
            </a:solidFill>
          </p:spPr>
          <p:txBody>
            <a:bodyPr wrap="square" lIns="0" tIns="0" rIns="0" bIns="0" rtlCol="0"/>
            <a:lstStyle/>
            <a:p>
              <a:endParaRPr/>
            </a:p>
          </p:txBody>
        </p:sp>
        <p:sp>
          <p:nvSpPr>
            <p:cNvPr id="24" name="object 24"/>
            <p:cNvSpPr/>
            <p:nvPr/>
          </p:nvSpPr>
          <p:spPr>
            <a:xfrm>
              <a:off x="5466632" y="4060875"/>
              <a:ext cx="467359" cy="219710"/>
            </a:xfrm>
            <a:custGeom>
              <a:avLst/>
              <a:gdLst/>
              <a:ahLst/>
              <a:cxnLst/>
              <a:rect l="l" t="t" r="r" b="b"/>
              <a:pathLst>
                <a:path w="467360" h="219710">
                  <a:moveTo>
                    <a:pt x="109620" y="219252"/>
                  </a:moveTo>
                  <a:lnTo>
                    <a:pt x="0" y="109620"/>
                  </a:lnTo>
                  <a:lnTo>
                    <a:pt x="109620" y="0"/>
                  </a:lnTo>
                  <a:lnTo>
                    <a:pt x="109620" y="15328"/>
                  </a:lnTo>
                  <a:lnTo>
                    <a:pt x="96920" y="15328"/>
                  </a:lnTo>
                  <a:lnTo>
                    <a:pt x="96920" y="30657"/>
                  </a:lnTo>
                  <a:lnTo>
                    <a:pt x="22447" y="105130"/>
                  </a:lnTo>
                  <a:lnTo>
                    <a:pt x="13468" y="105130"/>
                  </a:lnTo>
                  <a:lnTo>
                    <a:pt x="13468" y="114109"/>
                  </a:lnTo>
                  <a:lnTo>
                    <a:pt x="22447" y="114109"/>
                  </a:lnTo>
                  <a:lnTo>
                    <a:pt x="96920" y="188582"/>
                  </a:lnTo>
                  <a:lnTo>
                    <a:pt x="96920" y="203923"/>
                  </a:lnTo>
                  <a:lnTo>
                    <a:pt x="109620" y="203923"/>
                  </a:lnTo>
                  <a:lnTo>
                    <a:pt x="109620" y="219252"/>
                  </a:lnTo>
                  <a:close/>
                </a:path>
                <a:path w="467360" h="219710">
                  <a:moveTo>
                    <a:pt x="357270" y="62471"/>
                  </a:moveTo>
                  <a:lnTo>
                    <a:pt x="357270" y="0"/>
                  </a:lnTo>
                  <a:lnTo>
                    <a:pt x="372598" y="15328"/>
                  </a:lnTo>
                  <a:lnTo>
                    <a:pt x="369970" y="15328"/>
                  </a:lnTo>
                  <a:lnTo>
                    <a:pt x="359124" y="19812"/>
                  </a:lnTo>
                  <a:lnTo>
                    <a:pt x="369970" y="30657"/>
                  </a:lnTo>
                  <a:lnTo>
                    <a:pt x="369970" y="56121"/>
                  </a:lnTo>
                  <a:lnTo>
                    <a:pt x="363620" y="56121"/>
                  </a:lnTo>
                  <a:lnTo>
                    <a:pt x="357270" y="62471"/>
                  </a:lnTo>
                  <a:close/>
                </a:path>
                <a:path w="467360" h="219710">
                  <a:moveTo>
                    <a:pt x="96920" y="30657"/>
                  </a:moveTo>
                  <a:lnTo>
                    <a:pt x="96920" y="15328"/>
                  </a:lnTo>
                  <a:lnTo>
                    <a:pt x="107765" y="19812"/>
                  </a:lnTo>
                  <a:lnTo>
                    <a:pt x="96920" y="30657"/>
                  </a:lnTo>
                  <a:close/>
                </a:path>
                <a:path w="467360" h="219710">
                  <a:moveTo>
                    <a:pt x="369970" y="68821"/>
                  </a:moveTo>
                  <a:lnTo>
                    <a:pt x="96920" y="68821"/>
                  </a:lnTo>
                  <a:lnTo>
                    <a:pt x="96920" y="30657"/>
                  </a:lnTo>
                  <a:lnTo>
                    <a:pt x="107765" y="19812"/>
                  </a:lnTo>
                  <a:lnTo>
                    <a:pt x="96920" y="15328"/>
                  </a:lnTo>
                  <a:lnTo>
                    <a:pt x="109620" y="15328"/>
                  </a:lnTo>
                  <a:lnTo>
                    <a:pt x="109620" y="56121"/>
                  </a:lnTo>
                  <a:lnTo>
                    <a:pt x="103270" y="56121"/>
                  </a:lnTo>
                  <a:lnTo>
                    <a:pt x="109620" y="62471"/>
                  </a:lnTo>
                  <a:lnTo>
                    <a:pt x="369970" y="62471"/>
                  </a:lnTo>
                  <a:lnTo>
                    <a:pt x="369970" y="68821"/>
                  </a:lnTo>
                  <a:close/>
                </a:path>
                <a:path w="467360" h="219710">
                  <a:moveTo>
                    <a:pt x="369970" y="30657"/>
                  </a:moveTo>
                  <a:lnTo>
                    <a:pt x="359124" y="19812"/>
                  </a:lnTo>
                  <a:lnTo>
                    <a:pt x="369970" y="15328"/>
                  </a:lnTo>
                  <a:lnTo>
                    <a:pt x="369970" y="30657"/>
                  </a:lnTo>
                  <a:close/>
                </a:path>
                <a:path w="467360" h="219710">
                  <a:moveTo>
                    <a:pt x="448932" y="109620"/>
                  </a:moveTo>
                  <a:lnTo>
                    <a:pt x="369970" y="30657"/>
                  </a:lnTo>
                  <a:lnTo>
                    <a:pt x="369970" y="15328"/>
                  </a:lnTo>
                  <a:lnTo>
                    <a:pt x="372598" y="15328"/>
                  </a:lnTo>
                  <a:lnTo>
                    <a:pt x="462400" y="105130"/>
                  </a:lnTo>
                  <a:lnTo>
                    <a:pt x="453421" y="105130"/>
                  </a:lnTo>
                  <a:lnTo>
                    <a:pt x="448932" y="109620"/>
                  </a:lnTo>
                  <a:close/>
                </a:path>
                <a:path w="467360" h="219710">
                  <a:moveTo>
                    <a:pt x="109620" y="62471"/>
                  </a:moveTo>
                  <a:lnTo>
                    <a:pt x="103270" y="56121"/>
                  </a:lnTo>
                  <a:lnTo>
                    <a:pt x="109620" y="56121"/>
                  </a:lnTo>
                  <a:lnTo>
                    <a:pt x="109620" y="62471"/>
                  </a:lnTo>
                  <a:close/>
                </a:path>
                <a:path w="467360" h="219710">
                  <a:moveTo>
                    <a:pt x="357270" y="62471"/>
                  </a:moveTo>
                  <a:lnTo>
                    <a:pt x="109620" y="62471"/>
                  </a:lnTo>
                  <a:lnTo>
                    <a:pt x="109620" y="56121"/>
                  </a:lnTo>
                  <a:lnTo>
                    <a:pt x="357270" y="56121"/>
                  </a:lnTo>
                  <a:lnTo>
                    <a:pt x="357270" y="62471"/>
                  </a:lnTo>
                  <a:close/>
                </a:path>
                <a:path w="467360" h="219710">
                  <a:moveTo>
                    <a:pt x="369970" y="62471"/>
                  </a:moveTo>
                  <a:lnTo>
                    <a:pt x="357270" y="62471"/>
                  </a:lnTo>
                  <a:lnTo>
                    <a:pt x="363620" y="56121"/>
                  </a:lnTo>
                  <a:lnTo>
                    <a:pt x="369970" y="56121"/>
                  </a:lnTo>
                  <a:lnTo>
                    <a:pt x="369970" y="62471"/>
                  </a:lnTo>
                  <a:close/>
                </a:path>
                <a:path w="467360" h="219710">
                  <a:moveTo>
                    <a:pt x="13468" y="114109"/>
                  </a:moveTo>
                  <a:lnTo>
                    <a:pt x="13468" y="105130"/>
                  </a:lnTo>
                  <a:lnTo>
                    <a:pt x="17951" y="109626"/>
                  </a:lnTo>
                  <a:lnTo>
                    <a:pt x="13468" y="114109"/>
                  </a:lnTo>
                  <a:close/>
                </a:path>
                <a:path w="467360" h="219710">
                  <a:moveTo>
                    <a:pt x="17957" y="109620"/>
                  </a:moveTo>
                  <a:lnTo>
                    <a:pt x="13468" y="105130"/>
                  </a:lnTo>
                  <a:lnTo>
                    <a:pt x="22447" y="105130"/>
                  </a:lnTo>
                  <a:lnTo>
                    <a:pt x="17957" y="109620"/>
                  </a:lnTo>
                  <a:close/>
                </a:path>
                <a:path w="467360" h="219710">
                  <a:moveTo>
                    <a:pt x="453421" y="114109"/>
                  </a:moveTo>
                  <a:lnTo>
                    <a:pt x="448932" y="109620"/>
                  </a:lnTo>
                  <a:lnTo>
                    <a:pt x="453421" y="105130"/>
                  </a:lnTo>
                  <a:lnTo>
                    <a:pt x="453421" y="114109"/>
                  </a:lnTo>
                  <a:close/>
                </a:path>
                <a:path w="467360" h="219710">
                  <a:moveTo>
                    <a:pt x="462413" y="114109"/>
                  </a:moveTo>
                  <a:lnTo>
                    <a:pt x="453421" y="114109"/>
                  </a:lnTo>
                  <a:lnTo>
                    <a:pt x="453421" y="105130"/>
                  </a:lnTo>
                  <a:lnTo>
                    <a:pt x="462400" y="105130"/>
                  </a:lnTo>
                  <a:lnTo>
                    <a:pt x="466896" y="109626"/>
                  </a:lnTo>
                  <a:lnTo>
                    <a:pt x="462413" y="114109"/>
                  </a:lnTo>
                  <a:close/>
                </a:path>
                <a:path w="467360" h="219710">
                  <a:moveTo>
                    <a:pt x="22447" y="114109"/>
                  </a:moveTo>
                  <a:lnTo>
                    <a:pt x="13468" y="114109"/>
                  </a:lnTo>
                  <a:lnTo>
                    <a:pt x="17964" y="109626"/>
                  </a:lnTo>
                  <a:lnTo>
                    <a:pt x="22447" y="114109"/>
                  </a:lnTo>
                  <a:close/>
                </a:path>
                <a:path w="467360" h="219710">
                  <a:moveTo>
                    <a:pt x="372598" y="203923"/>
                  </a:moveTo>
                  <a:lnTo>
                    <a:pt x="369970" y="203923"/>
                  </a:lnTo>
                  <a:lnTo>
                    <a:pt x="369970" y="188582"/>
                  </a:lnTo>
                  <a:lnTo>
                    <a:pt x="448938" y="109626"/>
                  </a:lnTo>
                  <a:lnTo>
                    <a:pt x="453421" y="114109"/>
                  </a:lnTo>
                  <a:lnTo>
                    <a:pt x="462413" y="114109"/>
                  </a:lnTo>
                  <a:lnTo>
                    <a:pt x="372598" y="203923"/>
                  </a:lnTo>
                  <a:close/>
                </a:path>
                <a:path w="467360" h="219710">
                  <a:moveTo>
                    <a:pt x="109620" y="203923"/>
                  </a:moveTo>
                  <a:lnTo>
                    <a:pt x="96920" y="203923"/>
                  </a:lnTo>
                  <a:lnTo>
                    <a:pt x="107765" y="199428"/>
                  </a:lnTo>
                  <a:lnTo>
                    <a:pt x="96920" y="188582"/>
                  </a:lnTo>
                  <a:lnTo>
                    <a:pt x="96920" y="150418"/>
                  </a:lnTo>
                  <a:lnTo>
                    <a:pt x="369970" y="150418"/>
                  </a:lnTo>
                  <a:lnTo>
                    <a:pt x="369970" y="156768"/>
                  </a:lnTo>
                  <a:lnTo>
                    <a:pt x="109620" y="156768"/>
                  </a:lnTo>
                  <a:lnTo>
                    <a:pt x="103270" y="163118"/>
                  </a:lnTo>
                  <a:lnTo>
                    <a:pt x="109620" y="163118"/>
                  </a:lnTo>
                  <a:lnTo>
                    <a:pt x="109620" y="203923"/>
                  </a:lnTo>
                  <a:close/>
                </a:path>
                <a:path w="467360" h="219710">
                  <a:moveTo>
                    <a:pt x="109620" y="163118"/>
                  </a:moveTo>
                  <a:lnTo>
                    <a:pt x="103270" y="163118"/>
                  </a:lnTo>
                  <a:lnTo>
                    <a:pt x="109620" y="156768"/>
                  </a:lnTo>
                  <a:lnTo>
                    <a:pt x="109620" y="163118"/>
                  </a:lnTo>
                  <a:close/>
                </a:path>
                <a:path w="467360" h="219710">
                  <a:moveTo>
                    <a:pt x="357270" y="163118"/>
                  </a:moveTo>
                  <a:lnTo>
                    <a:pt x="109620" y="163118"/>
                  </a:lnTo>
                  <a:lnTo>
                    <a:pt x="109620" y="156768"/>
                  </a:lnTo>
                  <a:lnTo>
                    <a:pt x="357270" y="156768"/>
                  </a:lnTo>
                  <a:lnTo>
                    <a:pt x="357270" y="163118"/>
                  </a:lnTo>
                  <a:close/>
                </a:path>
                <a:path w="467360" h="219710">
                  <a:moveTo>
                    <a:pt x="357270" y="219252"/>
                  </a:moveTo>
                  <a:lnTo>
                    <a:pt x="357270" y="156768"/>
                  </a:lnTo>
                  <a:lnTo>
                    <a:pt x="363620" y="163118"/>
                  </a:lnTo>
                  <a:lnTo>
                    <a:pt x="369970" y="163118"/>
                  </a:lnTo>
                  <a:lnTo>
                    <a:pt x="369970" y="188582"/>
                  </a:lnTo>
                  <a:lnTo>
                    <a:pt x="359124" y="199428"/>
                  </a:lnTo>
                  <a:lnTo>
                    <a:pt x="369970" y="203923"/>
                  </a:lnTo>
                  <a:lnTo>
                    <a:pt x="372598" y="203923"/>
                  </a:lnTo>
                  <a:lnTo>
                    <a:pt x="357270" y="219252"/>
                  </a:lnTo>
                  <a:close/>
                </a:path>
                <a:path w="467360" h="219710">
                  <a:moveTo>
                    <a:pt x="369970" y="163118"/>
                  </a:moveTo>
                  <a:lnTo>
                    <a:pt x="363620" y="163118"/>
                  </a:lnTo>
                  <a:lnTo>
                    <a:pt x="357270" y="156768"/>
                  </a:lnTo>
                  <a:lnTo>
                    <a:pt x="369970" y="156768"/>
                  </a:lnTo>
                  <a:lnTo>
                    <a:pt x="369970" y="163118"/>
                  </a:lnTo>
                  <a:close/>
                </a:path>
                <a:path w="467360" h="219710">
                  <a:moveTo>
                    <a:pt x="96920" y="203923"/>
                  </a:moveTo>
                  <a:lnTo>
                    <a:pt x="96920" y="188582"/>
                  </a:lnTo>
                  <a:lnTo>
                    <a:pt x="107765" y="199428"/>
                  </a:lnTo>
                  <a:lnTo>
                    <a:pt x="96920" y="203923"/>
                  </a:lnTo>
                  <a:close/>
                </a:path>
                <a:path w="467360" h="219710">
                  <a:moveTo>
                    <a:pt x="369970" y="203923"/>
                  </a:moveTo>
                  <a:lnTo>
                    <a:pt x="359124" y="199428"/>
                  </a:lnTo>
                  <a:lnTo>
                    <a:pt x="369970" y="188582"/>
                  </a:lnTo>
                  <a:lnTo>
                    <a:pt x="369970" y="203923"/>
                  </a:lnTo>
                  <a:close/>
                </a:path>
              </a:pathLst>
            </a:custGeom>
            <a:solidFill>
              <a:srgbClr val="2069D2"/>
            </a:solidFill>
          </p:spPr>
          <p:txBody>
            <a:bodyPr wrap="square" lIns="0" tIns="0" rIns="0" bIns="0" rtlCol="0"/>
            <a:lstStyle/>
            <a:p>
              <a:endParaRPr/>
            </a:p>
          </p:txBody>
        </p:sp>
        <p:sp>
          <p:nvSpPr>
            <p:cNvPr id="25" name="object 25"/>
            <p:cNvSpPr/>
            <p:nvPr/>
          </p:nvSpPr>
          <p:spPr>
            <a:xfrm>
              <a:off x="5475732" y="4386071"/>
              <a:ext cx="449580" cy="187960"/>
            </a:xfrm>
            <a:custGeom>
              <a:avLst/>
              <a:gdLst/>
              <a:ahLst/>
              <a:cxnLst/>
              <a:rect l="l" t="t" r="r" b="b"/>
              <a:pathLst>
                <a:path w="449579" h="187960">
                  <a:moveTo>
                    <a:pt x="355091" y="187451"/>
                  </a:moveTo>
                  <a:lnTo>
                    <a:pt x="355091" y="140207"/>
                  </a:lnTo>
                  <a:lnTo>
                    <a:pt x="94487" y="140207"/>
                  </a:lnTo>
                  <a:lnTo>
                    <a:pt x="94487" y="187451"/>
                  </a:lnTo>
                  <a:lnTo>
                    <a:pt x="0" y="92963"/>
                  </a:lnTo>
                  <a:lnTo>
                    <a:pt x="94487" y="0"/>
                  </a:lnTo>
                  <a:lnTo>
                    <a:pt x="94487" y="47243"/>
                  </a:lnTo>
                  <a:lnTo>
                    <a:pt x="355091" y="47243"/>
                  </a:lnTo>
                  <a:lnTo>
                    <a:pt x="355091" y="0"/>
                  </a:lnTo>
                  <a:lnTo>
                    <a:pt x="449579" y="92963"/>
                  </a:lnTo>
                  <a:lnTo>
                    <a:pt x="355091" y="187451"/>
                  </a:lnTo>
                  <a:close/>
                </a:path>
              </a:pathLst>
            </a:custGeom>
            <a:solidFill>
              <a:srgbClr val="5F95E6"/>
            </a:solidFill>
          </p:spPr>
          <p:txBody>
            <a:bodyPr wrap="square" lIns="0" tIns="0" rIns="0" bIns="0" rtlCol="0"/>
            <a:lstStyle/>
            <a:p>
              <a:endParaRPr/>
            </a:p>
          </p:txBody>
        </p:sp>
        <p:sp>
          <p:nvSpPr>
            <p:cNvPr id="26" name="object 26"/>
            <p:cNvSpPr/>
            <p:nvPr/>
          </p:nvSpPr>
          <p:spPr>
            <a:xfrm>
              <a:off x="5466632" y="4370120"/>
              <a:ext cx="467359" cy="219710"/>
            </a:xfrm>
            <a:custGeom>
              <a:avLst/>
              <a:gdLst/>
              <a:ahLst/>
              <a:cxnLst/>
              <a:rect l="l" t="t" r="r" b="b"/>
              <a:pathLst>
                <a:path w="467360" h="219710">
                  <a:moveTo>
                    <a:pt x="109620" y="219252"/>
                  </a:moveTo>
                  <a:lnTo>
                    <a:pt x="0" y="109620"/>
                  </a:lnTo>
                  <a:lnTo>
                    <a:pt x="109620" y="0"/>
                  </a:lnTo>
                  <a:lnTo>
                    <a:pt x="109620" y="15328"/>
                  </a:lnTo>
                  <a:lnTo>
                    <a:pt x="96920" y="15328"/>
                  </a:lnTo>
                  <a:lnTo>
                    <a:pt x="96920" y="30657"/>
                  </a:lnTo>
                  <a:lnTo>
                    <a:pt x="22447" y="105130"/>
                  </a:lnTo>
                  <a:lnTo>
                    <a:pt x="13468" y="105130"/>
                  </a:lnTo>
                  <a:lnTo>
                    <a:pt x="13468" y="114109"/>
                  </a:lnTo>
                  <a:lnTo>
                    <a:pt x="22447" y="114109"/>
                  </a:lnTo>
                  <a:lnTo>
                    <a:pt x="96920" y="188582"/>
                  </a:lnTo>
                  <a:lnTo>
                    <a:pt x="96920" y="203923"/>
                  </a:lnTo>
                  <a:lnTo>
                    <a:pt x="109620" y="203923"/>
                  </a:lnTo>
                  <a:lnTo>
                    <a:pt x="109620" y="219252"/>
                  </a:lnTo>
                  <a:close/>
                </a:path>
                <a:path w="467360" h="219710">
                  <a:moveTo>
                    <a:pt x="357270" y="62471"/>
                  </a:moveTo>
                  <a:lnTo>
                    <a:pt x="357270" y="0"/>
                  </a:lnTo>
                  <a:lnTo>
                    <a:pt x="372598" y="15328"/>
                  </a:lnTo>
                  <a:lnTo>
                    <a:pt x="369970" y="15328"/>
                  </a:lnTo>
                  <a:lnTo>
                    <a:pt x="359124" y="19812"/>
                  </a:lnTo>
                  <a:lnTo>
                    <a:pt x="369970" y="30657"/>
                  </a:lnTo>
                  <a:lnTo>
                    <a:pt x="369970" y="56121"/>
                  </a:lnTo>
                  <a:lnTo>
                    <a:pt x="363620" y="56121"/>
                  </a:lnTo>
                  <a:lnTo>
                    <a:pt x="357270" y="62471"/>
                  </a:lnTo>
                  <a:close/>
                </a:path>
                <a:path w="467360" h="219710">
                  <a:moveTo>
                    <a:pt x="96920" y="30657"/>
                  </a:moveTo>
                  <a:lnTo>
                    <a:pt x="96920" y="15328"/>
                  </a:lnTo>
                  <a:lnTo>
                    <a:pt x="107765" y="19812"/>
                  </a:lnTo>
                  <a:lnTo>
                    <a:pt x="96920" y="30657"/>
                  </a:lnTo>
                  <a:close/>
                </a:path>
                <a:path w="467360" h="219710">
                  <a:moveTo>
                    <a:pt x="369970" y="68821"/>
                  </a:moveTo>
                  <a:lnTo>
                    <a:pt x="96920" y="68821"/>
                  </a:lnTo>
                  <a:lnTo>
                    <a:pt x="96920" y="30657"/>
                  </a:lnTo>
                  <a:lnTo>
                    <a:pt x="107765" y="19812"/>
                  </a:lnTo>
                  <a:lnTo>
                    <a:pt x="96920" y="15328"/>
                  </a:lnTo>
                  <a:lnTo>
                    <a:pt x="109620" y="15328"/>
                  </a:lnTo>
                  <a:lnTo>
                    <a:pt x="109620" y="56121"/>
                  </a:lnTo>
                  <a:lnTo>
                    <a:pt x="103270" y="56121"/>
                  </a:lnTo>
                  <a:lnTo>
                    <a:pt x="109620" y="62471"/>
                  </a:lnTo>
                  <a:lnTo>
                    <a:pt x="369970" y="62471"/>
                  </a:lnTo>
                  <a:lnTo>
                    <a:pt x="369970" y="68821"/>
                  </a:lnTo>
                  <a:close/>
                </a:path>
                <a:path w="467360" h="219710">
                  <a:moveTo>
                    <a:pt x="369970" y="30657"/>
                  </a:moveTo>
                  <a:lnTo>
                    <a:pt x="359124" y="19812"/>
                  </a:lnTo>
                  <a:lnTo>
                    <a:pt x="369970" y="15328"/>
                  </a:lnTo>
                  <a:lnTo>
                    <a:pt x="369970" y="30657"/>
                  </a:lnTo>
                  <a:close/>
                </a:path>
                <a:path w="467360" h="219710">
                  <a:moveTo>
                    <a:pt x="448932" y="109620"/>
                  </a:moveTo>
                  <a:lnTo>
                    <a:pt x="369970" y="30657"/>
                  </a:lnTo>
                  <a:lnTo>
                    <a:pt x="369970" y="15328"/>
                  </a:lnTo>
                  <a:lnTo>
                    <a:pt x="372598" y="15328"/>
                  </a:lnTo>
                  <a:lnTo>
                    <a:pt x="462400" y="105130"/>
                  </a:lnTo>
                  <a:lnTo>
                    <a:pt x="453421" y="105130"/>
                  </a:lnTo>
                  <a:lnTo>
                    <a:pt x="448932" y="109620"/>
                  </a:lnTo>
                  <a:close/>
                </a:path>
                <a:path w="467360" h="219710">
                  <a:moveTo>
                    <a:pt x="109620" y="62471"/>
                  </a:moveTo>
                  <a:lnTo>
                    <a:pt x="103270" y="56121"/>
                  </a:lnTo>
                  <a:lnTo>
                    <a:pt x="109620" y="56121"/>
                  </a:lnTo>
                  <a:lnTo>
                    <a:pt x="109620" y="62471"/>
                  </a:lnTo>
                  <a:close/>
                </a:path>
                <a:path w="467360" h="219710">
                  <a:moveTo>
                    <a:pt x="357270" y="62471"/>
                  </a:moveTo>
                  <a:lnTo>
                    <a:pt x="109620" y="62471"/>
                  </a:lnTo>
                  <a:lnTo>
                    <a:pt x="109620" y="56121"/>
                  </a:lnTo>
                  <a:lnTo>
                    <a:pt x="357270" y="56121"/>
                  </a:lnTo>
                  <a:lnTo>
                    <a:pt x="357270" y="62471"/>
                  </a:lnTo>
                  <a:close/>
                </a:path>
                <a:path w="467360" h="219710">
                  <a:moveTo>
                    <a:pt x="369970" y="62471"/>
                  </a:moveTo>
                  <a:lnTo>
                    <a:pt x="357270" y="62471"/>
                  </a:lnTo>
                  <a:lnTo>
                    <a:pt x="363620" y="56121"/>
                  </a:lnTo>
                  <a:lnTo>
                    <a:pt x="369970" y="56121"/>
                  </a:lnTo>
                  <a:lnTo>
                    <a:pt x="369970" y="62471"/>
                  </a:lnTo>
                  <a:close/>
                </a:path>
                <a:path w="467360" h="219710">
                  <a:moveTo>
                    <a:pt x="13468" y="114109"/>
                  </a:moveTo>
                  <a:lnTo>
                    <a:pt x="13468" y="105130"/>
                  </a:lnTo>
                  <a:lnTo>
                    <a:pt x="17951" y="109626"/>
                  </a:lnTo>
                  <a:lnTo>
                    <a:pt x="13468" y="114109"/>
                  </a:lnTo>
                  <a:close/>
                </a:path>
                <a:path w="467360" h="219710">
                  <a:moveTo>
                    <a:pt x="17957" y="109620"/>
                  </a:moveTo>
                  <a:lnTo>
                    <a:pt x="13468" y="105130"/>
                  </a:lnTo>
                  <a:lnTo>
                    <a:pt x="22447" y="105130"/>
                  </a:lnTo>
                  <a:lnTo>
                    <a:pt x="17957" y="109620"/>
                  </a:lnTo>
                  <a:close/>
                </a:path>
                <a:path w="467360" h="219710">
                  <a:moveTo>
                    <a:pt x="453421" y="114109"/>
                  </a:moveTo>
                  <a:lnTo>
                    <a:pt x="448932" y="109620"/>
                  </a:lnTo>
                  <a:lnTo>
                    <a:pt x="453421" y="105130"/>
                  </a:lnTo>
                  <a:lnTo>
                    <a:pt x="453421" y="114109"/>
                  </a:lnTo>
                  <a:close/>
                </a:path>
                <a:path w="467360" h="219710">
                  <a:moveTo>
                    <a:pt x="462413" y="114109"/>
                  </a:moveTo>
                  <a:lnTo>
                    <a:pt x="453421" y="114109"/>
                  </a:lnTo>
                  <a:lnTo>
                    <a:pt x="453421" y="105130"/>
                  </a:lnTo>
                  <a:lnTo>
                    <a:pt x="462400" y="105130"/>
                  </a:lnTo>
                  <a:lnTo>
                    <a:pt x="466896" y="109626"/>
                  </a:lnTo>
                  <a:lnTo>
                    <a:pt x="462413" y="114109"/>
                  </a:lnTo>
                  <a:close/>
                </a:path>
                <a:path w="467360" h="219710">
                  <a:moveTo>
                    <a:pt x="22447" y="114109"/>
                  </a:moveTo>
                  <a:lnTo>
                    <a:pt x="13468" y="114109"/>
                  </a:lnTo>
                  <a:lnTo>
                    <a:pt x="17964" y="109626"/>
                  </a:lnTo>
                  <a:lnTo>
                    <a:pt x="22447" y="114109"/>
                  </a:lnTo>
                  <a:close/>
                </a:path>
                <a:path w="467360" h="219710">
                  <a:moveTo>
                    <a:pt x="372598" y="203923"/>
                  </a:moveTo>
                  <a:lnTo>
                    <a:pt x="369970" y="203923"/>
                  </a:lnTo>
                  <a:lnTo>
                    <a:pt x="369970" y="188582"/>
                  </a:lnTo>
                  <a:lnTo>
                    <a:pt x="448938" y="109626"/>
                  </a:lnTo>
                  <a:lnTo>
                    <a:pt x="453421" y="114109"/>
                  </a:lnTo>
                  <a:lnTo>
                    <a:pt x="462413" y="114109"/>
                  </a:lnTo>
                  <a:lnTo>
                    <a:pt x="372598" y="203923"/>
                  </a:lnTo>
                  <a:close/>
                </a:path>
                <a:path w="467360" h="219710">
                  <a:moveTo>
                    <a:pt x="109620" y="203923"/>
                  </a:moveTo>
                  <a:lnTo>
                    <a:pt x="96920" y="203923"/>
                  </a:lnTo>
                  <a:lnTo>
                    <a:pt x="107765" y="199428"/>
                  </a:lnTo>
                  <a:lnTo>
                    <a:pt x="96920" y="188582"/>
                  </a:lnTo>
                  <a:lnTo>
                    <a:pt x="96920" y="150418"/>
                  </a:lnTo>
                  <a:lnTo>
                    <a:pt x="369970" y="150418"/>
                  </a:lnTo>
                  <a:lnTo>
                    <a:pt x="369970" y="156768"/>
                  </a:lnTo>
                  <a:lnTo>
                    <a:pt x="109620" y="156768"/>
                  </a:lnTo>
                  <a:lnTo>
                    <a:pt x="103270" y="163118"/>
                  </a:lnTo>
                  <a:lnTo>
                    <a:pt x="109620" y="163118"/>
                  </a:lnTo>
                  <a:lnTo>
                    <a:pt x="109620" y="203923"/>
                  </a:lnTo>
                  <a:close/>
                </a:path>
                <a:path w="467360" h="219710">
                  <a:moveTo>
                    <a:pt x="109620" y="163118"/>
                  </a:moveTo>
                  <a:lnTo>
                    <a:pt x="103270" y="163118"/>
                  </a:lnTo>
                  <a:lnTo>
                    <a:pt x="109620" y="156768"/>
                  </a:lnTo>
                  <a:lnTo>
                    <a:pt x="109620" y="163118"/>
                  </a:lnTo>
                  <a:close/>
                </a:path>
                <a:path w="467360" h="219710">
                  <a:moveTo>
                    <a:pt x="357270" y="163118"/>
                  </a:moveTo>
                  <a:lnTo>
                    <a:pt x="109620" y="163118"/>
                  </a:lnTo>
                  <a:lnTo>
                    <a:pt x="109620" y="156768"/>
                  </a:lnTo>
                  <a:lnTo>
                    <a:pt x="357270" y="156768"/>
                  </a:lnTo>
                  <a:lnTo>
                    <a:pt x="357270" y="163118"/>
                  </a:lnTo>
                  <a:close/>
                </a:path>
                <a:path w="467360" h="219710">
                  <a:moveTo>
                    <a:pt x="357270" y="219252"/>
                  </a:moveTo>
                  <a:lnTo>
                    <a:pt x="357270" y="156768"/>
                  </a:lnTo>
                  <a:lnTo>
                    <a:pt x="363620" y="163118"/>
                  </a:lnTo>
                  <a:lnTo>
                    <a:pt x="369970" y="163118"/>
                  </a:lnTo>
                  <a:lnTo>
                    <a:pt x="369970" y="188582"/>
                  </a:lnTo>
                  <a:lnTo>
                    <a:pt x="359124" y="199428"/>
                  </a:lnTo>
                  <a:lnTo>
                    <a:pt x="369970" y="203923"/>
                  </a:lnTo>
                  <a:lnTo>
                    <a:pt x="372598" y="203923"/>
                  </a:lnTo>
                  <a:lnTo>
                    <a:pt x="357270" y="219252"/>
                  </a:lnTo>
                  <a:close/>
                </a:path>
                <a:path w="467360" h="219710">
                  <a:moveTo>
                    <a:pt x="369970" y="163118"/>
                  </a:moveTo>
                  <a:lnTo>
                    <a:pt x="363620" y="163118"/>
                  </a:lnTo>
                  <a:lnTo>
                    <a:pt x="357270" y="156768"/>
                  </a:lnTo>
                  <a:lnTo>
                    <a:pt x="369970" y="156768"/>
                  </a:lnTo>
                  <a:lnTo>
                    <a:pt x="369970" y="163118"/>
                  </a:lnTo>
                  <a:close/>
                </a:path>
                <a:path w="467360" h="219710">
                  <a:moveTo>
                    <a:pt x="96920" y="203923"/>
                  </a:moveTo>
                  <a:lnTo>
                    <a:pt x="96920" y="188582"/>
                  </a:lnTo>
                  <a:lnTo>
                    <a:pt x="107765" y="199428"/>
                  </a:lnTo>
                  <a:lnTo>
                    <a:pt x="96920" y="203923"/>
                  </a:lnTo>
                  <a:close/>
                </a:path>
                <a:path w="467360" h="219710">
                  <a:moveTo>
                    <a:pt x="369970" y="203923"/>
                  </a:moveTo>
                  <a:lnTo>
                    <a:pt x="359124" y="199428"/>
                  </a:lnTo>
                  <a:lnTo>
                    <a:pt x="369970" y="188582"/>
                  </a:lnTo>
                  <a:lnTo>
                    <a:pt x="369970" y="203923"/>
                  </a:lnTo>
                  <a:close/>
                </a:path>
              </a:pathLst>
            </a:custGeom>
            <a:solidFill>
              <a:srgbClr val="2069D2"/>
            </a:solidFill>
          </p:spPr>
          <p:txBody>
            <a:bodyPr wrap="square" lIns="0" tIns="0" rIns="0" bIns="0" rtlCol="0"/>
            <a:lstStyle/>
            <a:p>
              <a:endParaRPr/>
            </a:p>
          </p:txBody>
        </p:sp>
        <p:sp>
          <p:nvSpPr>
            <p:cNvPr id="27" name="object 27"/>
            <p:cNvSpPr/>
            <p:nvPr/>
          </p:nvSpPr>
          <p:spPr>
            <a:xfrm>
              <a:off x="5475732" y="4786883"/>
              <a:ext cx="449580" cy="187960"/>
            </a:xfrm>
            <a:custGeom>
              <a:avLst/>
              <a:gdLst/>
              <a:ahLst/>
              <a:cxnLst/>
              <a:rect l="l" t="t" r="r" b="b"/>
              <a:pathLst>
                <a:path w="449579" h="187960">
                  <a:moveTo>
                    <a:pt x="355091" y="187451"/>
                  </a:moveTo>
                  <a:lnTo>
                    <a:pt x="355091" y="140207"/>
                  </a:lnTo>
                  <a:lnTo>
                    <a:pt x="94487" y="140207"/>
                  </a:lnTo>
                  <a:lnTo>
                    <a:pt x="94487" y="187451"/>
                  </a:lnTo>
                  <a:lnTo>
                    <a:pt x="0" y="92963"/>
                  </a:lnTo>
                  <a:lnTo>
                    <a:pt x="94487" y="0"/>
                  </a:lnTo>
                  <a:lnTo>
                    <a:pt x="94487" y="45719"/>
                  </a:lnTo>
                  <a:lnTo>
                    <a:pt x="355091" y="45719"/>
                  </a:lnTo>
                  <a:lnTo>
                    <a:pt x="355091" y="0"/>
                  </a:lnTo>
                  <a:lnTo>
                    <a:pt x="449579" y="92963"/>
                  </a:lnTo>
                  <a:lnTo>
                    <a:pt x="355091" y="187451"/>
                  </a:lnTo>
                  <a:close/>
                </a:path>
              </a:pathLst>
            </a:custGeom>
            <a:solidFill>
              <a:srgbClr val="5F95E6"/>
            </a:solidFill>
          </p:spPr>
          <p:txBody>
            <a:bodyPr wrap="square" lIns="0" tIns="0" rIns="0" bIns="0" rtlCol="0"/>
            <a:lstStyle/>
            <a:p>
              <a:endParaRPr/>
            </a:p>
          </p:txBody>
        </p:sp>
        <p:sp>
          <p:nvSpPr>
            <p:cNvPr id="28" name="object 28"/>
            <p:cNvSpPr/>
            <p:nvPr/>
          </p:nvSpPr>
          <p:spPr>
            <a:xfrm>
              <a:off x="5466632" y="4770805"/>
              <a:ext cx="467359" cy="219710"/>
            </a:xfrm>
            <a:custGeom>
              <a:avLst/>
              <a:gdLst/>
              <a:ahLst/>
              <a:cxnLst/>
              <a:rect l="l" t="t" r="r" b="b"/>
              <a:pathLst>
                <a:path w="467360" h="219710">
                  <a:moveTo>
                    <a:pt x="109620" y="219252"/>
                  </a:moveTo>
                  <a:lnTo>
                    <a:pt x="0" y="109620"/>
                  </a:lnTo>
                  <a:lnTo>
                    <a:pt x="109620" y="0"/>
                  </a:lnTo>
                  <a:lnTo>
                    <a:pt x="109620" y="15328"/>
                  </a:lnTo>
                  <a:lnTo>
                    <a:pt x="96920" y="15328"/>
                  </a:lnTo>
                  <a:lnTo>
                    <a:pt x="96920" y="30657"/>
                  </a:lnTo>
                  <a:lnTo>
                    <a:pt x="22447" y="105130"/>
                  </a:lnTo>
                  <a:lnTo>
                    <a:pt x="13468" y="105130"/>
                  </a:lnTo>
                  <a:lnTo>
                    <a:pt x="13468" y="114109"/>
                  </a:lnTo>
                  <a:lnTo>
                    <a:pt x="22447" y="114109"/>
                  </a:lnTo>
                  <a:lnTo>
                    <a:pt x="96920" y="188582"/>
                  </a:lnTo>
                  <a:lnTo>
                    <a:pt x="96920" y="203923"/>
                  </a:lnTo>
                  <a:lnTo>
                    <a:pt x="109620" y="203923"/>
                  </a:lnTo>
                  <a:lnTo>
                    <a:pt x="109620" y="219252"/>
                  </a:lnTo>
                  <a:close/>
                </a:path>
                <a:path w="467360" h="219710">
                  <a:moveTo>
                    <a:pt x="357270" y="62471"/>
                  </a:moveTo>
                  <a:lnTo>
                    <a:pt x="357270" y="0"/>
                  </a:lnTo>
                  <a:lnTo>
                    <a:pt x="372598" y="15328"/>
                  </a:lnTo>
                  <a:lnTo>
                    <a:pt x="369970" y="15328"/>
                  </a:lnTo>
                  <a:lnTo>
                    <a:pt x="359124" y="19812"/>
                  </a:lnTo>
                  <a:lnTo>
                    <a:pt x="369970" y="30657"/>
                  </a:lnTo>
                  <a:lnTo>
                    <a:pt x="369970" y="56121"/>
                  </a:lnTo>
                  <a:lnTo>
                    <a:pt x="363620" y="56121"/>
                  </a:lnTo>
                  <a:lnTo>
                    <a:pt x="357270" y="62471"/>
                  </a:lnTo>
                  <a:close/>
                </a:path>
                <a:path w="467360" h="219710">
                  <a:moveTo>
                    <a:pt x="96920" y="30657"/>
                  </a:moveTo>
                  <a:lnTo>
                    <a:pt x="96920" y="15328"/>
                  </a:lnTo>
                  <a:lnTo>
                    <a:pt x="107765" y="19812"/>
                  </a:lnTo>
                  <a:lnTo>
                    <a:pt x="96920" y="30657"/>
                  </a:lnTo>
                  <a:close/>
                </a:path>
                <a:path w="467360" h="219710">
                  <a:moveTo>
                    <a:pt x="369970" y="68821"/>
                  </a:moveTo>
                  <a:lnTo>
                    <a:pt x="96920" y="68821"/>
                  </a:lnTo>
                  <a:lnTo>
                    <a:pt x="96920" y="30657"/>
                  </a:lnTo>
                  <a:lnTo>
                    <a:pt x="107765" y="19812"/>
                  </a:lnTo>
                  <a:lnTo>
                    <a:pt x="96920" y="15328"/>
                  </a:lnTo>
                  <a:lnTo>
                    <a:pt x="109620" y="15328"/>
                  </a:lnTo>
                  <a:lnTo>
                    <a:pt x="109620" y="56121"/>
                  </a:lnTo>
                  <a:lnTo>
                    <a:pt x="103270" y="56121"/>
                  </a:lnTo>
                  <a:lnTo>
                    <a:pt x="109620" y="62471"/>
                  </a:lnTo>
                  <a:lnTo>
                    <a:pt x="369970" y="62471"/>
                  </a:lnTo>
                  <a:lnTo>
                    <a:pt x="369970" y="68821"/>
                  </a:lnTo>
                  <a:close/>
                </a:path>
                <a:path w="467360" h="219710">
                  <a:moveTo>
                    <a:pt x="369970" y="30657"/>
                  </a:moveTo>
                  <a:lnTo>
                    <a:pt x="359124" y="19812"/>
                  </a:lnTo>
                  <a:lnTo>
                    <a:pt x="369970" y="15328"/>
                  </a:lnTo>
                  <a:lnTo>
                    <a:pt x="369970" y="30657"/>
                  </a:lnTo>
                  <a:close/>
                </a:path>
                <a:path w="467360" h="219710">
                  <a:moveTo>
                    <a:pt x="448932" y="109620"/>
                  </a:moveTo>
                  <a:lnTo>
                    <a:pt x="369970" y="30657"/>
                  </a:lnTo>
                  <a:lnTo>
                    <a:pt x="369970" y="15328"/>
                  </a:lnTo>
                  <a:lnTo>
                    <a:pt x="372598" y="15328"/>
                  </a:lnTo>
                  <a:lnTo>
                    <a:pt x="462400" y="105130"/>
                  </a:lnTo>
                  <a:lnTo>
                    <a:pt x="453421" y="105130"/>
                  </a:lnTo>
                  <a:lnTo>
                    <a:pt x="448932" y="109620"/>
                  </a:lnTo>
                  <a:close/>
                </a:path>
                <a:path w="467360" h="219710">
                  <a:moveTo>
                    <a:pt x="109620" y="62471"/>
                  </a:moveTo>
                  <a:lnTo>
                    <a:pt x="103270" y="56121"/>
                  </a:lnTo>
                  <a:lnTo>
                    <a:pt x="109620" y="56121"/>
                  </a:lnTo>
                  <a:lnTo>
                    <a:pt x="109620" y="62471"/>
                  </a:lnTo>
                  <a:close/>
                </a:path>
                <a:path w="467360" h="219710">
                  <a:moveTo>
                    <a:pt x="357270" y="62471"/>
                  </a:moveTo>
                  <a:lnTo>
                    <a:pt x="109620" y="62471"/>
                  </a:lnTo>
                  <a:lnTo>
                    <a:pt x="109620" y="56121"/>
                  </a:lnTo>
                  <a:lnTo>
                    <a:pt x="357270" y="56121"/>
                  </a:lnTo>
                  <a:lnTo>
                    <a:pt x="357270" y="62471"/>
                  </a:lnTo>
                  <a:close/>
                </a:path>
                <a:path w="467360" h="219710">
                  <a:moveTo>
                    <a:pt x="369970" y="62471"/>
                  </a:moveTo>
                  <a:lnTo>
                    <a:pt x="357270" y="62471"/>
                  </a:lnTo>
                  <a:lnTo>
                    <a:pt x="363620" y="56121"/>
                  </a:lnTo>
                  <a:lnTo>
                    <a:pt x="369970" y="56121"/>
                  </a:lnTo>
                  <a:lnTo>
                    <a:pt x="369970" y="62471"/>
                  </a:lnTo>
                  <a:close/>
                </a:path>
                <a:path w="467360" h="219710">
                  <a:moveTo>
                    <a:pt x="13468" y="114109"/>
                  </a:moveTo>
                  <a:lnTo>
                    <a:pt x="13468" y="105130"/>
                  </a:lnTo>
                  <a:lnTo>
                    <a:pt x="17951" y="109626"/>
                  </a:lnTo>
                  <a:lnTo>
                    <a:pt x="13468" y="114109"/>
                  </a:lnTo>
                  <a:close/>
                </a:path>
                <a:path w="467360" h="219710">
                  <a:moveTo>
                    <a:pt x="17957" y="109620"/>
                  </a:moveTo>
                  <a:lnTo>
                    <a:pt x="13468" y="105130"/>
                  </a:lnTo>
                  <a:lnTo>
                    <a:pt x="22447" y="105130"/>
                  </a:lnTo>
                  <a:lnTo>
                    <a:pt x="17957" y="109620"/>
                  </a:lnTo>
                  <a:close/>
                </a:path>
                <a:path w="467360" h="219710">
                  <a:moveTo>
                    <a:pt x="453421" y="114109"/>
                  </a:moveTo>
                  <a:lnTo>
                    <a:pt x="448932" y="109620"/>
                  </a:lnTo>
                  <a:lnTo>
                    <a:pt x="453421" y="105130"/>
                  </a:lnTo>
                  <a:lnTo>
                    <a:pt x="453421" y="114109"/>
                  </a:lnTo>
                  <a:close/>
                </a:path>
                <a:path w="467360" h="219710">
                  <a:moveTo>
                    <a:pt x="462413" y="114109"/>
                  </a:moveTo>
                  <a:lnTo>
                    <a:pt x="453421" y="114109"/>
                  </a:lnTo>
                  <a:lnTo>
                    <a:pt x="453421" y="105130"/>
                  </a:lnTo>
                  <a:lnTo>
                    <a:pt x="462400" y="105130"/>
                  </a:lnTo>
                  <a:lnTo>
                    <a:pt x="466896" y="109626"/>
                  </a:lnTo>
                  <a:lnTo>
                    <a:pt x="462413" y="114109"/>
                  </a:lnTo>
                  <a:close/>
                </a:path>
                <a:path w="467360" h="219710">
                  <a:moveTo>
                    <a:pt x="22447" y="114109"/>
                  </a:moveTo>
                  <a:lnTo>
                    <a:pt x="13468" y="114109"/>
                  </a:lnTo>
                  <a:lnTo>
                    <a:pt x="17964" y="109626"/>
                  </a:lnTo>
                  <a:lnTo>
                    <a:pt x="22447" y="114109"/>
                  </a:lnTo>
                  <a:close/>
                </a:path>
                <a:path w="467360" h="219710">
                  <a:moveTo>
                    <a:pt x="372598" y="203923"/>
                  </a:moveTo>
                  <a:lnTo>
                    <a:pt x="369970" y="203923"/>
                  </a:lnTo>
                  <a:lnTo>
                    <a:pt x="369970" y="188582"/>
                  </a:lnTo>
                  <a:lnTo>
                    <a:pt x="448938" y="109626"/>
                  </a:lnTo>
                  <a:lnTo>
                    <a:pt x="453421" y="114109"/>
                  </a:lnTo>
                  <a:lnTo>
                    <a:pt x="462413" y="114109"/>
                  </a:lnTo>
                  <a:lnTo>
                    <a:pt x="372598" y="203923"/>
                  </a:lnTo>
                  <a:close/>
                </a:path>
                <a:path w="467360" h="219710">
                  <a:moveTo>
                    <a:pt x="109620" y="203923"/>
                  </a:moveTo>
                  <a:lnTo>
                    <a:pt x="96920" y="203923"/>
                  </a:lnTo>
                  <a:lnTo>
                    <a:pt x="107765" y="199428"/>
                  </a:lnTo>
                  <a:lnTo>
                    <a:pt x="96920" y="188582"/>
                  </a:lnTo>
                  <a:lnTo>
                    <a:pt x="96920" y="150418"/>
                  </a:lnTo>
                  <a:lnTo>
                    <a:pt x="369970" y="150418"/>
                  </a:lnTo>
                  <a:lnTo>
                    <a:pt x="369970" y="156768"/>
                  </a:lnTo>
                  <a:lnTo>
                    <a:pt x="109620" y="156768"/>
                  </a:lnTo>
                  <a:lnTo>
                    <a:pt x="103270" y="163118"/>
                  </a:lnTo>
                  <a:lnTo>
                    <a:pt x="109620" y="163118"/>
                  </a:lnTo>
                  <a:lnTo>
                    <a:pt x="109620" y="203923"/>
                  </a:lnTo>
                  <a:close/>
                </a:path>
                <a:path w="467360" h="219710">
                  <a:moveTo>
                    <a:pt x="109620" y="163118"/>
                  </a:moveTo>
                  <a:lnTo>
                    <a:pt x="103270" y="163118"/>
                  </a:lnTo>
                  <a:lnTo>
                    <a:pt x="109620" y="156768"/>
                  </a:lnTo>
                  <a:lnTo>
                    <a:pt x="109620" y="163118"/>
                  </a:lnTo>
                  <a:close/>
                </a:path>
                <a:path w="467360" h="219710">
                  <a:moveTo>
                    <a:pt x="357270" y="163118"/>
                  </a:moveTo>
                  <a:lnTo>
                    <a:pt x="109620" y="163118"/>
                  </a:lnTo>
                  <a:lnTo>
                    <a:pt x="109620" y="156768"/>
                  </a:lnTo>
                  <a:lnTo>
                    <a:pt x="357270" y="156768"/>
                  </a:lnTo>
                  <a:lnTo>
                    <a:pt x="357270" y="163118"/>
                  </a:lnTo>
                  <a:close/>
                </a:path>
                <a:path w="467360" h="219710">
                  <a:moveTo>
                    <a:pt x="357270" y="219252"/>
                  </a:moveTo>
                  <a:lnTo>
                    <a:pt x="357270" y="156768"/>
                  </a:lnTo>
                  <a:lnTo>
                    <a:pt x="363620" y="163118"/>
                  </a:lnTo>
                  <a:lnTo>
                    <a:pt x="369970" y="163118"/>
                  </a:lnTo>
                  <a:lnTo>
                    <a:pt x="369970" y="188582"/>
                  </a:lnTo>
                  <a:lnTo>
                    <a:pt x="359124" y="199428"/>
                  </a:lnTo>
                  <a:lnTo>
                    <a:pt x="369970" y="203923"/>
                  </a:lnTo>
                  <a:lnTo>
                    <a:pt x="372598" y="203923"/>
                  </a:lnTo>
                  <a:lnTo>
                    <a:pt x="357270" y="219252"/>
                  </a:lnTo>
                  <a:close/>
                </a:path>
                <a:path w="467360" h="219710">
                  <a:moveTo>
                    <a:pt x="369970" y="163118"/>
                  </a:moveTo>
                  <a:lnTo>
                    <a:pt x="363620" y="163118"/>
                  </a:lnTo>
                  <a:lnTo>
                    <a:pt x="357270" y="156768"/>
                  </a:lnTo>
                  <a:lnTo>
                    <a:pt x="369970" y="156768"/>
                  </a:lnTo>
                  <a:lnTo>
                    <a:pt x="369970" y="163118"/>
                  </a:lnTo>
                  <a:close/>
                </a:path>
                <a:path w="467360" h="219710">
                  <a:moveTo>
                    <a:pt x="96920" y="203923"/>
                  </a:moveTo>
                  <a:lnTo>
                    <a:pt x="96920" y="188582"/>
                  </a:lnTo>
                  <a:lnTo>
                    <a:pt x="107765" y="199428"/>
                  </a:lnTo>
                  <a:lnTo>
                    <a:pt x="96920" y="203923"/>
                  </a:lnTo>
                  <a:close/>
                </a:path>
                <a:path w="467360" h="219710">
                  <a:moveTo>
                    <a:pt x="369970" y="203923"/>
                  </a:moveTo>
                  <a:lnTo>
                    <a:pt x="359124" y="199428"/>
                  </a:lnTo>
                  <a:lnTo>
                    <a:pt x="369970" y="188582"/>
                  </a:lnTo>
                  <a:lnTo>
                    <a:pt x="369970" y="203923"/>
                  </a:lnTo>
                  <a:close/>
                </a:path>
              </a:pathLst>
            </a:custGeom>
            <a:solidFill>
              <a:srgbClr val="2069D2"/>
            </a:solidFill>
          </p:spPr>
          <p:txBody>
            <a:bodyPr wrap="square" lIns="0" tIns="0" rIns="0" bIns="0" rtlCol="0"/>
            <a:lstStyle/>
            <a:p>
              <a:endParaRPr/>
            </a:p>
          </p:txBody>
        </p:sp>
        <p:sp>
          <p:nvSpPr>
            <p:cNvPr id="29" name="object 29"/>
            <p:cNvSpPr/>
            <p:nvPr/>
          </p:nvSpPr>
          <p:spPr>
            <a:xfrm>
              <a:off x="5475732" y="5218175"/>
              <a:ext cx="449580" cy="189230"/>
            </a:xfrm>
            <a:custGeom>
              <a:avLst/>
              <a:gdLst/>
              <a:ahLst/>
              <a:cxnLst/>
              <a:rect l="l" t="t" r="r" b="b"/>
              <a:pathLst>
                <a:path w="449579" h="189229">
                  <a:moveTo>
                    <a:pt x="355091" y="188975"/>
                  </a:moveTo>
                  <a:lnTo>
                    <a:pt x="355091" y="141732"/>
                  </a:lnTo>
                  <a:lnTo>
                    <a:pt x="94487" y="141732"/>
                  </a:lnTo>
                  <a:lnTo>
                    <a:pt x="94487" y="188975"/>
                  </a:lnTo>
                  <a:lnTo>
                    <a:pt x="0" y="94487"/>
                  </a:lnTo>
                  <a:lnTo>
                    <a:pt x="94487" y="0"/>
                  </a:lnTo>
                  <a:lnTo>
                    <a:pt x="94487" y="47244"/>
                  </a:lnTo>
                  <a:lnTo>
                    <a:pt x="355091" y="47244"/>
                  </a:lnTo>
                  <a:lnTo>
                    <a:pt x="355091" y="0"/>
                  </a:lnTo>
                  <a:lnTo>
                    <a:pt x="449579" y="94487"/>
                  </a:lnTo>
                  <a:lnTo>
                    <a:pt x="355091" y="188975"/>
                  </a:lnTo>
                  <a:close/>
                </a:path>
              </a:pathLst>
            </a:custGeom>
            <a:solidFill>
              <a:srgbClr val="5F95E6"/>
            </a:solidFill>
          </p:spPr>
          <p:txBody>
            <a:bodyPr wrap="square" lIns="0" tIns="0" rIns="0" bIns="0" rtlCol="0"/>
            <a:lstStyle/>
            <a:p>
              <a:endParaRPr/>
            </a:p>
          </p:txBody>
        </p:sp>
        <p:sp>
          <p:nvSpPr>
            <p:cNvPr id="30" name="object 30"/>
            <p:cNvSpPr/>
            <p:nvPr/>
          </p:nvSpPr>
          <p:spPr>
            <a:xfrm>
              <a:off x="5466632" y="5202605"/>
              <a:ext cx="467359" cy="219710"/>
            </a:xfrm>
            <a:custGeom>
              <a:avLst/>
              <a:gdLst/>
              <a:ahLst/>
              <a:cxnLst/>
              <a:rect l="l" t="t" r="r" b="b"/>
              <a:pathLst>
                <a:path w="467360" h="219710">
                  <a:moveTo>
                    <a:pt x="109620" y="219252"/>
                  </a:moveTo>
                  <a:lnTo>
                    <a:pt x="0" y="109620"/>
                  </a:lnTo>
                  <a:lnTo>
                    <a:pt x="109620" y="0"/>
                  </a:lnTo>
                  <a:lnTo>
                    <a:pt x="109620" y="15328"/>
                  </a:lnTo>
                  <a:lnTo>
                    <a:pt x="96920" y="15328"/>
                  </a:lnTo>
                  <a:lnTo>
                    <a:pt x="96920" y="30657"/>
                  </a:lnTo>
                  <a:lnTo>
                    <a:pt x="22447" y="105130"/>
                  </a:lnTo>
                  <a:lnTo>
                    <a:pt x="13468" y="105130"/>
                  </a:lnTo>
                  <a:lnTo>
                    <a:pt x="13468" y="114109"/>
                  </a:lnTo>
                  <a:lnTo>
                    <a:pt x="22447" y="114109"/>
                  </a:lnTo>
                  <a:lnTo>
                    <a:pt x="96920" y="188582"/>
                  </a:lnTo>
                  <a:lnTo>
                    <a:pt x="96920" y="203923"/>
                  </a:lnTo>
                  <a:lnTo>
                    <a:pt x="109620" y="203923"/>
                  </a:lnTo>
                  <a:lnTo>
                    <a:pt x="109620" y="219252"/>
                  </a:lnTo>
                  <a:close/>
                </a:path>
                <a:path w="467360" h="219710">
                  <a:moveTo>
                    <a:pt x="357270" y="62471"/>
                  </a:moveTo>
                  <a:lnTo>
                    <a:pt x="357270" y="0"/>
                  </a:lnTo>
                  <a:lnTo>
                    <a:pt x="372598" y="15328"/>
                  </a:lnTo>
                  <a:lnTo>
                    <a:pt x="369970" y="15328"/>
                  </a:lnTo>
                  <a:lnTo>
                    <a:pt x="359124" y="19812"/>
                  </a:lnTo>
                  <a:lnTo>
                    <a:pt x="369970" y="30657"/>
                  </a:lnTo>
                  <a:lnTo>
                    <a:pt x="369970" y="56121"/>
                  </a:lnTo>
                  <a:lnTo>
                    <a:pt x="363620" y="56121"/>
                  </a:lnTo>
                  <a:lnTo>
                    <a:pt x="357270" y="62471"/>
                  </a:lnTo>
                  <a:close/>
                </a:path>
                <a:path w="467360" h="219710">
                  <a:moveTo>
                    <a:pt x="96920" y="30657"/>
                  </a:moveTo>
                  <a:lnTo>
                    <a:pt x="96920" y="15328"/>
                  </a:lnTo>
                  <a:lnTo>
                    <a:pt x="107765" y="19812"/>
                  </a:lnTo>
                  <a:lnTo>
                    <a:pt x="96920" y="30657"/>
                  </a:lnTo>
                  <a:close/>
                </a:path>
                <a:path w="467360" h="219710">
                  <a:moveTo>
                    <a:pt x="369970" y="68821"/>
                  </a:moveTo>
                  <a:lnTo>
                    <a:pt x="96920" y="68821"/>
                  </a:lnTo>
                  <a:lnTo>
                    <a:pt x="96920" y="30657"/>
                  </a:lnTo>
                  <a:lnTo>
                    <a:pt x="107765" y="19812"/>
                  </a:lnTo>
                  <a:lnTo>
                    <a:pt x="96920" y="15328"/>
                  </a:lnTo>
                  <a:lnTo>
                    <a:pt x="109620" y="15328"/>
                  </a:lnTo>
                  <a:lnTo>
                    <a:pt x="109620" y="56121"/>
                  </a:lnTo>
                  <a:lnTo>
                    <a:pt x="103270" y="56121"/>
                  </a:lnTo>
                  <a:lnTo>
                    <a:pt x="109620" y="62471"/>
                  </a:lnTo>
                  <a:lnTo>
                    <a:pt x="369970" y="62471"/>
                  </a:lnTo>
                  <a:lnTo>
                    <a:pt x="369970" y="68821"/>
                  </a:lnTo>
                  <a:close/>
                </a:path>
                <a:path w="467360" h="219710">
                  <a:moveTo>
                    <a:pt x="369970" y="30657"/>
                  </a:moveTo>
                  <a:lnTo>
                    <a:pt x="359124" y="19812"/>
                  </a:lnTo>
                  <a:lnTo>
                    <a:pt x="369970" y="15328"/>
                  </a:lnTo>
                  <a:lnTo>
                    <a:pt x="369970" y="30657"/>
                  </a:lnTo>
                  <a:close/>
                </a:path>
                <a:path w="467360" h="219710">
                  <a:moveTo>
                    <a:pt x="448932" y="109620"/>
                  </a:moveTo>
                  <a:lnTo>
                    <a:pt x="369970" y="30657"/>
                  </a:lnTo>
                  <a:lnTo>
                    <a:pt x="369970" y="15328"/>
                  </a:lnTo>
                  <a:lnTo>
                    <a:pt x="372598" y="15328"/>
                  </a:lnTo>
                  <a:lnTo>
                    <a:pt x="462400" y="105130"/>
                  </a:lnTo>
                  <a:lnTo>
                    <a:pt x="453421" y="105130"/>
                  </a:lnTo>
                  <a:lnTo>
                    <a:pt x="448932" y="109620"/>
                  </a:lnTo>
                  <a:close/>
                </a:path>
                <a:path w="467360" h="219710">
                  <a:moveTo>
                    <a:pt x="109620" y="62471"/>
                  </a:moveTo>
                  <a:lnTo>
                    <a:pt x="103270" y="56121"/>
                  </a:lnTo>
                  <a:lnTo>
                    <a:pt x="109620" y="56121"/>
                  </a:lnTo>
                  <a:lnTo>
                    <a:pt x="109620" y="62471"/>
                  </a:lnTo>
                  <a:close/>
                </a:path>
                <a:path w="467360" h="219710">
                  <a:moveTo>
                    <a:pt x="357270" y="62471"/>
                  </a:moveTo>
                  <a:lnTo>
                    <a:pt x="109620" y="62471"/>
                  </a:lnTo>
                  <a:lnTo>
                    <a:pt x="109620" y="56121"/>
                  </a:lnTo>
                  <a:lnTo>
                    <a:pt x="357270" y="56121"/>
                  </a:lnTo>
                  <a:lnTo>
                    <a:pt x="357270" y="62471"/>
                  </a:lnTo>
                  <a:close/>
                </a:path>
                <a:path w="467360" h="219710">
                  <a:moveTo>
                    <a:pt x="369970" y="62471"/>
                  </a:moveTo>
                  <a:lnTo>
                    <a:pt x="357270" y="62471"/>
                  </a:lnTo>
                  <a:lnTo>
                    <a:pt x="363620" y="56121"/>
                  </a:lnTo>
                  <a:lnTo>
                    <a:pt x="369970" y="56121"/>
                  </a:lnTo>
                  <a:lnTo>
                    <a:pt x="369970" y="62471"/>
                  </a:lnTo>
                  <a:close/>
                </a:path>
                <a:path w="467360" h="219710">
                  <a:moveTo>
                    <a:pt x="13468" y="114109"/>
                  </a:moveTo>
                  <a:lnTo>
                    <a:pt x="13468" y="105130"/>
                  </a:lnTo>
                  <a:lnTo>
                    <a:pt x="17951" y="109626"/>
                  </a:lnTo>
                  <a:lnTo>
                    <a:pt x="13468" y="114109"/>
                  </a:lnTo>
                  <a:close/>
                </a:path>
                <a:path w="467360" h="219710">
                  <a:moveTo>
                    <a:pt x="17957" y="109620"/>
                  </a:moveTo>
                  <a:lnTo>
                    <a:pt x="13468" y="105130"/>
                  </a:lnTo>
                  <a:lnTo>
                    <a:pt x="22447" y="105130"/>
                  </a:lnTo>
                  <a:lnTo>
                    <a:pt x="17957" y="109620"/>
                  </a:lnTo>
                  <a:close/>
                </a:path>
                <a:path w="467360" h="219710">
                  <a:moveTo>
                    <a:pt x="453421" y="114109"/>
                  </a:moveTo>
                  <a:lnTo>
                    <a:pt x="448932" y="109620"/>
                  </a:lnTo>
                  <a:lnTo>
                    <a:pt x="453421" y="105130"/>
                  </a:lnTo>
                  <a:lnTo>
                    <a:pt x="453421" y="114109"/>
                  </a:lnTo>
                  <a:close/>
                </a:path>
                <a:path w="467360" h="219710">
                  <a:moveTo>
                    <a:pt x="462413" y="114109"/>
                  </a:moveTo>
                  <a:lnTo>
                    <a:pt x="453421" y="114109"/>
                  </a:lnTo>
                  <a:lnTo>
                    <a:pt x="453421" y="105130"/>
                  </a:lnTo>
                  <a:lnTo>
                    <a:pt x="462400" y="105130"/>
                  </a:lnTo>
                  <a:lnTo>
                    <a:pt x="466896" y="109626"/>
                  </a:lnTo>
                  <a:lnTo>
                    <a:pt x="462413" y="114109"/>
                  </a:lnTo>
                  <a:close/>
                </a:path>
                <a:path w="467360" h="219710">
                  <a:moveTo>
                    <a:pt x="22447" y="114109"/>
                  </a:moveTo>
                  <a:lnTo>
                    <a:pt x="13468" y="114109"/>
                  </a:lnTo>
                  <a:lnTo>
                    <a:pt x="17964" y="109626"/>
                  </a:lnTo>
                  <a:lnTo>
                    <a:pt x="22447" y="114109"/>
                  </a:lnTo>
                  <a:close/>
                </a:path>
                <a:path w="467360" h="219710">
                  <a:moveTo>
                    <a:pt x="372598" y="203923"/>
                  </a:moveTo>
                  <a:lnTo>
                    <a:pt x="369970" y="203923"/>
                  </a:lnTo>
                  <a:lnTo>
                    <a:pt x="369970" y="188582"/>
                  </a:lnTo>
                  <a:lnTo>
                    <a:pt x="448938" y="109626"/>
                  </a:lnTo>
                  <a:lnTo>
                    <a:pt x="453421" y="114109"/>
                  </a:lnTo>
                  <a:lnTo>
                    <a:pt x="462413" y="114109"/>
                  </a:lnTo>
                  <a:lnTo>
                    <a:pt x="372598" y="203923"/>
                  </a:lnTo>
                  <a:close/>
                </a:path>
                <a:path w="467360" h="219710">
                  <a:moveTo>
                    <a:pt x="109620" y="203923"/>
                  </a:moveTo>
                  <a:lnTo>
                    <a:pt x="96920" y="203923"/>
                  </a:lnTo>
                  <a:lnTo>
                    <a:pt x="107765" y="199428"/>
                  </a:lnTo>
                  <a:lnTo>
                    <a:pt x="96920" y="188582"/>
                  </a:lnTo>
                  <a:lnTo>
                    <a:pt x="96920" y="150418"/>
                  </a:lnTo>
                  <a:lnTo>
                    <a:pt x="369970" y="150418"/>
                  </a:lnTo>
                  <a:lnTo>
                    <a:pt x="369970" y="156768"/>
                  </a:lnTo>
                  <a:lnTo>
                    <a:pt x="109620" y="156768"/>
                  </a:lnTo>
                  <a:lnTo>
                    <a:pt x="103270" y="163118"/>
                  </a:lnTo>
                  <a:lnTo>
                    <a:pt x="109620" y="163118"/>
                  </a:lnTo>
                  <a:lnTo>
                    <a:pt x="109620" y="203923"/>
                  </a:lnTo>
                  <a:close/>
                </a:path>
                <a:path w="467360" h="219710">
                  <a:moveTo>
                    <a:pt x="109620" y="163118"/>
                  </a:moveTo>
                  <a:lnTo>
                    <a:pt x="103270" y="163118"/>
                  </a:lnTo>
                  <a:lnTo>
                    <a:pt x="109620" y="156768"/>
                  </a:lnTo>
                  <a:lnTo>
                    <a:pt x="109620" y="163118"/>
                  </a:lnTo>
                  <a:close/>
                </a:path>
                <a:path w="467360" h="219710">
                  <a:moveTo>
                    <a:pt x="357270" y="163118"/>
                  </a:moveTo>
                  <a:lnTo>
                    <a:pt x="109620" y="163118"/>
                  </a:lnTo>
                  <a:lnTo>
                    <a:pt x="109620" y="156768"/>
                  </a:lnTo>
                  <a:lnTo>
                    <a:pt x="357270" y="156768"/>
                  </a:lnTo>
                  <a:lnTo>
                    <a:pt x="357270" y="163118"/>
                  </a:lnTo>
                  <a:close/>
                </a:path>
                <a:path w="467360" h="219710">
                  <a:moveTo>
                    <a:pt x="357270" y="219252"/>
                  </a:moveTo>
                  <a:lnTo>
                    <a:pt x="357270" y="156768"/>
                  </a:lnTo>
                  <a:lnTo>
                    <a:pt x="363620" y="163118"/>
                  </a:lnTo>
                  <a:lnTo>
                    <a:pt x="369970" y="163118"/>
                  </a:lnTo>
                  <a:lnTo>
                    <a:pt x="369970" y="188582"/>
                  </a:lnTo>
                  <a:lnTo>
                    <a:pt x="359124" y="199428"/>
                  </a:lnTo>
                  <a:lnTo>
                    <a:pt x="369970" y="203923"/>
                  </a:lnTo>
                  <a:lnTo>
                    <a:pt x="372598" y="203923"/>
                  </a:lnTo>
                  <a:lnTo>
                    <a:pt x="357270" y="219252"/>
                  </a:lnTo>
                  <a:close/>
                </a:path>
                <a:path w="467360" h="219710">
                  <a:moveTo>
                    <a:pt x="369970" y="163118"/>
                  </a:moveTo>
                  <a:lnTo>
                    <a:pt x="363620" y="163118"/>
                  </a:lnTo>
                  <a:lnTo>
                    <a:pt x="357270" y="156768"/>
                  </a:lnTo>
                  <a:lnTo>
                    <a:pt x="369970" y="156768"/>
                  </a:lnTo>
                  <a:lnTo>
                    <a:pt x="369970" y="163118"/>
                  </a:lnTo>
                  <a:close/>
                </a:path>
                <a:path w="467360" h="219710">
                  <a:moveTo>
                    <a:pt x="96920" y="203923"/>
                  </a:moveTo>
                  <a:lnTo>
                    <a:pt x="96920" y="188582"/>
                  </a:lnTo>
                  <a:lnTo>
                    <a:pt x="107765" y="199428"/>
                  </a:lnTo>
                  <a:lnTo>
                    <a:pt x="96920" y="203923"/>
                  </a:lnTo>
                  <a:close/>
                </a:path>
                <a:path w="467360" h="219710">
                  <a:moveTo>
                    <a:pt x="369970" y="203923"/>
                  </a:moveTo>
                  <a:lnTo>
                    <a:pt x="359124" y="199428"/>
                  </a:lnTo>
                  <a:lnTo>
                    <a:pt x="369970" y="188582"/>
                  </a:lnTo>
                  <a:lnTo>
                    <a:pt x="369970" y="203923"/>
                  </a:lnTo>
                  <a:close/>
                </a:path>
              </a:pathLst>
            </a:custGeom>
            <a:solidFill>
              <a:srgbClr val="2069D2"/>
            </a:solidFill>
          </p:spPr>
          <p:txBody>
            <a:bodyPr wrap="square" lIns="0" tIns="0" rIns="0" bIns="0" rtlCol="0"/>
            <a:lstStyle/>
            <a:p>
              <a:endParaRPr/>
            </a:p>
          </p:txBody>
        </p:sp>
        <p:sp>
          <p:nvSpPr>
            <p:cNvPr id="31" name="object 31"/>
            <p:cNvSpPr/>
            <p:nvPr/>
          </p:nvSpPr>
          <p:spPr>
            <a:xfrm>
              <a:off x="5475732" y="5713475"/>
              <a:ext cx="449580" cy="189230"/>
            </a:xfrm>
            <a:custGeom>
              <a:avLst/>
              <a:gdLst/>
              <a:ahLst/>
              <a:cxnLst/>
              <a:rect l="l" t="t" r="r" b="b"/>
              <a:pathLst>
                <a:path w="449579" h="189229">
                  <a:moveTo>
                    <a:pt x="355091" y="188975"/>
                  </a:moveTo>
                  <a:lnTo>
                    <a:pt x="355091" y="141732"/>
                  </a:lnTo>
                  <a:lnTo>
                    <a:pt x="94487" y="141732"/>
                  </a:lnTo>
                  <a:lnTo>
                    <a:pt x="94487" y="188975"/>
                  </a:lnTo>
                  <a:lnTo>
                    <a:pt x="0" y="94487"/>
                  </a:lnTo>
                  <a:lnTo>
                    <a:pt x="94487" y="0"/>
                  </a:lnTo>
                  <a:lnTo>
                    <a:pt x="94487" y="47244"/>
                  </a:lnTo>
                  <a:lnTo>
                    <a:pt x="355091" y="47244"/>
                  </a:lnTo>
                  <a:lnTo>
                    <a:pt x="355091" y="0"/>
                  </a:lnTo>
                  <a:lnTo>
                    <a:pt x="449579" y="94487"/>
                  </a:lnTo>
                  <a:lnTo>
                    <a:pt x="355091" y="188975"/>
                  </a:lnTo>
                  <a:close/>
                </a:path>
              </a:pathLst>
            </a:custGeom>
            <a:solidFill>
              <a:srgbClr val="5F95E6"/>
            </a:solidFill>
          </p:spPr>
          <p:txBody>
            <a:bodyPr wrap="square" lIns="0" tIns="0" rIns="0" bIns="0" rtlCol="0"/>
            <a:lstStyle/>
            <a:p>
              <a:endParaRPr/>
            </a:p>
          </p:txBody>
        </p:sp>
        <p:sp>
          <p:nvSpPr>
            <p:cNvPr id="32" name="object 32"/>
            <p:cNvSpPr/>
            <p:nvPr/>
          </p:nvSpPr>
          <p:spPr>
            <a:xfrm>
              <a:off x="5466632" y="5698540"/>
              <a:ext cx="467359" cy="219710"/>
            </a:xfrm>
            <a:custGeom>
              <a:avLst/>
              <a:gdLst/>
              <a:ahLst/>
              <a:cxnLst/>
              <a:rect l="l" t="t" r="r" b="b"/>
              <a:pathLst>
                <a:path w="467360" h="219710">
                  <a:moveTo>
                    <a:pt x="109620" y="219252"/>
                  </a:moveTo>
                  <a:lnTo>
                    <a:pt x="0" y="109620"/>
                  </a:lnTo>
                  <a:lnTo>
                    <a:pt x="109620" y="0"/>
                  </a:lnTo>
                  <a:lnTo>
                    <a:pt x="109620" y="15328"/>
                  </a:lnTo>
                  <a:lnTo>
                    <a:pt x="96920" y="15328"/>
                  </a:lnTo>
                  <a:lnTo>
                    <a:pt x="96920" y="30657"/>
                  </a:lnTo>
                  <a:lnTo>
                    <a:pt x="22447" y="105130"/>
                  </a:lnTo>
                  <a:lnTo>
                    <a:pt x="13468" y="105130"/>
                  </a:lnTo>
                  <a:lnTo>
                    <a:pt x="13468" y="114109"/>
                  </a:lnTo>
                  <a:lnTo>
                    <a:pt x="22447" y="114109"/>
                  </a:lnTo>
                  <a:lnTo>
                    <a:pt x="96920" y="188582"/>
                  </a:lnTo>
                  <a:lnTo>
                    <a:pt x="96920" y="203923"/>
                  </a:lnTo>
                  <a:lnTo>
                    <a:pt x="109620" y="203923"/>
                  </a:lnTo>
                  <a:lnTo>
                    <a:pt x="109620" y="219252"/>
                  </a:lnTo>
                  <a:close/>
                </a:path>
                <a:path w="467360" h="219710">
                  <a:moveTo>
                    <a:pt x="357270" y="62471"/>
                  </a:moveTo>
                  <a:lnTo>
                    <a:pt x="357270" y="0"/>
                  </a:lnTo>
                  <a:lnTo>
                    <a:pt x="372598" y="15328"/>
                  </a:lnTo>
                  <a:lnTo>
                    <a:pt x="369970" y="15328"/>
                  </a:lnTo>
                  <a:lnTo>
                    <a:pt x="359124" y="19812"/>
                  </a:lnTo>
                  <a:lnTo>
                    <a:pt x="369970" y="30657"/>
                  </a:lnTo>
                  <a:lnTo>
                    <a:pt x="369970" y="56121"/>
                  </a:lnTo>
                  <a:lnTo>
                    <a:pt x="363620" y="56121"/>
                  </a:lnTo>
                  <a:lnTo>
                    <a:pt x="357270" y="62471"/>
                  </a:lnTo>
                  <a:close/>
                </a:path>
                <a:path w="467360" h="219710">
                  <a:moveTo>
                    <a:pt x="96920" y="30657"/>
                  </a:moveTo>
                  <a:lnTo>
                    <a:pt x="96920" y="15328"/>
                  </a:lnTo>
                  <a:lnTo>
                    <a:pt x="107765" y="19812"/>
                  </a:lnTo>
                  <a:lnTo>
                    <a:pt x="96920" y="30657"/>
                  </a:lnTo>
                  <a:close/>
                </a:path>
                <a:path w="467360" h="219710">
                  <a:moveTo>
                    <a:pt x="369970" y="68821"/>
                  </a:moveTo>
                  <a:lnTo>
                    <a:pt x="96920" y="68821"/>
                  </a:lnTo>
                  <a:lnTo>
                    <a:pt x="96920" y="30657"/>
                  </a:lnTo>
                  <a:lnTo>
                    <a:pt x="107765" y="19812"/>
                  </a:lnTo>
                  <a:lnTo>
                    <a:pt x="96920" y="15328"/>
                  </a:lnTo>
                  <a:lnTo>
                    <a:pt x="109620" y="15328"/>
                  </a:lnTo>
                  <a:lnTo>
                    <a:pt x="109620" y="56121"/>
                  </a:lnTo>
                  <a:lnTo>
                    <a:pt x="103270" y="56121"/>
                  </a:lnTo>
                  <a:lnTo>
                    <a:pt x="109620" y="62471"/>
                  </a:lnTo>
                  <a:lnTo>
                    <a:pt x="369970" y="62471"/>
                  </a:lnTo>
                  <a:lnTo>
                    <a:pt x="369970" y="68821"/>
                  </a:lnTo>
                  <a:close/>
                </a:path>
                <a:path w="467360" h="219710">
                  <a:moveTo>
                    <a:pt x="369970" y="30657"/>
                  </a:moveTo>
                  <a:lnTo>
                    <a:pt x="359124" y="19812"/>
                  </a:lnTo>
                  <a:lnTo>
                    <a:pt x="369970" y="15328"/>
                  </a:lnTo>
                  <a:lnTo>
                    <a:pt x="369970" y="30657"/>
                  </a:lnTo>
                  <a:close/>
                </a:path>
                <a:path w="467360" h="219710">
                  <a:moveTo>
                    <a:pt x="448932" y="109620"/>
                  </a:moveTo>
                  <a:lnTo>
                    <a:pt x="369970" y="30657"/>
                  </a:lnTo>
                  <a:lnTo>
                    <a:pt x="369970" y="15328"/>
                  </a:lnTo>
                  <a:lnTo>
                    <a:pt x="372598" y="15328"/>
                  </a:lnTo>
                  <a:lnTo>
                    <a:pt x="462400" y="105130"/>
                  </a:lnTo>
                  <a:lnTo>
                    <a:pt x="453421" y="105130"/>
                  </a:lnTo>
                  <a:lnTo>
                    <a:pt x="448932" y="109620"/>
                  </a:lnTo>
                  <a:close/>
                </a:path>
                <a:path w="467360" h="219710">
                  <a:moveTo>
                    <a:pt x="109620" y="62471"/>
                  </a:moveTo>
                  <a:lnTo>
                    <a:pt x="103270" y="56121"/>
                  </a:lnTo>
                  <a:lnTo>
                    <a:pt x="109620" y="56121"/>
                  </a:lnTo>
                  <a:lnTo>
                    <a:pt x="109620" y="62471"/>
                  </a:lnTo>
                  <a:close/>
                </a:path>
                <a:path w="467360" h="219710">
                  <a:moveTo>
                    <a:pt x="357270" y="62471"/>
                  </a:moveTo>
                  <a:lnTo>
                    <a:pt x="109620" y="62471"/>
                  </a:lnTo>
                  <a:lnTo>
                    <a:pt x="109620" y="56121"/>
                  </a:lnTo>
                  <a:lnTo>
                    <a:pt x="357270" y="56121"/>
                  </a:lnTo>
                  <a:lnTo>
                    <a:pt x="357270" y="62471"/>
                  </a:lnTo>
                  <a:close/>
                </a:path>
                <a:path w="467360" h="219710">
                  <a:moveTo>
                    <a:pt x="369970" y="62471"/>
                  </a:moveTo>
                  <a:lnTo>
                    <a:pt x="357270" y="62471"/>
                  </a:lnTo>
                  <a:lnTo>
                    <a:pt x="363620" y="56121"/>
                  </a:lnTo>
                  <a:lnTo>
                    <a:pt x="369970" y="56121"/>
                  </a:lnTo>
                  <a:lnTo>
                    <a:pt x="369970" y="62471"/>
                  </a:lnTo>
                  <a:close/>
                </a:path>
                <a:path w="467360" h="219710">
                  <a:moveTo>
                    <a:pt x="13468" y="114109"/>
                  </a:moveTo>
                  <a:lnTo>
                    <a:pt x="13468" y="105130"/>
                  </a:lnTo>
                  <a:lnTo>
                    <a:pt x="17951" y="109626"/>
                  </a:lnTo>
                  <a:lnTo>
                    <a:pt x="13468" y="114109"/>
                  </a:lnTo>
                  <a:close/>
                </a:path>
                <a:path w="467360" h="219710">
                  <a:moveTo>
                    <a:pt x="17957" y="109620"/>
                  </a:moveTo>
                  <a:lnTo>
                    <a:pt x="13468" y="105130"/>
                  </a:lnTo>
                  <a:lnTo>
                    <a:pt x="22447" y="105130"/>
                  </a:lnTo>
                  <a:lnTo>
                    <a:pt x="17957" y="109620"/>
                  </a:lnTo>
                  <a:close/>
                </a:path>
                <a:path w="467360" h="219710">
                  <a:moveTo>
                    <a:pt x="453421" y="114109"/>
                  </a:moveTo>
                  <a:lnTo>
                    <a:pt x="448932" y="109620"/>
                  </a:lnTo>
                  <a:lnTo>
                    <a:pt x="453421" y="105130"/>
                  </a:lnTo>
                  <a:lnTo>
                    <a:pt x="453421" y="114109"/>
                  </a:lnTo>
                  <a:close/>
                </a:path>
                <a:path w="467360" h="219710">
                  <a:moveTo>
                    <a:pt x="462413" y="114109"/>
                  </a:moveTo>
                  <a:lnTo>
                    <a:pt x="453421" y="114109"/>
                  </a:lnTo>
                  <a:lnTo>
                    <a:pt x="453421" y="105130"/>
                  </a:lnTo>
                  <a:lnTo>
                    <a:pt x="462400" y="105130"/>
                  </a:lnTo>
                  <a:lnTo>
                    <a:pt x="466896" y="109626"/>
                  </a:lnTo>
                  <a:lnTo>
                    <a:pt x="462413" y="114109"/>
                  </a:lnTo>
                  <a:close/>
                </a:path>
                <a:path w="467360" h="219710">
                  <a:moveTo>
                    <a:pt x="22447" y="114109"/>
                  </a:moveTo>
                  <a:lnTo>
                    <a:pt x="13468" y="114109"/>
                  </a:lnTo>
                  <a:lnTo>
                    <a:pt x="17964" y="109626"/>
                  </a:lnTo>
                  <a:lnTo>
                    <a:pt x="22447" y="114109"/>
                  </a:lnTo>
                  <a:close/>
                </a:path>
                <a:path w="467360" h="219710">
                  <a:moveTo>
                    <a:pt x="372598" y="203923"/>
                  </a:moveTo>
                  <a:lnTo>
                    <a:pt x="369970" y="203923"/>
                  </a:lnTo>
                  <a:lnTo>
                    <a:pt x="369970" y="188582"/>
                  </a:lnTo>
                  <a:lnTo>
                    <a:pt x="448938" y="109626"/>
                  </a:lnTo>
                  <a:lnTo>
                    <a:pt x="453421" y="114109"/>
                  </a:lnTo>
                  <a:lnTo>
                    <a:pt x="462413" y="114109"/>
                  </a:lnTo>
                  <a:lnTo>
                    <a:pt x="372598" y="203923"/>
                  </a:lnTo>
                  <a:close/>
                </a:path>
                <a:path w="467360" h="219710">
                  <a:moveTo>
                    <a:pt x="109620" y="203923"/>
                  </a:moveTo>
                  <a:lnTo>
                    <a:pt x="96920" y="203923"/>
                  </a:lnTo>
                  <a:lnTo>
                    <a:pt x="107765" y="199428"/>
                  </a:lnTo>
                  <a:lnTo>
                    <a:pt x="96920" y="188582"/>
                  </a:lnTo>
                  <a:lnTo>
                    <a:pt x="96920" y="150418"/>
                  </a:lnTo>
                  <a:lnTo>
                    <a:pt x="369970" y="150418"/>
                  </a:lnTo>
                  <a:lnTo>
                    <a:pt x="369970" y="156768"/>
                  </a:lnTo>
                  <a:lnTo>
                    <a:pt x="109620" y="156768"/>
                  </a:lnTo>
                  <a:lnTo>
                    <a:pt x="103270" y="163118"/>
                  </a:lnTo>
                  <a:lnTo>
                    <a:pt x="109620" y="163118"/>
                  </a:lnTo>
                  <a:lnTo>
                    <a:pt x="109620" y="203923"/>
                  </a:lnTo>
                  <a:close/>
                </a:path>
                <a:path w="467360" h="219710">
                  <a:moveTo>
                    <a:pt x="109620" y="163118"/>
                  </a:moveTo>
                  <a:lnTo>
                    <a:pt x="103270" y="163118"/>
                  </a:lnTo>
                  <a:lnTo>
                    <a:pt x="109620" y="156768"/>
                  </a:lnTo>
                  <a:lnTo>
                    <a:pt x="109620" y="163118"/>
                  </a:lnTo>
                  <a:close/>
                </a:path>
                <a:path w="467360" h="219710">
                  <a:moveTo>
                    <a:pt x="357270" y="163118"/>
                  </a:moveTo>
                  <a:lnTo>
                    <a:pt x="109620" y="163118"/>
                  </a:lnTo>
                  <a:lnTo>
                    <a:pt x="109620" y="156768"/>
                  </a:lnTo>
                  <a:lnTo>
                    <a:pt x="357270" y="156768"/>
                  </a:lnTo>
                  <a:lnTo>
                    <a:pt x="357270" y="163118"/>
                  </a:lnTo>
                  <a:close/>
                </a:path>
                <a:path w="467360" h="219710">
                  <a:moveTo>
                    <a:pt x="357270" y="219252"/>
                  </a:moveTo>
                  <a:lnTo>
                    <a:pt x="357270" y="156768"/>
                  </a:lnTo>
                  <a:lnTo>
                    <a:pt x="363620" y="163118"/>
                  </a:lnTo>
                  <a:lnTo>
                    <a:pt x="369970" y="163118"/>
                  </a:lnTo>
                  <a:lnTo>
                    <a:pt x="369970" y="188582"/>
                  </a:lnTo>
                  <a:lnTo>
                    <a:pt x="359124" y="199428"/>
                  </a:lnTo>
                  <a:lnTo>
                    <a:pt x="369970" y="203923"/>
                  </a:lnTo>
                  <a:lnTo>
                    <a:pt x="372598" y="203923"/>
                  </a:lnTo>
                  <a:lnTo>
                    <a:pt x="357270" y="219252"/>
                  </a:lnTo>
                  <a:close/>
                </a:path>
                <a:path w="467360" h="219710">
                  <a:moveTo>
                    <a:pt x="369970" y="163118"/>
                  </a:moveTo>
                  <a:lnTo>
                    <a:pt x="363620" y="163118"/>
                  </a:lnTo>
                  <a:lnTo>
                    <a:pt x="357270" y="156768"/>
                  </a:lnTo>
                  <a:lnTo>
                    <a:pt x="369970" y="156768"/>
                  </a:lnTo>
                  <a:lnTo>
                    <a:pt x="369970" y="163118"/>
                  </a:lnTo>
                  <a:close/>
                </a:path>
                <a:path w="467360" h="219710">
                  <a:moveTo>
                    <a:pt x="96920" y="203923"/>
                  </a:moveTo>
                  <a:lnTo>
                    <a:pt x="96920" y="188582"/>
                  </a:lnTo>
                  <a:lnTo>
                    <a:pt x="107765" y="199428"/>
                  </a:lnTo>
                  <a:lnTo>
                    <a:pt x="96920" y="203923"/>
                  </a:lnTo>
                  <a:close/>
                </a:path>
                <a:path w="467360" h="219710">
                  <a:moveTo>
                    <a:pt x="369970" y="203923"/>
                  </a:moveTo>
                  <a:lnTo>
                    <a:pt x="359124" y="199428"/>
                  </a:lnTo>
                  <a:lnTo>
                    <a:pt x="369970" y="188582"/>
                  </a:lnTo>
                  <a:lnTo>
                    <a:pt x="369970" y="203923"/>
                  </a:lnTo>
                  <a:close/>
                </a:path>
              </a:pathLst>
            </a:custGeom>
            <a:solidFill>
              <a:srgbClr val="2069D2"/>
            </a:solidFill>
          </p:spPr>
          <p:txBody>
            <a:bodyPr wrap="square" lIns="0" tIns="0" rIns="0" bIns="0" rtlCol="0"/>
            <a:lstStyle/>
            <a:p>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546" y="0"/>
            <a:ext cx="7272655" cy="634365"/>
          </a:xfrm>
          <a:prstGeom prst="rect">
            <a:avLst/>
          </a:prstGeom>
        </p:spPr>
        <p:txBody>
          <a:bodyPr vert="horz" wrap="square" lIns="0" tIns="12065" rIns="0" bIns="0" rtlCol="0">
            <a:spAutoFit/>
          </a:bodyPr>
          <a:lstStyle/>
          <a:p>
            <a:pPr marL="12700">
              <a:lnSpc>
                <a:spcPct val="100000"/>
              </a:lnSpc>
              <a:spcBef>
                <a:spcPts val="95"/>
              </a:spcBef>
              <a:tabLst>
                <a:tab pos="5111750" algn="l"/>
              </a:tabLst>
            </a:pPr>
            <a:r>
              <a:rPr sz="4000" spc="270" dirty="0">
                <a:solidFill>
                  <a:srgbClr val="000000"/>
                </a:solidFill>
              </a:rPr>
              <a:t>三重概率</a:t>
            </a:r>
            <a:r>
              <a:rPr sz="4000" spc="265" dirty="0">
                <a:solidFill>
                  <a:srgbClr val="000000"/>
                </a:solidFill>
              </a:rPr>
              <a:t>：</a:t>
            </a:r>
            <a:r>
              <a:rPr sz="4000" spc="270" dirty="0">
                <a:solidFill>
                  <a:srgbClr val="000000"/>
                </a:solidFill>
              </a:rPr>
              <a:t>多层互</a:t>
            </a:r>
            <a:r>
              <a:rPr sz="4000" spc="-50" dirty="0">
                <a:solidFill>
                  <a:srgbClr val="000000"/>
                </a:solidFill>
              </a:rPr>
              <a:t>动</a:t>
            </a:r>
            <a:r>
              <a:rPr sz="4000" dirty="0">
                <a:solidFill>
                  <a:srgbClr val="000000"/>
                </a:solidFill>
              </a:rPr>
              <a:t>	</a:t>
            </a:r>
            <a:r>
              <a:rPr sz="4000" spc="270" dirty="0">
                <a:solidFill>
                  <a:srgbClr val="000000"/>
                </a:solidFill>
              </a:rPr>
              <a:t>逐层精</a:t>
            </a:r>
            <a:r>
              <a:rPr sz="4000" spc="-50" dirty="0">
                <a:solidFill>
                  <a:srgbClr val="000000"/>
                </a:solidFill>
              </a:rPr>
              <a:t>炼</a:t>
            </a:r>
            <a:endParaRPr sz="4000"/>
          </a:p>
        </p:txBody>
      </p:sp>
      <p:grpSp>
        <p:nvGrpSpPr>
          <p:cNvPr id="3" name="object 3"/>
          <p:cNvGrpSpPr/>
          <p:nvPr/>
        </p:nvGrpSpPr>
        <p:grpSpPr>
          <a:xfrm>
            <a:off x="58407" y="2741104"/>
            <a:ext cx="4319270" cy="3337560"/>
            <a:chOff x="58407" y="2741104"/>
            <a:chExt cx="4319270" cy="3337560"/>
          </a:xfrm>
        </p:grpSpPr>
        <p:sp>
          <p:nvSpPr>
            <p:cNvPr id="4" name="object 4"/>
            <p:cNvSpPr/>
            <p:nvPr/>
          </p:nvSpPr>
          <p:spPr>
            <a:xfrm>
              <a:off x="3452228" y="3408133"/>
              <a:ext cx="925194" cy="364490"/>
            </a:xfrm>
            <a:custGeom>
              <a:avLst/>
              <a:gdLst/>
              <a:ahLst/>
              <a:cxnLst/>
              <a:rect l="l" t="t" r="r" b="b"/>
              <a:pathLst>
                <a:path w="925195" h="364489">
                  <a:moveTo>
                    <a:pt x="886942" y="76200"/>
                  </a:moveTo>
                  <a:lnTo>
                    <a:pt x="872111" y="73206"/>
                  </a:lnTo>
                  <a:lnTo>
                    <a:pt x="860001" y="65041"/>
                  </a:lnTo>
                  <a:lnTo>
                    <a:pt x="851836" y="52931"/>
                  </a:lnTo>
                  <a:lnTo>
                    <a:pt x="848842" y="38100"/>
                  </a:lnTo>
                  <a:lnTo>
                    <a:pt x="851836" y="23274"/>
                  </a:lnTo>
                  <a:lnTo>
                    <a:pt x="860001" y="11163"/>
                  </a:lnTo>
                  <a:lnTo>
                    <a:pt x="872111" y="2995"/>
                  </a:lnTo>
                  <a:lnTo>
                    <a:pt x="886942" y="0"/>
                  </a:lnTo>
                  <a:lnTo>
                    <a:pt x="901773" y="2995"/>
                  </a:lnTo>
                  <a:lnTo>
                    <a:pt x="913884" y="11163"/>
                  </a:lnTo>
                  <a:lnTo>
                    <a:pt x="922048" y="23274"/>
                  </a:lnTo>
                  <a:lnTo>
                    <a:pt x="923760" y="31750"/>
                  </a:lnTo>
                  <a:lnTo>
                    <a:pt x="886942" y="31750"/>
                  </a:lnTo>
                  <a:lnTo>
                    <a:pt x="886942" y="44450"/>
                  </a:lnTo>
                  <a:lnTo>
                    <a:pt x="923760" y="44450"/>
                  </a:lnTo>
                  <a:lnTo>
                    <a:pt x="922048" y="52931"/>
                  </a:lnTo>
                  <a:lnTo>
                    <a:pt x="913884" y="65041"/>
                  </a:lnTo>
                  <a:lnTo>
                    <a:pt x="901773" y="73206"/>
                  </a:lnTo>
                  <a:lnTo>
                    <a:pt x="886942" y="76200"/>
                  </a:lnTo>
                  <a:close/>
                </a:path>
                <a:path w="925195" h="364489">
                  <a:moveTo>
                    <a:pt x="850124" y="44450"/>
                  </a:moveTo>
                  <a:lnTo>
                    <a:pt x="836142" y="44450"/>
                  </a:lnTo>
                  <a:lnTo>
                    <a:pt x="836142" y="31750"/>
                  </a:lnTo>
                  <a:lnTo>
                    <a:pt x="850124" y="31750"/>
                  </a:lnTo>
                  <a:lnTo>
                    <a:pt x="848842" y="38100"/>
                  </a:lnTo>
                  <a:lnTo>
                    <a:pt x="850124" y="44450"/>
                  </a:lnTo>
                  <a:close/>
                </a:path>
                <a:path w="925195" h="364489">
                  <a:moveTo>
                    <a:pt x="923760" y="44450"/>
                  </a:moveTo>
                  <a:lnTo>
                    <a:pt x="886942" y="44450"/>
                  </a:lnTo>
                  <a:lnTo>
                    <a:pt x="886942" y="31750"/>
                  </a:lnTo>
                  <a:lnTo>
                    <a:pt x="923760" y="31750"/>
                  </a:lnTo>
                  <a:lnTo>
                    <a:pt x="925042" y="38100"/>
                  </a:lnTo>
                  <a:lnTo>
                    <a:pt x="923760" y="44450"/>
                  </a:lnTo>
                  <a:close/>
                </a:path>
                <a:path w="925195" h="364489">
                  <a:moveTo>
                    <a:pt x="798042" y="44450"/>
                  </a:moveTo>
                  <a:lnTo>
                    <a:pt x="747242" y="44450"/>
                  </a:lnTo>
                  <a:lnTo>
                    <a:pt x="747242" y="31750"/>
                  </a:lnTo>
                  <a:lnTo>
                    <a:pt x="798042" y="31750"/>
                  </a:lnTo>
                  <a:lnTo>
                    <a:pt x="798042" y="44450"/>
                  </a:lnTo>
                  <a:close/>
                </a:path>
                <a:path w="925195" h="364489">
                  <a:moveTo>
                    <a:pt x="709142" y="44450"/>
                  </a:moveTo>
                  <a:lnTo>
                    <a:pt x="658342" y="44450"/>
                  </a:lnTo>
                  <a:lnTo>
                    <a:pt x="658342" y="31750"/>
                  </a:lnTo>
                  <a:lnTo>
                    <a:pt x="709142" y="31750"/>
                  </a:lnTo>
                  <a:lnTo>
                    <a:pt x="709142" y="44450"/>
                  </a:lnTo>
                  <a:close/>
                </a:path>
                <a:path w="925195" h="364489">
                  <a:moveTo>
                    <a:pt x="620242" y="44450"/>
                  </a:moveTo>
                  <a:lnTo>
                    <a:pt x="569442" y="44450"/>
                  </a:lnTo>
                  <a:lnTo>
                    <a:pt x="569442" y="31750"/>
                  </a:lnTo>
                  <a:lnTo>
                    <a:pt x="620242" y="31750"/>
                  </a:lnTo>
                  <a:lnTo>
                    <a:pt x="620242" y="44450"/>
                  </a:lnTo>
                  <a:close/>
                </a:path>
                <a:path w="925195" h="364489">
                  <a:moveTo>
                    <a:pt x="531342" y="44450"/>
                  </a:moveTo>
                  <a:lnTo>
                    <a:pt x="480542" y="44450"/>
                  </a:lnTo>
                  <a:lnTo>
                    <a:pt x="480542" y="31750"/>
                  </a:lnTo>
                  <a:lnTo>
                    <a:pt x="531342" y="31750"/>
                  </a:lnTo>
                  <a:lnTo>
                    <a:pt x="531342" y="44450"/>
                  </a:lnTo>
                  <a:close/>
                </a:path>
                <a:path w="925195" h="364489">
                  <a:moveTo>
                    <a:pt x="442442" y="44450"/>
                  </a:moveTo>
                  <a:lnTo>
                    <a:pt x="391642" y="44450"/>
                  </a:lnTo>
                  <a:lnTo>
                    <a:pt x="391642" y="31750"/>
                  </a:lnTo>
                  <a:lnTo>
                    <a:pt x="442442" y="31750"/>
                  </a:lnTo>
                  <a:lnTo>
                    <a:pt x="442442" y="44450"/>
                  </a:lnTo>
                  <a:close/>
                </a:path>
                <a:path w="925195" h="364489">
                  <a:moveTo>
                    <a:pt x="367880" y="96900"/>
                  </a:moveTo>
                  <a:lnTo>
                    <a:pt x="355180" y="96900"/>
                  </a:lnTo>
                  <a:lnTo>
                    <a:pt x="355180" y="46100"/>
                  </a:lnTo>
                  <a:lnTo>
                    <a:pt x="367880" y="46100"/>
                  </a:lnTo>
                  <a:lnTo>
                    <a:pt x="367880" y="96900"/>
                  </a:lnTo>
                  <a:close/>
                </a:path>
                <a:path w="925195" h="364489">
                  <a:moveTo>
                    <a:pt x="367880" y="185800"/>
                  </a:moveTo>
                  <a:lnTo>
                    <a:pt x="355180" y="185800"/>
                  </a:lnTo>
                  <a:lnTo>
                    <a:pt x="355180" y="135000"/>
                  </a:lnTo>
                  <a:lnTo>
                    <a:pt x="367880" y="135000"/>
                  </a:lnTo>
                  <a:lnTo>
                    <a:pt x="367880" y="185800"/>
                  </a:lnTo>
                  <a:close/>
                </a:path>
                <a:path w="925195" h="364489">
                  <a:moveTo>
                    <a:pt x="367880" y="274700"/>
                  </a:moveTo>
                  <a:lnTo>
                    <a:pt x="355180" y="274700"/>
                  </a:lnTo>
                  <a:lnTo>
                    <a:pt x="355180" y="223900"/>
                  </a:lnTo>
                  <a:lnTo>
                    <a:pt x="367880" y="223900"/>
                  </a:lnTo>
                  <a:lnTo>
                    <a:pt x="367880" y="274700"/>
                  </a:lnTo>
                  <a:close/>
                </a:path>
                <a:path w="925195" h="364489">
                  <a:moveTo>
                    <a:pt x="355180" y="357657"/>
                  </a:moveTo>
                  <a:lnTo>
                    <a:pt x="355180" y="312800"/>
                  </a:lnTo>
                  <a:lnTo>
                    <a:pt x="367880" y="312800"/>
                  </a:lnTo>
                  <a:lnTo>
                    <a:pt x="367880" y="351307"/>
                  </a:lnTo>
                  <a:lnTo>
                    <a:pt x="355600" y="351307"/>
                  </a:lnTo>
                  <a:lnTo>
                    <a:pt x="355600" y="357238"/>
                  </a:lnTo>
                  <a:lnTo>
                    <a:pt x="355180" y="357657"/>
                  </a:lnTo>
                  <a:close/>
                </a:path>
                <a:path w="925195" h="364489">
                  <a:moveTo>
                    <a:pt x="355600" y="357238"/>
                  </a:moveTo>
                  <a:lnTo>
                    <a:pt x="355600" y="351307"/>
                  </a:lnTo>
                  <a:lnTo>
                    <a:pt x="361530" y="351307"/>
                  </a:lnTo>
                  <a:lnTo>
                    <a:pt x="355600" y="357238"/>
                  </a:lnTo>
                  <a:close/>
                </a:path>
                <a:path w="925195" h="364489">
                  <a:moveTo>
                    <a:pt x="367880" y="364007"/>
                  </a:moveTo>
                  <a:lnTo>
                    <a:pt x="355600" y="364007"/>
                  </a:lnTo>
                  <a:lnTo>
                    <a:pt x="355600" y="357238"/>
                  </a:lnTo>
                  <a:lnTo>
                    <a:pt x="361530" y="351307"/>
                  </a:lnTo>
                  <a:lnTo>
                    <a:pt x="367880" y="351307"/>
                  </a:lnTo>
                  <a:lnTo>
                    <a:pt x="367880" y="364007"/>
                  </a:lnTo>
                  <a:close/>
                </a:path>
                <a:path w="925195" h="364489">
                  <a:moveTo>
                    <a:pt x="317500" y="364007"/>
                  </a:moveTo>
                  <a:lnTo>
                    <a:pt x="266700" y="364007"/>
                  </a:lnTo>
                  <a:lnTo>
                    <a:pt x="266700" y="351307"/>
                  </a:lnTo>
                  <a:lnTo>
                    <a:pt x="317500" y="351307"/>
                  </a:lnTo>
                  <a:lnTo>
                    <a:pt x="317500" y="364007"/>
                  </a:lnTo>
                  <a:close/>
                </a:path>
                <a:path w="925195" h="364489">
                  <a:moveTo>
                    <a:pt x="228600" y="364007"/>
                  </a:moveTo>
                  <a:lnTo>
                    <a:pt x="177800" y="364007"/>
                  </a:lnTo>
                  <a:lnTo>
                    <a:pt x="177800" y="351307"/>
                  </a:lnTo>
                  <a:lnTo>
                    <a:pt x="228600" y="351307"/>
                  </a:lnTo>
                  <a:lnTo>
                    <a:pt x="228600" y="364007"/>
                  </a:lnTo>
                  <a:close/>
                </a:path>
                <a:path w="925195" h="364489">
                  <a:moveTo>
                    <a:pt x="139700" y="364007"/>
                  </a:moveTo>
                  <a:lnTo>
                    <a:pt x="88900" y="364007"/>
                  </a:lnTo>
                  <a:lnTo>
                    <a:pt x="88900" y="351307"/>
                  </a:lnTo>
                  <a:lnTo>
                    <a:pt x="139700" y="351307"/>
                  </a:lnTo>
                  <a:lnTo>
                    <a:pt x="139700" y="364007"/>
                  </a:lnTo>
                  <a:close/>
                </a:path>
                <a:path w="925195" h="364489">
                  <a:moveTo>
                    <a:pt x="50800" y="364007"/>
                  </a:moveTo>
                  <a:lnTo>
                    <a:pt x="0" y="364007"/>
                  </a:lnTo>
                  <a:lnTo>
                    <a:pt x="0" y="351307"/>
                  </a:lnTo>
                  <a:lnTo>
                    <a:pt x="50800" y="351307"/>
                  </a:lnTo>
                  <a:lnTo>
                    <a:pt x="50800" y="364007"/>
                  </a:lnTo>
                  <a:close/>
                </a:path>
              </a:pathLst>
            </a:custGeom>
            <a:solidFill>
              <a:srgbClr val="9FC0EF"/>
            </a:solidFill>
          </p:spPr>
          <p:txBody>
            <a:bodyPr wrap="square" lIns="0" tIns="0" rIns="0" bIns="0" rtlCol="0"/>
            <a:lstStyle/>
            <a:p>
              <a:endParaRPr/>
            </a:p>
          </p:txBody>
        </p:sp>
        <p:sp>
          <p:nvSpPr>
            <p:cNvPr id="5" name="object 5"/>
            <p:cNvSpPr/>
            <p:nvPr/>
          </p:nvSpPr>
          <p:spPr>
            <a:xfrm>
              <a:off x="3423958" y="4421276"/>
              <a:ext cx="953769" cy="287655"/>
            </a:xfrm>
            <a:custGeom>
              <a:avLst/>
              <a:gdLst/>
              <a:ahLst/>
              <a:cxnLst/>
              <a:rect l="l" t="t" r="r" b="b"/>
              <a:pathLst>
                <a:path w="953770" h="287654">
                  <a:moveTo>
                    <a:pt x="915212" y="76200"/>
                  </a:moveTo>
                  <a:lnTo>
                    <a:pt x="900381" y="73206"/>
                  </a:lnTo>
                  <a:lnTo>
                    <a:pt x="888271" y="65041"/>
                  </a:lnTo>
                  <a:lnTo>
                    <a:pt x="880106" y="52931"/>
                  </a:lnTo>
                  <a:lnTo>
                    <a:pt x="877112" y="38100"/>
                  </a:lnTo>
                  <a:lnTo>
                    <a:pt x="880106" y="23268"/>
                  </a:lnTo>
                  <a:lnTo>
                    <a:pt x="888271" y="11158"/>
                  </a:lnTo>
                  <a:lnTo>
                    <a:pt x="900381" y="2993"/>
                  </a:lnTo>
                  <a:lnTo>
                    <a:pt x="915212" y="0"/>
                  </a:lnTo>
                  <a:lnTo>
                    <a:pt x="930043" y="2993"/>
                  </a:lnTo>
                  <a:lnTo>
                    <a:pt x="942154" y="11158"/>
                  </a:lnTo>
                  <a:lnTo>
                    <a:pt x="950318" y="23268"/>
                  </a:lnTo>
                  <a:lnTo>
                    <a:pt x="952030" y="31750"/>
                  </a:lnTo>
                  <a:lnTo>
                    <a:pt x="915212" y="31750"/>
                  </a:lnTo>
                  <a:lnTo>
                    <a:pt x="915212" y="44450"/>
                  </a:lnTo>
                  <a:lnTo>
                    <a:pt x="952030" y="44450"/>
                  </a:lnTo>
                  <a:lnTo>
                    <a:pt x="950318" y="52931"/>
                  </a:lnTo>
                  <a:lnTo>
                    <a:pt x="942154" y="65041"/>
                  </a:lnTo>
                  <a:lnTo>
                    <a:pt x="930043" y="73206"/>
                  </a:lnTo>
                  <a:lnTo>
                    <a:pt x="915212" y="76200"/>
                  </a:lnTo>
                  <a:close/>
                </a:path>
                <a:path w="953770" h="287654">
                  <a:moveTo>
                    <a:pt x="878394" y="44450"/>
                  </a:moveTo>
                  <a:lnTo>
                    <a:pt x="864412" y="44450"/>
                  </a:lnTo>
                  <a:lnTo>
                    <a:pt x="864412" y="31750"/>
                  </a:lnTo>
                  <a:lnTo>
                    <a:pt x="878394" y="31750"/>
                  </a:lnTo>
                  <a:lnTo>
                    <a:pt x="877112" y="38100"/>
                  </a:lnTo>
                  <a:lnTo>
                    <a:pt x="878394" y="44450"/>
                  </a:lnTo>
                  <a:close/>
                </a:path>
                <a:path w="953770" h="287654">
                  <a:moveTo>
                    <a:pt x="952030" y="44450"/>
                  </a:moveTo>
                  <a:lnTo>
                    <a:pt x="915212" y="44450"/>
                  </a:lnTo>
                  <a:lnTo>
                    <a:pt x="915212" y="31750"/>
                  </a:lnTo>
                  <a:lnTo>
                    <a:pt x="952030" y="31750"/>
                  </a:lnTo>
                  <a:lnTo>
                    <a:pt x="953312" y="38100"/>
                  </a:lnTo>
                  <a:lnTo>
                    <a:pt x="952030" y="44450"/>
                  </a:lnTo>
                  <a:close/>
                </a:path>
                <a:path w="953770" h="287654">
                  <a:moveTo>
                    <a:pt x="826312" y="44450"/>
                  </a:moveTo>
                  <a:lnTo>
                    <a:pt x="775512" y="44450"/>
                  </a:lnTo>
                  <a:lnTo>
                    <a:pt x="775512" y="31750"/>
                  </a:lnTo>
                  <a:lnTo>
                    <a:pt x="826312" y="31750"/>
                  </a:lnTo>
                  <a:lnTo>
                    <a:pt x="826312" y="44450"/>
                  </a:lnTo>
                  <a:close/>
                </a:path>
                <a:path w="953770" h="287654">
                  <a:moveTo>
                    <a:pt x="737412" y="44450"/>
                  </a:moveTo>
                  <a:lnTo>
                    <a:pt x="686612" y="44450"/>
                  </a:lnTo>
                  <a:lnTo>
                    <a:pt x="686612" y="31750"/>
                  </a:lnTo>
                  <a:lnTo>
                    <a:pt x="737412" y="31750"/>
                  </a:lnTo>
                  <a:lnTo>
                    <a:pt x="737412" y="44450"/>
                  </a:lnTo>
                  <a:close/>
                </a:path>
                <a:path w="953770" h="287654">
                  <a:moveTo>
                    <a:pt x="648512" y="44450"/>
                  </a:moveTo>
                  <a:lnTo>
                    <a:pt x="597712" y="44450"/>
                  </a:lnTo>
                  <a:lnTo>
                    <a:pt x="597712" y="31750"/>
                  </a:lnTo>
                  <a:lnTo>
                    <a:pt x="648512" y="31750"/>
                  </a:lnTo>
                  <a:lnTo>
                    <a:pt x="648512" y="44450"/>
                  </a:lnTo>
                  <a:close/>
                </a:path>
                <a:path w="953770" h="287654">
                  <a:moveTo>
                    <a:pt x="559612" y="44450"/>
                  </a:moveTo>
                  <a:lnTo>
                    <a:pt x="508812" y="44450"/>
                  </a:lnTo>
                  <a:lnTo>
                    <a:pt x="508812" y="31750"/>
                  </a:lnTo>
                  <a:lnTo>
                    <a:pt x="559612" y="31750"/>
                  </a:lnTo>
                  <a:lnTo>
                    <a:pt x="559612" y="44450"/>
                  </a:lnTo>
                  <a:close/>
                </a:path>
                <a:path w="953770" h="287654">
                  <a:moveTo>
                    <a:pt x="476986" y="88823"/>
                  </a:moveTo>
                  <a:lnTo>
                    <a:pt x="464286" y="88823"/>
                  </a:lnTo>
                  <a:lnTo>
                    <a:pt x="464286" y="31750"/>
                  </a:lnTo>
                  <a:lnTo>
                    <a:pt x="470712" y="31750"/>
                  </a:lnTo>
                  <a:lnTo>
                    <a:pt x="470636" y="44450"/>
                  </a:lnTo>
                  <a:lnTo>
                    <a:pt x="476986" y="44450"/>
                  </a:lnTo>
                  <a:lnTo>
                    <a:pt x="476986" y="88823"/>
                  </a:lnTo>
                  <a:close/>
                </a:path>
                <a:path w="953770" h="287654">
                  <a:moveTo>
                    <a:pt x="476986" y="44450"/>
                  </a:moveTo>
                  <a:lnTo>
                    <a:pt x="470712" y="44450"/>
                  </a:lnTo>
                  <a:lnTo>
                    <a:pt x="476986" y="38100"/>
                  </a:lnTo>
                  <a:lnTo>
                    <a:pt x="476986" y="44450"/>
                  </a:lnTo>
                  <a:close/>
                </a:path>
                <a:path w="953770" h="287654">
                  <a:moveTo>
                    <a:pt x="470712" y="44450"/>
                  </a:moveTo>
                  <a:close/>
                </a:path>
                <a:path w="953770" h="287654">
                  <a:moveTo>
                    <a:pt x="476986" y="177723"/>
                  </a:moveTo>
                  <a:lnTo>
                    <a:pt x="464286" y="177723"/>
                  </a:lnTo>
                  <a:lnTo>
                    <a:pt x="464286" y="126923"/>
                  </a:lnTo>
                  <a:lnTo>
                    <a:pt x="476986" y="126923"/>
                  </a:lnTo>
                  <a:lnTo>
                    <a:pt x="476986" y="177723"/>
                  </a:lnTo>
                  <a:close/>
                </a:path>
                <a:path w="953770" h="287654">
                  <a:moveTo>
                    <a:pt x="476986" y="266623"/>
                  </a:moveTo>
                  <a:lnTo>
                    <a:pt x="464286" y="266623"/>
                  </a:lnTo>
                  <a:lnTo>
                    <a:pt x="464286" y="215823"/>
                  </a:lnTo>
                  <a:lnTo>
                    <a:pt x="476986" y="215823"/>
                  </a:lnTo>
                  <a:lnTo>
                    <a:pt x="476986" y="266623"/>
                  </a:lnTo>
                  <a:close/>
                </a:path>
                <a:path w="953770" h="287654">
                  <a:moveTo>
                    <a:pt x="447179" y="287629"/>
                  </a:moveTo>
                  <a:lnTo>
                    <a:pt x="396379" y="287629"/>
                  </a:lnTo>
                  <a:lnTo>
                    <a:pt x="396379" y="274929"/>
                  </a:lnTo>
                  <a:lnTo>
                    <a:pt x="447179" y="274929"/>
                  </a:lnTo>
                  <a:lnTo>
                    <a:pt x="447179" y="287629"/>
                  </a:lnTo>
                  <a:close/>
                </a:path>
                <a:path w="953770" h="287654">
                  <a:moveTo>
                    <a:pt x="358279" y="287629"/>
                  </a:moveTo>
                  <a:lnTo>
                    <a:pt x="307479" y="287629"/>
                  </a:lnTo>
                  <a:lnTo>
                    <a:pt x="307479" y="274929"/>
                  </a:lnTo>
                  <a:lnTo>
                    <a:pt x="358279" y="274929"/>
                  </a:lnTo>
                  <a:lnTo>
                    <a:pt x="358279" y="287629"/>
                  </a:lnTo>
                  <a:close/>
                </a:path>
                <a:path w="953770" h="287654">
                  <a:moveTo>
                    <a:pt x="269379" y="287629"/>
                  </a:moveTo>
                  <a:lnTo>
                    <a:pt x="218579" y="287629"/>
                  </a:lnTo>
                  <a:lnTo>
                    <a:pt x="218579" y="274929"/>
                  </a:lnTo>
                  <a:lnTo>
                    <a:pt x="269379" y="274929"/>
                  </a:lnTo>
                  <a:lnTo>
                    <a:pt x="269379" y="287629"/>
                  </a:lnTo>
                  <a:close/>
                </a:path>
                <a:path w="953770" h="287654">
                  <a:moveTo>
                    <a:pt x="180479" y="287629"/>
                  </a:moveTo>
                  <a:lnTo>
                    <a:pt x="129679" y="287629"/>
                  </a:lnTo>
                  <a:lnTo>
                    <a:pt x="129679" y="274929"/>
                  </a:lnTo>
                  <a:lnTo>
                    <a:pt x="180479" y="274929"/>
                  </a:lnTo>
                  <a:lnTo>
                    <a:pt x="180479" y="287629"/>
                  </a:lnTo>
                  <a:close/>
                </a:path>
                <a:path w="953770" h="287654">
                  <a:moveTo>
                    <a:pt x="91579" y="287629"/>
                  </a:moveTo>
                  <a:lnTo>
                    <a:pt x="40779" y="287629"/>
                  </a:lnTo>
                  <a:lnTo>
                    <a:pt x="40779" y="274929"/>
                  </a:lnTo>
                  <a:lnTo>
                    <a:pt x="91579" y="274929"/>
                  </a:lnTo>
                  <a:lnTo>
                    <a:pt x="91579" y="287629"/>
                  </a:lnTo>
                  <a:close/>
                </a:path>
                <a:path w="953770" h="287654">
                  <a:moveTo>
                    <a:pt x="2679" y="287629"/>
                  </a:moveTo>
                  <a:lnTo>
                    <a:pt x="0" y="287629"/>
                  </a:lnTo>
                  <a:lnTo>
                    <a:pt x="0" y="274929"/>
                  </a:lnTo>
                  <a:lnTo>
                    <a:pt x="2679" y="274929"/>
                  </a:lnTo>
                  <a:lnTo>
                    <a:pt x="2679" y="287629"/>
                  </a:lnTo>
                  <a:close/>
                </a:path>
              </a:pathLst>
            </a:custGeom>
            <a:solidFill>
              <a:srgbClr val="9BD2EE"/>
            </a:solidFill>
          </p:spPr>
          <p:txBody>
            <a:bodyPr wrap="square" lIns="0" tIns="0" rIns="0" bIns="0" rtlCol="0"/>
            <a:lstStyle/>
            <a:p>
              <a:endParaRPr/>
            </a:p>
          </p:txBody>
        </p:sp>
        <p:pic>
          <p:nvPicPr>
            <p:cNvPr id="6" name="object 6"/>
            <p:cNvPicPr/>
            <p:nvPr/>
          </p:nvPicPr>
          <p:blipFill>
            <a:blip r:embed="rId2" cstate="print"/>
            <a:stretch>
              <a:fillRect/>
            </a:stretch>
          </p:blipFill>
          <p:spPr>
            <a:xfrm>
              <a:off x="531050" y="3208921"/>
              <a:ext cx="2997555" cy="1898243"/>
            </a:xfrm>
            <a:prstGeom prst="rect">
              <a:avLst/>
            </a:prstGeom>
          </p:spPr>
        </p:pic>
        <p:pic>
          <p:nvPicPr>
            <p:cNvPr id="7" name="object 7"/>
            <p:cNvPicPr/>
            <p:nvPr/>
          </p:nvPicPr>
          <p:blipFill>
            <a:blip r:embed="rId3" cstate="print"/>
            <a:stretch>
              <a:fillRect/>
            </a:stretch>
          </p:blipFill>
          <p:spPr>
            <a:xfrm>
              <a:off x="1871573" y="2769920"/>
              <a:ext cx="1660740" cy="1522806"/>
            </a:xfrm>
            <a:prstGeom prst="rect">
              <a:avLst/>
            </a:prstGeom>
          </p:spPr>
        </p:pic>
        <p:sp>
          <p:nvSpPr>
            <p:cNvPr id="8" name="object 8"/>
            <p:cNvSpPr/>
            <p:nvPr/>
          </p:nvSpPr>
          <p:spPr>
            <a:xfrm>
              <a:off x="3350234" y="5425427"/>
              <a:ext cx="1027430" cy="440055"/>
            </a:xfrm>
            <a:custGeom>
              <a:avLst/>
              <a:gdLst/>
              <a:ahLst/>
              <a:cxnLst/>
              <a:rect l="l" t="t" r="r" b="b"/>
              <a:pathLst>
                <a:path w="1027429" h="440054">
                  <a:moveTo>
                    <a:pt x="988936" y="76200"/>
                  </a:moveTo>
                  <a:lnTo>
                    <a:pt x="974105" y="73206"/>
                  </a:lnTo>
                  <a:lnTo>
                    <a:pt x="961994" y="65041"/>
                  </a:lnTo>
                  <a:lnTo>
                    <a:pt x="953830" y="52931"/>
                  </a:lnTo>
                  <a:lnTo>
                    <a:pt x="950836" y="38100"/>
                  </a:lnTo>
                  <a:lnTo>
                    <a:pt x="953830" y="23268"/>
                  </a:lnTo>
                  <a:lnTo>
                    <a:pt x="961994" y="11158"/>
                  </a:lnTo>
                  <a:lnTo>
                    <a:pt x="974105" y="2993"/>
                  </a:lnTo>
                  <a:lnTo>
                    <a:pt x="988936" y="0"/>
                  </a:lnTo>
                  <a:lnTo>
                    <a:pt x="1003767" y="2993"/>
                  </a:lnTo>
                  <a:lnTo>
                    <a:pt x="1015877" y="11158"/>
                  </a:lnTo>
                  <a:lnTo>
                    <a:pt x="1024042" y="23268"/>
                  </a:lnTo>
                  <a:lnTo>
                    <a:pt x="1025754" y="31750"/>
                  </a:lnTo>
                  <a:lnTo>
                    <a:pt x="988936" y="31750"/>
                  </a:lnTo>
                  <a:lnTo>
                    <a:pt x="988936" y="44450"/>
                  </a:lnTo>
                  <a:lnTo>
                    <a:pt x="1025754" y="44450"/>
                  </a:lnTo>
                  <a:lnTo>
                    <a:pt x="1024042" y="52931"/>
                  </a:lnTo>
                  <a:lnTo>
                    <a:pt x="1015877" y="65041"/>
                  </a:lnTo>
                  <a:lnTo>
                    <a:pt x="1003767" y="73206"/>
                  </a:lnTo>
                  <a:lnTo>
                    <a:pt x="988936" y="76200"/>
                  </a:lnTo>
                  <a:close/>
                </a:path>
                <a:path w="1027429" h="440054">
                  <a:moveTo>
                    <a:pt x="952118" y="44450"/>
                  </a:moveTo>
                  <a:lnTo>
                    <a:pt x="938136" y="44450"/>
                  </a:lnTo>
                  <a:lnTo>
                    <a:pt x="938136" y="31750"/>
                  </a:lnTo>
                  <a:lnTo>
                    <a:pt x="952118" y="31750"/>
                  </a:lnTo>
                  <a:lnTo>
                    <a:pt x="950836" y="38100"/>
                  </a:lnTo>
                  <a:lnTo>
                    <a:pt x="952118" y="44450"/>
                  </a:lnTo>
                  <a:close/>
                </a:path>
                <a:path w="1027429" h="440054">
                  <a:moveTo>
                    <a:pt x="1025754" y="44450"/>
                  </a:moveTo>
                  <a:lnTo>
                    <a:pt x="988936" y="44450"/>
                  </a:lnTo>
                  <a:lnTo>
                    <a:pt x="988936" y="31750"/>
                  </a:lnTo>
                  <a:lnTo>
                    <a:pt x="1025754" y="31750"/>
                  </a:lnTo>
                  <a:lnTo>
                    <a:pt x="1027036" y="38100"/>
                  </a:lnTo>
                  <a:lnTo>
                    <a:pt x="1025754" y="44450"/>
                  </a:lnTo>
                  <a:close/>
                </a:path>
                <a:path w="1027429" h="440054">
                  <a:moveTo>
                    <a:pt x="900036" y="44450"/>
                  </a:moveTo>
                  <a:lnTo>
                    <a:pt x="849236" y="44450"/>
                  </a:lnTo>
                  <a:lnTo>
                    <a:pt x="849236" y="31750"/>
                  </a:lnTo>
                  <a:lnTo>
                    <a:pt x="900036" y="31750"/>
                  </a:lnTo>
                  <a:lnTo>
                    <a:pt x="900036" y="44450"/>
                  </a:lnTo>
                  <a:close/>
                </a:path>
                <a:path w="1027429" h="440054">
                  <a:moveTo>
                    <a:pt x="811136" y="44450"/>
                  </a:moveTo>
                  <a:lnTo>
                    <a:pt x="760336" y="44450"/>
                  </a:lnTo>
                  <a:lnTo>
                    <a:pt x="760336" y="31750"/>
                  </a:lnTo>
                  <a:lnTo>
                    <a:pt x="811136" y="31750"/>
                  </a:lnTo>
                  <a:lnTo>
                    <a:pt x="811136" y="44450"/>
                  </a:lnTo>
                  <a:close/>
                </a:path>
                <a:path w="1027429" h="440054">
                  <a:moveTo>
                    <a:pt x="722236" y="44450"/>
                  </a:moveTo>
                  <a:lnTo>
                    <a:pt x="671436" y="44450"/>
                  </a:lnTo>
                  <a:lnTo>
                    <a:pt x="671436" y="31750"/>
                  </a:lnTo>
                  <a:lnTo>
                    <a:pt x="722236" y="31750"/>
                  </a:lnTo>
                  <a:lnTo>
                    <a:pt x="722236" y="44450"/>
                  </a:lnTo>
                  <a:close/>
                </a:path>
                <a:path w="1027429" h="440054">
                  <a:moveTo>
                    <a:pt x="657707" y="106934"/>
                  </a:moveTo>
                  <a:lnTo>
                    <a:pt x="645007" y="106934"/>
                  </a:lnTo>
                  <a:lnTo>
                    <a:pt x="645007" y="56134"/>
                  </a:lnTo>
                  <a:lnTo>
                    <a:pt x="657707" y="56134"/>
                  </a:lnTo>
                  <a:lnTo>
                    <a:pt x="657707" y="106934"/>
                  </a:lnTo>
                  <a:close/>
                </a:path>
                <a:path w="1027429" h="440054">
                  <a:moveTo>
                    <a:pt x="657707" y="195834"/>
                  </a:moveTo>
                  <a:lnTo>
                    <a:pt x="645007" y="195834"/>
                  </a:lnTo>
                  <a:lnTo>
                    <a:pt x="645007" y="145034"/>
                  </a:lnTo>
                  <a:lnTo>
                    <a:pt x="657707" y="145034"/>
                  </a:lnTo>
                  <a:lnTo>
                    <a:pt x="657707" y="195834"/>
                  </a:lnTo>
                  <a:close/>
                </a:path>
                <a:path w="1027429" h="440054">
                  <a:moveTo>
                    <a:pt x="657707" y="284734"/>
                  </a:moveTo>
                  <a:lnTo>
                    <a:pt x="645007" y="284734"/>
                  </a:lnTo>
                  <a:lnTo>
                    <a:pt x="645007" y="233934"/>
                  </a:lnTo>
                  <a:lnTo>
                    <a:pt x="657707" y="233934"/>
                  </a:lnTo>
                  <a:lnTo>
                    <a:pt x="657707" y="284734"/>
                  </a:lnTo>
                  <a:close/>
                </a:path>
                <a:path w="1027429" h="440054">
                  <a:moveTo>
                    <a:pt x="657707" y="373634"/>
                  </a:moveTo>
                  <a:lnTo>
                    <a:pt x="645007" y="373634"/>
                  </a:lnTo>
                  <a:lnTo>
                    <a:pt x="645007" y="322834"/>
                  </a:lnTo>
                  <a:lnTo>
                    <a:pt x="657707" y="322834"/>
                  </a:lnTo>
                  <a:lnTo>
                    <a:pt x="657707" y="373634"/>
                  </a:lnTo>
                  <a:close/>
                </a:path>
                <a:path w="1027429" h="440054">
                  <a:moveTo>
                    <a:pt x="645007" y="433476"/>
                  </a:moveTo>
                  <a:lnTo>
                    <a:pt x="645007" y="411734"/>
                  </a:lnTo>
                  <a:lnTo>
                    <a:pt x="657707" y="411734"/>
                  </a:lnTo>
                  <a:lnTo>
                    <a:pt x="657707" y="427126"/>
                  </a:lnTo>
                  <a:lnTo>
                    <a:pt x="651357" y="427126"/>
                  </a:lnTo>
                  <a:lnTo>
                    <a:pt x="645007" y="433476"/>
                  </a:lnTo>
                  <a:close/>
                </a:path>
                <a:path w="1027429" h="440054">
                  <a:moveTo>
                    <a:pt x="657707" y="439826"/>
                  </a:moveTo>
                  <a:lnTo>
                    <a:pt x="622300" y="439826"/>
                  </a:lnTo>
                  <a:lnTo>
                    <a:pt x="622300" y="427126"/>
                  </a:lnTo>
                  <a:lnTo>
                    <a:pt x="645007" y="427126"/>
                  </a:lnTo>
                  <a:lnTo>
                    <a:pt x="645007" y="433476"/>
                  </a:lnTo>
                  <a:lnTo>
                    <a:pt x="657707" y="433476"/>
                  </a:lnTo>
                  <a:lnTo>
                    <a:pt x="657707" y="439826"/>
                  </a:lnTo>
                  <a:close/>
                </a:path>
                <a:path w="1027429" h="440054">
                  <a:moveTo>
                    <a:pt x="657707" y="433476"/>
                  </a:moveTo>
                  <a:lnTo>
                    <a:pt x="645007" y="433476"/>
                  </a:lnTo>
                  <a:lnTo>
                    <a:pt x="651357" y="427126"/>
                  </a:lnTo>
                  <a:lnTo>
                    <a:pt x="657707" y="427126"/>
                  </a:lnTo>
                  <a:lnTo>
                    <a:pt x="657707" y="433476"/>
                  </a:lnTo>
                  <a:close/>
                </a:path>
                <a:path w="1027429" h="440054">
                  <a:moveTo>
                    <a:pt x="584200" y="439826"/>
                  </a:moveTo>
                  <a:lnTo>
                    <a:pt x="533400" y="439826"/>
                  </a:lnTo>
                  <a:lnTo>
                    <a:pt x="533400" y="427126"/>
                  </a:lnTo>
                  <a:lnTo>
                    <a:pt x="584200" y="427126"/>
                  </a:lnTo>
                  <a:lnTo>
                    <a:pt x="584200" y="439826"/>
                  </a:lnTo>
                  <a:close/>
                </a:path>
                <a:path w="1027429" h="440054">
                  <a:moveTo>
                    <a:pt x="495300" y="439826"/>
                  </a:moveTo>
                  <a:lnTo>
                    <a:pt x="444500" y="439826"/>
                  </a:lnTo>
                  <a:lnTo>
                    <a:pt x="444500" y="427126"/>
                  </a:lnTo>
                  <a:lnTo>
                    <a:pt x="495300" y="427126"/>
                  </a:lnTo>
                  <a:lnTo>
                    <a:pt x="495300" y="439826"/>
                  </a:lnTo>
                  <a:close/>
                </a:path>
                <a:path w="1027429" h="440054">
                  <a:moveTo>
                    <a:pt x="406400" y="439826"/>
                  </a:moveTo>
                  <a:lnTo>
                    <a:pt x="355600" y="439826"/>
                  </a:lnTo>
                  <a:lnTo>
                    <a:pt x="355600" y="427126"/>
                  </a:lnTo>
                  <a:lnTo>
                    <a:pt x="406400" y="427126"/>
                  </a:lnTo>
                  <a:lnTo>
                    <a:pt x="406400" y="439826"/>
                  </a:lnTo>
                  <a:close/>
                </a:path>
                <a:path w="1027429" h="440054">
                  <a:moveTo>
                    <a:pt x="317500" y="439826"/>
                  </a:moveTo>
                  <a:lnTo>
                    <a:pt x="266700" y="439826"/>
                  </a:lnTo>
                  <a:lnTo>
                    <a:pt x="266700" y="427126"/>
                  </a:lnTo>
                  <a:lnTo>
                    <a:pt x="317500" y="427126"/>
                  </a:lnTo>
                  <a:lnTo>
                    <a:pt x="317500" y="439826"/>
                  </a:lnTo>
                  <a:close/>
                </a:path>
                <a:path w="1027429" h="440054">
                  <a:moveTo>
                    <a:pt x="228600" y="439826"/>
                  </a:moveTo>
                  <a:lnTo>
                    <a:pt x="177800" y="439826"/>
                  </a:lnTo>
                  <a:lnTo>
                    <a:pt x="177800" y="427126"/>
                  </a:lnTo>
                  <a:lnTo>
                    <a:pt x="228600" y="427126"/>
                  </a:lnTo>
                  <a:lnTo>
                    <a:pt x="228600" y="439826"/>
                  </a:lnTo>
                  <a:close/>
                </a:path>
                <a:path w="1027429" h="440054">
                  <a:moveTo>
                    <a:pt x="139700" y="439826"/>
                  </a:moveTo>
                  <a:lnTo>
                    <a:pt x="88900" y="439826"/>
                  </a:lnTo>
                  <a:lnTo>
                    <a:pt x="88900" y="427126"/>
                  </a:lnTo>
                  <a:lnTo>
                    <a:pt x="139700" y="427126"/>
                  </a:lnTo>
                  <a:lnTo>
                    <a:pt x="139700" y="439826"/>
                  </a:lnTo>
                  <a:close/>
                </a:path>
                <a:path w="1027429" h="440054">
                  <a:moveTo>
                    <a:pt x="50800" y="439826"/>
                  </a:moveTo>
                  <a:lnTo>
                    <a:pt x="0" y="439826"/>
                  </a:lnTo>
                  <a:lnTo>
                    <a:pt x="0" y="427126"/>
                  </a:lnTo>
                  <a:lnTo>
                    <a:pt x="50800" y="427126"/>
                  </a:lnTo>
                  <a:lnTo>
                    <a:pt x="50800" y="439826"/>
                  </a:lnTo>
                  <a:close/>
                </a:path>
              </a:pathLst>
            </a:custGeom>
            <a:solidFill>
              <a:srgbClr val="9FC0EF"/>
            </a:solidFill>
          </p:spPr>
          <p:txBody>
            <a:bodyPr wrap="square" lIns="0" tIns="0" rIns="0" bIns="0" rtlCol="0"/>
            <a:lstStyle/>
            <a:p>
              <a:endParaRPr/>
            </a:p>
          </p:txBody>
        </p:sp>
        <p:pic>
          <p:nvPicPr>
            <p:cNvPr id="9" name="object 9"/>
            <p:cNvPicPr/>
            <p:nvPr/>
          </p:nvPicPr>
          <p:blipFill>
            <a:blip r:embed="rId4" cstate="print"/>
            <a:stretch>
              <a:fillRect/>
            </a:stretch>
          </p:blipFill>
          <p:spPr>
            <a:xfrm>
              <a:off x="1474089" y="4164215"/>
              <a:ext cx="2009978" cy="1282166"/>
            </a:xfrm>
            <a:prstGeom prst="rect">
              <a:avLst/>
            </a:prstGeom>
          </p:spPr>
        </p:pic>
        <p:pic>
          <p:nvPicPr>
            <p:cNvPr id="10" name="object 10"/>
            <p:cNvPicPr/>
            <p:nvPr/>
          </p:nvPicPr>
          <p:blipFill>
            <a:blip r:embed="rId5" cstate="print"/>
            <a:stretch>
              <a:fillRect/>
            </a:stretch>
          </p:blipFill>
          <p:spPr>
            <a:xfrm>
              <a:off x="2302916" y="3696500"/>
              <a:ext cx="1182611" cy="2248903"/>
            </a:xfrm>
            <a:prstGeom prst="rect">
              <a:avLst/>
            </a:prstGeom>
          </p:spPr>
        </p:pic>
        <p:pic>
          <p:nvPicPr>
            <p:cNvPr id="11" name="object 11"/>
            <p:cNvPicPr/>
            <p:nvPr/>
          </p:nvPicPr>
          <p:blipFill>
            <a:blip r:embed="rId6" cstate="print"/>
            <a:stretch>
              <a:fillRect/>
            </a:stretch>
          </p:blipFill>
          <p:spPr>
            <a:xfrm>
              <a:off x="58407" y="2741104"/>
              <a:ext cx="2065083" cy="2367749"/>
            </a:xfrm>
            <a:prstGeom prst="rect">
              <a:avLst/>
            </a:prstGeom>
          </p:spPr>
        </p:pic>
        <p:pic>
          <p:nvPicPr>
            <p:cNvPr id="12" name="object 12"/>
            <p:cNvPicPr/>
            <p:nvPr/>
          </p:nvPicPr>
          <p:blipFill>
            <a:blip r:embed="rId7" cstate="print"/>
            <a:stretch>
              <a:fillRect/>
            </a:stretch>
          </p:blipFill>
          <p:spPr>
            <a:xfrm>
              <a:off x="1089799" y="3773995"/>
              <a:ext cx="276415" cy="234175"/>
            </a:xfrm>
            <a:prstGeom prst="rect">
              <a:avLst/>
            </a:prstGeom>
          </p:spPr>
        </p:pic>
        <p:pic>
          <p:nvPicPr>
            <p:cNvPr id="13" name="object 13"/>
            <p:cNvPicPr/>
            <p:nvPr/>
          </p:nvPicPr>
          <p:blipFill>
            <a:blip r:embed="rId8" cstate="print"/>
            <a:stretch>
              <a:fillRect/>
            </a:stretch>
          </p:blipFill>
          <p:spPr>
            <a:xfrm>
              <a:off x="1006462" y="3668865"/>
              <a:ext cx="1556270" cy="1776945"/>
            </a:xfrm>
            <a:prstGeom prst="rect">
              <a:avLst/>
            </a:prstGeom>
          </p:spPr>
        </p:pic>
        <p:pic>
          <p:nvPicPr>
            <p:cNvPr id="14" name="object 14"/>
            <p:cNvPicPr/>
            <p:nvPr/>
          </p:nvPicPr>
          <p:blipFill>
            <a:blip r:embed="rId9" cstate="print"/>
            <a:stretch>
              <a:fillRect/>
            </a:stretch>
          </p:blipFill>
          <p:spPr>
            <a:xfrm>
              <a:off x="1783867" y="4406493"/>
              <a:ext cx="321678" cy="234175"/>
            </a:xfrm>
            <a:prstGeom prst="rect">
              <a:avLst/>
            </a:prstGeom>
          </p:spPr>
        </p:pic>
        <p:pic>
          <p:nvPicPr>
            <p:cNvPr id="15" name="object 15"/>
            <p:cNvPicPr/>
            <p:nvPr/>
          </p:nvPicPr>
          <p:blipFill>
            <a:blip r:embed="rId10" cstate="print"/>
            <a:stretch>
              <a:fillRect/>
            </a:stretch>
          </p:blipFill>
          <p:spPr>
            <a:xfrm>
              <a:off x="1893849" y="4591596"/>
              <a:ext cx="1498930" cy="1486585"/>
            </a:xfrm>
            <a:prstGeom prst="rect">
              <a:avLst/>
            </a:prstGeom>
          </p:spPr>
        </p:pic>
        <p:pic>
          <p:nvPicPr>
            <p:cNvPr id="16" name="object 16"/>
            <p:cNvPicPr/>
            <p:nvPr/>
          </p:nvPicPr>
          <p:blipFill>
            <a:blip r:embed="rId11" cstate="print"/>
            <a:stretch>
              <a:fillRect/>
            </a:stretch>
          </p:blipFill>
          <p:spPr>
            <a:xfrm>
              <a:off x="2552496" y="5183797"/>
              <a:ext cx="321678" cy="234175"/>
            </a:xfrm>
            <a:prstGeom prst="rect">
              <a:avLst/>
            </a:prstGeom>
          </p:spPr>
        </p:pic>
        <p:sp>
          <p:nvSpPr>
            <p:cNvPr id="17" name="object 17"/>
            <p:cNvSpPr/>
            <p:nvPr/>
          </p:nvSpPr>
          <p:spPr>
            <a:xfrm>
              <a:off x="4320540" y="4441964"/>
              <a:ext cx="36830" cy="36830"/>
            </a:xfrm>
            <a:custGeom>
              <a:avLst/>
              <a:gdLst/>
              <a:ahLst/>
              <a:cxnLst/>
              <a:rect l="l" t="t" r="r" b="b"/>
              <a:pathLst>
                <a:path w="36829" h="36829">
                  <a:moveTo>
                    <a:pt x="18351" y="36499"/>
                  </a:moveTo>
                  <a:lnTo>
                    <a:pt x="11303" y="35074"/>
                  </a:lnTo>
                  <a:lnTo>
                    <a:pt x="5522" y="31222"/>
                  </a:lnTo>
                  <a:lnTo>
                    <a:pt x="1569" y="25580"/>
                  </a:lnTo>
                  <a:lnTo>
                    <a:pt x="0" y="18783"/>
                  </a:lnTo>
                  <a:lnTo>
                    <a:pt x="1569" y="11374"/>
                  </a:lnTo>
                  <a:lnTo>
                    <a:pt x="5522" y="5414"/>
                  </a:lnTo>
                  <a:lnTo>
                    <a:pt x="11303" y="1443"/>
                  </a:lnTo>
                  <a:lnTo>
                    <a:pt x="18351" y="0"/>
                  </a:lnTo>
                  <a:lnTo>
                    <a:pt x="25395" y="1435"/>
                  </a:lnTo>
                  <a:lnTo>
                    <a:pt x="31148" y="5348"/>
                  </a:lnTo>
                  <a:lnTo>
                    <a:pt x="35026" y="11149"/>
                  </a:lnTo>
                  <a:lnTo>
                    <a:pt x="36449" y="18249"/>
                  </a:lnTo>
                  <a:lnTo>
                    <a:pt x="35026" y="25355"/>
                  </a:lnTo>
                  <a:lnTo>
                    <a:pt x="31148" y="31156"/>
                  </a:lnTo>
                  <a:lnTo>
                    <a:pt x="25395" y="35066"/>
                  </a:lnTo>
                  <a:lnTo>
                    <a:pt x="18351" y="36499"/>
                  </a:lnTo>
                  <a:close/>
                </a:path>
              </a:pathLst>
            </a:custGeom>
            <a:solidFill>
              <a:srgbClr val="FFFFFF"/>
            </a:solidFill>
          </p:spPr>
          <p:txBody>
            <a:bodyPr wrap="square" lIns="0" tIns="0" rIns="0" bIns="0" rtlCol="0"/>
            <a:lstStyle/>
            <a:p>
              <a:endParaRPr/>
            </a:p>
          </p:txBody>
        </p:sp>
      </p:grpSp>
      <p:sp>
        <p:nvSpPr>
          <p:cNvPr id="18" name="object 18"/>
          <p:cNvSpPr txBox="1"/>
          <p:nvPr/>
        </p:nvSpPr>
        <p:spPr>
          <a:xfrm>
            <a:off x="4457852" y="3156277"/>
            <a:ext cx="3736340" cy="3034665"/>
          </a:xfrm>
          <a:prstGeom prst="rect">
            <a:avLst/>
          </a:prstGeom>
        </p:spPr>
        <p:txBody>
          <a:bodyPr vert="horz" wrap="square" lIns="0" tIns="98425" rIns="0" bIns="0" rtlCol="0">
            <a:spAutoFit/>
          </a:bodyPr>
          <a:lstStyle/>
          <a:p>
            <a:pPr marL="12700">
              <a:lnSpc>
                <a:spcPct val="100000"/>
              </a:lnSpc>
              <a:spcBef>
                <a:spcPts val="775"/>
              </a:spcBef>
            </a:pPr>
            <a:r>
              <a:rPr sz="1800" b="1" spc="-10" dirty="0">
                <a:solidFill>
                  <a:srgbClr val="5F95E6"/>
                </a:solidFill>
                <a:latin typeface="Microsoft JhengHei"/>
                <a:cs typeface="Microsoft JhengHei"/>
              </a:rPr>
              <a:t>初始生成概率</a:t>
            </a:r>
            <a:endParaRPr sz="1800">
              <a:latin typeface="Microsoft JhengHei"/>
              <a:cs typeface="Microsoft JhengHei"/>
            </a:endParaRPr>
          </a:p>
          <a:p>
            <a:pPr marL="12700" marR="5080">
              <a:lnSpc>
                <a:spcPct val="129900"/>
              </a:lnSpc>
              <a:spcBef>
                <a:spcPts val="20"/>
              </a:spcBef>
            </a:pPr>
            <a:r>
              <a:rPr sz="1600" dirty="0">
                <a:latin typeface="Arial"/>
                <a:cs typeface="Arial"/>
              </a:rPr>
              <a:t>AI</a:t>
            </a:r>
            <a:r>
              <a:rPr sz="1600" dirty="0">
                <a:latin typeface="宋体"/>
                <a:cs typeface="宋体"/>
              </a:rPr>
              <a:t>通过大模型的概率预测与推理生成初</a:t>
            </a:r>
            <a:r>
              <a:rPr sz="1600" spc="-50" dirty="0">
                <a:latin typeface="宋体"/>
                <a:cs typeface="宋体"/>
              </a:rPr>
              <a:t>步</a:t>
            </a:r>
            <a:r>
              <a:rPr sz="1600" spc="-20" dirty="0">
                <a:latin typeface="宋体"/>
                <a:cs typeface="宋体"/>
              </a:rPr>
              <a:t>内容</a:t>
            </a:r>
            <a:r>
              <a:rPr sz="1600" spc="-50" dirty="0">
                <a:latin typeface="宋体"/>
                <a:cs typeface="宋体"/>
              </a:rPr>
              <a:t>。</a:t>
            </a:r>
            <a:endParaRPr sz="1600">
              <a:latin typeface="宋体"/>
              <a:cs typeface="宋体"/>
            </a:endParaRPr>
          </a:p>
          <a:p>
            <a:pPr marL="12700">
              <a:lnSpc>
                <a:spcPct val="100000"/>
              </a:lnSpc>
              <a:spcBef>
                <a:spcPts val="835"/>
              </a:spcBef>
            </a:pPr>
            <a:r>
              <a:rPr sz="1800" b="1" spc="-10" dirty="0">
                <a:solidFill>
                  <a:srgbClr val="57B6E4"/>
                </a:solidFill>
                <a:latin typeface="Microsoft JhengHei"/>
                <a:cs typeface="Microsoft JhengHei"/>
              </a:rPr>
              <a:t>交互筛选概率</a:t>
            </a:r>
            <a:endParaRPr sz="1800">
              <a:latin typeface="Microsoft JhengHei"/>
              <a:cs typeface="Microsoft JhengHei"/>
            </a:endParaRPr>
          </a:p>
          <a:p>
            <a:pPr marL="12700" marR="5080">
              <a:lnSpc>
                <a:spcPct val="129900"/>
              </a:lnSpc>
              <a:spcBef>
                <a:spcPts val="20"/>
              </a:spcBef>
            </a:pPr>
            <a:r>
              <a:rPr sz="1600" dirty="0">
                <a:latin typeface="宋体"/>
                <a:cs typeface="宋体"/>
              </a:rPr>
              <a:t>用户与</a:t>
            </a:r>
            <a:r>
              <a:rPr sz="1600" dirty="0">
                <a:latin typeface="Arial"/>
                <a:cs typeface="Arial"/>
              </a:rPr>
              <a:t>AI</a:t>
            </a:r>
            <a:r>
              <a:rPr sz="1600" dirty="0">
                <a:latin typeface="宋体"/>
                <a:cs typeface="宋体"/>
              </a:rPr>
              <a:t>互动，通过对话和选择筛选出</a:t>
            </a:r>
            <a:r>
              <a:rPr sz="1600" spc="-50" dirty="0">
                <a:latin typeface="宋体"/>
                <a:cs typeface="宋体"/>
              </a:rPr>
              <a:t>更</a:t>
            </a:r>
            <a:r>
              <a:rPr sz="1600" spc="-20" dirty="0">
                <a:latin typeface="宋体"/>
                <a:cs typeface="宋体"/>
              </a:rPr>
              <a:t>优作品</a:t>
            </a:r>
            <a:r>
              <a:rPr sz="1600" spc="-50" dirty="0">
                <a:latin typeface="宋体"/>
                <a:cs typeface="宋体"/>
              </a:rPr>
              <a:t>。</a:t>
            </a:r>
            <a:endParaRPr sz="1600">
              <a:latin typeface="宋体"/>
              <a:cs typeface="宋体"/>
            </a:endParaRPr>
          </a:p>
          <a:p>
            <a:pPr marL="12700">
              <a:lnSpc>
                <a:spcPct val="100000"/>
              </a:lnSpc>
              <a:spcBef>
                <a:spcPts val="1240"/>
              </a:spcBef>
            </a:pPr>
            <a:r>
              <a:rPr sz="1800" b="1" spc="-10" dirty="0">
                <a:solidFill>
                  <a:srgbClr val="5F95E6"/>
                </a:solidFill>
                <a:latin typeface="Microsoft JhengHei"/>
                <a:cs typeface="Microsoft JhengHei"/>
              </a:rPr>
              <a:t>主观优化概率</a:t>
            </a:r>
            <a:endParaRPr sz="1800">
              <a:latin typeface="Microsoft JhengHei"/>
              <a:cs typeface="Microsoft JhengHei"/>
            </a:endParaRPr>
          </a:p>
          <a:p>
            <a:pPr marL="12700">
              <a:lnSpc>
                <a:spcPct val="100000"/>
              </a:lnSpc>
              <a:spcBef>
                <a:spcPts val="30"/>
              </a:spcBef>
            </a:pPr>
            <a:r>
              <a:rPr sz="1600" dirty="0">
                <a:latin typeface="宋体"/>
                <a:cs typeface="宋体"/>
              </a:rPr>
              <a:t>用户基于自身能力和创意对生成内容进</a:t>
            </a:r>
            <a:r>
              <a:rPr sz="1600" spc="-50" dirty="0">
                <a:latin typeface="宋体"/>
                <a:cs typeface="宋体"/>
              </a:rPr>
              <a:t>行</a:t>
            </a:r>
            <a:endParaRPr sz="1600">
              <a:latin typeface="宋体"/>
              <a:cs typeface="宋体"/>
            </a:endParaRPr>
          </a:p>
          <a:p>
            <a:pPr marL="12700">
              <a:lnSpc>
                <a:spcPct val="100000"/>
              </a:lnSpc>
              <a:spcBef>
                <a:spcPts val="575"/>
              </a:spcBef>
            </a:pPr>
            <a:r>
              <a:rPr sz="1600" spc="-20" dirty="0">
                <a:latin typeface="宋体"/>
                <a:cs typeface="宋体"/>
              </a:rPr>
              <a:t>个性化优化</a:t>
            </a:r>
            <a:r>
              <a:rPr sz="1600" spc="-50" dirty="0">
                <a:latin typeface="宋体"/>
                <a:cs typeface="宋体"/>
              </a:rPr>
              <a:t>。</a:t>
            </a:r>
            <a:endParaRPr sz="1600">
              <a:latin typeface="宋体"/>
              <a:cs typeface="宋体"/>
            </a:endParaRPr>
          </a:p>
        </p:txBody>
      </p:sp>
      <p:pic>
        <p:nvPicPr>
          <p:cNvPr id="19" name="object 19"/>
          <p:cNvPicPr/>
          <p:nvPr/>
        </p:nvPicPr>
        <p:blipFill>
          <a:blip r:embed="rId12" cstate="print"/>
          <a:stretch>
            <a:fillRect/>
          </a:stretch>
        </p:blipFill>
        <p:spPr>
          <a:xfrm>
            <a:off x="8902910" y="2472858"/>
            <a:ext cx="2615762" cy="3574659"/>
          </a:xfrm>
          <a:prstGeom prst="rect">
            <a:avLst/>
          </a:prstGeom>
        </p:spPr>
      </p:pic>
      <p:sp>
        <p:nvSpPr>
          <p:cNvPr id="20" name="object 20"/>
          <p:cNvSpPr txBox="1"/>
          <p:nvPr/>
        </p:nvSpPr>
        <p:spPr>
          <a:xfrm>
            <a:off x="10633075" y="3219450"/>
            <a:ext cx="140017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初始生成概率</a:t>
            </a:r>
            <a:endParaRPr sz="1800">
              <a:latin typeface="Microsoft JhengHei"/>
              <a:cs typeface="Microsoft JhengHei"/>
            </a:endParaRPr>
          </a:p>
        </p:txBody>
      </p:sp>
      <p:sp>
        <p:nvSpPr>
          <p:cNvPr id="21" name="object 21"/>
          <p:cNvSpPr txBox="1"/>
          <p:nvPr/>
        </p:nvSpPr>
        <p:spPr>
          <a:xfrm>
            <a:off x="567690" y="949960"/>
            <a:ext cx="10701655" cy="1923414"/>
          </a:xfrm>
          <a:prstGeom prst="rect">
            <a:avLst/>
          </a:prstGeom>
        </p:spPr>
        <p:txBody>
          <a:bodyPr vert="horz" wrap="square" lIns="0" tIns="12700" rIns="0" bIns="0" rtlCol="0">
            <a:spAutoFit/>
          </a:bodyPr>
          <a:lstStyle/>
          <a:p>
            <a:pPr marL="12700" marR="5080" indent="457200" algn="just">
              <a:lnSpc>
                <a:spcPct val="129900"/>
              </a:lnSpc>
              <a:spcBef>
                <a:spcPts val="100"/>
              </a:spcBef>
            </a:pPr>
            <a:r>
              <a:rPr sz="1800" spc="390" dirty="0">
                <a:latin typeface="宋体"/>
                <a:cs typeface="宋体"/>
              </a:rPr>
              <a:t>AIGC</a:t>
            </a:r>
            <a:r>
              <a:rPr sz="1800" spc="105" dirty="0">
                <a:latin typeface="宋体"/>
                <a:cs typeface="宋体"/>
              </a:rPr>
              <a:t>的三层概率交互的内容生成体系， 描述了人工智能与人类在内容创作中的协同合作。通</a:t>
            </a:r>
            <a:r>
              <a:rPr sz="1800" spc="155" dirty="0">
                <a:latin typeface="宋体"/>
                <a:cs typeface="宋体"/>
              </a:rPr>
              <a:t>过</a:t>
            </a:r>
            <a:r>
              <a:rPr sz="1800" b="1" spc="160" dirty="0">
                <a:latin typeface="Microsoft JhengHei"/>
                <a:cs typeface="Microsoft JhengHei"/>
              </a:rPr>
              <a:t>初始生成</a:t>
            </a:r>
            <a:r>
              <a:rPr sz="1800" spc="155" dirty="0">
                <a:latin typeface="宋体"/>
                <a:cs typeface="宋体"/>
              </a:rPr>
              <a:t>、</a:t>
            </a:r>
            <a:r>
              <a:rPr sz="1800" b="1" spc="160" dirty="0">
                <a:latin typeface="Microsoft JhengHei"/>
                <a:cs typeface="Microsoft JhengHei"/>
              </a:rPr>
              <a:t>交互筛选</a:t>
            </a:r>
            <a:r>
              <a:rPr sz="1800" spc="155" dirty="0">
                <a:latin typeface="宋体"/>
                <a:cs typeface="宋体"/>
              </a:rPr>
              <a:t>和</a:t>
            </a:r>
            <a:r>
              <a:rPr sz="1800" b="1" spc="160" dirty="0">
                <a:latin typeface="Microsoft JhengHei"/>
                <a:cs typeface="Microsoft JhengHei"/>
              </a:rPr>
              <a:t>主观优化</a:t>
            </a:r>
            <a:r>
              <a:rPr sz="1800" spc="40" dirty="0">
                <a:latin typeface="宋体"/>
                <a:cs typeface="宋体"/>
              </a:rPr>
              <a:t>三个层次， 构建了一个动态循环的创作流程， 以提升内容生成的</a:t>
            </a:r>
            <a:r>
              <a:rPr sz="1800" spc="140" dirty="0">
                <a:latin typeface="宋体"/>
                <a:cs typeface="宋体"/>
              </a:rPr>
              <a:t>效率和质量，满足市场的多样化需求。</a:t>
            </a:r>
            <a:endParaRPr sz="1800">
              <a:latin typeface="宋体"/>
              <a:cs typeface="宋体"/>
            </a:endParaRPr>
          </a:p>
          <a:p>
            <a:pPr>
              <a:lnSpc>
                <a:spcPct val="100000"/>
              </a:lnSpc>
            </a:pPr>
            <a:endParaRPr sz="2200">
              <a:latin typeface="宋体"/>
              <a:cs typeface="宋体"/>
            </a:endParaRPr>
          </a:p>
          <a:p>
            <a:pPr marR="1613535" algn="r">
              <a:lnSpc>
                <a:spcPct val="100000"/>
              </a:lnSpc>
              <a:spcBef>
                <a:spcPts val="1550"/>
              </a:spcBef>
            </a:pPr>
            <a:r>
              <a:rPr sz="1800" b="1" spc="-10" dirty="0">
                <a:latin typeface="Microsoft JhengHei"/>
                <a:cs typeface="Microsoft JhengHei"/>
              </a:rPr>
              <a:t>交互筛选概率</a:t>
            </a:r>
            <a:endParaRPr sz="1800">
              <a:latin typeface="Microsoft JhengHei"/>
              <a:cs typeface="Microsoft JhengHei"/>
            </a:endParaRPr>
          </a:p>
        </p:txBody>
      </p:sp>
      <p:sp>
        <p:nvSpPr>
          <p:cNvPr id="22" name="object 22"/>
          <p:cNvSpPr txBox="1"/>
          <p:nvPr/>
        </p:nvSpPr>
        <p:spPr>
          <a:xfrm>
            <a:off x="10415269" y="5232400"/>
            <a:ext cx="140017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主观优化概率</a:t>
            </a:r>
            <a:endParaRPr sz="1800">
              <a:latin typeface="Microsoft JhengHei"/>
              <a:cs typeface="Microsoft JhengHe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7093584" cy="634365"/>
          </a:xfrm>
          <a:prstGeom prst="rect">
            <a:avLst/>
          </a:prstGeom>
        </p:spPr>
        <p:txBody>
          <a:bodyPr vert="horz" wrap="square" lIns="0" tIns="12065" rIns="0" bIns="0" rtlCol="0">
            <a:spAutoFit/>
          </a:bodyPr>
          <a:lstStyle/>
          <a:p>
            <a:pPr marL="12700">
              <a:lnSpc>
                <a:spcPct val="100000"/>
              </a:lnSpc>
              <a:spcBef>
                <a:spcPts val="95"/>
              </a:spcBef>
            </a:pPr>
            <a:r>
              <a:rPr sz="4000" spc="270" dirty="0"/>
              <a:t>人机共生时代的能力培养体</a:t>
            </a:r>
            <a:r>
              <a:rPr sz="4000" spc="-50" dirty="0"/>
              <a:t>系</a:t>
            </a:r>
            <a:endParaRPr sz="4000"/>
          </a:p>
        </p:txBody>
      </p:sp>
      <p:grpSp>
        <p:nvGrpSpPr>
          <p:cNvPr id="3" name="object 3"/>
          <p:cNvGrpSpPr/>
          <p:nvPr/>
        </p:nvGrpSpPr>
        <p:grpSpPr>
          <a:xfrm>
            <a:off x="5048250" y="2707817"/>
            <a:ext cx="2095500" cy="2049780"/>
            <a:chOff x="5048250" y="2707817"/>
            <a:chExt cx="2095500" cy="2049780"/>
          </a:xfrm>
        </p:grpSpPr>
        <p:sp>
          <p:nvSpPr>
            <p:cNvPr id="4" name="object 4"/>
            <p:cNvSpPr/>
            <p:nvPr/>
          </p:nvSpPr>
          <p:spPr>
            <a:xfrm>
              <a:off x="5048250" y="2707817"/>
              <a:ext cx="2095500" cy="2049780"/>
            </a:xfrm>
            <a:custGeom>
              <a:avLst/>
              <a:gdLst/>
              <a:ahLst/>
              <a:cxnLst/>
              <a:rect l="l" t="t" r="r" b="b"/>
              <a:pathLst>
                <a:path w="2095500" h="2049779">
                  <a:moveTo>
                    <a:pt x="2095500" y="1038225"/>
                  </a:moveTo>
                  <a:lnTo>
                    <a:pt x="1057275" y="1038225"/>
                  </a:lnTo>
                  <a:lnTo>
                    <a:pt x="1057275" y="0"/>
                  </a:lnTo>
                  <a:lnTo>
                    <a:pt x="1038225" y="0"/>
                  </a:lnTo>
                  <a:lnTo>
                    <a:pt x="1038225" y="1038225"/>
                  </a:lnTo>
                  <a:lnTo>
                    <a:pt x="0" y="1038225"/>
                  </a:lnTo>
                  <a:lnTo>
                    <a:pt x="0" y="1057275"/>
                  </a:lnTo>
                  <a:lnTo>
                    <a:pt x="1038225" y="1057275"/>
                  </a:lnTo>
                  <a:lnTo>
                    <a:pt x="1038225" y="2049780"/>
                  </a:lnTo>
                  <a:lnTo>
                    <a:pt x="1057275" y="2049780"/>
                  </a:lnTo>
                  <a:lnTo>
                    <a:pt x="1057275" y="1057275"/>
                  </a:lnTo>
                  <a:lnTo>
                    <a:pt x="2095500" y="1057275"/>
                  </a:lnTo>
                  <a:lnTo>
                    <a:pt x="2095500" y="1038225"/>
                  </a:lnTo>
                  <a:close/>
                </a:path>
              </a:pathLst>
            </a:custGeom>
            <a:solidFill>
              <a:srgbClr val="92C5FC"/>
            </a:solidFill>
          </p:spPr>
          <p:txBody>
            <a:bodyPr wrap="square" lIns="0" tIns="0" rIns="0" bIns="0" rtlCol="0"/>
            <a:lstStyle/>
            <a:p>
              <a:endParaRPr/>
            </a:p>
          </p:txBody>
        </p:sp>
        <p:sp>
          <p:nvSpPr>
            <p:cNvPr id="5" name="object 5"/>
            <p:cNvSpPr/>
            <p:nvPr/>
          </p:nvSpPr>
          <p:spPr>
            <a:xfrm>
              <a:off x="5524500" y="3184067"/>
              <a:ext cx="1143000" cy="1143000"/>
            </a:xfrm>
            <a:custGeom>
              <a:avLst/>
              <a:gdLst/>
              <a:ahLst/>
              <a:cxnLst/>
              <a:rect l="l" t="t" r="r" b="b"/>
              <a:pathLst>
                <a:path w="1143000" h="1143000">
                  <a:moveTo>
                    <a:pt x="571500" y="1143000"/>
                  </a:moveTo>
                  <a:lnTo>
                    <a:pt x="524627" y="1141105"/>
                  </a:lnTo>
                  <a:lnTo>
                    <a:pt x="478799" y="1135520"/>
                  </a:lnTo>
                  <a:lnTo>
                    <a:pt x="434161" y="1126390"/>
                  </a:lnTo>
                  <a:lnTo>
                    <a:pt x="390860" y="1113864"/>
                  </a:lnTo>
                  <a:lnTo>
                    <a:pt x="349045" y="1098089"/>
                  </a:lnTo>
                  <a:lnTo>
                    <a:pt x="308861" y="1079210"/>
                  </a:lnTo>
                  <a:lnTo>
                    <a:pt x="270457" y="1057376"/>
                  </a:lnTo>
                  <a:lnTo>
                    <a:pt x="233978" y="1032734"/>
                  </a:lnTo>
                  <a:lnTo>
                    <a:pt x="199572" y="1005430"/>
                  </a:lnTo>
                  <a:lnTo>
                    <a:pt x="167387" y="975612"/>
                  </a:lnTo>
                  <a:lnTo>
                    <a:pt x="137569" y="943427"/>
                  </a:lnTo>
                  <a:lnTo>
                    <a:pt x="110265" y="909021"/>
                  </a:lnTo>
                  <a:lnTo>
                    <a:pt x="85623" y="872542"/>
                  </a:lnTo>
                  <a:lnTo>
                    <a:pt x="63789" y="834138"/>
                  </a:lnTo>
                  <a:lnTo>
                    <a:pt x="44910" y="793954"/>
                  </a:lnTo>
                  <a:lnTo>
                    <a:pt x="29135" y="752139"/>
                  </a:lnTo>
                  <a:lnTo>
                    <a:pt x="16609" y="708838"/>
                  </a:lnTo>
                  <a:lnTo>
                    <a:pt x="7479" y="664200"/>
                  </a:lnTo>
                  <a:lnTo>
                    <a:pt x="1894" y="618372"/>
                  </a:lnTo>
                  <a:lnTo>
                    <a:pt x="0" y="571500"/>
                  </a:lnTo>
                  <a:lnTo>
                    <a:pt x="1894" y="524627"/>
                  </a:lnTo>
                  <a:lnTo>
                    <a:pt x="7479" y="478799"/>
                  </a:lnTo>
                  <a:lnTo>
                    <a:pt x="16609" y="434161"/>
                  </a:lnTo>
                  <a:lnTo>
                    <a:pt x="29135" y="390860"/>
                  </a:lnTo>
                  <a:lnTo>
                    <a:pt x="44910" y="349045"/>
                  </a:lnTo>
                  <a:lnTo>
                    <a:pt x="63789" y="308861"/>
                  </a:lnTo>
                  <a:lnTo>
                    <a:pt x="85623" y="270457"/>
                  </a:lnTo>
                  <a:lnTo>
                    <a:pt x="110265" y="233978"/>
                  </a:lnTo>
                  <a:lnTo>
                    <a:pt x="137569" y="199572"/>
                  </a:lnTo>
                  <a:lnTo>
                    <a:pt x="167387" y="167387"/>
                  </a:lnTo>
                  <a:lnTo>
                    <a:pt x="199572" y="137569"/>
                  </a:lnTo>
                  <a:lnTo>
                    <a:pt x="233978" y="110265"/>
                  </a:lnTo>
                  <a:lnTo>
                    <a:pt x="270457" y="85623"/>
                  </a:lnTo>
                  <a:lnTo>
                    <a:pt x="308861" y="63789"/>
                  </a:lnTo>
                  <a:lnTo>
                    <a:pt x="349045" y="44910"/>
                  </a:lnTo>
                  <a:lnTo>
                    <a:pt x="390860" y="29135"/>
                  </a:lnTo>
                  <a:lnTo>
                    <a:pt x="434161" y="16609"/>
                  </a:lnTo>
                  <a:lnTo>
                    <a:pt x="478799" y="7479"/>
                  </a:lnTo>
                  <a:lnTo>
                    <a:pt x="524627" y="1894"/>
                  </a:lnTo>
                  <a:lnTo>
                    <a:pt x="571500" y="0"/>
                  </a:lnTo>
                  <a:lnTo>
                    <a:pt x="618372" y="1894"/>
                  </a:lnTo>
                  <a:lnTo>
                    <a:pt x="664200" y="7479"/>
                  </a:lnTo>
                  <a:lnTo>
                    <a:pt x="708838" y="16609"/>
                  </a:lnTo>
                  <a:lnTo>
                    <a:pt x="752139" y="29135"/>
                  </a:lnTo>
                  <a:lnTo>
                    <a:pt x="793954" y="44910"/>
                  </a:lnTo>
                  <a:lnTo>
                    <a:pt x="834138" y="63789"/>
                  </a:lnTo>
                  <a:lnTo>
                    <a:pt x="872542" y="85623"/>
                  </a:lnTo>
                  <a:lnTo>
                    <a:pt x="909021" y="110265"/>
                  </a:lnTo>
                  <a:lnTo>
                    <a:pt x="943427" y="137569"/>
                  </a:lnTo>
                  <a:lnTo>
                    <a:pt x="975612" y="167387"/>
                  </a:lnTo>
                  <a:lnTo>
                    <a:pt x="1005430" y="199572"/>
                  </a:lnTo>
                  <a:lnTo>
                    <a:pt x="1032734" y="233978"/>
                  </a:lnTo>
                  <a:lnTo>
                    <a:pt x="1057376" y="270457"/>
                  </a:lnTo>
                  <a:lnTo>
                    <a:pt x="1079210" y="308861"/>
                  </a:lnTo>
                  <a:lnTo>
                    <a:pt x="1098089" y="349045"/>
                  </a:lnTo>
                  <a:lnTo>
                    <a:pt x="1113864" y="390860"/>
                  </a:lnTo>
                  <a:lnTo>
                    <a:pt x="1126390" y="434161"/>
                  </a:lnTo>
                  <a:lnTo>
                    <a:pt x="1135520" y="478799"/>
                  </a:lnTo>
                  <a:lnTo>
                    <a:pt x="1141105" y="524627"/>
                  </a:lnTo>
                  <a:lnTo>
                    <a:pt x="1143000" y="571500"/>
                  </a:lnTo>
                  <a:lnTo>
                    <a:pt x="1141105" y="618372"/>
                  </a:lnTo>
                  <a:lnTo>
                    <a:pt x="1135520" y="664200"/>
                  </a:lnTo>
                  <a:lnTo>
                    <a:pt x="1126390" y="708838"/>
                  </a:lnTo>
                  <a:lnTo>
                    <a:pt x="1113864" y="752139"/>
                  </a:lnTo>
                  <a:lnTo>
                    <a:pt x="1098089" y="793954"/>
                  </a:lnTo>
                  <a:lnTo>
                    <a:pt x="1079210" y="834138"/>
                  </a:lnTo>
                  <a:lnTo>
                    <a:pt x="1057376" y="872542"/>
                  </a:lnTo>
                  <a:lnTo>
                    <a:pt x="1032734" y="909021"/>
                  </a:lnTo>
                  <a:lnTo>
                    <a:pt x="1005430" y="943427"/>
                  </a:lnTo>
                  <a:lnTo>
                    <a:pt x="975612" y="975612"/>
                  </a:lnTo>
                  <a:lnTo>
                    <a:pt x="943427" y="1005430"/>
                  </a:lnTo>
                  <a:lnTo>
                    <a:pt x="909021" y="1032734"/>
                  </a:lnTo>
                  <a:lnTo>
                    <a:pt x="872542" y="1057376"/>
                  </a:lnTo>
                  <a:lnTo>
                    <a:pt x="834138" y="1079210"/>
                  </a:lnTo>
                  <a:lnTo>
                    <a:pt x="793954" y="1098089"/>
                  </a:lnTo>
                  <a:lnTo>
                    <a:pt x="752139" y="1113864"/>
                  </a:lnTo>
                  <a:lnTo>
                    <a:pt x="708838" y="1126390"/>
                  </a:lnTo>
                  <a:lnTo>
                    <a:pt x="664200" y="1135520"/>
                  </a:lnTo>
                  <a:lnTo>
                    <a:pt x="618372" y="1141105"/>
                  </a:lnTo>
                  <a:lnTo>
                    <a:pt x="571500" y="1143000"/>
                  </a:lnTo>
                  <a:close/>
                </a:path>
              </a:pathLst>
            </a:custGeom>
            <a:solidFill>
              <a:srgbClr val="2462EB">
                <a:alpha val="90199"/>
              </a:srgbClr>
            </a:solidFill>
          </p:spPr>
          <p:txBody>
            <a:bodyPr wrap="square" lIns="0" tIns="0" rIns="0" bIns="0" rtlCol="0"/>
            <a:lstStyle/>
            <a:p>
              <a:endParaRPr/>
            </a:p>
          </p:txBody>
        </p:sp>
      </p:grpSp>
      <p:sp>
        <p:nvSpPr>
          <p:cNvPr id="6" name="object 6"/>
          <p:cNvSpPr txBox="1"/>
          <p:nvPr/>
        </p:nvSpPr>
        <p:spPr>
          <a:xfrm>
            <a:off x="5778500" y="3611422"/>
            <a:ext cx="635000" cy="208279"/>
          </a:xfrm>
          <a:prstGeom prst="rect">
            <a:avLst/>
          </a:prstGeom>
        </p:spPr>
        <p:txBody>
          <a:bodyPr vert="horz" wrap="square" lIns="0" tIns="12700" rIns="0" bIns="0" rtlCol="0">
            <a:spAutoFit/>
          </a:bodyPr>
          <a:lstStyle/>
          <a:p>
            <a:pPr marL="12700">
              <a:lnSpc>
                <a:spcPct val="100000"/>
              </a:lnSpc>
              <a:spcBef>
                <a:spcPts val="100"/>
              </a:spcBef>
            </a:pPr>
            <a:r>
              <a:rPr sz="1200" spc="-15" dirty="0">
                <a:solidFill>
                  <a:srgbClr val="FFFFFF"/>
                </a:solidFill>
                <a:latin typeface="宋体"/>
                <a:cs typeface="宋体"/>
              </a:rPr>
              <a:t>人机共生</a:t>
            </a:r>
            <a:endParaRPr sz="1200">
              <a:latin typeface="宋体"/>
              <a:cs typeface="宋体"/>
            </a:endParaRPr>
          </a:p>
        </p:txBody>
      </p:sp>
      <p:grpSp>
        <p:nvGrpSpPr>
          <p:cNvPr id="7" name="object 7"/>
          <p:cNvGrpSpPr/>
          <p:nvPr/>
        </p:nvGrpSpPr>
        <p:grpSpPr>
          <a:xfrm>
            <a:off x="3705301" y="1365046"/>
            <a:ext cx="4781550" cy="4781550"/>
            <a:chOff x="3705301" y="1365046"/>
            <a:chExt cx="4781550" cy="4781550"/>
          </a:xfrm>
        </p:grpSpPr>
        <p:sp>
          <p:nvSpPr>
            <p:cNvPr id="8" name="object 8"/>
            <p:cNvSpPr/>
            <p:nvPr/>
          </p:nvSpPr>
          <p:spPr>
            <a:xfrm>
              <a:off x="4657775" y="2317292"/>
              <a:ext cx="2876550" cy="2876550"/>
            </a:xfrm>
            <a:custGeom>
              <a:avLst/>
              <a:gdLst/>
              <a:ahLst/>
              <a:cxnLst/>
              <a:rect l="l" t="t" r="r" b="b"/>
              <a:pathLst>
                <a:path w="2876550" h="2876550">
                  <a:moveTo>
                    <a:pt x="2876498" y="1438338"/>
                  </a:moveTo>
                  <a:lnTo>
                    <a:pt x="2857449" y="1438338"/>
                  </a:lnTo>
                  <a:lnTo>
                    <a:pt x="2857334" y="1419872"/>
                  </a:lnTo>
                  <a:lnTo>
                    <a:pt x="2876384" y="1419745"/>
                  </a:lnTo>
                  <a:lnTo>
                    <a:pt x="2876498" y="1438338"/>
                  </a:lnTo>
                  <a:close/>
                </a:path>
                <a:path w="2876550" h="2876550">
                  <a:moveTo>
                    <a:pt x="2876385" y="1456689"/>
                  </a:moveTo>
                  <a:lnTo>
                    <a:pt x="2857334" y="1456689"/>
                  </a:lnTo>
                  <a:lnTo>
                    <a:pt x="2857448" y="1438281"/>
                  </a:lnTo>
                  <a:lnTo>
                    <a:pt x="2876498" y="1438338"/>
                  </a:lnTo>
                  <a:lnTo>
                    <a:pt x="2876385" y="1456689"/>
                  </a:lnTo>
                  <a:close/>
                </a:path>
                <a:path w="2876550" h="2876550">
                  <a:moveTo>
                    <a:pt x="2875521" y="1491538"/>
                  </a:moveTo>
                  <a:lnTo>
                    <a:pt x="2856483" y="1490941"/>
                  </a:lnTo>
                  <a:lnTo>
                    <a:pt x="2856992" y="1474851"/>
                  </a:lnTo>
                  <a:lnTo>
                    <a:pt x="2857334" y="1456563"/>
                  </a:lnTo>
                  <a:lnTo>
                    <a:pt x="2876385" y="1456689"/>
                  </a:lnTo>
                  <a:lnTo>
                    <a:pt x="2876029" y="1475397"/>
                  </a:lnTo>
                  <a:lnTo>
                    <a:pt x="2875521" y="1491538"/>
                  </a:lnTo>
                  <a:close/>
                </a:path>
                <a:path w="2876550" h="2876550">
                  <a:moveTo>
                    <a:pt x="2856979" y="1474977"/>
                  </a:moveTo>
                  <a:close/>
                </a:path>
                <a:path w="2876550" h="2876550">
                  <a:moveTo>
                    <a:pt x="2869247" y="1583461"/>
                  </a:moveTo>
                  <a:lnTo>
                    <a:pt x="2850121" y="1583461"/>
                  </a:lnTo>
                  <a:lnTo>
                    <a:pt x="2851835" y="1565414"/>
                  </a:lnTo>
                  <a:lnTo>
                    <a:pt x="2852127" y="1561744"/>
                  </a:lnTo>
                  <a:lnTo>
                    <a:pt x="2871114" y="1563319"/>
                  </a:lnTo>
                  <a:lnTo>
                    <a:pt x="2870809" y="1567154"/>
                  </a:lnTo>
                  <a:lnTo>
                    <a:pt x="2869247" y="1583461"/>
                  </a:lnTo>
                  <a:close/>
                </a:path>
                <a:path w="2876550" h="2876550">
                  <a:moveTo>
                    <a:pt x="2851823" y="1565528"/>
                  </a:moveTo>
                  <a:close/>
                </a:path>
                <a:path w="2876550" h="2876550">
                  <a:moveTo>
                    <a:pt x="2867351" y="1601317"/>
                  </a:moveTo>
                  <a:lnTo>
                    <a:pt x="2848190" y="1601317"/>
                  </a:lnTo>
                  <a:lnTo>
                    <a:pt x="2850121" y="1583334"/>
                  </a:lnTo>
                  <a:lnTo>
                    <a:pt x="2869247" y="1583461"/>
                  </a:lnTo>
                  <a:lnTo>
                    <a:pt x="2869069" y="1585315"/>
                  </a:lnTo>
                  <a:lnTo>
                    <a:pt x="2867351" y="1601317"/>
                  </a:lnTo>
                  <a:close/>
                </a:path>
                <a:path w="2876550" h="2876550">
                  <a:moveTo>
                    <a:pt x="2865225" y="1619110"/>
                  </a:moveTo>
                  <a:lnTo>
                    <a:pt x="2846044" y="1619110"/>
                  </a:lnTo>
                  <a:lnTo>
                    <a:pt x="2848203" y="1601190"/>
                  </a:lnTo>
                  <a:lnTo>
                    <a:pt x="2848190" y="1601317"/>
                  </a:lnTo>
                  <a:lnTo>
                    <a:pt x="2867351" y="1601317"/>
                  </a:lnTo>
                  <a:lnTo>
                    <a:pt x="2867126" y="1603413"/>
                  </a:lnTo>
                  <a:lnTo>
                    <a:pt x="2865225" y="1619110"/>
                  </a:lnTo>
                  <a:close/>
                </a:path>
                <a:path w="2876550" h="2876550">
                  <a:moveTo>
                    <a:pt x="2863164" y="1634782"/>
                  </a:moveTo>
                  <a:lnTo>
                    <a:pt x="2844279" y="1632267"/>
                  </a:lnTo>
                  <a:lnTo>
                    <a:pt x="2846057" y="1618983"/>
                  </a:lnTo>
                  <a:lnTo>
                    <a:pt x="2865225" y="1619110"/>
                  </a:lnTo>
                  <a:lnTo>
                    <a:pt x="2864942" y="1621447"/>
                  </a:lnTo>
                  <a:lnTo>
                    <a:pt x="2863164" y="1634782"/>
                  </a:lnTo>
                  <a:close/>
                </a:path>
                <a:path w="2876550" h="2876550">
                  <a:moveTo>
                    <a:pt x="2851416" y="1707007"/>
                  </a:moveTo>
                  <a:lnTo>
                    <a:pt x="2832049" y="1707007"/>
                  </a:lnTo>
                  <a:lnTo>
                    <a:pt x="2832912" y="1702295"/>
                  </a:lnTo>
                  <a:lnTo>
                    <a:pt x="2851645" y="1705762"/>
                  </a:lnTo>
                  <a:lnTo>
                    <a:pt x="2851416" y="1707007"/>
                  </a:lnTo>
                  <a:close/>
                </a:path>
                <a:path w="2876550" h="2876550">
                  <a:moveTo>
                    <a:pt x="2844424" y="1741652"/>
                  </a:moveTo>
                  <a:lnTo>
                    <a:pt x="2824949" y="1741652"/>
                  </a:lnTo>
                  <a:lnTo>
                    <a:pt x="2828632" y="1724253"/>
                  </a:lnTo>
                  <a:lnTo>
                    <a:pt x="2832061" y="1706892"/>
                  </a:lnTo>
                  <a:lnTo>
                    <a:pt x="2851416" y="1707007"/>
                  </a:lnTo>
                  <a:lnTo>
                    <a:pt x="2850769" y="1710537"/>
                  </a:lnTo>
                  <a:lnTo>
                    <a:pt x="2847276" y="1728127"/>
                  </a:lnTo>
                  <a:lnTo>
                    <a:pt x="2844424" y="1741652"/>
                  </a:lnTo>
                  <a:close/>
                </a:path>
                <a:path w="2876550" h="2876550">
                  <a:moveTo>
                    <a:pt x="2828607" y="1724367"/>
                  </a:moveTo>
                  <a:close/>
                </a:path>
                <a:path w="2876550" h="2876550">
                  <a:moveTo>
                    <a:pt x="2824953" y="1741633"/>
                  </a:moveTo>
                  <a:close/>
                </a:path>
                <a:path w="2876550" h="2876550">
                  <a:moveTo>
                    <a:pt x="2836583" y="1776069"/>
                  </a:moveTo>
                  <a:lnTo>
                    <a:pt x="2818053" y="1771675"/>
                  </a:lnTo>
                  <a:lnTo>
                    <a:pt x="2821127" y="1758746"/>
                  </a:lnTo>
                  <a:lnTo>
                    <a:pt x="2824953" y="1741633"/>
                  </a:lnTo>
                  <a:lnTo>
                    <a:pt x="2844424" y="1741652"/>
                  </a:lnTo>
                  <a:lnTo>
                    <a:pt x="2843580" y="1745653"/>
                  </a:lnTo>
                  <a:lnTo>
                    <a:pt x="2839669" y="1763090"/>
                  </a:lnTo>
                  <a:lnTo>
                    <a:pt x="2836583" y="1776069"/>
                  </a:lnTo>
                  <a:close/>
                </a:path>
                <a:path w="2876550" h="2876550">
                  <a:moveTo>
                    <a:pt x="2821089" y="1758861"/>
                  </a:moveTo>
                  <a:close/>
                </a:path>
                <a:path w="2876550" h="2876550">
                  <a:moveTo>
                    <a:pt x="2813536" y="1860372"/>
                  </a:moveTo>
                  <a:lnTo>
                    <a:pt x="2793631" y="1860372"/>
                  </a:lnTo>
                  <a:lnTo>
                    <a:pt x="2798749" y="1843557"/>
                  </a:lnTo>
                  <a:lnTo>
                    <a:pt x="2799714" y="1840217"/>
                  </a:lnTo>
                  <a:lnTo>
                    <a:pt x="2818003" y="1845538"/>
                  </a:lnTo>
                  <a:lnTo>
                    <a:pt x="2816986" y="1849043"/>
                  </a:lnTo>
                  <a:lnTo>
                    <a:pt x="2813536" y="1860372"/>
                  </a:lnTo>
                  <a:close/>
                </a:path>
                <a:path w="2876550" h="2876550">
                  <a:moveTo>
                    <a:pt x="2798711" y="1843659"/>
                  </a:moveTo>
                  <a:close/>
                </a:path>
                <a:path w="2876550" h="2876550">
                  <a:moveTo>
                    <a:pt x="2802931" y="1893519"/>
                  </a:moveTo>
                  <a:lnTo>
                    <a:pt x="2782862" y="1893519"/>
                  </a:lnTo>
                  <a:lnTo>
                    <a:pt x="2788386" y="1876882"/>
                  </a:lnTo>
                  <a:lnTo>
                    <a:pt x="2793657" y="1860257"/>
                  </a:lnTo>
                  <a:lnTo>
                    <a:pt x="2813536" y="1860372"/>
                  </a:lnTo>
                  <a:lnTo>
                    <a:pt x="2811830" y="1865972"/>
                  </a:lnTo>
                  <a:lnTo>
                    <a:pt x="2806484" y="1882813"/>
                  </a:lnTo>
                  <a:lnTo>
                    <a:pt x="2802931" y="1893519"/>
                  </a:lnTo>
                  <a:close/>
                </a:path>
                <a:path w="2876550" h="2876550">
                  <a:moveTo>
                    <a:pt x="2788348" y="1876996"/>
                  </a:moveTo>
                  <a:close/>
                </a:path>
                <a:path w="2876550" h="2876550">
                  <a:moveTo>
                    <a:pt x="2782896" y="1893416"/>
                  </a:moveTo>
                  <a:close/>
                </a:path>
                <a:path w="2876550" h="2876550">
                  <a:moveTo>
                    <a:pt x="2795955" y="1913978"/>
                  </a:moveTo>
                  <a:lnTo>
                    <a:pt x="2777947" y="1907755"/>
                  </a:lnTo>
                  <a:lnTo>
                    <a:pt x="2782896" y="1893416"/>
                  </a:lnTo>
                  <a:lnTo>
                    <a:pt x="2802931" y="1893519"/>
                  </a:lnTo>
                  <a:lnTo>
                    <a:pt x="2800921" y="1899577"/>
                  </a:lnTo>
                  <a:lnTo>
                    <a:pt x="2795955" y="1913978"/>
                  </a:lnTo>
                  <a:close/>
                </a:path>
                <a:path w="2876550" h="2876550">
                  <a:moveTo>
                    <a:pt x="2766532" y="1990750"/>
                  </a:moveTo>
                  <a:lnTo>
                    <a:pt x="2745905" y="1990750"/>
                  </a:lnTo>
                  <a:lnTo>
                    <a:pt x="2752585" y="1974684"/>
                  </a:lnTo>
                  <a:lnTo>
                    <a:pt x="2752813" y="1974113"/>
                  </a:lnTo>
                  <a:lnTo>
                    <a:pt x="2770492" y="1981212"/>
                  </a:lnTo>
                  <a:lnTo>
                    <a:pt x="2766532" y="1990750"/>
                  </a:lnTo>
                  <a:close/>
                </a:path>
                <a:path w="2876550" h="2876550">
                  <a:moveTo>
                    <a:pt x="2752534" y="1974786"/>
                  </a:moveTo>
                  <a:close/>
                </a:path>
                <a:path w="2876550" h="2876550">
                  <a:moveTo>
                    <a:pt x="2759811" y="2006625"/>
                  </a:moveTo>
                  <a:lnTo>
                    <a:pt x="2739072" y="2006625"/>
                  </a:lnTo>
                  <a:lnTo>
                    <a:pt x="2745943" y="1990648"/>
                  </a:lnTo>
                  <a:lnTo>
                    <a:pt x="2766532" y="1990750"/>
                  </a:lnTo>
                  <a:lnTo>
                    <a:pt x="2763469" y="1998129"/>
                  </a:lnTo>
                  <a:lnTo>
                    <a:pt x="2759811" y="2006625"/>
                  </a:lnTo>
                  <a:close/>
                </a:path>
                <a:path w="2876550" h="2876550">
                  <a:moveTo>
                    <a:pt x="2739073" y="2006622"/>
                  </a:moveTo>
                  <a:close/>
                </a:path>
                <a:path w="2876550" h="2876550">
                  <a:moveTo>
                    <a:pt x="2741612" y="2047189"/>
                  </a:moveTo>
                  <a:lnTo>
                    <a:pt x="2724404" y="2039023"/>
                  </a:lnTo>
                  <a:lnTo>
                    <a:pt x="2724911" y="2037956"/>
                  </a:lnTo>
                  <a:lnTo>
                    <a:pt x="2732112" y="2022284"/>
                  </a:lnTo>
                  <a:lnTo>
                    <a:pt x="2739073" y="2006622"/>
                  </a:lnTo>
                  <a:lnTo>
                    <a:pt x="2759811" y="2006625"/>
                  </a:lnTo>
                  <a:lnTo>
                    <a:pt x="2756547" y="2014207"/>
                  </a:lnTo>
                  <a:lnTo>
                    <a:pt x="2749435" y="2030183"/>
                  </a:lnTo>
                  <a:lnTo>
                    <a:pt x="2741612" y="2047189"/>
                  </a:lnTo>
                  <a:close/>
                </a:path>
                <a:path w="2876550" h="2876550">
                  <a:moveTo>
                    <a:pt x="2732062" y="2022386"/>
                  </a:moveTo>
                  <a:close/>
                </a:path>
                <a:path w="2876550" h="2876550">
                  <a:moveTo>
                    <a:pt x="2724861" y="2038057"/>
                  </a:moveTo>
                  <a:close/>
                </a:path>
                <a:path w="2876550" h="2876550">
                  <a:moveTo>
                    <a:pt x="2707745" y="2114804"/>
                  </a:moveTo>
                  <a:lnTo>
                    <a:pt x="2686138" y="2114804"/>
                  </a:lnTo>
                  <a:lnTo>
                    <a:pt x="2692717" y="2102523"/>
                  </a:lnTo>
                  <a:lnTo>
                    <a:pt x="2709506" y="2111514"/>
                  </a:lnTo>
                  <a:lnTo>
                    <a:pt x="2707745" y="2114804"/>
                  </a:lnTo>
                  <a:close/>
                </a:path>
                <a:path w="2876550" h="2876550">
                  <a:moveTo>
                    <a:pt x="2699600" y="2129840"/>
                  </a:moveTo>
                  <a:lnTo>
                    <a:pt x="2677858" y="2129840"/>
                  </a:lnTo>
                  <a:lnTo>
                    <a:pt x="2686189" y="2114702"/>
                  </a:lnTo>
                  <a:lnTo>
                    <a:pt x="2707745" y="2114804"/>
                  </a:lnTo>
                  <a:lnTo>
                    <a:pt x="2702902" y="2123846"/>
                  </a:lnTo>
                  <a:lnTo>
                    <a:pt x="2699600" y="2129840"/>
                  </a:lnTo>
                  <a:close/>
                </a:path>
                <a:path w="2876550" h="2876550">
                  <a:moveTo>
                    <a:pt x="2691295" y="2144750"/>
                  </a:moveTo>
                  <a:lnTo>
                    <a:pt x="2669400" y="2144750"/>
                  </a:lnTo>
                  <a:lnTo>
                    <a:pt x="2677909" y="2129739"/>
                  </a:lnTo>
                  <a:lnTo>
                    <a:pt x="2699600" y="2129840"/>
                  </a:lnTo>
                  <a:lnTo>
                    <a:pt x="2694508" y="2139086"/>
                  </a:lnTo>
                  <a:lnTo>
                    <a:pt x="2691295" y="2144750"/>
                  </a:lnTo>
                  <a:close/>
                </a:path>
                <a:path w="2876550" h="2876550">
                  <a:moveTo>
                    <a:pt x="2674226" y="2174151"/>
                  </a:moveTo>
                  <a:lnTo>
                    <a:pt x="2657881" y="2164346"/>
                  </a:lnTo>
                  <a:lnTo>
                    <a:pt x="2660827" y="2159457"/>
                  </a:lnTo>
                  <a:lnTo>
                    <a:pt x="2669451" y="2144649"/>
                  </a:lnTo>
                  <a:lnTo>
                    <a:pt x="2691295" y="2144750"/>
                  </a:lnTo>
                  <a:lnTo>
                    <a:pt x="2685935" y="2154199"/>
                  </a:lnTo>
                  <a:lnTo>
                    <a:pt x="2677198" y="2169198"/>
                  </a:lnTo>
                  <a:lnTo>
                    <a:pt x="2674226" y="2174151"/>
                  </a:lnTo>
                  <a:close/>
                </a:path>
                <a:path w="2876550" h="2876550">
                  <a:moveTo>
                    <a:pt x="2660764" y="2159558"/>
                  </a:moveTo>
                  <a:close/>
                </a:path>
                <a:path w="2876550" h="2876550">
                  <a:moveTo>
                    <a:pt x="2631178" y="2231821"/>
                  </a:moveTo>
                  <a:lnTo>
                    <a:pt x="2615044" y="2231821"/>
                  </a:lnTo>
                  <a:lnTo>
                    <a:pt x="2620009" y="2224366"/>
                  </a:lnTo>
                  <a:lnTo>
                    <a:pt x="2631178" y="2231821"/>
                  </a:lnTo>
                  <a:close/>
                </a:path>
                <a:path w="2876550" h="2876550">
                  <a:moveTo>
                    <a:pt x="2628474" y="2245918"/>
                  </a:moveTo>
                  <a:lnTo>
                    <a:pt x="2605392" y="2245918"/>
                  </a:lnTo>
                  <a:lnTo>
                    <a:pt x="2615107" y="2231720"/>
                  </a:lnTo>
                  <a:lnTo>
                    <a:pt x="2631178" y="2231821"/>
                  </a:lnTo>
                  <a:lnTo>
                    <a:pt x="2635859" y="2234946"/>
                  </a:lnTo>
                  <a:lnTo>
                    <a:pt x="2630855" y="2242439"/>
                  </a:lnTo>
                  <a:lnTo>
                    <a:pt x="2628474" y="2245918"/>
                  </a:lnTo>
                  <a:close/>
                </a:path>
                <a:path w="2876550" h="2876550">
                  <a:moveTo>
                    <a:pt x="2609086" y="2273744"/>
                  </a:moveTo>
                  <a:lnTo>
                    <a:pt x="2585605" y="2273744"/>
                  </a:lnTo>
                  <a:lnTo>
                    <a:pt x="2595651" y="2259799"/>
                  </a:lnTo>
                  <a:lnTo>
                    <a:pt x="2605455" y="2245817"/>
                  </a:lnTo>
                  <a:lnTo>
                    <a:pt x="2628474" y="2245918"/>
                  </a:lnTo>
                  <a:lnTo>
                    <a:pt x="2621076" y="2256726"/>
                  </a:lnTo>
                  <a:lnTo>
                    <a:pt x="2611145" y="2270887"/>
                  </a:lnTo>
                  <a:lnTo>
                    <a:pt x="2609086" y="2273744"/>
                  </a:lnTo>
                  <a:close/>
                </a:path>
                <a:path w="2876550" h="2876550">
                  <a:moveTo>
                    <a:pt x="2595575" y="2259888"/>
                  </a:moveTo>
                  <a:close/>
                </a:path>
                <a:path w="2876550" h="2876550">
                  <a:moveTo>
                    <a:pt x="2594508" y="2293747"/>
                  </a:moveTo>
                  <a:lnTo>
                    <a:pt x="2579192" y="2282431"/>
                  </a:lnTo>
                  <a:lnTo>
                    <a:pt x="2585669" y="2273642"/>
                  </a:lnTo>
                  <a:lnTo>
                    <a:pt x="2609086" y="2273744"/>
                  </a:lnTo>
                  <a:lnTo>
                    <a:pt x="2601036" y="2284920"/>
                  </a:lnTo>
                  <a:lnTo>
                    <a:pt x="2594508" y="2293747"/>
                  </a:lnTo>
                  <a:close/>
                </a:path>
                <a:path w="2876550" h="2876550">
                  <a:moveTo>
                    <a:pt x="2525429" y="2379903"/>
                  </a:moveTo>
                  <a:lnTo>
                    <a:pt x="2500109" y="2379903"/>
                  </a:lnTo>
                  <a:lnTo>
                    <a:pt x="2511412" y="2367013"/>
                  </a:lnTo>
                  <a:lnTo>
                    <a:pt x="2522486" y="2354072"/>
                  </a:lnTo>
                  <a:lnTo>
                    <a:pt x="2533408" y="2340991"/>
                  </a:lnTo>
                  <a:lnTo>
                    <a:pt x="2535529" y="2338387"/>
                  </a:lnTo>
                  <a:lnTo>
                    <a:pt x="2550299" y="2350427"/>
                  </a:lnTo>
                  <a:lnTo>
                    <a:pt x="2547236" y="2354148"/>
                  </a:lnTo>
                  <a:lnTo>
                    <a:pt x="2536403" y="2367089"/>
                  </a:lnTo>
                  <a:lnTo>
                    <a:pt x="2525429" y="2379903"/>
                  </a:lnTo>
                  <a:close/>
                </a:path>
                <a:path w="2876550" h="2876550">
                  <a:moveTo>
                    <a:pt x="2533332" y="2341079"/>
                  </a:moveTo>
                  <a:close/>
                </a:path>
                <a:path w="2876550" h="2876550">
                  <a:moveTo>
                    <a:pt x="2522410" y="2354148"/>
                  </a:moveTo>
                  <a:close/>
                </a:path>
                <a:path w="2876550" h="2876550">
                  <a:moveTo>
                    <a:pt x="2511336" y="2367089"/>
                  </a:moveTo>
                  <a:close/>
                </a:path>
                <a:path w="2876550" h="2876550">
                  <a:moveTo>
                    <a:pt x="2503322" y="2404833"/>
                  </a:moveTo>
                  <a:lnTo>
                    <a:pt x="2489149" y="2392108"/>
                  </a:lnTo>
                  <a:lnTo>
                    <a:pt x="2500185" y="2379814"/>
                  </a:lnTo>
                  <a:lnTo>
                    <a:pt x="2525429" y="2379903"/>
                  </a:lnTo>
                  <a:lnTo>
                    <a:pt x="2514396" y="2392502"/>
                  </a:lnTo>
                  <a:lnTo>
                    <a:pt x="2503322" y="2404833"/>
                  </a:lnTo>
                  <a:close/>
                </a:path>
                <a:path w="2876550" h="2876550">
                  <a:moveTo>
                    <a:pt x="2444758" y="2465654"/>
                  </a:moveTo>
                  <a:lnTo>
                    <a:pt x="2417368" y="2465654"/>
                  </a:lnTo>
                  <a:lnTo>
                    <a:pt x="2429700" y="2453754"/>
                  </a:lnTo>
                  <a:lnTo>
                    <a:pt x="2440216" y="2443365"/>
                  </a:lnTo>
                  <a:lnTo>
                    <a:pt x="2453601" y="2456916"/>
                  </a:lnTo>
                  <a:lnTo>
                    <a:pt x="2444758" y="2465654"/>
                  </a:lnTo>
                  <a:close/>
                </a:path>
                <a:path w="2876550" h="2876550">
                  <a:moveTo>
                    <a:pt x="2429611" y="2453830"/>
                  </a:moveTo>
                  <a:close/>
                </a:path>
                <a:path w="2876550" h="2876550">
                  <a:moveTo>
                    <a:pt x="2432698" y="2477325"/>
                  </a:moveTo>
                  <a:lnTo>
                    <a:pt x="2404973" y="2477325"/>
                  </a:lnTo>
                  <a:lnTo>
                    <a:pt x="2417445" y="2465578"/>
                  </a:lnTo>
                  <a:lnTo>
                    <a:pt x="2444758" y="2465654"/>
                  </a:lnTo>
                  <a:lnTo>
                    <a:pt x="2442972" y="2467419"/>
                  </a:lnTo>
                  <a:lnTo>
                    <a:pt x="2432698" y="2477325"/>
                  </a:lnTo>
                  <a:close/>
                </a:path>
                <a:path w="2876550" h="2876550">
                  <a:moveTo>
                    <a:pt x="2420511" y="2488857"/>
                  </a:moveTo>
                  <a:lnTo>
                    <a:pt x="2392438" y="2488857"/>
                  </a:lnTo>
                  <a:lnTo>
                    <a:pt x="2405049" y="2477249"/>
                  </a:lnTo>
                  <a:lnTo>
                    <a:pt x="2432698" y="2477325"/>
                  </a:lnTo>
                  <a:lnTo>
                    <a:pt x="2430551" y="2479395"/>
                  </a:lnTo>
                  <a:lnTo>
                    <a:pt x="2420511" y="2488857"/>
                  </a:lnTo>
                  <a:close/>
                </a:path>
                <a:path w="2876550" h="2876550">
                  <a:moveTo>
                    <a:pt x="2401443" y="2506370"/>
                  </a:moveTo>
                  <a:lnTo>
                    <a:pt x="2388704" y="2492197"/>
                  </a:lnTo>
                  <a:lnTo>
                    <a:pt x="2392514" y="2488780"/>
                  </a:lnTo>
                  <a:lnTo>
                    <a:pt x="2420511" y="2488857"/>
                  </a:lnTo>
                  <a:lnTo>
                    <a:pt x="2417991" y="2491232"/>
                  </a:lnTo>
                  <a:lnTo>
                    <a:pt x="2405291" y="2502916"/>
                  </a:lnTo>
                  <a:lnTo>
                    <a:pt x="2401443" y="2506370"/>
                  </a:lnTo>
                  <a:close/>
                </a:path>
                <a:path w="2876550" h="2876550">
                  <a:moveTo>
                    <a:pt x="2339579" y="2544229"/>
                  </a:moveTo>
                  <a:lnTo>
                    <a:pt x="2327732" y="2544229"/>
                  </a:lnTo>
                  <a:lnTo>
                    <a:pt x="2334844" y="2538425"/>
                  </a:lnTo>
                  <a:lnTo>
                    <a:pt x="2339579" y="2544229"/>
                  </a:lnTo>
                  <a:close/>
                </a:path>
                <a:path w="2876550" h="2876550">
                  <a:moveTo>
                    <a:pt x="2344843" y="2554846"/>
                  </a:moveTo>
                  <a:lnTo>
                    <a:pt x="2314384" y="2554846"/>
                  </a:lnTo>
                  <a:lnTo>
                    <a:pt x="2327821" y="2544152"/>
                  </a:lnTo>
                  <a:lnTo>
                    <a:pt x="2339579" y="2544229"/>
                  </a:lnTo>
                  <a:lnTo>
                    <a:pt x="2346883" y="2553182"/>
                  </a:lnTo>
                  <a:lnTo>
                    <a:pt x="2344843" y="2554846"/>
                  </a:lnTo>
                  <a:close/>
                </a:path>
                <a:path w="2876550" h="2876550">
                  <a:moveTo>
                    <a:pt x="2318714" y="2575598"/>
                  </a:moveTo>
                  <a:lnTo>
                    <a:pt x="2287320" y="2575598"/>
                  </a:lnTo>
                  <a:lnTo>
                    <a:pt x="2301011" y="2565222"/>
                  </a:lnTo>
                  <a:lnTo>
                    <a:pt x="2314473" y="2554770"/>
                  </a:lnTo>
                  <a:lnTo>
                    <a:pt x="2344843" y="2554846"/>
                  </a:lnTo>
                  <a:lnTo>
                    <a:pt x="2339721" y="2559024"/>
                  </a:lnTo>
                  <a:lnTo>
                    <a:pt x="2326195" y="2569781"/>
                  </a:lnTo>
                  <a:lnTo>
                    <a:pt x="2318714" y="2575598"/>
                  </a:lnTo>
                  <a:close/>
                </a:path>
                <a:path w="2876550" h="2876550">
                  <a:moveTo>
                    <a:pt x="2300909" y="2565298"/>
                  </a:moveTo>
                  <a:close/>
                </a:path>
                <a:path w="2876550" h="2876550">
                  <a:moveTo>
                    <a:pt x="2290076" y="2597238"/>
                  </a:moveTo>
                  <a:lnTo>
                    <a:pt x="2278760" y="2581910"/>
                  </a:lnTo>
                  <a:lnTo>
                    <a:pt x="2287409" y="2575521"/>
                  </a:lnTo>
                  <a:lnTo>
                    <a:pt x="2318714" y="2575598"/>
                  </a:lnTo>
                  <a:lnTo>
                    <a:pt x="2312555" y="2580386"/>
                  </a:lnTo>
                  <a:lnTo>
                    <a:pt x="2298776" y="2590812"/>
                  </a:lnTo>
                  <a:lnTo>
                    <a:pt x="2290076" y="2597238"/>
                  </a:lnTo>
                  <a:close/>
                </a:path>
                <a:path w="2876550" h="2876550">
                  <a:moveTo>
                    <a:pt x="2221979" y="2624645"/>
                  </a:moveTo>
                  <a:lnTo>
                    <a:pt x="2217458" y="2624645"/>
                  </a:lnTo>
                  <a:lnTo>
                    <a:pt x="2220582" y="2622550"/>
                  </a:lnTo>
                  <a:lnTo>
                    <a:pt x="2221979" y="2624645"/>
                  </a:lnTo>
                  <a:close/>
                </a:path>
                <a:path w="2876550" h="2876550">
                  <a:moveTo>
                    <a:pt x="2228185" y="2633954"/>
                  </a:moveTo>
                  <a:lnTo>
                    <a:pt x="2203119" y="2633954"/>
                  </a:lnTo>
                  <a:lnTo>
                    <a:pt x="2217547" y="2624582"/>
                  </a:lnTo>
                  <a:lnTo>
                    <a:pt x="2221979" y="2624645"/>
                  </a:lnTo>
                  <a:lnTo>
                    <a:pt x="2228185" y="2633954"/>
                  </a:lnTo>
                  <a:close/>
                </a:path>
                <a:path w="2876550" h="2876550">
                  <a:moveTo>
                    <a:pt x="2224004" y="2643098"/>
                  </a:moveTo>
                  <a:lnTo>
                    <a:pt x="2188654" y="2643098"/>
                  </a:lnTo>
                  <a:lnTo>
                    <a:pt x="2203208" y="2633891"/>
                  </a:lnTo>
                  <a:lnTo>
                    <a:pt x="2228185" y="2633954"/>
                  </a:lnTo>
                  <a:lnTo>
                    <a:pt x="2231148" y="2638399"/>
                  </a:lnTo>
                  <a:lnTo>
                    <a:pt x="2227973" y="2640520"/>
                  </a:lnTo>
                  <a:lnTo>
                    <a:pt x="2224004" y="2643098"/>
                  </a:lnTo>
                  <a:close/>
                </a:path>
                <a:path w="2876550" h="2876550">
                  <a:moveTo>
                    <a:pt x="2188708" y="2643064"/>
                  </a:moveTo>
                  <a:close/>
                </a:path>
                <a:path w="2876550" h="2876550">
                  <a:moveTo>
                    <a:pt x="2210095" y="2652077"/>
                  </a:moveTo>
                  <a:lnTo>
                    <a:pt x="2174087" y="2652077"/>
                  </a:lnTo>
                  <a:lnTo>
                    <a:pt x="2188708" y="2643064"/>
                  </a:lnTo>
                  <a:lnTo>
                    <a:pt x="2224004" y="2643098"/>
                  </a:lnTo>
                  <a:lnTo>
                    <a:pt x="2213444" y="2649956"/>
                  </a:lnTo>
                  <a:lnTo>
                    <a:pt x="2210095" y="2652077"/>
                  </a:lnTo>
                  <a:close/>
                </a:path>
                <a:path w="2876550" h="2876550">
                  <a:moveTo>
                    <a:pt x="2170239" y="2676588"/>
                  </a:moveTo>
                  <a:lnTo>
                    <a:pt x="2160447" y="2660243"/>
                  </a:lnTo>
                  <a:lnTo>
                    <a:pt x="2174189" y="2652014"/>
                  </a:lnTo>
                  <a:lnTo>
                    <a:pt x="2210095" y="2652077"/>
                  </a:lnTo>
                  <a:lnTo>
                    <a:pt x="2198801" y="2659227"/>
                  </a:lnTo>
                  <a:lnTo>
                    <a:pt x="2184031" y="2668320"/>
                  </a:lnTo>
                  <a:lnTo>
                    <a:pt x="2170239" y="2676588"/>
                  </a:lnTo>
                  <a:close/>
                </a:path>
                <a:path w="2876550" h="2876550">
                  <a:moveTo>
                    <a:pt x="2106495" y="2710014"/>
                  </a:moveTo>
                  <a:lnTo>
                    <a:pt x="2068918" y="2710014"/>
                  </a:lnTo>
                  <a:lnTo>
                    <a:pt x="2084374" y="2702217"/>
                  </a:lnTo>
                  <a:lnTo>
                    <a:pt x="2098598" y="2694825"/>
                  </a:lnTo>
                  <a:lnTo>
                    <a:pt x="2106495" y="2710014"/>
                  </a:lnTo>
                  <a:close/>
                </a:path>
                <a:path w="2876550" h="2876550">
                  <a:moveTo>
                    <a:pt x="2084273" y="2702267"/>
                  </a:moveTo>
                  <a:close/>
                </a:path>
                <a:path w="2876550" h="2876550">
                  <a:moveTo>
                    <a:pt x="2068989" y="2709979"/>
                  </a:moveTo>
                  <a:close/>
                </a:path>
                <a:path w="2876550" h="2876550">
                  <a:moveTo>
                    <a:pt x="2096115" y="2717584"/>
                  </a:moveTo>
                  <a:lnTo>
                    <a:pt x="2053462" y="2717584"/>
                  </a:lnTo>
                  <a:lnTo>
                    <a:pt x="2068989" y="2709979"/>
                  </a:lnTo>
                  <a:lnTo>
                    <a:pt x="2106495" y="2710014"/>
                  </a:lnTo>
                  <a:lnTo>
                    <a:pt x="2107387" y="2711729"/>
                  </a:lnTo>
                  <a:lnTo>
                    <a:pt x="2096115" y="2717584"/>
                  </a:lnTo>
                  <a:close/>
                </a:path>
                <a:path w="2876550" h="2876550">
                  <a:moveTo>
                    <a:pt x="2042947" y="2743606"/>
                  </a:moveTo>
                  <a:lnTo>
                    <a:pt x="2034997" y="2726296"/>
                  </a:lnTo>
                  <a:lnTo>
                    <a:pt x="2038007" y="2724912"/>
                  </a:lnTo>
                  <a:lnTo>
                    <a:pt x="2053564" y="2717533"/>
                  </a:lnTo>
                  <a:lnTo>
                    <a:pt x="2096115" y="2717584"/>
                  </a:lnTo>
                  <a:lnTo>
                    <a:pt x="2093010" y="2719197"/>
                  </a:lnTo>
                  <a:lnTo>
                    <a:pt x="2077453" y="2727058"/>
                  </a:lnTo>
                  <a:lnTo>
                    <a:pt x="2061781" y="2734716"/>
                  </a:lnTo>
                  <a:lnTo>
                    <a:pt x="2046008" y="2742196"/>
                  </a:lnTo>
                  <a:lnTo>
                    <a:pt x="2042947" y="2743606"/>
                  </a:lnTo>
                  <a:close/>
                </a:path>
                <a:path w="2876550" h="2876550">
                  <a:moveTo>
                    <a:pt x="2037892" y="2724962"/>
                  </a:moveTo>
                  <a:close/>
                </a:path>
                <a:path w="2876550" h="2876550">
                  <a:moveTo>
                    <a:pt x="1971722" y="2759087"/>
                  </a:moveTo>
                  <a:lnTo>
                    <a:pt x="1958555" y="2759087"/>
                  </a:lnTo>
                  <a:lnTo>
                    <a:pt x="1969897" y="2754541"/>
                  </a:lnTo>
                  <a:lnTo>
                    <a:pt x="1971722" y="2759087"/>
                  </a:lnTo>
                  <a:close/>
                </a:path>
                <a:path w="2876550" h="2876550">
                  <a:moveTo>
                    <a:pt x="1974237" y="2765348"/>
                  </a:moveTo>
                  <a:lnTo>
                    <a:pt x="1942401" y="2765348"/>
                  </a:lnTo>
                  <a:lnTo>
                    <a:pt x="1958670" y="2759036"/>
                  </a:lnTo>
                  <a:lnTo>
                    <a:pt x="1971722" y="2759087"/>
                  </a:lnTo>
                  <a:lnTo>
                    <a:pt x="1974237" y="2765348"/>
                  </a:lnTo>
                  <a:close/>
                </a:path>
                <a:path w="2876550" h="2876550">
                  <a:moveTo>
                    <a:pt x="1909673" y="2797479"/>
                  </a:moveTo>
                  <a:lnTo>
                    <a:pt x="1903463" y="2779471"/>
                  </a:lnTo>
                  <a:lnTo>
                    <a:pt x="1909914" y="2777236"/>
                  </a:lnTo>
                  <a:lnTo>
                    <a:pt x="1926259" y="2771368"/>
                  </a:lnTo>
                  <a:lnTo>
                    <a:pt x="1942515" y="2765298"/>
                  </a:lnTo>
                  <a:lnTo>
                    <a:pt x="1974237" y="2765348"/>
                  </a:lnTo>
                  <a:lnTo>
                    <a:pt x="1976996" y="2772219"/>
                  </a:lnTo>
                  <a:lnTo>
                    <a:pt x="1965604" y="2776791"/>
                  </a:lnTo>
                  <a:lnTo>
                    <a:pt x="1949221" y="2783128"/>
                  </a:lnTo>
                  <a:lnTo>
                    <a:pt x="1932749" y="2789275"/>
                  </a:lnTo>
                  <a:lnTo>
                    <a:pt x="1916176" y="2795231"/>
                  </a:lnTo>
                  <a:lnTo>
                    <a:pt x="1909673" y="2797479"/>
                  </a:lnTo>
                  <a:close/>
                </a:path>
                <a:path w="2876550" h="2876550">
                  <a:moveTo>
                    <a:pt x="1926145" y="2771406"/>
                  </a:moveTo>
                  <a:close/>
                </a:path>
                <a:path w="2876550" h="2876550">
                  <a:moveTo>
                    <a:pt x="1909800" y="2777274"/>
                  </a:moveTo>
                  <a:close/>
                </a:path>
                <a:path w="2876550" h="2876550">
                  <a:moveTo>
                    <a:pt x="1837984" y="2808363"/>
                  </a:moveTo>
                  <a:lnTo>
                    <a:pt x="1809826" y="2808363"/>
                  </a:lnTo>
                  <a:lnTo>
                    <a:pt x="1826818" y="2803652"/>
                  </a:lnTo>
                  <a:lnTo>
                    <a:pt x="1835848" y="2801023"/>
                  </a:lnTo>
                  <a:lnTo>
                    <a:pt x="1837984" y="2808363"/>
                  </a:lnTo>
                  <a:close/>
                </a:path>
                <a:path w="2876550" h="2876550">
                  <a:moveTo>
                    <a:pt x="1826704" y="2803677"/>
                  </a:moveTo>
                  <a:close/>
                </a:path>
                <a:path w="2876550" h="2876550">
                  <a:moveTo>
                    <a:pt x="1840530" y="2817114"/>
                  </a:moveTo>
                  <a:lnTo>
                    <a:pt x="1775815" y="2817114"/>
                  </a:lnTo>
                  <a:lnTo>
                    <a:pt x="1792973" y="2812808"/>
                  </a:lnTo>
                  <a:lnTo>
                    <a:pt x="1809940" y="2808325"/>
                  </a:lnTo>
                  <a:lnTo>
                    <a:pt x="1837984" y="2808363"/>
                  </a:lnTo>
                  <a:lnTo>
                    <a:pt x="1840530" y="2817114"/>
                  </a:lnTo>
                  <a:close/>
                </a:path>
                <a:path w="2876550" h="2876550">
                  <a:moveTo>
                    <a:pt x="1792858" y="2812834"/>
                  </a:moveTo>
                  <a:close/>
                </a:path>
                <a:path w="2876550" h="2876550">
                  <a:moveTo>
                    <a:pt x="1771650" y="2837675"/>
                  </a:moveTo>
                  <a:lnTo>
                    <a:pt x="1767255" y="2819146"/>
                  </a:lnTo>
                  <a:lnTo>
                    <a:pt x="1775929" y="2817075"/>
                  </a:lnTo>
                  <a:lnTo>
                    <a:pt x="1840530" y="2817114"/>
                  </a:lnTo>
                  <a:lnTo>
                    <a:pt x="1797659" y="2831274"/>
                  </a:lnTo>
                  <a:lnTo>
                    <a:pt x="1780387" y="2835605"/>
                  </a:lnTo>
                  <a:lnTo>
                    <a:pt x="1771650" y="2837675"/>
                  </a:lnTo>
                  <a:close/>
                </a:path>
                <a:path w="2876550" h="2876550">
                  <a:moveTo>
                    <a:pt x="1698114" y="2835351"/>
                  </a:moveTo>
                  <a:lnTo>
                    <a:pt x="1689404" y="2835351"/>
                  </a:lnTo>
                  <a:lnTo>
                    <a:pt x="1697824" y="2833789"/>
                  </a:lnTo>
                  <a:lnTo>
                    <a:pt x="1698114" y="2835351"/>
                  </a:lnTo>
                  <a:close/>
                </a:path>
                <a:path w="2876550" h="2876550">
                  <a:moveTo>
                    <a:pt x="1698671" y="2838361"/>
                  </a:moveTo>
                  <a:lnTo>
                    <a:pt x="1671891" y="2838361"/>
                  </a:lnTo>
                  <a:lnTo>
                    <a:pt x="1689519" y="2835325"/>
                  </a:lnTo>
                  <a:lnTo>
                    <a:pt x="1698114" y="2835351"/>
                  </a:lnTo>
                  <a:lnTo>
                    <a:pt x="1698671" y="2838361"/>
                  </a:lnTo>
                  <a:close/>
                </a:path>
                <a:path w="2876550" h="2876550">
                  <a:moveTo>
                    <a:pt x="1699667" y="2843745"/>
                  </a:moveTo>
                  <a:lnTo>
                    <a:pt x="1636661" y="2843745"/>
                  </a:lnTo>
                  <a:lnTo>
                    <a:pt x="1654428" y="2841142"/>
                  </a:lnTo>
                  <a:lnTo>
                    <a:pt x="1672005" y="2838335"/>
                  </a:lnTo>
                  <a:lnTo>
                    <a:pt x="1698671" y="2838361"/>
                  </a:lnTo>
                  <a:lnTo>
                    <a:pt x="1699667" y="2843745"/>
                  </a:lnTo>
                  <a:close/>
                </a:path>
                <a:path w="2876550" h="2876550">
                  <a:moveTo>
                    <a:pt x="1654314" y="2841155"/>
                  </a:moveTo>
                  <a:close/>
                </a:path>
                <a:path w="2876550" h="2876550">
                  <a:moveTo>
                    <a:pt x="1630273" y="2863811"/>
                  </a:moveTo>
                  <a:lnTo>
                    <a:pt x="1627758" y="2844927"/>
                  </a:lnTo>
                  <a:lnTo>
                    <a:pt x="1636776" y="2843720"/>
                  </a:lnTo>
                  <a:lnTo>
                    <a:pt x="1699667" y="2843745"/>
                  </a:lnTo>
                  <a:lnTo>
                    <a:pt x="1657248" y="2859976"/>
                  </a:lnTo>
                  <a:lnTo>
                    <a:pt x="1639354" y="2862605"/>
                  </a:lnTo>
                  <a:lnTo>
                    <a:pt x="1630273" y="2863811"/>
                  </a:lnTo>
                  <a:close/>
                </a:path>
                <a:path w="2876550" h="2876550">
                  <a:moveTo>
                    <a:pt x="1557290" y="2853372"/>
                  </a:moveTo>
                  <a:lnTo>
                    <a:pt x="1547367" y="2853372"/>
                  </a:lnTo>
                  <a:lnTo>
                    <a:pt x="1557223" y="2852559"/>
                  </a:lnTo>
                  <a:lnTo>
                    <a:pt x="1557290" y="2853372"/>
                  </a:lnTo>
                  <a:close/>
                </a:path>
                <a:path w="2876550" h="2876550">
                  <a:moveTo>
                    <a:pt x="1557393" y="2854629"/>
                  </a:moveTo>
                  <a:lnTo>
                    <a:pt x="1529321" y="2854629"/>
                  </a:lnTo>
                  <a:lnTo>
                    <a:pt x="1547494" y="2853359"/>
                  </a:lnTo>
                  <a:lnTo>
                    <a:pt x="1557290" y="2853372"/>
                  </a:lnTo>
                  <a:lnTo>
                    <a:pt x="1557393" y="2854629"/>
                  </a:lnTo>
                  <a:close/>
                </a:path>
                <a:path w="2876550" h="2876550">
                  <a:moveTo>
                    <a:pt x="1486992" y="2875711"/>
                  </a:moveTo>
                  <a:lnTo>
                    <a:pt x="1486395" y="2856674"/>
                  </a:lnTo>
                  <a:lnTo>
                    <a:pt x="1493151" y="2856458"/>
                  </a:lnTo>
                  <a:lnTo>
                    <a:pt x="1511325" y="2855658"/>
                  </a:lnTo>
                  <a:lnTo>
                    <a:pt x="1529435" y="2854617"/>
                  </a:lnTo>
                  <a:lnTo>
                    <a:pt x="1557393" y="2854629"/>
                  </a:lnTo>
                  <a:lnTo>
                    <a:pt x="1558785" y="2871546"/>
                  </a:lnTo>
                  <a:lnTo>
                    <a:pt x="1548879" y="2872359"/>
                  </a:lnTo>
                  <a:lnTo>
                    <a:pt x="1530578" y="2873629"/>
                  </a:lnTo>
                  <a:lnTo>
                    <a:pt x="1512227" y="2874683"/>
                  </a:lnTo>
                  <a:lnTo>
                    <a:pt x="1493812" y="2875495"/>
                  </a:lnTo>
                  <a:lnTo>
                    <a:pt x="1486992" y="2875711"/>
                  </a:lnTo>
                  <a:close/>
                </a:path>
                <a:path w="2876550" h="2876550">
                  <a:moveTo>
                    <a:pt x="1415084" y="2876346"/>
                  </a:moveTo>
                  <a:lnTo>
                    <a:pt x="1401102" y="2876080"/>
                  </a:lnTo>
                  <a:lnTo>
                    <a:pt x="1382636" y="2875495"/>
                  </a:lnTo>
                  <a:lnTo>
                    <a:pt x="1364221" y="2874683"/>
                  </a:lnTo>
                  <a:lnTo>
                    <a:pt x="1343228" y="2873451"/>
                  </a:lnTo>
                  <a:lnTo>
                    <a:pt x="1344561" y="2854452"/>
                  </a:lnTo>
                  <a:lnTo>
                    <a:pt x="1347127" y="2854629"/>
                  </a:lnTo>
                  <a:lnTo>
                    <a:pt x="1365237" y="2855658"/>
                  </a:lnTo>
                  <a:lnTo>
                    <a:pt x="1383411" y="2856458"/>
                  </a:lnTo>
                  <a:lnTo>
                    <a:pt x="1401648" y="2857042"/>
                  </a:lnTo>
                  <a:lnTo>
                    <a:pt x="1415453" y="2857296"/>
                  </a:lnTo>
                  <a:lnTo>
                    <a:pt x="1415084" y="2876346"/>
                  </a:lnTo>
                  <a:close/>
                </a:path>
                <a:path w="2876550" h="2876550">
                  <a:moveTo>
                    <a:pt x="1271612" y="2866999"/>
                  </a:moveTo>
                  <a:lnTo>
                    <a:pt x="1255052" y="2864992"/>
                  </a:lnTo>
                  <a:lnTo>
                    <a:pt x="1237094" y="2862605"/>
                  </a:lnTo>
                  <a:lnTo>
                    <a:pt x="1219200" y="2859976"/>
                  </a:lnTo>
                  <a:lnTo>
                    <a:pt x="1200403" y="2856979"/>
                  </a:lnTo>
                  <a:lnTo>
                    <a:pt x="1203642" y="2838196"/>
                  </a:lnTo>
                  <a:lnTo>
                    <a:pt x="1204556" y="2838361"/>
                  </a:lnTo>
                  <a:lnTo>
                    <a:pt x="1222054" y="2841142"/>
                  </a:lnTo>
                  <a:lnTo>
                    <a:pt x="1239786" y="2843745"/>
                  </a:lnTo>
                  <a:lnTo>
                    <a:pt x="1257420" y="2846095"/>
                  </a:lnTo>
                  <a:lnTo>
                    <a:pt x="1273898" y="2848089"/>
                  </a:lnTo>
                  <a:lnTo>
                    <a:pt x="1271612" y="2866999"/>
                  </a:lnTo>
                  <a:close/>
                </a:path>
                <a:path w="2876550" h="2876550">
                  <a:moveTo>
                    <a:pt x="1129791" y="2843390"/>
                  </a:moveTo>
                  <a:lnTo>
                    <a:pt x="1078788" y="2831274"/>
                  </a:lnTo>
                  <a:lnTo>
                    <a:pt x="1059954" y="2826283"/>
                  </a:lnTo>
                  <a:lnTo>
                    <a:pt x="1065047" y="2807919"/>
                  </a:lnTo>
                  <a:lnTo>
                    <a:pt x="1066622" y="2808363"/>
                  </a:lnTo>
                  <a:lnTo>
                    <a:pt x="1083493" y="2812808"/>
                  </a:lnTo>
                  <a:lnTo>
                    <a:pt x="1100632" y="2817114"/>
                  </a:lnTo>
                  <a:lnTo>
                    <a:pt x="1117658" y="2821152"/>
                  </a:lnTo>
                  <a:lnTo>
                    <a:pt x="1133957" y="2824810"/>
                  </a:lnTo>
                  <a:lnTo>
                    <a:pt x="1129791" y="2843390"/>
                  </a:lnTo>
                  <a:close/>
                </a:path>
                <a:path w="2876550" h="2876550">
                  <a:moveTo>
                    <a:pt x="991069" y="2805671"/>
                  </a:moveTo>
                  <a:lnTo>
                    <a:pt x="943698" y="2789275"/>
                  </a:lnTo>
                  <a:lnTo>
                    <a:pt x="923315" y="2781617"/>
                  </a:lnTo>
                  <a:lnTo>
                    <a:pt x="930186" y="2763850"/>
                  </a:lnTo>
                  <a:lnTo>
                    <a:pt x="934046" y="2765348"/>
                  </a:lnTo>
                  <a:lnTo>
                    <a:pt x="950200" y="2771368"/>
                  </a:lnTo>
                  <a:lnTo>
                    <a:pt x="966541" y="2777236"/>
                  </a:lnTo>
                  <a:lnTo>
                    <a:pt x="982983" y="2782912"/>
                  </a:lnTo>
                  <a:lnTo>
                    <a:pt x="997064" y="2787586"/>
                  </a:lnTo>
                  <a:lnTo>
                    <a:pt x="991069" y="2805671"/>
                  </a:lnTo>
                  <a:close/>
                </a:path>
                <a:path w="2876550" h="2876550">
                  <a:moveTo>
                    <a:pt x="856856" y="2754185"/>
                  </a:moveTo>
                  <a:lnTo>
                    <a:pt x="814666" y="2734716"/>
                  </a:lnTo>
                  <a:lnTo>
                    <a:pt x="791857" y="2723451"/>
                  </a:lnTo>
                  <a:lnTo>
                    <a:pt x="800442" y="2706446"/>
                  </a:lnTo>
                  <a:lnTo>
                    <a:pt x="807428" y="2709964"/>
                  </a:lnTo>
                  <a:lnTo>
                    <a:pt x="822990" y="2717584"/>
                  </a:lnTo>
                  <a:lnTo>
                    <a:pt x="838448" y="2724912"/>
                  </a:lnTo>
                  <a:lnTo>
                    <a:pt x="854227" y="2732163"/>
                  </a:lnTo>
                  <a:lnTo>
                    <a:pt x="864590" y="2736773"/>
                  </a:lnTo>
                  <a:lnTo>
                    <a:pt x="856856" y="2754185"/>
                  </a:lnTo>
                  <a:close/>
                </a:path>
                <a:path w="2876550" h="2876550">
                  <a:moveTo>
                    <a:pt x="728484" y="2689504"/>
                  </a:moveTo>
                  <a:lnTo>
                    <a:pt x="692416" y="2668320"/>
                  </a:lnTo>
                  <a:lnTo>
                    <a:pt x="666902" y="2652420"/>
                  </a:lnTo>
                  <a:lnTo>
                    <a:pt x="677087" y="2636329"/>
                  </a:lnTo>
                  <a:lnTo>
                    <a:pt x="687795" y="2643098"/>
                  </a:lnTo>
                  <a:lnTo>
                    <a:pt x="702365" y="2652077"/>
                  </a:lnTo>
                  <a:lnTo>
                    <a:pt x="717061" y="2660878"/>
                  </a:lnTo>
                  <a:lnTo>
                    <a:pt x="731763" y="2669451"/>
                  </a:lnTo>
                  <a:lnTo>
                    <a:pt x="737882" y="2672930"/>
                  </a:lnTo>
                  <a:lnTo>
                    <a:pt x="728484" y="2689504"/>
                  </a:lnTo>
                  <a:close/>
                </a:path>
                <a:path w="2876550" h="2876550">
                  <a:moveTo>
                    <a:pt x="607237" y="2612326"/>
                  </a:moveTo>
                  <a:lnTo>
                    <a:pt x="563892" y="2580386"/>
                  </a:lnTo>
                  <a:lnTo>
                    <a:pt x="549554" y="2569235"/>
                  </a:lnTo>
                  <a:lnTo>
                    <a:pt x="561416" y="2554325"/>
                  </a:lnTo>
                  <a:lnTo>
                    <a:pt x="575440" y="2565222"/>
                  </a:lnTo>
                  <a:lnTo>
                    <a:pt x="589141" y="2575598"/>
                  </a:lnTo>
                  <a:lnTo>
                    <a:pt x="602873" y="2585732"/>
                  </a:lnTo>
                  <a:lnTo>
                    <a:pt x="616611" y="2595638"/>
                  </a:lnTo>
                  <a:lnTo>
                    <a:pt x="618185" y="2596730"/>
                  </a:lnTo>
                  <a:lnTo>
                    <a:pt x="607237" y="2612326"/>
                  </a:lnTo>
                  <a:close/>
                </a:path>
                <a:path w="2876550" h="2876550">
                  <a:moveTo>
                    <a:pt x="494195" y="2523375"/>
                  </a:moveTo>
                  <a:lnTo>
                    <a:pt x="458457" y="2491232"/>
                  </a:lnTo>
                  <a:lnTo>
                    <a:pt x="441172" y="2474836"/>
                  </a:lnTo>
                  <a:lnTo>
                    <a:pt x="454393" y="2461133"/>
                  </a:lnTo>
                  <a:lnTo>
                    <a:pt x="459084" y="2465654"/>
                  </a:lnTo>
                  <a:lnTo>
                    <a:pt x="471481" y="2477325"/>
                  </a:lnTo>
                  <a:lnTo>
                    <a:pt x="484018" y="2488857"/>
                  </a:lnTo>
                  <a:lnTo>
                    <a:pt x="496599" y="2500160"/>
                  </a:lnTo>
                  <a:lnTo>
                    <a:pt x="506755" y="2509050"/>
                  </a:lnTo>
                  <a:lnTo>
                    <a:pt x="494195" y="2523375"/>
                  </a:lnTo>
                  <a:close/>
                </a:path>
                <a:path w="2876550" h="2876550">
                  <a:moveTo>
                    <a:pt x="390626" y="2423731"/>
                  </a:moveTo>
                  <a:lnTo>
                    <a:pt x="362040" y="2392489"/>
                  </a:lnTo>
                  <a:lnTo>
                    <a:pt x="342671" y="2370175"/>
                  </a:lnTo>
                  <a:lnTo>
                    <a:pt x="357149" y="2357793"/>
                  </a:lnTo>
                  <a:lnTo>
                    <a:pt x="365047" y="2367013"/>
                  </a:lnTo>
                  <a:lnTo>
                    <a:pt x="376342" y="2379903"/>
                  </a:lnTo>
                  <a:lnTo>
                    <a:pt x="387723" y="2392578"/>
                  </a:lnTo>
                  <a:lnTo>
                    <a:pt x="399179" y="2405024"/>
                  </a:lnTo>
                  <a:lnTo>
                    <a:pt x="404494" y="2410663"/>
                  </a:lnTo>
                  <a:lnTo>
                    <a:pt x="390626" y="2423731"/>
                  </a:lnTo>
                  <a:close/>
                </a:path>
                <a:path w="2876550" h="2876550">
                  <a:moveTo>
                    <a:pt x="297446" y="2314308"/>
                  </a:moveTo>
                  <a:lnTo>
                    <a:pt x="265302" y="2270887"/>
                  </a:lnTo>
                  <a:lnTo>
                    <a:pt x="254977" y="2256154"/>
                  </a:lnTo>
                  <a:lnTo>
                    <a:pt x="270700" y="2245398"/>
                  </a:lnTo>
                  <a:lnTo>
                    <a:pt x="280798" y="2259799"/>
                  </a:lnTo>
                  <a:lnTo>
                    <a:pt x="290854" y="2273744"/>
                  </a:lnTo>
                  <a:lnTo>
                    <a:pt x="300981" y="2287460"/>
                  </a:lnTo>
                  <a:lnTo>
                    <a:pt x="311209" y="2300973"/>
                  </a:lnTo>
                  <a:lnTo>
                    <a:pt x="312483" y="2302624"/>
                  </a:lnTo>
                  <a:lnTo>
                    <a:pt x="297446" y="2314308"/>
                  </a:lnTo>
                  <a:close/>
                </a:path>
                <a:path w="2876550" h="2876550">
                  <a:moveTo>
                    <a:pt x="215544" y="2196045"/>
                  </a:moveTo>
                  <a:lnTo>
                    <a:pt x="190512" y="2154199"/>
                  </a:lnTo>
                  <a:lnTo>
                    <a:pt x="179158" y="2134044"/>
                  </a:lnTo>
                  <a:lnTo>
                    <a:pt x="195846" y="2124849"/>
                  </a:lnTo>
                  <a:lnTo>
                    <a:pt x="198596" y="2129840"/>
                  </a:lnTo>
                  <a:lnTo>
                    <a:pt x="207056" y="2144750"/>
                  </a:lnTo>
                  <a:lnTo>
                    <a:pt x="215624" y="2159457"/>
                  </a:lnTo>
                  <a:lnTo>
                    <a:pt x="224496" y="2174240"/>
                  </a:lnTo>
                  <a:lnTo>
                    <a:pt x="231762" y="2186063"/>
                  </a:lnTo>
                  <a:lnTo>
                    <a:pt x="215544" y="2196045"/>
                  </a:lnTo>
                  <a:close/>
                </a:path>
                <a:path w="2876550" h="2876550">
                  <a:moveTo>
                    <a:pt x="145923" y="2070303"/>
                  </a:moveTo>
                  <a:lnTo>
                    <a:pt x="127000" y="2030183"/>
                  </a:lnTo>
                  <a:lnTo>
                    <a:pt x="115925" y="2004961"/>
                  </a:lnTo>
                  <a:lnTo>
                    <a:pt x="133426" y="1997430"/>
                  </a:lnTo>
                  <a:lnTo>
                    <a:pt x="137326" y="2006511"/>
                  </a:lnTo>
                  <a:lnTo>
                    <a:pt x="144341" y="2022284"/>
                  </a:lnTo>
                  <a:lnTo>
                    <a:pt x="151540" y="2037956"/>
                  </a:lnTo>
                  <a:lnTo>
                    <a:pt x="158917" y="2053513"/>
                  </a:lnTo>
                  <a:lnTo>
                    <a:pt x="163029" y="2061921"/>
                  </a:lnTo>
                  <a:lnTo>
                    <a:pt x="145923" y="2070303"/>
                  </a:lnTo>
                  <a:close/>
                </a:path>
                <a:path w="2876550" h="2876550">
                  <a:moveTo>
                    <a:pt x="89242" y="1938197"/>
                  </a:moveTo>
                  <a:lnTo>
                    <a:pt x="75526" y="1899577"/>
                  </a:lnTo>
                  <a:lnTo>
                    <a:pt x="65951" y="1870176"/>
                  </a:lnTo>
                  <a:lnTo>
                    <a:pt x="84099" y="1864410"/>
                  </a:lnTo>
                  <a:lnTo>
                    <a:pt x="88063" y="1876882"/>
                  </a:lnTo>
                  <a:lnTo>
                    <a:pt x="93548" y="1893404"/>
                  </a:lnTo>
                  <a:lnTo>
                    <a:pt x="99266" y="1909965"/>
                  </a:lnTo>
                  <a:lnTo>
                    <a:pt x="105135" y="1926310"/>
                  </a:lnTo>
                  <a:lnTo>
                    <a:pt x="107086" y="1931542"/>
                  </a:lnTo>
                  <a:lnTo>
                    <a:pt x="89242" y="1938197"/>
                  </a:lnTo>
                  <a:close/>
                </a:path>
                <a:path w="2876550" h="2876550">
                  <a:moveTo>
                    <a:pt x="46113" y="1801063"/>
                  </a:moveTo>
                  <a:lnTo>
                    <a:pt x="36779" y="1763090"/>
                  </a:lnTo>
                  <a:lnTo>
                    <a:pt x="29781" y="1731035"/>
                  </a:lnTo>
                  <a:lnTo>
                    <a:pt x="48425" y="1727098"/>
                  </a:lnTo>
                  <a:lnTo>
                    <a:pt x="51474" y="1741538"/>
                  </a:lnTo>
                  <a:lnTo>
                    <a:pt x="55361" y="1758861"/>
                  </a:lnTo>
                  <a:lnTo>
                    <a:pt x="59426" y="1775980"/>
                  </a:lnTo>
                  <a:lnTo>
                    <a:pt x="63695" y="1793024"/>
                  </a:lnTo>
                  <a:lnTo>
                    <a:pt x="64528" y="1796199"/>
                  </a:lnTo>
                  <a:lnTo>
                    <a:pt x="46113" y="1801063"/>
                  </a:lnTo>
                  <a:close/>
                </a:path>
                <a:path w="2876550" h="2876550">
                  <a:moveTo>
                    <a:pt x="16992" y="1660283"/>
                  </a:moveTo>
                  <a:lnTo>
                    <a:pt x="11506" y="1621447"/>
                  </a:lnTo>
                  <a:lnTo>
                    <a:pt x="7772" y="1588960"/>
                  </a:lnTo>
                  <a:lnTo>
                    <a:pt x="26708" y="1586915"/>
                  </a:lnTo>
                  <a:lnTo>
                    <a:pt x="28260" y="1601317"/>
                  </a:lnTo>
                  <a:lnTo>
                    <a:pt x="30408" y="1619110"/>
                  </a:lnTo>
                  <a:lnTo>
                    <a:pt x="32782" y="1636826"/>
                  </a:lnTo>
                  <a:lnTo>
                    <a:pt x="35362" y="1654479"/>
                  </a:lnTo>
                  <a:lnTo>
                    <a:pt x="35813" y="1657286"/>
                  </a:lnTo>
                  <a:lnTo>
                    <a:pt x="16992" y="1660283"/>
                  </a:lnTo>
                  <a:close/>
                </a:path>
                <a:path w="2876550" h="2876550">
                  <a:moveTo>
                    <a:pt x="2108" y="1517281"/>
                  </a:moveTo>
                  <a:lnTo>
                    <a:pt x="408" y="1474851"/>
                  </a:lnTo>
                  <a:lnTo>
                    <a:pt x="0" y="1445399"/>
                  </a:lnTo>
                  <a:lnTo>
                    <a:pt x="19050" y="1445272"/>
                  </a:lnTo>
                  <a:lnTo>
                    <a:pt x="19119" y="1456867"/>
                  </a:lnTo>
                  <a:lnTo>
                    <a:pt x="19466" y="1474851"/>
                  </a:lnTo>
                  <a:lnTo>
                    <a:pt x="20075" y="1493862"/>
                  </a:lnTo>
                  <a:lnTo>
                    <a:pt x="20848" y="1511261"/>
                  </a:lnTo>
                  <a:lnTo>
                    <a:pt x="21120" y="1516189"/>
                  </a:lnTo>
                  <a:lnTo>
                    <a:pt x="2108" y="1517281"/>
                  </a:lnTo>
                  <a:close/>
                </a:path>
                <a:path w="2876550" h="2876550">
                  <a:moveTo>
                    <a:pt x="19115" y="1456689"/>
                  </a:moveTo>
                  <a:close/>
                </a:path>
                <a:path w="2876550" h="2876550">
                  <a:moveTo>
                    <a:pt x="20045" y="1493202"/>
                  </a:moveTo>
                  <a:close/>
                </a:path>
                <a:path w="2876550" h="2876550">
                  <a:moveTo>
                    <a:pt x="20446" y="1374343"/>
                  </a:moveTo>
                  <a:lnTo>
                    <a:pt x="1409" y="1373492"/>
                  </a:lnTo>
                  <a:lnTo>
                    <a:pt x="1816" y="1364272"/>
                  </a:lnTo>
                  <a:lnTo>
                    <a:pt x="2870" y="1345920"/>
                  </a:lnTo>
                  <a:lnTo>
                    <a:pt x="4140" y="1327632"/>
                  </a:lnTo>
                  <a:lnTo>
                    <a:pt x="5651" y="1309395"/>
                  </a:lnTo>
                  <a:lnTo>
                    <a:pt x="6375" y="1301762"/>
                  </a:lnTo>
                  <a:lnTo>
                    <a:pt x="25336" y="1303566"/>
                  </a:lnTo>
                  <a:lnTo>
                    <a:pt x="24614" y="1311148"/>
                  </a:lnTo>
                  <a:lnTo>
                    <a:pt x="23131" y="1329131"/>
                  </a:lnTo>
                  <a:lnTo>
                    <a:pt x="21875" y="1347177"/>
                  </a:lnTo>
                  <a:lnTo>
                    <a:pt x="20847" y="1365300"/>
                  </a:lnTo>
                  <a:lnTo>
                    <a:pt x="20446" y="1374343"/>
                  </a:lnTo>
                  <a:close/>
                </a:path>
                <a:path w="2876550" h="2876550">
                  <a:moveTo>
                    <a:pt x="24614" y="1311148"/>
                  </a:moveTo>
                  <a:close/>
                </a:path>
                <a:path w="2876550" h="2876550">
                  <a:moveTo>
                    <a:pt x="21875" y="1347177"/>
                  </a:moveTo>
                  <a:close/>
                </a:path>
                <a:path w="2876550" h="2876550">
                  <a:moveTo>
                    <a:pt x="20847" y="1365300"/>
                  </a:moveTo>
                  <a:close/>
                </a:path>
                <a:path w="2876550" h="2876550">
                  <a:moveTo>
                    <a:pt x="33743" y="1233119"/>
                  </a:moveTo>
                  <a:lnTo>
                    <a:pt x="14897" y="1230350"/>
                  </a:lnTo>
                  <a:lnTo>
                    <a:pt x="16522" y="1219250"/>
                  </a:lnTo>
                  <a:lnTo>
                    <a:pt x="19354" y="1201432"/>
                  </a:lnTo>
                  <a:lnTo>
                    <a:pt x="22415" y="1183690"/>
                  </a:lnTo>
                  <a:lnTo>
                    <a:pt x="25679" y="1166025"/>
                  </a:lnTo>
                  <a:lnTo>
                    <a:pt x="26987" y="1159471"/>
                  </a:lnTo>
                  <a:lnTo>
                    <a:pt x="45669" y="1163167"/>
                  </a:lnTo>
                  <a:lnTo>
                    <a:pt x="44378" y="1169657"/>
                  </a:lnTo>
                  <a:lnTo>
                    <a:pt x="41153" y="1187094"/>
                  </a:lnTo>
                  <a:lnTo>
                    <a:pt x="38145" y="1204607"/>
                  </a:lnTo>
                  <a:lnTo>
                    <a:pt x="35338" y="1222197"/>
                  </a:lnTo>
                  <a:lnTo>
                    <a:pt x="33743" y="1233119"/>
                  </a:lnTo>
                  <a:close/>
                </a:path>
                <a:path w="2876550" h="2876550">
                  <a:moveTo>
                    <a:pt x="44386" y="1169657"/>
                  </a:moveTo>
                  <a:close/>
                </a:path>
                <a:path w="2876550" h="2876550">
                  <a:moveTo>
                    <a:pt x="41160" y="1187094"/>
                  </a:moveTo>
                  <a:close/>
                </a:path>
                <a:path w="2876550" h="2876550">
                  <a:moveTo>
                    <a:pt x="38145" y="1204607"/>
                  </a:moveTo>
                  <a:close/>
                </a:path>
                <a:path w="2876550" h="2876550">
                  <a:moveTo>
                    <a:pt x="35344" y="1222197"/>
                  </a:moveTo>
                  <a:close/>
                </a:path>
                <a:path w="2876550" h="2876550">
                  <a:moveTo>
                    <a:pt x="61087" y="1093914"/>
                  </a:moveTo>
                  <a:lnTo>
                    <a:pt x="42608" y="1089278"/>
                  </a:lnTo>
                  <a:lnTo>
                    <a:pt x="45224" y="1078839"/>
                  </a:lnTo>
                  <a:lnTo>
                    <a:pt x="49771" y="1061643"/>
                  </a:lnTo>
                  <a:lnTo>
                    <a:pt x="54508" y="1044536"/>
                  </a:lnTo>
                  <a:lnTo>
                    <a:pt x="59461" y="1027518"/>
                  </a:lnTo>
                  <a:lnTo>
                    <a:pt x="61760" y="1019975"/>
                  </a:lnTo>
                  <a:lnTo>
                    <a:pt x="79984" y="1025525"/>
                  </a:lnTo>
                  <a:lnTo>
                    <a:pt x="77703" y="1033005"/>
                  </a:lnTo>
                  <a:lnTo>
                    <a:pt x="72815" y="1049794"/>
                  </a:lnTo>
                  <a:lnTo>
                    <a:pt x="68143" y="1066673"/>
                  </a:lnTo>
                  <a:lnTo>
                    <a:pt x="63661" y="1083640"/>
                  </a:lnTo>
                  <a:lnTo>
                    <a:pt x="61087" y="1093914"/>
                  </a:lnTo>
                  <a:close/>
                </a:path>
                <a:path w="2876550" h="2876550">
                  <a:moveTo>
                    <a:pt x="77703" y="1033005"/>
                  </a:moveTo>
                  <a:close/>
                </a:path>
                <a:path w="2876550" h="2876550">
                  <a:moveTo>
                    <a:pt x="72821" y="1049794"/>
                  </a:moveTo>
                  <a:close/>
                </a:path>
                <a:path w="2876550" h="2876550">
                  <a:moveTo>
                    <a:pt x="68143" y="1066673"/>
                  </a:moveTo>
                  <a:close/>
                </a:path>
                <a:path w="2876550" h="2876550">
                  <a:moveTo>
                    <a:pt x="63665" y="1083640"/>
                  </a:moveTo>
                  <a:close/>
                </a:path>
                <a:path w="2876550" h="2876550">
                  <a:moveTo>
                    <a:pt x="102285" y="958164"/>
                  </a:moveTo>
                  <a:lnTo>
                    <a:pt x="84366" y="951725"/>
                  </a:lnTo>
                  <a:lnTo>
                    <a:pt x="87223" y="943749"/>
                  </a:lnTo>
                  <a:lnTo>
                    <a:pt x="93370" y="927277"/>
                  </a:lnTo>
                  <a:lnTo>
                    <a:pt x="99720" y="910894"/>
                  </a:lnTo>
                  <a:lnTo>
                    <a:pt x="106248" y="894613"/>
                  </a:lnTo>
                  <a:lnTo>
                    <a:pt x="110375" y="884694"/>
                  </a:lnTo>
                  <a:lnTo>
                    <a:pt x="127965" y="892009"/>
                  </a:lnTo>
                  <a:lnTo>
                    <a:pt x="123867" y="901877"/>
                  </a:lnTo>
                  <a:lnTo>
                    <a:pt x="117418" y="917943"/>
                  </a:lnTo>
                  <a:lnTo>
                    <a:pt x="111163" y="934097"/>
                  </a:lnTo>
                  <a:lnTo>
                    <a:pt x="105089" y="950353"/>
                  </a:lnTo>
                  <a:lnTo>
                    <a:pt x="102285" y="958164"/>
                  </a:lnTo>
                  <a:close/>
                </a:path>
                <a:path w="2876550" h="2876550">
                  <a:moveTo>
                    <a:pt x="123867" y="901877"/>
                  </a:moveTo>
                  <a:close/>
                </a:path>
                <a:path w="2876550" h="2876550">
                  <a:moveTo>
                    <a:pt x="117418" y="917943"/>
                  </a:moveTo>
                  <a:close/>
                </a:path>
                <a:path w="2876550" h="2876550">
                  <a:moveTo>
                    <a:pt x="111167" y="934086"/>
                  </a:moveTo>
                  <a:close/>
                </a:path>
                <a:path w="2876550" h="2876550">
                  <a:moveTo>
                    <a:pt x="111163" y="934097"/>
                  </a:moveTo>
                  <a:close/>
                </a:path>
                <a:path w="2876550" h="2876550">
                  <a:moveTo>
                    <a:pt x="105092" y="950353"/>
                  </a:moveTo>
                  <a:close/>
                </a:path>
                <a:path w="2876550" h="2876550">
                  <a:moveTo>
                    <a:pt x="156933" y="827227"/>
                  </a:moveTo>
                  <a:lnTo>
                    <a:pt x="139725" y="819061"/>
                  </a:lnTo>
                  <a:lnTo>
                    <a:pt x="141782" y="814717"/>
                  </a:lnTo>
                  <a:lnTo>
                    <a:pt x="149453" y="799058"/>
                  </a:lnTo>
                  <a:lnTo>
                    <a:pt x="157302" y="783501"/>
                  </a:lnTo>
                  <a:lnTo>
                    <a:pt x="165328" y="768045"/>
                  </a:lnTo>
                  <a:lnTo>
                    <a:pt x="172326" y="754989"/>
                  </a:lnTo>
                  <a:lnTo>
                    <a:pt x="189115" y="763981"/>
                  </a:lnTo>
                  <a:lnTo>
                    <a:pt x="182154" y="776986"/>
                  </a:lnTo>
                  <a:lnTo>
                    <a:pt x="174230" y="792226"/>
                  </a:lnTo>
                  <a:lnTo>
                    <a:pt x="166485" y="807580"/>
                  </a:lnTo>
                  <a:lnTo>
                    <a:pt x="158911" y="823048"/>
                  </a:lnTo>
                  <a:lnTo>
                    <a:pt x="156933" y="827227"/>
                  </a:lnTo>
                  <a:close/>
                </a:path>
                <a:path w="2876550" h="2876550">
                  <a:moveTo>
                    <a:pt x="182156" y="776986"/>
                  </a:moveTo>
                  <a:close/>
                </a:path>
                <a:path w="2876550" h="2876550">
                  <a:moveTo>
                    <a:pt x="174231" y="792226"/>
                  </a:moveTo>
                  <a:close/>
                </a:path>
                <a:path w="2876550" h="2876550">
                  <a:moveTo>
                    <a:pt x="166520" y="807509"/>
                  </a:moveTo>
                  <a:close/>
                </a:path>
                <a:path w="2876550" h="2876550">
                  <a:moveTo>
                    <a:pt x="166485" y="807580"/>
                  </a:moveTo>
                  <a:close/>
                </a:path>
                <a:path w="2876550" h="2876550">
                  <a:moveTo>
                    <a:pt x="158915" y="823048"/>
                  </a:moveTo>
                  <a:close/>
                </a:path>
                <a:path w="2876550" h="2876550">
                  <a:moveTo>
                    <a:pt x="224434" y="702411"/>
                  </a:moveTo>
                  <a:lnTo>
                    <a:pt x="208089" y="692619"/>
                  </a:lnTo>
                  <a:lnTo>
                    <a:pt x="217271" y="677710"/>
                  </a:lnTo>
                  <a:lnTo>
                    <a:pt x="226542" y="663054"/>
                  </a:lnTo>
                  <a:lnTo>
                    <a:pt x="235978" y="648525"/>
                  </a:lnTo>
                  <a:lnTo>
                    <a:pt x="245592" y="634123"/>
                  </a:lnTo>
                  <a:lnTo>
                    <a:pt x="247002" y="632040"/>
                  </a:lnTo>
                  <a:lnTo>
                    <a:pt x="262724" y="642797"/>
                  </a:lnTo>
                  <a:lnTo>
                    <a:pt x="261344" y="644829"/>
                  </a:lnTo>
                  <a:lnTo>
                    <a:pt x="251863" y="659053"/>
                  </a:lnTo>
                  <a:lnTo>
                    <a:pt x="242551" y="673379"/>
                  </a:lnTo>
                  <a:lnTo>
                    <a:pt x="233401" y="687844"/>
                  </a:lnTo>
                  <a:lnTo>
                    <a:pt x="224434" y="702411"/>
                  </a:lnTo>
                  <a:close/>
                </a:path>
                <a:path w="2876550" h="2876550">
                  <a:moveTo>
                    <a:pt x="261344" y="644829"/>
                  </a:moveTo>
                  <a:close/>
                </a:path>
                <a:path w="2876550" h="2876550">
                  <a:moveTo>
                    <a:pt x="251866" y="659053"/>
                  </a:moveTo>
                  <a:close/>
                </a:path>
                <a:path w="2876550" h="2876550">
                  <a:moveTo>
                    <a:pt x="242551" y="673379"/>
                  </a:moveTo>
                  <a:close/>
                </a:path>
                <a:path w="2876550" h="2876550">
                  <a:moveTo>
                    <a:pt x="233436" y="687788"/>
                  </a:moveTo>
                  <a:close/>
                </a:path>
                <a:path w="2876550" h="2876550">
                  <a:moveTo>
                    <a:pt x="233401" y="687844"/>
                  </a:moveTo>
                  <a:close/>
                </a:path>
                <a:path w="2876550" h="2876550">
                  <a:moveTo>
                    <a:pt x="224434" y="702411"/>
                  </a:moveTo>
                  <a:close/>
                </a:path>
                <a:path w="2876550" h="2876550">
                  <a:moveTo>
                    <a:pt x="304025" y="585076"/>
                  </a:moveTo>
                  <a:lnTo>
                    <a:pt x="288836" y="573582"/>
                  </a:lnTo>
                  <a:lnTo>
                    <a:pt x="296125" y="563956"/>
                  </a:lnTo>
                  <a:lnTo>
                    <a:pt x="306717" y="550303"/>
                  </a:lnTo>
                  <a:lnTo>
                    <a:pt x="317474" y="536778"/>
                  </a:lnTo>
                  <a:lnTo>
                    <a:pt x="328383" y="523392"/>
                  </a:lnTo>
                  <a:lnTo>
                    <a:pt x="333514" y="517258"/>
                  </a:lnTo>
                  <a:lnTo>
                    <a:pt x="348132" y="529475"/>
                  </a:lnTo>
                  <a:lnTo>
                    <a:pt x="343043" y="535571"/>
                  </a:lnTo>
                  <a:lnTo>
                    <a:pt x="332275" y="548779"/>
                  </a:lnTo>
                  <a:lnTo>
                    <a:pt x="321660" y="562114"/>
                  </a:lnTo>
                  <a:lnTo>
                    <a:pt x="311209" y="575589"/>
                  </a:lnTo>
                  <a:lnTo>
                    <a:pt x="304025" y="585076"/>
                  </a:lnTo>
                  <a:close/>
                </a:path>
                <a:path w="2876550" h="2876550">
                  <a:moveTo>
                    <a:pt x="343043" y="535571"/>
                  </a:moveTo>
                  <a:close/>
                </a:path>
                <a:path w="2876550" h="2876550">
                  <a:moveTo>
                    <a:pt x="332275" y="548779"/>
                  </a:moveTo>
                  <a:close/>
                </a:path>
                <a:path w="2876550" h="2876550">
                  <a:moveTo>
                    <a:pt x="321665" y="562114"/>
                  </a:moveTo>
                  <a:close/>
                </a:path>
                <a:path w="2876550" h="2876550">
                  <a:moveTo>
                    <a:pt x="311209" y="575589"/>
                  </a:moveTo>
                  <a:close/>
                </a:path>
                <a:path w="2876550" h="2876550">
                  <a:moveTo>
                    <a:pt x="394944" y="476135"/>
                  </a:moveTo>
                  <a:lnTo>
                    <a:pt x="380923" y="463232"/>
                  </a:lnTo>
                  <a:lnTo>
                    <a:pt x="385267" y="458508"/>
                  </a:lnTo>
                  <a:lnTo>
                    <a:pt x="397103" y="445947"/>
                  </a:lnTo>
                  <a:lnTo>
                    <a:pt x="409079" y="433539"/>
                  </a:lnTo>
                  <a:lnTo>
                    <a:pt x="421208" y="421258"/>
                  </a:lnTo>
                  <a:lnTo>
                    <a:pt x="430961" y="411619"/>
                  </a:lnTo>
                  <a:lnTo>
                    <a:pt x="444347" y="425170"/>
                  </a:lnTo>
                  <a:lnTo>
                    <a:pt x="434645" y="434771"/>
                  </a:lnTo>
                  <a:lnTo>
                    <a:pt x="422671" y="446887"/>
                  </a:lnTo>
                  <a:lnTo>
                    <a:pt x="410850" y="459143"/>
                  </a:lnTo>
                  <a:lnTo>
                    <a:pt x="399168" y="471538"/>
                  </a:lnTo>
                  <a:lnTo>
                    <a:pt x="394944" y="476135"/>
                  </a:lnTo>
                  <a:close/>
                </a:path>
                <a:path w="2876550" h="2876550">
                  <a:moveTo>
                    <a:pt x="434684" y="434732"/>
                  </a:moveTo>
                  <a:close/>
                </a:path>
                <a:path w="2876550" h="2876550">
                  <a:moveTo>
                    <a:pt x="434645" y="434771"/>
                  </a:moveTo>
                  <a:close/>
                </a:path>
                <a:path w="2876550" h="2876550">
                  <a:moveTo>
                    <a:pt x="422671" y="446887"/>
                  </a:moveTo>
                  <a:close/>
                </a:path>
                <a:path w="2876550" h="2876550">
                  <a:moveTo>
                    <a:pt x="410850" y="459143"/>
                  </a:moveTo>
                  <a:close/>
                </a:path>
                <a:path w="2876550" h="2876550">
                  <a:moveTo>
                    <a:pt x="399173" y="471538"/>
                  </a:moveTo>
                  <a:close/>
                </a:path>
                <a:path w="2876550" h="2876550">
                  <a:moveTo>
                    <a:pt x="496227" y="376732"/>
                  </a:moveTo>
                  <a:lnTo>
                    <a:pt x="510095" y="339509"/>
                  </a:lnTo>
                  <a:lnTo>
                    <a:pt x="538505" y="316115"/>
                  </a:lnTo>
                  <a:lnTo>
                    <a:pt x="550367" y="331012"/>
                  </a:lnTo>
                  <a:lnTo>
                    <a:pt x="548622" y="332397"/>
                  </a:lnTo>
                  <a:lnTo>
                    <a:pt x="535417" y="343166"/>
                  </a:lnTo>
                  <a:lnTo>
                    <a:pt x="522350" y="354088"/>
                  </a:lnTo>
                  <a:lnTo>
                    <a:pt x="509426" y="365163"/>
                  </a:lnTo>
                  <a:lnTo>
                    <a:pt x="496227" y="376732"/>
                  </a:lnTo>
                  <a:close/>
                </a:path>
                <a:path w="2876550" h="2876550">
                  <a:moveTo>
                    <a:pt x="548627" y="332397"/>
                  </a:moveTo>
                  <a:close/>
                </a:path>
                <a:path w="2876550" h="2876550">
                  <a:moveTo>
                    <a:pt x="535419" y="343166"/>
                  </a:moveTo>
                  <a:close/>
                </a:path>
                <a:path w="2876550" h="2876550">
                  <a:moveTo>
                    <a:pt x="522350" y="354088"/>
                  </a:moveTo>
                  <a:close/>
                </a:path>
                <a:path w="2876550" h="2876550">
                  <a:moveTo>
                    <a:pt x="509426" y="365163"/>
                  </a:moveTo>
                  <a:close/>
                </a:path>
                <a:path w="2876550" h="2876550">
                  <a:moveTo>
                    <a:pt x="496598" y="376402"/>
                  </a:moveTo>
                  <a:close/>
                </a:path>
                <a:path w="2876550" h="2876550">
                  <a:moveTo>
                    <a:pt x="606805" y="287985"/>
                  </a:moveTo>
                  <a:lnTo>
                    <a:pt x="595680" y="272529"/>
                  </a:lnTo>
                  <a:lnTo>
                    <a:pt x="605612" y="265366"/>
                  </a:lnTo>
                  <a:lnTo>
                    <a:pt x="619785" y="255422"/>
                  </a:lnTo>
                  <a:lnTo>
                    <a:pt x="634060" y="245643"/>
                  </a:lnTo>
                  <a:lnTo>
                    <a:pt x="648474" y="236029"/>
                  </a:lnTo>
                  <a:lnTo>
                    <a:pt x="654938" y="231838"/>
                  </a:lnTo>
                  <a:lnTo>
                    <a:pt x="665314" y="247815"/>
                  </a:lnTo>
                  <a:lnTo>
                    <a:pt x="658895" y="251980"/>
                  </a:lnTo>
                  <a:lnTo>
                    <a:pt x="644686" y="261454"/>
                  </a:lnTo>
                  <a:lnTo>
                    <a:pt x="630591" y="271106"/>
                  </a:lnTo>
                  <a:lnTo>
                    <a:pt x="616593" y="280924"/>
                  </a:lnTo>
                  <a:lnTo>
                    <a:pt x="606805" y="287985"/>
                  </a:lnTo>
                  <a:close/>
                </a:path>
                <a:path w="2876550" h="2876550">
                  <a:moveTo>
                    <a:pt x="658901" y="251980"/>
                  </a:moveTo>
                  <a:close/>
                </a:path>
                <a:path w="2876550" h="2876550">
                  <a:moveTo>
                    <a:pt x="644686" y="261454"/>
                  </a:moveTo>
                  <a:close/>
                </a:path>
                <a:path w="2876550" h="2876550">
                  <a:moveTo>
                    <a:pt x="630591" y="271106"/>
                  </a:moveTo>
                  <a:close/>
                </a:path>
                <a:path w="2876550" h="2876550">
                  <a:moveTo>
                    <a:pt x="616610" y="280924"/>
                  </a:moveTo>
                  <a:close/>
                </a:path>
                <a:path w="2876550" h="2876550">
                  <a:moveTo>
                    <a:pt x="725754" y="210604"/>
                  </a:moveTo>
                  <a:lnTo>
                    <a:pt x="716152" y="194144"/>
                  </a:lnTo>
                  <a:lnTo>
                    <a:pt x="722747" y="190309"/>
                  </a:lnTo>
                  <a:lnTo>
                    <a:pt x="737425" y="181991"/>
                  </a:lnTo>
                  <a:lnTo>
                    <a:pt x="752652" y="173596"/>
                  </a:lnTo>
                  <a:lnTo>
                    <a:pt x="767994" y="165392"/>
                  </a:lnTo>
                  <a:lnTo>
                    <a:pt x="779183" y="159562"/>
                  </a:lnTo>
                  <a:lnTo>
                    <a:pt x="787971" y="176466"/>
                  </a:lnTo>
                  <a:lnTo>
                    <a:pt x="776840" y="182257"/>
                  </a:lnTo>
                  <a:lnTo>
                    <a:pt x="761681" y="190373"/>
                  </a:lnTo>
                  <a:lnTo>
                    <a:pt x="746660" y="198653"/>
                  </a:lnTo>
                  <a:lnTo>
                    <a:pt x="731741" y="207111"/>
                  </a:lnTo>
                  <a:lnTo>
                    <a:pt x="725754" y="210604"/>
                  </a:lnTo>
                  <a:close/>
                </a:path>
                <a:path w="2876550" h="2876550">
                  <a:moveTo>
                    <a:pt x="776840" y="182257"/>
                  </a:moveTo>
                  <a:close/>
                </a:path>
                <a:path w="2876550" h="2876550">
                  <a:moveTo>
                    <a:pt x="761695" y="190373"/>
                  </a:moveTo>
                  <a:close/>
                </a:path>
                <a:path w="2876550" h="2876550">
                  <a:moveTo>
                    <a:pt x="746671" y="198653"/>
                  </a:moveTo>
                  <a:close/>
                </a:path>
                <a:path w="2876550" h="2876550">
                  <a:moveTo>
                    <a:pt x="731748" y="207111"/>
                  </a:moveTo>
                  <a:close/>
                </a:path>
                <a:path w="2876550" h="2876550">
                  <a:moveTo>
                    <a:pt x="851814" y="145491"/>
                  </a:moveTo>
                  <a:lnTo>
                    <a:pt x="843864" y="128181"/>
                  </a:lnTo>
                  <a:lnTo>
                    <a:pt x="846315" y="127063"/>
                  </a:lnTo>
                  <a:lnTo>
                    <a:pt x="862291" y="119951"/>
                  </a:lnTo>
                  <a:lnTo>
                    <a:pt x="878382" y="113030"/>
                  </a:lnTo>
                  <a:lnTo>
                    <a:pt x="894562" y="106311"/>
                  </a:lnTo>
                  <a:lnTo>
                    <a:pt x="910043" y="100088"/>
                  </a:lnTo>
                  <a:lnTo>
                    <a:pt x="917143" y="117767"/>
                  </a:lnTo>
                  <a:lnTo>
                    <a:pt x="901704" y="123964"/>
                  </a:lnTo>
                  <a:lnTo>
                    <a:pt x="885732" y="130606"/>
                  </a:lnTo>
                  <a:lnTo>
                    <a:pt x="869873" y="137426"/>
                  </a:lnTo>
                  <a:lnTo>
                    <a:pt x="854130" y="144437"/>
                  </a:lnTo>
                  <a:lnTo>
                    <a:pt x="851814" y="145491"/>
                  </a:lnTo>
                  <a:close/>
                </a:path>
                <a:path w="2876550" h="2876550">
                  <a:moveTo>
                    <a:pt x="901712" y="123964"/>
                  </a:moveTo>
                  <a:close/>
                </a:path>
                <a:path w="2876550" h="2876550">
                  <a:moveTo>
                    <a:pt x="885748" y="130606"/>
                  </a:moveTo>
                  <a:close/>
                </a:path>
                <a:path w="2876550" h="2876550">
                  <a:moveTo>
                    <a:pt x="869876" y="137425"/>
                  </a:moveTo>
                  <a:close/>
                </a:path>
                <a:path w="2876550" h="2876550">
                  <a:moveTo>
                    <a:pt x="869873" y="137426"/>
                  </a:moveTo>
                  <a:close/>
                </a:path>
                <a:path w="2876550" h="2876550">
                  <a:moveTo>
                    <a:pt x="854130" y="144437"/>
                  </a:moveTo>
                  <a:close/>
                </a:path>
                <a:path w="2876550" h="2876550">
                  <a:moveTo>
                    <a:pt x="983665" y="93408"/>
                  </a:moveTo>
                  <a:lnTo>
                    <a:pt x="1010526" y="64668"/>
                  </a:lnTo>
                  <a:lnTo>
                    <a:pt x="1046352" y="54051"/>
                  </a:lnTo>
                  <a:lnTo>
                    <a:pt x="1051445" y="72402"/>
                  </a:lnTo>
                  <a:lnTo>
                    <a:pt x="1049765" y="72872"/>
                  </a:lnTo>
                  <a:lnTo>
                    <a:pt x="1032870" y="77787"/>
                  </a:lnTo>
                  <a:lnTo>
                    <a:pt x="1016121" y="82880"/>
                  </a:lnTo>
                  <a:lnTo>
                    <a:pt x="999501" y="88163"/>
                  </a:lnTo>
                  <a:lnTo>
                    <a:pt x="983665" y="93408"/>
                  </a:lnTo>
                  <a:close/>
                </a:path>
                <a:path w="2876550" h="2876550">
                  <a:moveTo>
                    <a:pt x="1049629" y="72910"/>
                  </a:moveTo>
                  <a:lnTo>
                    <a:pt x="1049765" y="72872"/>
                  </a:lnTo>
                  <a:lnTo>
                    <a:pt x="1049629" y="72910"/>
                  </a:lnTo>
                  <a:close/>
                </a:path>
                <a:path w="2876550" h="2876550">
                  <a:moveTo>
                    <a:pt x="1032870" y="77787"/>
                  </a:moveTo>
                  <a:close/>
                </a:path>
                <a:path w="2876550" h="2876550">
                  <a:moveTo>
                    <a:pt x="1016126" y="82880"/>
                  </a:moveTo>
                  <a:close/>
                </a:path>
                <a:path w="2876550" h="2876550">
                  <a:moveTo>
                    <a:pt x="999515" y="88163"/>
                  </a:moveTo>
                  <a:close/>
                </a:path>
                <a:path w="2876550" h="2876550">
                  <a:moveTo>
                    <a:pt x="1120190" y="54838"/>
                  </a:moveTo>
                  <a:lnTo>
                    <a:pt x="1165961" y="25742"/>
                  </a:lnTo>
                  <a:lnTo>
                    <a:pt x="1186497" y="21970"/>
                  </a:lnTo>
                  <a:lnTo>
                    <a:pt x="1189723" y="40754"/>
                  </a:lnTo>
                  <a:lnTo>
                    <a:pt x="1187076" y="41211"/>
                  </a:lnTo>
                  <a:lnTo>
                    <a:pt x="1169629" y="44437"/>
                  </a:lnTo>
                  <a:lnTo>
                    <a:pt x="1152125" y="47904"/>
                  </a:lnTo>
                  <a:lnTo>
                    <a:pt x="1134847" y="51549"/>
                  </a:lnTo>
                  <a:lnTo>
                    <a:pt x="1120190" y="54838"/>
                  </a:lnTo>
                  <a:close/>
                </a:path>
                <a:path w="2876550" h="2876550">
                  <a:moveTo>
                    <a:pt x="1186929" y="41236"/>
                  </a:moveTo>
                  <a:lnTo>
                    <a:pt x="1187076" y="41211"/>
                  </a:lnTo>
                  <a:lnTo>
                    <a:pt x="1186929" y="41236"/>
                  </a:lnTo>
                  <a:close/>
                </a:path>
                <a:path w="2876550" h="2876550">
                  <a:moveTo>
                    <a:pt x="1169492" y="44462"/>
                  </a:moveTo>
                  <a:lnTo>
                    <a:pt x="1169629" y="44437"/>
                  </a:lnTo>
                  <a:lnTo>
                    <a:pt x="1169492" y="44462"/>
                  </a:lnTo>
                  <a:close/>
                </a:path>
                <a:path w="2876550" h="2876550">
                  <a:moveTo>
                    <a:pt x="1152131" y="47904"/>
                  </a:moveTo>
                  <a:lnTo>
                    <a:pt x="1152259" y="47879"/>
                  </a:lnTo>
                  <a:lnTo>
                    <a:pt x="1152131" y="47904"/>
                  </a:lnTo>
                  <a:close/>
                </a:path>
                <a:path w="2876550" h="2876550">
                  <a:moveTo>
                    <a:pt x="1134865" y="51545"/>
                  </a:moveTo>
                  <a:close/>
                </a:path>
                <a:path w="2876550" h="2876550">
                  <a:moveTo>
                    <a:pt x="1134847" y="51549"/>
                  </a:moveTo>
                  <a:close/>
                </a:path>
                <a:path w="2876550" h="2876550">
                  <a:moveTo>
                    <a:pt x="1259890" y="30162"/>
                  </a:moveTo>
                  <a:lnTo>
                    <a:pt x="1291183" y="7429"/>
                  </a:lnTo>
                  <a:lnTo>
                    <a:pt x="1329156" y="4089"/>
                  </a:lnTo>
                  <a:lnTo>
                    <a:pt x="1330477" y="23088"/>
                  </a:lnTo>
                  <a:lnTo>
                    <a:pt x="1328953" y="23190"/>
                  </a:lnTo>
                  <a:lnTo>
                    <a:pt x="1311124" y="24663"/>
                  </a:lnTo>
                  <a:lnTo>
                    <a:pt x="1293047" y="26390"/>
                  </a:lnTo>
                  <a:lnTo>
                    <a:pt x="1275416" y="28295"/>
                  </a:lnTo>
                  <a:lnTo>
                    <a:pt x="1259890" y="30162"/>
                  </a:lnTo>
                  <a:close/>
                </a:path>
                <a:path w="2876550" h="2876550">
                  <a:moveTo>
                    <a:pt x="1310970" y="24676"/>
                  </a:moveTo>
                  <a:lnTo>
                    <a:pt x="1311124" y="24663"/>
                  </a:lnTo>
                  <a:lnTo>
                    <a:pt x="1310970" y="24676"/>
                  </a:lnTo>
                  <a:close/>
                </a:path>
                <a:path w="2876550" h="2876550">
                  <a:moveTo>
                    <a:pt x="1293050" y="26390"/>
                  </a:moveTo>
                  <a:lnTo>
                    <a:pt x="1293183" y="26377"/>
                  </a:lnTo>
                  <a:lnTo>
                    <a:pt x="1293050" y="26390"/>
                  </a:lnTo>
                  <a:close/>
                </a:path>
                <a:path w="2876550" h="2876550">
                  <a:moveTo>
                    <a:pt x="1275181" y="28320"/>
                  </a:moveTo>
                  <a:lnTo>
                    <a:pt x="1275308" y="28295"/>
                  </a:lnTo>
                  <a:lnTo>
                    <a:pt x="1275181" y="28320"/>
                  </a:lnTo>
                  <a:close/>
                </a:path>
                <a:path w="2876550" h="2876550">
                  <a:moveTo>
                    <a:pt x="1401533" y="19519"/>
                  </a:moveTo>
                  <a:lnTo>
                    <a:pt x="1400860" y="482"/>
                  </a:lnTo>
                  <a:lnTo>
                    <a:pt x="1419631" y="114"/>
                  </a:lnTo>
                  <a:lnTo>
                    <a:pt x="1438224" y="0"/>
                  </a:lnTo>
                  <a:lnTo>
                    <a:pt x="1456816" y="114"/>
                  </a:lnTo>
                  <a:lnTo>
                    <a:pt x="1472768" y="419"/>
                  </a:lnTo>
                  <a:lnTo>
                    <a:pt x="1472420" y="19050"/>
                  </a:lnTo>
                  <a:lnTo>
                    <a:pt x="1438160" y="19050"/>
                  </a:lnTo>
                  <a:lnTo>
                    <a:pt x="1419821" y="19164"/>
                  </a:lnTo>
                  <a:lnTo>
                    <a:pt x="1401533" y="19519"/>
                  </a:lnTo>
                  <a:close/>
                </a:path>
                <a:path w="2876550" h="2876550">
                  <a:moveTo>
                    <a:pt x="1438224" y="19050"/>
                  </a:moveTo>
                  <a:close/>
                </a:path>
                <a:path w="2876550" h="2876550">
                  <a:moveTo>
                    <a:pt x="1472412" y="19469"/>
                  </a:moveTo>
                  <a:lnTo>
                    <a:pt x="1456512" y="19164"/>
                  </a:lnTo>
                  <a:lnTo>
                    <a:pt x="1438224" y="19050"/>
                  </a:lnTo>
                  <a:lnTo>
                    <a:pt x="1472420" y="19050"/>
                  </a:lnTo>
                  <a:lnTo>
                    <a:pt x="1472412" y="19469"/>
                  </a:lnTo>
                  <a:close/>
                </a:path>
                <a:path w="2876550" h="2876550">
                  <a:moveTo>
                    <a:pt x="1613877" y="29844"/>
                  </a:moveTo>
                  <a:lnTo>
                    <a:pt x="1601139" y="28295"/>
                  </a:lnTo>
                  <a:lnTo>
                    <a:pt x="1583283" y="26377"/>
                  </a:lnTo>
                  <a:lnTo>
                    <a:pt x="1565363" y="24663"/>
                  </a:lnTo>
                  <a:lnTo>
                    <a:pt x="1547367" y="23190"/>
                  </a:lnTo>
                  <a:lnTo>
                    <a:pt x="1543265" y="22898"/>
                  </a:lnTo>
                  <a:lnTo>
                    <a:pt x="1544599" y="3898"/>
                  </a:lnTo>
                  <a:lnTo>
                    <a:pt x="1548879" y="4191"/>
                  </a:lnTo>
                  <a:lnTo>
                    <a:pt x="1567103" y="5702"/>
                  </a:lnTo>
                  <a:lnTo>
                    <a:pt x="1585264" y="7429"/>
                  </a:lnTo>
                  <a:lnTo>
                    <a:pt x="1603362" y="9385"/>
                  </a:lnTo>
                  <a:lnTo>
                    <a:pt x="1616163" y="10922"/>
                  </a:lnTo>
                  <a:lnTo>
                    <a:pt x="1613877" y="29844"/>
                  </a:lnTo>
                  <a:close/>
                </a:path>
                <a:path w="2876550" h="2876550">
                  <a:moveTo>
                    <a:pt x="1754221" y="51549"/>
                  </a:moveTo>
                  <a:lnTo>
                    <a:pt x="1741601" y="51549"/>
                  </a:lnTo>
                  <a:lnTo>
                    <a:pt x="1724202" y="47879"/>
                  </a:lnTo>
                  <a:lnTo>
                    <a:pt x="1706841" y="44437"/>
                  </a:lnTo>
                  <a:lnTo>
                    <a:pt x="1689404" y="41211"/>
                  </a:lnTo>
                  <a:lnTo>
                    <a:pt x="1684058" y="40284"/>
                  </a:lnTo>
                  <a:lnTo>
                    <a:pt x="1687283" y="21513"/>
                  </a:lnTo>
                  <a:lnTo>
                    <a:pt x="1728076" y="29222"/>
                  </a:lnTo>
                  <a:lnTo>
                    <a:pt x="1757794" y="35661"/>
                  </a:lnTo>
                  <a:lnTo>
                    <a:pt x="1754221" y="51549"/>
                  </a:lnTo>
                  <a:close/>
                </a:path>
                <a:path w="2876550" h="2876550">
                  <a:moveTo>
                    <a:pt x="1753615" y="54241"/>
                  </a:moveTo>
                  <a:lnTo>
                    <a:pt x="1741585" y="51545"/>
                  </a:lnTo>
                  <a:lnTo>
                    <a:pt x="1754221" y="51549"/>
                  </a:lnTo>
                  <a:lnTo>
                    <a:pt x="1753615" y="54241"/>
                  </a:lnTo>
                  <a:close/>
                </a:path>
                <a:path w="2876550" h="2876550">
                  <a:moveTo>
                    <a:pt x="1895112" y="77787"/>
                  </a:moveTo>
                  <a:lnTo>
                    <a:pt x="1843608" y="77787"/>
                  </a:lnTo>
                  <a:lnTo>
                    <a:pt x="1826704" y="72872"/>
                  </a:lnTo>
                  <a:lnTo>
                    <a:pt x="1822399" y="71678"/>
                  </a:lnTo>
                  <a:lnTo>
                    <a:pt x="1827491" y="53327"/>
                  </a:lnTo>
                  <a:lnTo>
                    <a:pt x="1831962" y="54571"/>
                  </a:lnTo>
                  <a:lnTo>
                    <a:pt x="1848980" y="59512"/>
                  </a:lnTo>
                  <a:lnTo>
                    <a:pt x="1865922" y="64668"/>
                  </a:lnTo>
                  <a:lnTo>
                    <a:pt x="1882762" y="70015"/>
                  </a:lnTo>
                  <a:lnTo>
                    <a:pt x="1896211" y="74472"/>
                  </a:lnTo>
                  <a:lnTo>
                    <a:pt x="1895112" y="77787"/>
                  </a:lnTo>
                  <a:close/>
                </a:path>
                <a:path w="2876550" h="2876550">
                  <a:moveTo>
                    <a:pt x="1890217" y="92557"/>
                  </a:moveTo>
                  <a:lnTo>
                    <a:pt x="1876831" y="88125"/>
                  </a:lnTo>
                  <a:lnTo>
                    <a:pt x="1860207" y="82842"/>
                  </a:lnTo>
                  <a:lnTo>
                    <a:pt x="1843493" y="77762"/>
                  </a:lnTo>
                  <a:lnTo>
                    <a:pt x="1895112" y="77787"/>
                  </a:lnTo>
                  <a:lnTo>
                    <a:pt x="1890217" y="92557"/>
                  </a:lnTo>
                  <a:close/>
                </a:path>
                <a:path w="2876550" h="2876550">
                  <a:moveTo>
                    <a:pt x="2008487" y="117513"/>
                  </a:moveTo>
                  <a:lnTo>
                    <a:pt x="1958670" y="117513"/>
                  </a:lnTo>
                  <a:lnTo>
                    <a:pt x="1956892" y="116827"/>
                  </a:lnTo>
                  <a:lnTo>
                    <a:pt x="1963775" y="99060"/>
                  </a:lnTo>
                  <a:lnTo>
                    <a:pt x="1965604" y="99771"/>
                  </a:lnTo>
                  <a:lnTo>
                    <a:pt x="1981885" y="106311"/>
                  </a:lnTo>
                  <a:lnTo>
                    <a:pt x="1998065" y="113030"/>
                  </a:lnTo>
                  <a:lnTo>
                    <a:pt x="2008487" y="117513"/>
                  </a:lnTo>
                  <a:close/>
                </a:path>
                <a:path w="2876550" h="2876550">
                  <a:moveTo>
                    <a:pt x="2025389" y="137426"/>
                  </a:moveTo>
                  <a:lnTo>
                    <a:pt x="2006574" y="137426"/>
                  </a:lnTo>
                  <a:lnTo>
                    <a:pt x="1990598" y="130556"/>
                  </a:lnTo>
                  <a:lnTo>
                    <a:pt x="1974621" y="123913"/>
                  </a:lnTo>
                  <a:lnTo>
                    <a:pt x="1958555" y="117475"/>
                  </a:lnTo>
                  <a:lnTo>
                    <a:pt x="2008487" y="117513"/>
                  </a:lnTo>
                  <a:lnTo>
                    <a:pt x="2014156" y="119951"/>
                  </a:lnTo>
                  <a:lnTo>
                    <a:pt x="2030018" y="127012"/>
                  </a:lnTo>
                  <a:lnTo>
                    <a:pt x="2025389" y="137426"/>
                  </a:lnTo>
                  <a:close/>
                </a:path>
                <a:path w="2876550" h="2876550">
                  <a:moveTo>
                    <a:pt x="2022284" y="144411"/>
                  </a:moveTo>
                  <a:lnTo>
                    <a:pt x="2006573" y="137426"/>
                  </a:lnTo>
                  <a:lnTo>
                    <a:pt x="2025389" y="137426"/>
                  </a:lnTo>
                  <a:lnTo>
                    <a:pt x="2022284" y="144411"/>
                  </a:lnTo>
                  <a:close/>
                </a:path>
                <a:path w="2876550" h="2876550">
                  <a:moveTo>
                    <a:pt x="2139493" y="182257"/>
                  </a:moveTo>
                  <a:lnTo>
                    <a:pt x="2099614" y="182257"/>
                  </a:lnTo>
                  <a:lnTo>
                    <a:pt x="2086076" y="175221"/>
                  </a:lnTo>
                  <a:lnTo>
                    <a:pt x="2094864" y="158318"/>
                  </a:lnTo>
                  <a:lnTo>
                    <a:pt x="2108454" y="165392"/>
                  </a:lnTo>
                  <a:lnTo>
                    <a:pt x="2123795" y="173596"/>
                  </a:lnTo>
                  <a:lnTo>
                    <a:pt x="2139493" y="182257"/>
                  </a:lnTo>
                  <a:close/>
                </a:path>
                <a:path w="2876550" h="2876550">
                  <a:moveTo>
                    <a:pt x="2148357" y="209245"/>
                  </a:moveTo>
                  <a:lnTo>
                    <a:pt x="2144598" y="207048"/>
                  </a:lnTo>
                  <a:lnTo>
                    <a:pt x="2129675" y="198589"/>
                  </a:lnTo>
                  <a:lnTo>
                    <a:pt x="2114651" y="190309"/>
                  </a:lnTo>
                  <a:lnTo>
                    <a:pt x="2099513" y="182206"/>
                  </a:lnTo>
                  <a:lnTo>
                    <a:pt x="2139493" y="182257"/>
                  </a:lnTo>
                  <a:lnTo>
                    <a:pt x="2154148" y="190563"/>
                  </a:lnTo>
                  <a:lnTo>
                    <a:pt x="2157958" y="192786"/>
                  </a:lnTo>
                  <a:lnTo>
                    <a:pt x="2148357" y="209245"/>
                  </a:lnTo>
                  <a:close/>
                </a:path>
                <a:path w="2876550" h="2876550">
                  <a:moveTo>
                    <a:pt x="2265261" y="261454"/>
                  </a:moveTo>
                  <a:lnTo>
                    <a:pt x="2231771" y="261454"/>
                  </a:lnTo>
                  <a:lnTo>
                    <a:pt x="2217458" y="251917"/>
                  </a:lnTo>
                  <a:lnTo>
                    <a:pt x="2208860" y="246341"/>
                  </a:lnTo>
                  <a:lnTo>
                    <a:pt x="2219248" y="230365"/>
                  </a:lnTo>
                  <a:lnTo>
                    <a:pt x="2227973" y="236029"/>
                  </a:lnTo>
                  <a:lnTo>
                    <a:pt x="2242388" y="245643"/>
                  </a:lnTo>
                  <a:lnTo>
                    <a:pt x="2256662" y="255422"/>
                  </a:lnTo>
                  <a:lnTo>
                    <a:pt x="2265261" y="261454"/>
                  </a:lnTo>
                  <a:close/>
                </a:path>
                <a:path w="2876550" h="2876550">
                  <a:moveTo>
                    <a:pt x="2278464" y="271106"/>
                  </a:moveTo>
                  <a:lnTo>
                    <a:pt x="2245868" y="271106"/>
                  </a:lnTo>
                  <a:lnTo>
                    <a:pt x="2231669" y="261391"/>
                  </a:lnTo>
                  <a:lnTo>
                    <a:pt x="2265261" y="261454"/>
                  </a:lnTo>
                  <a:lnTo>
                    <a:pt x="2270836" y="265366"/>
                  </a:lnTo>
                  <a:lnTo>
                    <a:pt x="2278583" y="270941"/>
                  </a:lnTo>
                  <a:lnTo>
                    <a:pt x="2278464" y="271106"/>
                  </a:lnTo>
                  <a:close/>
                </a:path>
                <a:path w="2876550" h="2876550">
                  <a:moveTo>
                    <a:pt x="2267445" y="286397"/>
                  </a:moveTo>
                  <a:lnTo>
                    <a:pt x="2259749" y="280847"/>
                  </a:lnTo>
                  <a:lnTo>
                    <a:pt x="2245766" y="271043"/>
                  </a:lnTo>
                  <a:lnTo>
                    <a:pt x="2278464" y="271106"/>
                  </a:lnTo>
                  <a:lnTo>
                    <a:pt x="2267445" y="286397"/>
                  </a:lnTo>
                  <a:close/>
                </a:path>
                <a:path w="2876550" h="2876550">
                  <a:moveTo>
                    <a:pt x="2386918" y="365163"/>
                  </a:moveTo>
                  <a:lnTo>
                    <a:pt x="2367038" y="365163"/>
                  </a:lnTo>
                  <a:lnTo>
                    <a:pt x="2354008" y="354012"/>
                  </a:lnTo>
                  <a:lnTo>
                    <a:pt x="2340940" y="343090"/>
                  </a:lnTo>
                  <a:lnTo>
                    <a:pt x="2327732" y="332320"/>
                  </a:lnTo>
                  <a:lnTo>
                    <a:pt x="2323960" y="329336"/>
                  </a:lnTo>
                  <a:lnTo>
                    <a:pt x="2335822" y="314426"/>
                  </a:lnTo>
                  <a:lnTo>
                    <a:pt x="2366352" y="339509"/>
                  </a:lnTo>
                  <a:lnTo>
                    <a:pt x="2390838" y="360692"/>
                  </a:lnTo>
                  <a:lnTo>
                    <a:pt x="2386918" y="365163"/>
                  </a:lnTo>
                  <a:close/>
                </a:path>
                <a:path w="2876550" h="2876550">
                  <a:moveTo>
                    <a:pt x="2378278" y="375018"/>
                  </a:moveTo>
                  <a:lnTo>
                    <a:pt x="2366949" y="365099"/>
                  </a:lnTo>
                  <a:lnTo>
                    <a:pt x="2386918" y="365163"/>
                  </a:lnTo>
                  <a:lnTo>
                    <a:pt x="2378278" y="375018"/>
                  </a:lnTo>
                  <a:close/>
                </a:path>
                <a:path w="2876550" h="2876550">
                  <a:moveTo>
                    <a:pt x="2468557" y="434771"/>
                  </a:moveTo>
                  <a:lnTo>
                    <a:pt x="2441803" y="434771"/>
                  </a:lnTo>
                  <a:lnTo>
                    <a:pt x="2430170" y="423278"/>
                  </a:lnTo>
                  <a:lnTo>
                    <a:pt x="2443556" y="409727"/>
                  </a:lnTo>
                  <a:lnTo>
                    <a:pt x="2455240" y="421258"/>
                  </a:lnTo>
                  <a:lnTo>
                    <a:pt x="2467368" y="433539"/>
                  </a:lnTo>
                  <a:lnTo>
                    <a:pt x="2468557" y="434771"/>
                  </a:lnTo>
                  <a:close/>
                </a:path>
                <a:path w="2876550" h="2876550">
                  <a:moveTo>
                    <a:pt x="2480230" y="446887"/>
                  </a:moveTo>
                  <a:lnTo>
                    <a:pt x="2453779" y="446887"/>
                  </a:lnTo>
                  <a:lnTo>
                    <a:pt x="2441766" y="434734"/>
                  </a:lnTo>
                  <a:lnTo>
                    <a:pt x="2468557" y="434771"/>
                  </a:lnTo>
                  <a:lnTo>
                    <a:pt x="2479344" y="445947"/>
                  </a:lnTo>
                  <a:lnTo>
                    <a:pt x="2480230" y="446887"/>
                  </a:lnTo>
                  <a:close/>
                </a:path>
                <a:path w="2876550" h="2876550">
                  <a:moveTo>
                    <a:pt x="2491763" y="459143"/>
                  </a:moveTo>
                  <a:lnTo>
                    <a:pt x="2465603" y="459143"/>
                  </a:lnTo>
                  <a:lnTo>
                    <a:pt x="2453690" y="446798"/>
                  </a:lnTo>
                  <a:lnTo>
                    <a:pt x="2480230" y="446887"/>
                  </a:lnTo>
                  <a:lnTo>
                    <a:pt x="2491763" y="459143"/>
                  </a:lnTo>
                  <a:close/>
                </a:path>
                <a:path w="2876550" h="2876550">
                  <a:moveTo>
                    <a:pt x="2479675" y="474141"/>
                  </a:moveTo>
                  <a:lnTo>
                    <a:pt x="2477198" y="471449"/>
                  </a:lnTo>
                  <a:lnTo>
                    <a:pt x="2465514" y="459054"/>
                  </a:lnTo>
                  <a:lnTo>
                    <a:pt x="2491763" y="459143"/>
                  </a:lnTo>
                  <a:lnTo>
                    <a:pt x="2493695" y="461251"/>
                  </a:lnTo>
                  <a:lnTo>
                    <a:pt x="2479675" y="474141"/>
                  </a:lnTo>
                  <a:close/>
                </a:path>
                <a:path w="2876550" h="2876550">
                  <a:moveTo>
                    <a:pt x="2557990" y="535571"/>
                  </a:moveTo>
                  <a:lnTo>
                    <a:pt x="2533408" y="535571"/>
                  </a:lnTo>
                  <a:lnTo>
                    <a:pt x="2526588" y="527405"/>
                  </a:lnTo>
                  <a:lnTo>
                    <a:pt x="2541206" y="515188"/>
                  </a:lnTo>
                  <a:lnTo>
                    <a:pt x="2548064" y="523392"/>
                  </a:lnTo>
                  <a:lnTo>
                    <a:pt x="2557990" y="535571"/>
                  </a:lnTo>
                  <a:close/>
                </a:path>
                <a:path w="2876550" h="2876550">
                  <a:moveTo>
                    <a:pt x="2568518" y="548779"/>
                  </a:moveTo>
                  <a:lnTo>
                    <a:pt x="2544178" y="548779"/>
                  </a:lnTo>
                  <a:lnTo>
                    <a:pt x="2533332" y="535482"/>
                  </a:lnTo>
                  <a:lnTo>
                    <a:pt x="2557990" y="535571"/>
                  </a:lnTo>
                  <a:lnTo>
                    <a:pt x="2558973" y="536778"/>
                  </a:lnTo>
                  <a:lnTo>
                    <a:pt x="2568518" y="548779"/>
                  </a:lnTo>
                  <a:close/>
                </a:path>
                <a:path w="2876550" h="2876550">
                  <a:moveTo>
                    <a:pt x="2580481" y="575589"/>
                  </a:moveTo>
                  <a:lnTo>
                    <a:pt x="2565247" y="575589"/>
                  </a:lnTo>
                  <a:lnTo>
                    <a:pt x="2554719" y="562025"/>
                  </a:lnTo>
                  <a:lnTo>
                    <a:pt x="2544102" y="548690"/>
                  </a:lnTo>
                  <a:lnTo>
                    <a:pt x="2568518" y="548779"/>
                  </a:lnTo>
                  <a:lnTo>
                    <a:pt x="2569730" y="550303"/>
                  </a:lnTo>
                  <a:lnTo>
                    <a:pt x="2580322" y="563956"/>
                  </a:lnTo>
                  <a:lnTo>
                    <a:pt x="2585986" y="571423"/>
                  </a:lnTo>
                  <a:lnTo>
                    <a:pt x="2580481" y="575589"/>
                  </a:lnTo>
                  <a:close/>
                </a:path>
                <a:path w="2876550" h="2876550">
                  <a:moveTo>
                    <a:pt x="2570797" y="582917"/>
                  </a:moveTo>
                  <a:lnTo>
                    <a:pt x="2565171" y="575500"/>
                  </a:lnTo>
                  <a:lnTo>
                    <a:pt x="2580481" y="575589"/>
                  </a:lnTo>
                  <a:lnTo>
                    <a:pt x="2570797" y="582917"/>
                  </a:lnTo>
                  <a:close/>
                </a:path>
                <a:path w="2876550" h="2876550">
                  <a:moveTo>
                    <a:pt x="2638002" y="644829"/>
                  </a:moveTo>
                  <a:lnTo>
                    <a:pt x="2615107" y="644829"/>
                  </a:lnTo>
                  <a:lnTo>
                    <a:pt x="2612186" y="640575"/>
                  </a:lnTo>
                  <a:lnTo>
                    <a:pt x="2627909" y="629818"/>
                  </a:lnTo>
                  <a:lnTo>
                    <a:pt x="2630855" y="634123"/>
                  </a:lnTo>
                  <a:lnTo>
                    <a:pt x="2638002" y="644829"/>
                  </a:lnTo>
                  <a:close/>
                </a:path>
                <a:path w="2876550" h="2876550">
                  <a:moveTo>
                    <a:pt x="2656437" y="673379"/>
                  </a:moveTo>
                  <a:lnTo>
                    <a:pt x="2633903" y="673379"/>
                  </a:lnTo>
                  <a:lnTo>
                    <a:pt x="2624518" y="658952"/>
                  </a:lnTo>
                  <a:lnTo>
                    <a:pt x="2615044" y="644740"/>
                  </a:lnTo>
                  <a:lnTo>
                    <a:pt x="2638002" y="644829"/>
                  </a:lnTo>
                  <a:lnTo>
                    <a:pt x="2640469" y="648525"/>
                  </a:lnTo>
                  <a:lnTo>
                    <a:pt x="2649905" y="663054"/>
                  </a:lnTo>
                  <a:lnTo>
                    <a:pt x="2656437" y="673379"/>
                  </a:lnTo>
                  <a:close/>
                </a:path>
                <a:path w="2876550" h="2876550">
                  <a:moveTo>
                    <a:pt x="2665422" y="687844"/>
                  </a:moveTo>
                  <a:lnTo>
                    <a:pt x="2643047" y="687844"/>
                  </a:lnTo>
                  <a:lnTo>
                    <a:pt x="2633840" y="673290"/>
                  </a:lnTo>
                  <a:lnTo>
                    <a:pt x="2656437" y="673379"/>
                  </a:lnTo>
                  <a:lnTo>
                    <a:pt x="2659176" y="677710"/>
                  </a:lnTo>
                  <a:lnTo>
                    <a:pt x="2665422" y="687844"/>
                  </a:lnTo>
                  <a:close/>
                </a:path>
                <a:path w="2876550" h="2876550">
                  <a:moveTo>
                    <a:pt x="2650667" y="700214"/>
                  </a:moveTo>
                  <a:lnTo>
                    <a:pt x="2643013" y="687789"/>
                  </a:lnTo>
                  <a:lnTo>
                    <a:pt x="2665422" y="687844"/>
                  </a:lnTo>
                  <a:lnTo>
                    <a:pt x="2666885" y="690219"/>
                  </a:lnTo>
                  <a:lnTo>
                    <a:pt x="2650667" y="700214"/>
                  </a:lnTo>
                  <a:close/>
                </a:path>
                <a:path w="2876550" h="2876550">
                  <a:moveTo>
                    <a:pt x="2731169" y="807580"/>
                  </a:moveTo>
                  <a:lnTo>
                    <a:pt x="2709964" y="807580"/>
                  </a:lnTo>
                  <a:lnTo>
                    <a:pt x="2702166" y="792124"/>
                  </a:lnTo>
                  <a:lnTo>
                    <a:pt x="2694241" y="776884"/>
                  </a:lnTo>
                  <a:lnTo>
                    <a:pt x="2686113" y="761695"/>
                  </a:lnTo>
                  <a:lnTo>
                    <a:pt x="2702788" y="752500"/>
                  </a:lnTo>
                  <a:lnTo>
                    <a:pt x="2711119" y="768045"/>
                  </a:lnTo>
                  <a:lnTo>
                    <a:pt x="2719146" y="783501"/>
                  </a:lnTo>
                  <a:lnTo>
                    <a:pt x="2726994" y="799058"/>
                  </a:lnTo>
                  <a:lnTo>
                    <a:pt x="2731169" y="807580"/>
                  </a:lnTo>
                  <a:close/>
                </a:path>
                <a:path w="2876550" h="2876550">
                  <a:moveTo>
                    <a:pt x="2718358" y="824788"/>
                  </a:moveTo>
                  <a:lnTo>
                    <a:pt x="2717482" y="822934"/>
                  </a:lnTo>
                  <a:lnTo>
                    <a:pt x="2709928" y="807509"/>
                  </a:lnTo>
                  <a:lnTo>
                    <a:pt x="2731169" y="807580"/>
                  </a:lnTo>
                  <a:lnTo>
                    <a:pt x="2734665" y="814717"/>
                  </a:lnTo>
                  <a:lnTo>
                    <a:pt x="2735567" y="816622"/>
                  </a:lnTo>
                  <a:lnTo>
                    <a:pt x="2718358" y="824788"/>
                  </a:lnTo>
                  <a:close/>
                </a:path>
                <a:path w="2876550" h="2876550">
                  <a:moveTo>
                    <a:pt x="2773112" y="901877"/>
                  </a:moveTo>
                  <a:lnTo>
                    <a:pt x="2752585" y="901877"/>
                  </a:lnTo>
                  <a:lnTo>
                    <a:pt x="2747441" y="889507"/>
                  </a:lnTo>
                  <a:lnTo>
                    <a:pt x="2765031" y="882205"/>
                  </a:lnTo>
                  <a:lnTo>
                    <a:pt x="2770200" y="894613"/>
                  </a:lnTo>
                  <a:lnTo>
                    <a:pt x="2773112" y="901877"/>
                  </a:lnTo>
                  <a:close/>
                </a:path>
                <a:path w="2876550" h="2876550">
                  <a:moveTo>
                    <a:pt x="2779459" y="917943"/>
                  </a:moveTo>
                  <a:lnTo>
                    <a:pt x="2759036" y="917943"/>
                  </a:lnTo>
                  <a:lnTo>
                    <a:pt x="2752534" y="901763"/>
                  </a:lnTo>
                  <a:lnTo>
                    <a:pt x="2773112" y="901877"/>
                  </a:lnTo>
                  <a:lnTo>
                    <a:pt x="2776728" y="910894"/>
                  </a:lnTo>
                  <a:lnTo>
                    <a:pt x="2779459" y="917943"/>
                  </a:lnTo>
                  <a:close/>
                </a:path>
                <a:path w="2876550" h="2876550">
                  <a:moveTo>
                    <a:pt x="2785622" y="934097"/>
                  </a:moveTo>
                  <a:lnTo>
                    <a:pt x="2765285" y="934097"/>
                  </a:lnTo>
                  <a:lnTo>
                    <a:pt x="2758986" y="917829"/>
                  </a:lnTo>
                  <a:lnTo>
                    <a:pt x="2779459" y="917943"/>
                  </a:lnTo>
                  <a:lnTo>
                    <a:pt x="2783078" y="927277"/>
                  </a:lnTo>
                  <a:lnTo>
                    <a:pt x="2785622" y="934097"/>
                  </a:lnTo>
                  <a:close/>
                </a:path>
                <a:path w="2876550" h="2876550">
                  <a:moveTo>
                    <a:pt x="2773248" y="955624"/>
                  </a:moveTo>
                  <a:lnTo>
                    <a:pt x="2771317" y="950239"/>
                  </a:lnTo>
                  <a:lnTo>
                    <a:pt x="2765280" y="934086"/>
                  </a:lnTo>
                  <a:lnTo>
                    <a:pt x="2785622" y="934097"/>
                  </a:lnTo>
                  <a:lnTo>
                    <a:pt x="2789224" y="943749"/>
                  </a:lnTo>
                  <a:lnTo>
                    <a:pt x="2791167" y="949185"/>
                  </a:lnTo>
                  <a:lnTo>
                    <a:pt x="2773248" y="955624"/>
                  </a:lnTo>
                  <a:close/>
                </a:path>
                <a:path w="2876550" h="2876550">
                  <a:moveTo>
                    <a:pt x="2818583" y="1033005"/>
                  </a:moveTo>
                  <a:lnTo>
                    <a:pt x="2798749" y="1033005"/>
                  </a:lnTo>
                  <a:lnTo>
                    <a:pt x="2795676" y="1022934"/>
                  </a:lnTo>
                  <a:lnTo>
                    <a:pt x="2813900" y="1017384"/>
                  </a:lnTo>
                  <a:lnTo>
                    <a:pt x="2816986" y="1027518"/>
                  </a:lnTo>
                  <a:lnTo>
                    <a:pt x="2818583" y="1033005"/>
                  </a:lnTo>
                  <a:close/>
                </a:path>
                <a:path w="2876550" h="2876550">
                  <a:moveTo>
                    <a:pt x="2828006" y="1066673"/>
                  </a:moveTo>
                  <a:lnTo>
                    <a:pt x="2808312" y="1066673"/>
                  </a:lnTo>
                  <a:lnTo>
                    <a:pt x="2803601" y="1049680"/>
                  </a:lnTo>
                  <a:lnTo>
                    <a:pt x="2798711" y="1032890"/>
                  </a:lnTo>
                  <a:lnTo>
                    <a:pt x="2818583" y="1033005"/>
                  </a:lnTo>
                  <a:lnTo>
                    <a:pt x="2821939" y="1044536"/>
                  </a:lnTo>
                  <a:lnTo>
                    <a:pt x="2826677" y="1061643"/>
                  </a:lnTo>
                  <a:lnTo>
                    <a:pt x="2828006" y="1066673"/>
                  </a:lnTo>
                  <a:close/>
                </a:path>
                <a:path w="2876550" h="2876550">
                  <a:moveTo>
                    <a:pt x="2814701" y="1091298"/>
                  </a:moveTo>
                  <a:lnTo>
                    <a:pt x="2812757" y="1083525"/>
                  </a:lnTo>
                  <a:lnTo>
                    <a:pt x="2808274" y="1066558"/>
                  </a:lnTo>
                  <a:lnTo>
                    <a:pt x="2828006" y="1066673"/>
                  </a:lnTo>
                  <a:lnTo>
                    <a:pt x="2831223" y="1078839"/>
                  </a:lnTo>
                  <a:lnTo>
                    <a:pt x="2833179" y="1086662"/>
                  </a:lnTo>
                  <a:lnTo>
                    <a:pt x="2814701" y="1091298"/>
                  </a:lnTo>
                  <a:close/>
                </a:path>
                <a:path w="2876550" h="2876550">
                  <a:moveTo>
                    <a:pt x="2857598" y="1204607"/>
                  </a:moveTo>
                  <a:lnTo>
                    <a:pt x="2838310" y="1204607"/>
                  </a:lnTo>
                  <a:lnTo>
                    <a:pt x="2835275" y="1186980"/>
                  </a:lnTo>
                  <a:lnTo>
                    <a:pt x="2832049" y="1169542"/>
                  </a:lnTo>
                  <a:lnTo>
                    <a:pt x="2830258" y="1160526"/>
                  </a:lnTo>
                  <a:lnTo>
                    <a:pt x="2848940" y="1156817"/>
                  </a:lnTo>
                  <a:lnTo>
                    <a:pt x="2850769" y="1166025"/>
                  </a:lnTo>
                  <a:lnTo>
                    <a:pt x="2854032" y="1183690"/>
                  </a:lnTo>
                  <a:lnTo>
                    <a:pt x="2857093" y="1201432"/>
                  </a:lnTo>
                  <a:lnTo>
                    <a:pt x="2857598" y="1204607"/>
                  </a:lnTo>
                  <a:close/>
                </a:path>
                <a:path w="2876550" h="2876550">
                  <a:moveTo>
                    <a:pt x="2842310" y="1230439"/>
                  </a:moveTo>
                  <a:lnTo>
                    <a:pt x="2841091" y="1222070"/>
                  </a:lnTo>
                  <a:lnTo>
                    <a:pt x="2838284" y="1204493"/>
                  </a:lnTo>
                  <a:lnTo>
                    <a:pt x="2857598" y="1204607"/>
                  </a:lnTo>
                  <a:lnTo>
                    <a:pt x="2859925" y="1219250"/>
                  </a:lnTo>
                  <a:lnTo>
                    <a:pt x="2861157" y="1227683"/>
                  </a:lnTo>
                  <a:lnTo>
                    <a:pt x="2842310" y="1230439"/>
                  </a:lnTo>
                  <a:close/>
                </a:path>
                <a:path w="2876550" h="2876550">
                  <a:moveTo>
                    <a:pt x="2870953" y="1311148"/>
                  </a:moveTo>
                  <a:lnTo>
                    <a:pt x="2851835" y="1311148"/>
                  </a:lnTo>
                  <a:lnTo>
                    <a:pt x="2850857" y="1300873"/>
                  </a:lnTo>
                  <a:lnTo>
                    <a:pt x="2869819" y="1299070"/>
                  </a:lnTo>
                  <a:lnTo>
                    <a:pt x="2870809" y="1309395"/>
                  </a:lnTo>
                  <a:lnTo>
                    <a:pt x="2870953" y="1311148"/>
                  </a:lnTo>
                  <a:close/>
                </a:path>
                <a:path w="2876550" h="2876550">
                  <a:moveTo>
                    <a:pt x="2873650" y="1347177"/>
                  </a:moveTo>
                  <a:lnTo>
                    <a:pt x="2854579" y="1347177"/>
                  </a:lnTo>
                  <a:lnTo>
                    <a:pt x="2853308" y="1329016"/>
                  </a:lnTo>
                  <a:lnTo>
                    <a:pt x="2851823" y="1311021"/>
                  </a:lnTo>
                  <a:lnTo>
                    <a:pt x="2870953" y="1311148"/>
                  </a:lnTo>
                  <a:lnTo>
                    <a:pt x="2872308" y="1327632"/>
                  </a:lnTo>
                  <a:lnTo>
                    <a:pt x="2873578" y="1345920"/>
                  </a:lnTo>
                  <a:lnTo>
                    <a:pt x="2873650" y="1347177"/>
                  </a:lnTo>
                  <a:close/>
                </a:path>
                <a:path w="2876550" h="2876550">
                  <a:moveTo>
                    <a:pt x="2853308" y="1329131"/>
                  </a:moveTo>
                  <a:close/>
                </a:path>
                <a:path w="2876550" h="2876550">
                  <a:moveTo>
                    <a:pt x="2874676" y="1365300"/>
                  </a:moveTo>
                  <a:lnTo>
                    <a:pt x="2855607" y="1365300"/>
                  </a:lnTo>
                  <a:lnTo>
                    <a:pt x="2854566" y="1347063"/>
                  </a:lnTo>
                  <a:lnTo>
                    <a:pt x="2873650" y="1347177"/>
                  </a:lnTo>
                  <a:lnTo>
                    <a:pt x="2874632" y="1364272"/>
                  </a:lnTo>
                  <a:lnTo>
                    <a:pt x="2874676" y="1365300"/>
                  </a:lnTo>
                  <a:close/>
                </a:path>
                <a:path w="2876550" h="2876550">
                  <a:moveTo>
                    <a:pt x="2855887" y="1371638"/>
                  </a:moveTo>
                  <a:lnTo>
                    <a:pt x="2855595" y="1365173"/>
                  </a:lnTo>
                  <a:lnTo>
                    <a:pt x="2874676" y="1365300"/>
                  </a:lnTo>
                  <a:lnTo>
                    <a:pt x="2874911" y="1370799"/>
                  </a:lnTo>
                  <a:lnTo>
                    <a:pt x="2855887" y="1371638"/>
                  </a:lnTo>
                  <a:close/>
                </a:path>
              </a:pathLst>
            </a:custGeom>
            <a:solidFill>
              <a:srgbClr val="4338C9"/>
            </a:solidFill>
          </p:spPr>
          <p:txBody>
            <a:bodyPr wrap="square" lIns="0" tIns="0" rIns="0" bIns="0" rtlCol="0"/>
            <a:lstStyle/>
            <a:p>
              <a:endParaRPr/>
            </a:p>
          </p:txBody>
        </p:sp>
        <p:sp>
          <p:nvSpPr>
            <p:cNvPr id="9" name="object 9"/>
            <p:cNvSpPr/>
            <p:nvPr/>
          </p:nvSpPr>
          <p:spPr>
            <a:xfrm>
              <a:off x="3705301" y="1365046"/>
              <a:ext cx="4781550" cy="4781550"/>
            </a:xfrm>
            <a:custGeom>
              <a:avLst/>
              <a:gdLst/>
              <a:ahLst/>
              <a:cxnLst/>
              <a:rect l="l" t="t" r="r" b="b"/>
              <a:pathLst>
                <a:path w="4781550" h="4781550">
                  <a:moveTo>
                    <a:pt x="4781473" y="2390584"/>
                  </a:moveTo>
                  <a:lnTo>
                    <a:pt x="4762423" y="2390584"/>
                  </a:lnTo>
                  <a:lnTo>
                    <a:pt x="4762233" y="2359812"/>
                  </a:lnTo>
                  <a:lnTo>
                    <a:pt x="4781283" y="2359685"/>
                  </a:lnTo>
                  <a:lnTo>
                    <a:pt x="4781473" y="2390584"/>
                  </a:lnTo>
                  <a:close/>
                </a:path>
                <a:path w="4781550" h="4781550">
                  <a:moveTo>
                    <a:pt x="4781284" y="2421242"/>
                  </a:moveTo>
                  <a:lnTo>
                    <a:pt x="4762233" y="2421242"/>
                  </a:lnTo>
                  <a:lnTo>
                    <a:pt x="4762423" y="2390527"/>
                  </a:lnTo>
                  <a:lnTo>
                    <a:pt x="4781473" y="2390584"/>
                  </a:lnTo>
                  <a:lnTo>
                    <a:pt x="4781284" y="2421242"/>
                  </a:lnTo>
                  <a:close/>
                </a:path>
                <a:path w="4781550" h="4781550">
                  <a:moveTo>
                    <a:pt x="4781092" y="2431364"/>
                  </a:moveTo>
                  <a:lnTo>
                    <a:pt x="4762042" y="2430995"/>
                  </a:lnTo>
                  <a:lnTo>
                    <a:pt x="4762233" y="2421115"/>
                  </a:lnTo>
                  <a:lnTo>
                    <a:pt x="4781284" y="2421242"/>
                  </a:lnTo>
                  <a:lnTo>
                    <a:pt x="4781092" y="2431364"/>
                  </a:lnTo>
                  <a:close/>
                </a:path>
                <a:path w="4781550" h="4781550">
                  <a:moveTo>
                    <a:pt x="4778402" y="2512644"/>
                  </a:moveTo>
                  <a:lnTo>
                    <a:pt x="4759337" y="2512644"/>
                  </a:lnTo>
                  <a:lnTo>
                    <a:pt x="4759794" y="2502154"/>
                  </a:lnTo>
                  <a:lnTo>
                    <a:pt x="4778832" y="2503004"/>
                  </a:lnTo>
                  <a:lnTo>
                    <a:pt x="4778402" y="2512644"/>
                  </a:lnTo>
                  <a:close/>
                </a:path>
                <a:path w="4781550" h="4781550">
                  <a:moveTo>
                    <a:pt x="4776687" y="2542908"/>
                  </a:moveTo>
                  <a:lnTo>
                    <a:pt x="4757610" y="2542908"/>
                  </a:lnTo>
                  <a:lnTo>
                    <a:pt x="4759337" y="2512517"/>
                  </a:lnTo>
                  <a:lnTo>
                    <a:pt x="4778402" y="2512644"/>
                  </a:lnTo>
                  <a:lnTo>
                    <a:pt x="4776687" y="2542908"/>
                  </a:lnTo>
                  <a:close/>
                </a:path>
                <a:path w="4781550" h="4781550">
                  <a:moveTo>
                    <a:pt x="4774488" y="2574671"/>
                  </a:moveTo>
                  <a:lnTo>
                    <a:pt x="4755502" y="2573096"/>
                  </a:lnTo>
                  <a:lnTo>
                    <a:pt x="4755515" y="2572956"/>
                  </a:lnTo>
                  <a:lnTo>
                    <a:pt x="4757610" y="2542794"/>
                  </a:lnTo>
                  <a:lnTo>
                    <a:pt x="4776687" y="2542908"/>
                  </a:lnTo>
                  <a:lnTo>
                    <a:pt x="4776622" y="2544051"/>
                  </a:lnTo>
                  <a:lnTo>
                    <a:pt x="4774488" y="2574671"/>
                  </a:lnTo>
                  <a:close/>
                </a:path>
                <a:path w="4781550" h="4781550">
                  <a:moveTo>
                    <a:pt x="4755502" y="2573070"/>
                  </a:moveTo>
                  <a:close/>
                </a:path>
                <a:path w="4781550" h="4781550">
                  <a:moveTo>
                    <a:pt x="4766106" y="2662936"/>
                  </a:moveTo>
                  <a:lnTo>
                    <a:pt x="4746955" y="2662936"/>
                  </a:lnTo>
                  <a:lnTo>
                    <a:pt x="4748999" y="2644000"/>
                  </a:lnTo>
                  <a:lnTo>
                    <a:pt x="4767935" y="2646045"/>
                  </a:lnTo>
                  <a:lnTo>
                    <a:pt x="4766106" y="2662936"/>
                  </a:lnTo>
                  <a:close/>
                </a:path>
                <a:path w="4781550" h="4781550">
                  <a:moveTo>
                    <a:pt x="4762552" y="2692666"/>
                  </a:moveTo>
                  <a:lnTo>
                    <a:pt x="4743361" y="2692666"/>
                  </a:lnTo>
                  <a:lnTo>
                    <a:pt x="4746967" y="2662809"/>
                  </a:lnTo>
                  <a:lnTo>
                    <a:pt x="4766106" y="2662936"/>
                  </a:lnTo>
                  <a:lnTo>
                    <a:pt x="4765878" y="2665044"/>
                  </a:lnTo>
                  <a:lnTo>
                    <a:pt x="4762552" y="2692666"/>
                  </a:lnTo>
                  <a:close/>
                </a:path>
                <a:path w="4781550" h="4781550">
                  <a:moveTo>
                    <a:pt x="4759299" y="2717190"/>
                  </a:moveTo>
                  <a:lnTo>
                    <a:pt x="4740427" y="2714675"/>
                  </a:lnTo>
                  <a:lnTo>
                    <a:pt x="4743373" y="2692552"/>
                  </a:lnTo>
                  <a:lnTo>
                    <a:pt x="4762552" y="2692666"/>
                  </a:lnTo>
                  <a:lnTo>
                    <a:pt x="4762271" y="2695003"/>
                  </a:lnTo>
                  <a:lnTo>
                    <a:pt x="4759299" y="2717190"/>
                  </a:lnTo>
                  <a:close/>
                </a:path>
                <a:path w="4781550" h="4781550">
                  <a:moveTo>
                    <a:pt x="4739353" y="2839567"/>
                  </a:moveTo>
                  <a:lnTo>
                    <a:pt x="4719980" y="2839567"/>
                  </a:lnTo>
                  <a:lnTo>
                    <a:pt x="4725390" y="2810306"/>
                  </a:lnTo>
                  <a:lnTo>
                    <a:pt x="4729759" y="2784944"/>
                  </a:lnTo>
                  <a:lnTo>
                    <a:pt x="4748530" y="2788170"/>
                  </a:lnTo>
                  <a:lnTo>
                    <a:pt x="4744135" y="2813723"/>
                  </a:lnTo>
                  <a:lnTo>
                    <a:pt x="4739353" y="2839567"/>
                  </a:lnTo>
                  <a:close/>
                </a:path>
                <a:path w="4781550" h="4781550">
                  <a:moveTo>
                    <a:pt x="4725365" y="2810433"/>
                  </a:moveTo>
                  <a:lnTo>
                    <a:pt x="4725387" y="2810306"/>
                  </a:lnTo>
                  <a:lnTo>
                    <a:pt x="4725365" y="2810433"/>
                  </a:lnTo>
                  <a:close/>
                </a:path>
                <a:path w="4781550" h="4781550">
                  <a:moveTo>
                    <a:pt x="4735614" y="2858668"/>
                  </a:moveTo>
                  <a:lnTo>
                    <a:pt x="4716919" y="2854972"/>
                  </a:lnTo>
                  <a:lnTo>
                    <a:pt x="4719993" y="2839453"/>
                  </a:lnTo>
                  <a:lnTo>
                    <a:pt x="4739353" y="2839567"/>
                  </a:lnTo>
                  <a:lnTo>
                    <a:pt x="4738700" y="2843098"/>
                  </a:lnTo>
                  <a:lnTo>
                    <a:pt x="4735614" y="2858668"/>
                  </a:lnTo>
                  <a:close/>
                </a:path>
                <a:path w="4781550" h="4781550">
                  <a:moveTo>
                    <a:pt x="4709291" y="2926219"/>
                  </a:moveTo>
                  <a:lnTo>
                    <a:pt x="4701679" y="2926219"/>
                  </a:lnTo>
                  <a:lnTo>
                    <a:pt x="4702035" y="2924594"/>
                  </a:lnTo>
                  <a:lnTo>
                    <a:pt x="4709291" y="2926219"/>
                  </a:lnTo>
                  <a:close/>
                </a:path>
                <a:path w="4781550" h="4781550">
                  <a:moveTo>
                    <a:pt x="4714459" y="2954832"/>
                  </a:moveTo>
                  <a:lnTo>
                    <a:pt x="4694885" y="2954832"/>
                  </a:lnTo>
                  <a:lnTo>
                    <a:pt x="4701705" y="2926092"/>
                  </a:lnTo>
                  <a:lnTo>
                    <a:pt x="4709291" y="2926219"/>
                  </a:lnTo>
                  <a:lnTo>
                    <a:pt x="4720628" y="2928759"/>
                  </a:lnTo>
                  <a:lnTo>
                    <a:pt x="4720247" y="2930436"/>
                  </a:lnTo>
                  <a:lnTo>
                    <a:pt x="4714459" y="2954832"/>
                  </a:lnTo>
                  <a:close/>
                </a:path>
                <a:path w="4781550" h="4781550">
                  <a:moveTo>
                    <a:pt x="4707376" y="2983318"/>
                  </a:moveTo>
                  <a:lnTo>
                    <a:pt x="4687747" y="2983318"/>
                  </a:lnTo>
                  <a:lnTo>
                    <a:pt x="4694910" y="2954718"/>
                  </a:lnTo>
                  <a:lnTo>
                    <a:pt x="4714459" y="2954832"/>
                  </a:lnTo>
                  <a:lnTo>
                    <a:pt x="4713401" y="2959290"/>
                  </a:lnTo>
                  <a:lnTo>
                    <a:pt x="4707376" y="2983318"/>
                  </a:lnTo>
                  <a:close/>
                </a:path>
                <a:path w="4781550" h="4781550">
                  <a:moveTo>
                    <a:pt x="4703445" y="2998470"/>
                  </a:moveTo>
                  <a:lnTo>
                    <a:pt x="4685030" y="2993605"/>
                  </a:lnTo>
                  <a:lnTo>
                    <a:pt x="4687773" y="2983204"/>
                  </a:lnTo>
                  <a:lnTo>
                    <a:pt x="4707376" y="2983318"/>
                  </a:lnTo>
                  <a:lnTo>
                    <a:pt x="4706200" y="2988005"/>
                  </a:lnTo>
                  <a:lnTo>
                    <a:pt x="4703445" y="2998470"/>
                  </a:lnTo>
                  <a:close/>
                </a:path>
                <a:path w="4781550" h="4781550">
                  <a:moveTo>
                    <a:pt x="4684120" y="3067939"/>
                  </a:moveTo>
                  <a:lnTo>
                    <a:pt x="4664278" y="3067939"/>
                  </a:lnTo>
                  <a:lnTo>
                    <a:pt x="4665941" y="3062198"/>
                  </a:lnTo>
                  <a:lnTo>
                    <a:pt x="4684242" y="3067519"/>
                  </a:lnTo>
                  <a:lnTo>
                    <a:pt x="4684120" y="3067939"/>
                  </a:lnTo>
                  <a:close/>
                </a:path>
                <a:path w="4781550" h="4781550">
                  <a:moveTo>
                    <a:pt x="4662906" y="3136061"/>
                  </a:moveTo>
                  <a:lnTo>
                    <a:pt x="4644821" y="3130067"/>
                  </a:lnTo>
                  <a:lnTo>
                    <a:pt x="4646993" y="3123526"/>
                  </a:lnTo>
                  <a:lnTo>
                    <a:pt x="4655820" y="3095752"/>
                  </a:lnTo>
                  <a:lnTo>
                    <a:pt x="4664303" y="3067824"/>
                  </a:lnTo>
                  <a:lnTo>
                    <a:pt x="4684120" y="3067939"/>
                  </a:lnTo>
                  <a:lnTo>
                    <a:pt x="4682553" y="3073311"/>
                  </a:lnTo>
                  <a:lnTo>
                    <a:pt x="4673981" y="3101467"/>
                  </a:lnTo>
                  <a:lnTo>
                    <a:pt x="4665091" y="3129457"/>
                  </a:lnTo>
                  <a:lnTo>
                    <a:pt x="4662906" y="3136061"/>
                  </a:lnTo>
                  <a:close/>
                </a:path>
                <a:path w="4781550" h="4781550">
                  <a:moveTo>
                    <a:pt x="4655781" y="3095866"/>
                  </a:moveTo>
                  <a:close/>
                </a:path>
                <a:path w="4781550" h="4781550">
                  <a:moveTo>
                    <a:pt x="4646955" y="3123641"/>
                  </a:moveTo>
                  <a:close/>
                </a:path>
                <a:path w="4781550" h="4781550">
                  <a:moveTo>
                    <a:pt x="4638731" y="3206064"/>
                  </a:moveTo>
                  <a:lnTo>
                    <a:pt x="4618494" y="3206064"/>
                  </a:lnTo>
                  <a:lnTo>
                    <a:pt x="4621606" y="3197377"/>
                  </a:lnTo>
                  <a:lnTo>
                    <a:pt x="4639538" y="3203816"/>
                  </a:lnTo>
                  <a:lnTo>
                    <a:pt x="4638731" y="3206064"/>
                  </a:lnTo>
                  <a:close/>
                </a:path>
                <a:path w="4781550" h="4781550">
                  <a:moveTo>
                    <a:pt x="4618321" y="3260229"/>
                  </a:moveTo>
                  <a:lnTo>
                    <a:pt x="4597895" y="3260229"/>
                  </a:lnTo>
                  <a:lnTo>
                    <a:pt x="4608398" y="3233115"/>
                  </a:lnTo>
                  <a:lnTo>
                    <a:pt x="4618532" y="3205949"/>
                  </a:lnTo>
                  <a:lnTo>
                    <a:pt x="4638731" y="3206064"/>
                  </a:lnTo>
                  <a:lnTo>
                    <a:pt x="4636401" y="3212553"/>
                  </a:lnTo>
                  <a:lnTo>
                    <a:pt x="4626178" y="3239935"/>
                  </a:lnTo>
                  <a:lnTo>
                    <a:pt x="4618321" y="3260229"/>
                  </a:lnTo>
                  <a:close/>
                </a:path>
                <a:path w="4781550" h="4781550">
                  <a:moveTo>
                    <a:pt x="4608347" y="3233216"/>
                  </a:moveTo>
                  <a:close/>
                </a:path>
                <a:path w="4781550" h="4781550">
                  <a:moveTo>
                    <a:pt x="4614113" y="3270948"/>
                  </a:moveTo>
                  <a:lnTo>
                    <a:pt x="4596434" y="3263849"/>
                  </a:lnTo>
                  <a:lnTo>
                    <a:pt x="4597933" y="3260115"/>
                  </a:lnTo>
                  <a:lnTo>
                    <a:pt x="4618321" y="3260229"/>
                  </a:lnTo>
                  <a:lnTo>
                    <a:pt x="4615637" y="3267163"/>
                  </a:lnTo>
                  <a:lnTo>
                    <a:pt x="4614113" y="3270948"/>
                  </a:lnTo>
                  <a:close/>
                </a:path>
                <a:path w="4781550" h="4781550">
                  <a:moveTo>
                    <a:pt x="4573739" y="3366630"/>
                  </a:moveTo>
                  <a:lnTo>
                    <a:pt x="4552899" y="3366630"/>
                  </a:lnTo>
                  <a:lnTo>
                    <a:pt x="4564659" y="3340163"/>
                  </a:lnTo>
                  <a:lnTo>
                    <a:pt x="4569193" y="3329635"/>
                  </a:lnTo>
                  <a:lnTo>
                    <a:pt x="4586693" y="3337166"/>
                  </a:lnTo>
                  <a:lnTo>
                    <a:pt x="4582096" y="3347859"/>
                  </a:lnTo>
                  <a:lnTo>
                    <a:pt x="4573739" y="3366630"/>
                  </a:lnTo>
                  <a:close/>
                </a:path>
                <a:path w="4781550" h="4781550">
                  <a:moveTo>
                    <a:pt x="4564608" y="3340277"/>
                  </a:moveTo>
                  <a:close/>
                </a:path>
                <a:path w="4781550" h="4781550">
                  <a:moveTo>
                    <a:pt x="4557280" y="3402647"/>
                  </a:moveTo>
                  <a:lnTo>
                    <a:pt x="4540072" y="3394481"/>
                  </a:lnTo>
                  <a:lnTo>
                    <a:pt x="4540910" y="3392703"/>
                  </a:lnTo>
                  <a:lnTo>
                    <a:pt x="4552937" y="3366516"/>
                  </a:lnTo>
                  <a:lnTo>
                    <a:pt x="4573739" y="3366630"/>
                  </a:lnTo>
                  <a:lnTo>
                    <a:pt x="4570272" y="3374415"/>
                  </a:lnTo>
                  <a:lnTo>
                    <a:pt x="4558144" y="3400806"/>
                  </a:lnTo>
                  <a:lnTo>
                    <a:pt x="4557280" y="3402647"/>
                  </a:lnTo>
                  <a:close/>
                </a:path>
                <a:path w="4781550" h="4781550">
                  <a:moveTo>
                    <a:pt x="4540859" y="3392805"/>
                  </a:moveTo>
                  <a:close/>
                </a:path>
                <a:path w="4781550" h="4781550">
                  <a:moveTo>
                    <a:pt x="4524272" y="3470300"/>
                  </a:moveTo>
                  <a:lnTo>
                    <a:pt x="4502937" y="3470300"/>
                  </a:lnTo>
                  <a:lnTo>
                    <a:pt x="4508893" y="3458502"/>
                  </a:lnTo>
                  <a:lnTo>
                    <a:pt x="4525899" y="3467074"/>
                  </a:lnTo>
                  <a:lnTo>
                    <a:pt x="4524272" y="3470300"/>
                  </a:lnTo>
                  <a:close/>
                </a:path>
                <a:path w="4781550" h="4781550">
                  <a:moveTo>
                    <a:pt x="4511164" y="3495776"/>
                  </a:moveTo>
                  <a:lnTo>
                    <a:pt x="4489691" y="3495776"/>
                  </a:lnTo>
                  <a:lnTo>
                    <a:pt x="4502988" y="3470198"/>
                  </a:lnTo>
                  <a:lnTo>
                    <a:pt x="4524272" y="3470300"/>
                  </a:lnTo>
                  <a:lnTo>
                    <a:pt x="4519917" y="3478936"/>
                  </a:lnTo>
                  <a:lnTo>
                    <a:pt x="4511164" y="3495776"/>
                  </a:lnTo>
                  <a:close/>
                </a:path>
                <a:path w="4781550" h="4781550">
                  <a:moveTo>
                    <a:pt x="4497754" y="3521075"/>
                  </a:moveTo>
                  <a:lnTo>
                    <a:pt x="4476153" y="3521075"/>
                  </a:lnTo>
                  <a:lnTo>
                    <a:pt x="4489742" y="3495675"/>
                  </a:lnTo>
                  <a:lnTo>
                    <a:pt x="4511164" y="3495776"/>
                  </a:lnTo>
                  <a:lnTo>
                    <a:pt x="4506569" y="3504615"/>
                  </a:lnTo>
                  <a:lnTo>
                    <a:pt x="4497754" y="3521075"/>
                  </a:lnTo>
                  <a:close/>
                </a:path>
                <a:path w="4781550" h="4781550">
                  <a:moveTo>
                    <a:pt x="4492612" y="3530676"/>
                  </a:moveTo>
                  <a:lnTo>
                    <a:pt x="4475924" y="3521481"/>
                  </a:lnTo>
                  <a:lnTo>
                    <a:pt x="4476203" y="3520973"/>
                  </a:lnTo>
                  <a:lnTo>
                    <a:pt x="4497754" y="3521075"/>
                  </a:lnTo>
                  <a:lnTo>
                    <a:pt x="4492612" y="3530676"/>
                  </a:lnTo>
                  <a:close/>
                </a:path>
                <a:path w="4781550" h="4781550">
                  <a:moveTo>
                    <a:pt x="4441249" y="3620389"/>
                  </a:moveTo>
                  <a:lnTo>
                    <a:pt x="4419041" y="3620389"/>
                  </a:lnTo>
                  <a:lnTo>
                    <a:pt x="4433811" y="3595751"/>
                  </a:lnTo>
                  <a:lnTo>
                    <a:pt x="4440948" y="3583495"/>
                  </a:lnTo>
                  <a:lnTo>
                    <a:pt x="4457407" y="3593096"/>
                  </a:lnTo>
                  <a:lnTo>
                    <a:pt x="4450181" y="3605491"/>
                  </a:lnTo>
                  <a:lnTo>
                    <a:pt x="4441249" y="3620389"/>
                  </a:lnTo>
                  <a:close/>
                </a:path>
                <a:path w="4781550" h="4781550">
                  <a:moveTo>
                    <a:pt x="4433747" y="3595839"/>
                  </a:moveTo>
                  <a:close/>
                </a:path>
                <a:path w="4781550" h="4781550">
                  <a:moveTo>
                    <a:pt x="4420412" y="3654475"/>
                  </a:moveTo>
                  <a:lnTo>
                    <a:pt x="4404194" y="3644480"/>
                  </a:lnTo>
                  <a:lnTo>
                    <a:pt x="4419092" y="3620300"/>
                  </a:lnTo>
                  <a:lnTo>
                    <a:pt x="4441249" y="3620389"/>
                  </a:lnTo>
                  <a:lnTo>
                    <a:pt x="4435348" y="3630231"/>
                  </a:lnTo>
                  <a:lnTo>
                    <a:pt x="4420412" y="3654475"/>
                  </a:lnTo>
                  <a:close/>
                </a:path>
                <a:path w="4781550" h="4781550">
                  <a:moveTo>
                    <a:pt x="4340872" y="3773817"/>
                  </a:moveTo>
                  <a:lnTo>
                    <a:pt x="4325277" y="3762870"/>
                  </a:lnTo>
                  <a:lnTo>
                    <a:pt x="4341291" y="3740086"/>
                  </a:lnTo>
                  <a:lnTo>
                    <a:pt x="4357408" y="3716528"/>
                  </a:lnTo>
                  <a:lnTo>
                    <a:pt x="4365625" y="3704196"/>
                  </a:lnTo>
                  <a:lnTo>
                    <a:pt x="4381474" y="3714775"/>
                  </a:lnTo>
                  <a:lnTo>
                    <a:pt x="4373156" y="3727234"/>
                  </a:lnTo>
                  <a:lnTo>
                    <a:pt x="4356912" y="3750983"/>
                  </a:lnTo>
                  <a:lnTo>
                    <a:pt x="4340872" y="3773817"/>
                  </a:lnTo>
                  <a:close/>
                </a:path>
                <a:path w="4781550" h="4781550">
                  <a:moveTo>
                    <a:pt x="4357344" y="3716616"/>
                  </a:moveTo>
                  <a:close/>
                </a:path>
                <a:path w="4781550" h="4781550">
                  <a:moveTo>
                    <a:pt x="4341215" y="3740175"/>
                  </a:moveTo>
                  <a:close/>
                </a:path>
                <a:path w="4781550" h="4781550">
                  <a:moveTo>
                    <a:pt x="4254334" y="3888193"/>
                  </a:moveTo>
                  <a:lnTo>
                    <a:pt x="4239425" y="3876344"/>
                  </a:lnTo>
                  <a:lnTo>
                    <a:pt x="4256608" y="3854742"/>
                  </a:lnTo>
                  <a:lnTo>
                    <a:pt x="4274083" y="3832237"/>
                  </a:lnTo>
                  <a:lnTo>
                    <a:pt x="4283202" y="3820185"/>
                  </a:lnTo>
                  <a:lnTo>
                    <a:pt x="4298391" y="3831678"/>
                  </a:lnTo>
                  <a:lnTo>
                    <a:pt x="4289158" y="3843870"/>
                  </a:lnTo>
                  <a:lnTo>
                    <a:pt x="4271556" y="3866565"/>
                  </a:lnTo>
                  <a:lnTo>
                    <a:pt x="4254334" y="3888193"/>
                  </a:lnTo>
                  <a:close/>
                </a:path>
                <a:path w="4781550" h="4781550">
                  <a:moveTo>
                    <a:pt x="4274007" y="3832326"/>
                  </a:moveTo>
                  <a:close/>
                </a:path>
                <a:path w="4781550" h="4781550">
                  <a:moveTo>
                    <a:pt x="4256532" y="3854831"/>
                  </a:moveTo>
                  <a:close/>
                </a:path>
                <a:path w="4781550" h="4781550">
                  <a:moveTo>
                    <a:pt x="4190598" y="3964089"/>
                  </a:moveTo>
                  <a:lnTo>
                    <a:pt x="4165269" y="3964089"/>
                  </a:lnTo>
                  <a:lnTo>
                    <a:pt x="4184116" y="3942600"/>
                  </a:lnTo>
                  <a:lnTo>
                    <a:pt x="4194009" y="3931031"/>
                  </a:lnTo>
                  <a:lnTo>
                    <a:pt x="4208487" y="3943413"/>
                  </a:lnTo>
                  <a:lnTo>
                    <a:pt x="4198467" y="3955110"/>
                  </a:lnTo>
                  <a:lnTo>
                    <a:pt x="4190598" y="3964089"/>
                  </a:lnTo>
                  <a:close/>
                </a:path>
                <a:path w="4781550" h="4781550">
                  <a:moveTo>
                    <a:pt x="4184040" y="3942676"/>
                  </a:moveTo>
                  <a:close/>
                </a:path>
                <a:path w="4781550" h="4781550">
                  <a:moveTo>
                    <a:pt x="4161129" y="3997210"/>
                  </a:moveTo>
                  <a:lnTo>
                    <a:pt x="4146956" y="3984485"/>
                  </a:lnTo>
                  <a:lnTo>
                    <a:pt x="4165346" y="3964000"/>
                  </a:lnTo>
                  <a:lnTo>
                    <a:pt x="4190598" y="3964089"/>
                  </a:lnTo>
                  <a:lnTo>
                    <a:pt x="4179557" y="3976687"/>
                  </a:lnTo>
                  <a:lnTo>
                    <a:pt x="4161129" y="3997210"/>
                  </a:lnTo>
                  <a:close/>
                </a:path>
                <a:path w="4781550" h="4781550">
                  <a:moveTo>
                    <a:pt x="4094498" y="4067632"/>
                  </a:moveTo>
                  <a:lnTo>
                    <a:pt x="4067721" y="4067632"/>
                  </a:lnTo>
                  <a:lnTo>
                    <a:pt x="4087799" y="4047312"/>
                  </a:lnTo>
                  <a:lnTo>
                    <a:pt x="4098353" y="4036364"/>
                  </a:lnTo>
                  <a:lnTo>
                    <a:pt x="4112069" y="4049598"/>
                  </a:lnTo>
                  <a:lnTo>
                    <a:pt x="4101388" y="4060659"/>
                  </a:lnTo>
                  <a:lnTo>
                    <a:pt x="4094498" y="4067632"/>
                  </a:lnTo>
                  <a:close/>
                </a:path>
                <a:path w="4781550" h="4781550">
                  <a:moveTo>
                    <a:pt x="4087723" y="4047388"/>
                  </a:moveTo>
                  <a:close/>
                </a:path>
                <a:path w="4781550" h="4781550">
                  <a:moveTo>
                    <a:pt x="4061587" y="4100461"/>
                  </a:moveTo>
                  <a:lnTo>
                    <a:pt x="4048201" y="4086910"/>
                  </a:lnTo>
                  <a:lnTo>
                    <a:pt x="4067797" y="4067543"/>
                  </a:lnTo>
                  <a:lnTo>
                    <a:pt x="4094498" y="4067632"/>
                  </a:lnTo>
                  <a:lnTo>
                    <a:pt x="4081233" y="4081056"/>
                  </a:lnTo>
                  <a:lnTo>
                    <a:pt x="4061587" y="4100461"/>
                  </a:lnTo>
                  <a:close/>
                </a:path>
                <a:path w="4781550" h="4781550">
                  <a:moveTo>
                    <a:pt x="3992687" y="4165168"/>
                  </a:moveTo>
                  <a:lnTo>
                    <a:pt x="3964178" y="4165168"/>
                  </a:lnTo>
                  <a:lnTo>
                    <a:pt x="3985437" y="4146080"/>
                  </a:lnTo>
                  <a:lnTo>
                    <a:pt x="3996601" y="4135818"/>
                  </a:lnTo>
                  <a:lnTo>
                    <a:pt x="4009491" y="4149839"/>
                  </a:lnTo>
                  <a:lnTo>
                    <a:pt x="3998201" y="4160215"/>
                  </a:lnTo>
                  <a:lnTo>
                    <a:pt x="3992687" y="4165168"/>
                  </a:lnTo>
                  <a:close/>
                </a:path>
                <a:path w="4781550" h="4781550">
                  <a:moveTo>
                    <a:pt x="3985348" y="4146156"/>
                  </a:moveTo>
                  <a:close/>
                </a:path>
                <a:path w="4781550" h="4781550">
                  <a:moveTo>
                    <a:pt x="3956075" y="4197604"/>
                  </a:moveTo>
                  <a:lnTo>
                    <a:pt x="3943515" y="4183278"/>
                  </a:lnTo>
                  <a:lnTo>
                    <a:pt x="3964254" y="4165092"/>
                  </a:lnTo>
                  <a:lnTo>
                    <a:pt x="3992687" y="4165168"/>
                  </a:lnTo>
                  <a:lnTo>
                    <a:pt x="3976865" y="4179379"/>
                  </a:lnTo>
                  <a:lnTo>
                    <a:pt x="3956075" y="4197604"/>
                  </a:lnTo>
                  <a:close/>
                </a:path>
                <a:path w="4781550" h="4781550">
                  <a:moveTo>
                    <a:pt x="3896981" y="4238701"/>
                  </a:moveTo>
                  <a:lnTo>
                    <a:pt x="3877208" y="4238701"/>
                  </a:lnTo>
                  <a:lnTo>
                    <a:pt x="3889082" y="4229011"/>
                  </a:lnTo>
                  <a:lnTo>
                    <a:pt x="3896981" y="4238701"/>
                  </a:lnTo>
                  <a:close/>
                </a:path>
                <a:path w="4781550" h="4781550">
                  <a:moveTo>
                    <a:pt x="3844950" y="4288282"/>
                  </a:moveTo>
                  <a:lnTo>
                    <a:pt x="3833279" y="4273232"/>
                  </a:lnTo>
                  <a:lnTo>
                    <a:pt x="3855008" y="4256366"/>
                  </a:lnTo>
                  <a:lnTo>
                    <a:pt x="3877297" y="4238625"/>
                  </a:lnTo>
                  <a:lnTo>
                    <a:pt x="3896981" y="4238701"/>
                  </a:lnTo>
                  <a:lnTo>
                    <a:pt x="3901122" y="4243781"/>
                  </a:lnTo>
                  <a:lnTo>
                    <a:pt x="3889209" y="4253496"/>
                  </a:lnTo>
                  <a:lnTo>
                    <a:pt x="3866743" y="4271378"/>
                  </a:lnTo>
                  <a:lnTo>
                    <a:pt x="3844950" y="4288282"/>
                  </a:lnTo>
                  <a:close/>
                </a:path>
                <a:path w="4781550" h="4781550">
                  <a:moveTo>
                    <a:pt x="3854919" y="4256430"/>
                  </a:moveTo>
                  <a:close/>
                </a:path>
                <a:path w="4781550" h="4781550">
                  <a:moveTo>
                    <a:pt x="3782754" y="4324718"/>
                  </a:moveTo>
                  <a:lnTo>
                    <a:pt x="3763606" y="4324718"/>
                  </a:lnTo>
                  <a:lnTo>
                    <a:pt x="3776218" y="4315637"/>
                  </a:lnTo>
                  <a:lnTo>
                    <a:pt x="3782754" y="4324718"/>
                  </a:lnTo>
                  <a:close/>
                </a:path>
                <a:path w="4781550" h="4781550">
                  <a:moveTo>
                    <a:pt x="3763667" y="4324674"/>
                  </a:moveTo>
                  <a:close/>
                </a:path>
                <a:path w="4781550" h="4781550">
                  <a:moveTo>
                    <a:pt x="3728618" y="4372165"/>
                  </a:moveTo>
                  <a:lnTo>
                    <a:pt x="3717861" y="4356442"/>
                  </a:lnTo>
                  <a:lnTo>
                    <a:pt x="3740353" y="4341050"/>
                  </a:lnTo>
                  <a:lnTo>
                    <a:pt x="3763667" y="4324674"/>
                  </a:lnTo>
                  <a:lnTo>
                    <a:pt x="3782754" y="4324718"/>
                  </a:lnTo>
                  <a:lnTo>
                    <a:pt x="3787343" y="4331093"/>
                  </a:lnTo>
                  <a:lnTo>
                    <a:pt x="3774694" y="4340212"/>
                  </a:lnTo>
                  <a:lnTo>
                    <a:pt x="3751160" y="4356735"/>
                  </a:lnTo>
                  <a:lnTo>
                    <a:pt x="3728618" y="4372165"/>
                  </a:lnTo>
                  <a:close/>
                </a:path>
                <a:path w="4781550" h="4781550">
                  <a:moveTo>
                    <a:pt x="3740251" y="4341114"/>
                  </a:moveTo>
                  <a:close/>
                </a:path>
                <a:path w="4781550" h="4781550">
                  <a:moveTo>
                    <a:pt x="3663784" y="4403928"/>
                  </a:moveTo>
                  <a:lnTo>
                    <a:pt x="3644823" y="4403928"/>
                  </a:lnTo>
                  <a:lnTo>
                    <a:pt x="3658362" y="4395355"/>
                  </a:lnTo>
                  <a:lnTo>
                    <a:pt x="3663784" y="4403928"/>
                  </a:lnTo>
                  <a:close/>
                </a:path>
                <a:path w="4781550" h="4781550">
                  <a:moveTo>
                    <a:pt x="3656744" y="4418926"/>
                  </a:moveTo>
                  <a:lnTo>
                    <a:pt x="3620465" y="4418926"/>
                  </a:lnTo>
                  <a:lnTo>
                    <a:pt x="3644912" y="4403864"/>
                  </a:lnTo>
                  <a:lnTo>
                    <a:pt x="3663784" y="4403928"/>
                  </a:lnTo>
                  <a:lnTo>
                    <a:pt x="3668547" y="4411459"/>
                  </a:lnTo>
                  <a:lnTo>
                    <a:pt x="3656744" y="4418926"/>
                  </a:lnTo>
                  <a:close/>
                </a:path>
                <a:path w="4781550" h="4781550">
                  <a:moveTo>
                    <a:pt x="3607460" y="4448924"/>
                  </a:moveTo>
                  <a:lnTo>
                    <a:pt x="3597668" y="4432592"/>
                  </a:lnTo>
                  <a:lnTo>
                    <a:pt x="3620566" y="4418863"/>
                  </a:lnTo>
                  <a:lnTo>
                    <a:pt x="3656744" y="4418926"/>
                  </a:lnTo>
                  <a:lnTo>
                    <a:pt x="3654958" y="4420057"/>
                  </a:lnTo>
                  <a:lnTo>
                    <a:pt x="3630409" y="4435170"/>
                  </a:lnTo>
                  <a:lnTo>
                    <a:pt x="3607460" y="4448924"/>
                  </a:lnTo>
                  <a:close/>
                </a:path>
                <a:path w="4781550" h="4781550">
                  <a:moveTo>
                    <a:pt x="3536026" y="4489577"/>
                  </a:moveTo>
                  <a:lnTo>
                    <a:pt x="3495852" y="4489577"/>
                  </a:lnTo>
                  <a:lnTo>
                    <a:pt x="3521252" y="4475975"/>
                  </a:lnTo>
                  <a:lnTo>
                    <a:pt x="3535946" y="4467872"/>
                  </a:lnTo>
                  <a:lnTo>
                    <a:pt x="3545141" y="4484547"/>
                  </a:lnTo>
                  <a:lnTo>
                    <a:pt x="3536026" y="4489577"/>
                  </a:lnTo>
                  <a:close/>
                </a:path>
                <a:path w="4781550" h="4781550">
                  <a:moveTo>
                    <a:pt x="3521151" y="4476026"/>
                  </a:moveTo>
                  <a:close/>
                </a:path>
                <a:path w="4781550" h="4781550">
                  <a:moveTo>
                    <a:pt x="3481920" y="4518291"/>
                  </a:moveTo>
                  <a:lnTo>
                    <a:pt x="3473132" y="4501388"/>
                  </a:lnTo>
                  <a:lnTo>
                    <a:pt x="3495954" y="4489513"/>
                  </a:lnTo>
                  <a:lnTo>
                    <a:pt x="3536026" y="4489577"/>
                  </a:lnTo>
                  <a:lnTo>
                    <a:pt x="3530295" y="4492739"/>
                  </a:lnTo>
                  <a:lnTo>
                    <a:pt x="3504793" y="4506391"/>
                  </a:lnTo>
                  <a:lnTo>
                    <a:pt x="3481920" y="4518291"/>
                  </a:lnTo>
                  <a:close/>
                </a:path>
                <a:path w="4781550" h="4781550">
                  <a:moveTo>
                    <a:pt x="3411952" y="4552772"/>
                  </a:moveTo>
                  <a:lnTo>
                    <a:pt x="3366693" y="4552772"/>
                  </a:lnTo>
                  <a:lnTo>
                    <a:pt x="3392982" y="4540694"/>
                  </a:lnTo>
                  <a:lnTo>
                    <a:pt x="3409403" y="4532896"/>
                  </a:lnTo>
                  <a:lnTo>
                    <a:pt x="3417570" y="4550105"/>
                  </a:lnTo>
                  <a:lnTo>
                    <a:pt x="3411952" y="4552772"/>
                  </a:lnTo>
                  <a:close/>
                </a:path>
                <a:path w="4781550" h="4781550">
                  <a:moveTo>
                    <a:pt x="3392868" y="4540732"/>
                  </a:moveTo>
                  <a:close/>
                </a:path>
                <a:path w="4781550" h="4781550">
                  <a:moveTo>
                    <a:pt x="3352419" y="4579962"/>
                  </a:moveTo>
                  <a:lnTo>
                    <a:pt x="3344684" y="4562563"/>
                  </a:lnTo>
                  <a:lnTo>
                    <a:pt x="3366795" y="4552721"/>
                  </a:lnTo>
                  <a:lnTo>
                    <a:pt x="3411952" y="4552772"/>
                  </a:lnTo>
                  <a:lnTo>
                    <a:pt x="3400983" y="4557979"/>
                  </a:lnTo>
                  <a:lnTo>
                    <a:pt x="3374593" y="4570107"/>
                  </a:lnTo>
                  <a:lnTo>
                    <a:pt x="3352419" y="4579962"/>
                  </a:lnTo>
                  <a:close/>
                </a:path>
                <a:path w="4781550" h="4781550">
                  <a:moveTo>
                    <a:pt x="3282222" y="4597768"/>
                  </a:moveTo>
                  <a:lnTo>
                    <a:pt x="3260293" y="4597768"/>
                  </a:lnTo>
                  <a:lnTo>
                    <a:pt x="3279178" y="4590186"/>
                  </a:lnTo>
                  <a:lnTo>
                    <a:pt x="3282222" y="4597768"/>
                  </a:lnTo>
                  <a:close/>
                </a:path>
                <a:path w="4781550" h="4781550">
                  <a:moveTo>
                    <a:pt x="3285390" y="4608220"/>
                  </a:moveTo>
                  <a:lnTo>
                    <a:pt x="3233293" y="4608220"/>
                  </a:lnTo>
                  <a:lnTo>
                    <a:pt x="3260407" y="4597717"/>
                  </a:lnTo>
                  <a:lnTo>
                    <a:pt x="3282222" y="4597768"/>
                  </a:lnTo>
                  <a:lnTo>
                    <a:pt x="3286277" y="4607864"/>
                  </a:lnTo>
                  <a:lnTo>
                    <a:pt x="3285390" y="4608220"/>
                  </a:lnTo>
                  <a:close/>
                </a:path>
                <a:path w="4781550" h="4781550">
                  <a:moveTo>
                    <a:pt x="3233304" y="4608215"/>
                  </a:moveTo>
                  <a:close/>
                </a:path>
                <a:path w="4781550" h="4781550">
                  <a:moveTo>
                    <a:pt x="3219437" y="4633722"/>
                  </a:moveTo>
                  <a:lnTo>
                    <a:pt x="3212782" y="4615878"/>
                  </a:lnTo>
                  <a:lnTo>
                    <a:pt x="3233304" y="4608215"/>
                  </a:lnTo>
                  <a:lnTo>
                    <a:pt x="3285390" y="4608220"/>
                  </a:lnTo>
                  <a:lnTo>
                    <a:pt x="3267341" y="4615459"/>
                  </a:lnTo>
                  <a:lnTo>
                    <a:pt x="3240112" y="4626000"/>
                  </a:lnTo>
                  <a:lnTo>
                    <a:pt x="3219437" y="4633722"/>
                  </a:lnTo>
                  <a:close/>
                </a:path>
                <a:path w="4781550" h="4781550">
                  <a:moveTo>
                    <a:pt x="3148163" y="4646815"/>
                  </a:moveTo>
                  <a:lnTo>
                    <a:pt x="3123704" y="4646815"/>
                  </a:lnTo>
                  <a:lnTo>
                    <a:pt x="3145739" y="4639500"/>
                  </a:lnTo>
                  <a:lnTo>
                    <a:pt x="3148163" y="4646815"/>
                  </a:lnTo>
                  <a:close/>
                </a:path>
                <a:path w="4781550" h="4781550">
                  <a:moveTo>
                    <a:pt x="3151089" y="4655642"/>
                  </a:moveTo>
                  <a:lnTo>
                    <a:pt x="3095929" y="4655642"/>
                  </a:lnTo>
                  <a:lnTo>
                    <a:pt x="3123806" y="4646777"/>
                  </a:lnTo>
                  <a:lnTo>
                    <a:pt x="3148163" y="4646815"/>
                  </a:lnTo>
                  <a:lnTo>
                    <a:pt x="3151089" y="4655642"/>
                  </a:lnTo>
                  <a:close/>
                </a:path>
                <a:path w="4781550" h="4781550">
                  <a:moveTo>
                    <a:pt x="3083445" y="4679353"/>
                  </a:moveTo>
                  <a:lnTo>
                    <a:pt x="3077908" y="4661115"/>
                  </a:lnTo>
                  <a:lnTo>
                    <a:pt x="3096031" y="4655604"/>
                  </a:lnTo>
                  <a:lnTo>
                    <a:pt x="3151089" y="4655642"/>
                  </a:lnTo>
                  <a:lnTo>
                    <a:pt x="3151733" y="4657585"/>
                  </a:lnTo>
                  <a:lnTo>
                    <a:pt x="3129635" y="4664913"/>
                  </a:lnTo>
                  <a:lnTo>
                    <a:pt x="3101632" y="4673815"/>
                  </a:lnTo>
                  <a:lnTo>
                    <a:pt x="3083445" y="4679353"/>
                  </a:lnTo>
                  <a:close/>
                </a:path>
                <a:path w="4781550" h="4781550">
                  <a:moveTo>
                    <a:pt x="2944952" y="4716678"/>
                  </a:moveTo>
                  <a:lnTo>
                    <a:pt x="2940545" y="4698136"/>
                  </a:lnTo>
                  <a:lnTo>
                    <a:pt x="2955010" y="4694707"/>
                  </a:lnTo>
                  <a:lnTo>
                    <a:pt x="2983496" y="4687570"/>
                  </a:lnTo>
                  <a:lnTo>
                    <a:pt x="3009569" y="4680686"/>
                  </a:lnTo>
                  <a:lnTo>
                    <a:pt x="3014433" y="4699101"/>
                  </a:lnTo>
                  <a:lnTo>
                    <a:pt x="2988183" y="4706035"/>
                  </a:lnTo>
                  <a:lnTo>
                    <a:pt x="2959468" y="4713224"/>
                  </a:lnTo>
                  <a:lnTo>
                    <a:pt x="2944952" y="4716678"/>
                  </a:lnTo>
                  <a:close/>
                </a:path>
                <a:path w="4781550" h="4781550">
                  <a:moveTo>
                    <a:pt x="2983382" y="4687595"/>
                  </a:moveTo>
                  <a:close/>
                </a:path>
                <a:path w="4781550" h="4781550">
                  <a:moveTo>
                    <a:pt x="2954896" y="4694732"/>
                  </a:moveTo>
                  <a:close/>
                </a:path>
                <a:path w="4781550" h="4781550">
                  <a:moveTo>
                    <a:pt x="2871145" y="4714074"/>
                  </a:moveTo>
                  <a:lnTo>
                    <a:pt x="2868637" y="4714074"/>
                  </a:lnTo>
                  <a:lnTo>
                    <a:pt x="2871038" y="4713566"/>
                  </a:lnTo>
                  <a:lnTo>
                    <a:pt x="2871145" y="4714074"/>
                  </a:lnTo>
                  <a:close/>
                </a:path>
                <a:path w="4781550" h="4781550">
                  <a:moveTo>
                    <a:pt x="2872360" y="4719828"/>
                  </a:moveTo>
                  <a:lnTo>
                    <a:pt x="2839618" y="4719828"/>
                  </a:lnTo>
                  <a:lnTo>
                    <a:pt x="2868752" y="4714049"/>
                  </a:lnTo>
                  <a:lnTo>
                    <a:pt x="2871145" y="4714074"/>
                  </a:lnTo>
                  <a:lnTo>
                    <a:pt x="2872360" y="4719828"/>
                  </a:lnTo>
                  <a:close/>
                </a:path>
                <a:path w="4781550" h="4781550">
                  <a:moveTo>
                    <a:pt x="2804439" y="4745583"/>
                  </a:moveTo>
                  <a:lnTo>
                    <a:pt x="2801213" y="4726813"/>
                  </a:lnTo>
                  <a:lnTo>
                    <a:pt x="2810598" y="4725200"/>
                  </a:lnTo>
                  <a:lnTo>
                    <a:pt x="2839745" y="4719802"/>
                  </a:lnTo>
                  <a:lnTo>
                    <a:pt x="2872360" y="4719828"/>
                  </a:lnTo>
                  <a:lnTo>
                    <a:pt x="2874975" y="4732210"/>
                  </a:lnTo>
                  <a:lnTo>
                    <a:pt x="2872511" y="4732731"/>
                  </a:lnTo>
                  <a:lnTo>
                    <a:pt x="2843263" y="4738522"/>
                  </a:lnTo>
                  <a:lnTo>
                    <a:pt x="2813900" y="4743958"/>
                  </a:lnTo>
                  <a:lnTo>
                    <a:pt x="2804439" y="4745583"/>
                  </a:lnTo>
                  <a:close/>
                </a:path>
                <a:path w="4781550" h="4781550">
                  <a:moveTo>
                    <a:pt x="2810484" y="4725212"/>
                  </a:moveTo>
                  <a:close/>
                </a:path>
                <a:path w="4781550" h="4781550">
                  <a:moveTo>
                    <a:pt x="2662453" y="4766005"/>
                  </a:moveTo>
                  <a:lnTo>
                    <a:pt x="2660408" y="4747069"/>
                  </a:lnTo>
                  <a:lnTo>
                    <a:pt x="2663113" y="4746777"/>
                  </a:lnTo>
                  <a:lnTo>
                    <a:pt x="2692844" y="4743183"/>
                  </a:lnTo>
                  <a:lnTo>
                    <a:pt x="2722460" y="4739233"/>
                  </a:lnTo>
                  <a:lnTo>
                    <a:pt x="2730893" y="4737989"/>
                  </a:lnTo>
                  <a:lnTo>
                    <a:pt x="2733662" y="4756848"/>
                  </a:lnTo>
                  <a:lnTo>
                    <a:pt x="2725039" y="4758105"/>
                  </a:lnTo>
                  <a:lnTo>
                    <a:pt x="2695181" y="4762093"/>
                  </a:lnTo>
                  <a:lnTo>
                    <a:pt x="2665209" y="4765713"/>
                  </a:lnTo>
                  <a:lnTo>
                    <a:pt x="2662453" y="4766005"/>
                  </a:lnTo>
                  <a:close/>
                </a:path>
                <a:path w="4781550" h="4781550">
                  <a:moveTo>
                    <a:pt x="2722333" y="4739246"/>
                  </a:moveTo>
                  <a:close/>
                </a:path>
                <a:path w="4781550" h="4781550">
                  <a:moveTo>
                    <a:pt x="2692717" y="4743196"/>
                  </a:moveTo>
                  <a:close/>
                </a:path>
                <a:path w="4781550" h="4781550">
                  <a:moveTo>
                    <a:pt x="2662986" y="4746790"/>
                  </a:moveTo>
                  <a:close/>
                </a:path>
                <a:path w="4781550" h="4781550">
                  <a:moveTo>
                    <a:pt x="2589655" y="4755337"/>
                  </a:moveTo>
                  <a:lnTo>
                    <a:pt x="2573134" y="4755337"/>
                  </a:lnTo>
                  <a:lnTo>
                    <a:pt x="2589542" y="4753978"/>
                  </a:lnTo>
                  <a:lnTo>
                    <a:pt x="2589655" y="4755337"/>
                  </a:lnTo>
                  <a:close/>
                </a:path>
                <a:path w="4781550" h="4781550">
                  <a:moveTo>
                    <a:pt x="2589830" y="4757445"/>
                  </a:moveTo>
                  <a:lnTo>
                    <a:pt x="2542959" y="4757445"/>
                  </a:lnTo>
                  <a:lnTo>
                    <a:pt x="2573248" y="4755324"/>
                  </a:lnTo>
                  <a:lnTo>
                    <a:pt x="2589655" y="4755337"/>
                  </a:lnTo>
                  <a:lnTo>
                    <a:pt x="2589830" y="4757445"/>
                  </a:lnTo>
                  <a:close/>
                </a:path>
                <a:path w="4781550" h="4781550">
                  <a:moveTo>
                    <a:pt x="2519603" y="4777854"/>
                  </a:moveTo>
                  <a:lnTo>
                    <a:pt x="2518524" y="4758829"/>
                  </a:lnTo>
                  <a:lnTo>
                    <a:pt x="2543086" y="4757432"/>
                  </a:lnTo>
                  <a:lnTo>
                    <a:pt x="2542959" y="4757445"/>
                  </a:lnTo>
                  <a:lnTo>
                    <a:pt x="2589830" y="4757445"/>
                  </a:lnTo>
                  <a:lnTo>
                    <a:pt x="2591117" y="4772964"/>
                  </a:lnTo>
                  <a:lnTo>
                    <a:pt x="2574632" y="4774323"/>
                  </a:lnTo>
                  <a:lnTo>
                    <a:pt x="2544229" y="4776444"/>
                  </a:lnTo>
                  <a:lnTo>
                    <a:pt x="2519603" y="4777854"/>
                  </a:lnTo>
                  <a:close/>
                </a:path>
                <a:path w="4781550" h="4781550">
                  <a:moveTo>
                    <a:pt x="2447518" y="4762246"/>
                  </a:moveTo>
                  <a:lnTo>
                    <a:pt x="2390698" y="4762245"/>
                  </a:lnTo>
                  <a:lnTo>
                    <a:pt x="2421420" y="4762055"/>
                  </a:lnTo>
                  <a:lnTo>
                    <a:pt x="2447505" y="4761560"/>
                  </a:lnTo>
                  <a:lnTo>
                    <a:pt x="2447518" y="4762246"/>
                  </a:lnTo>
                  <a:close/>
                </a:path>
                <a:path w="4781550" h="4781550">
                  <a:moveTo>
                    <a:pt x="2390698" y="4781296"/>
                  </a:moveTo>
                  <a:lnTo>
                    <a:pt x="2376195" y="4781207"/>
                  </a:lnTo>
                  <a:lnTo>
                    <a:pt x="2376309" y="4762157"/>
                  </a:lnTo>
                  <a:lnTo>
                    <a:pt x="2390698" y="4762245"/>
                  </a:lnTo>
                  <a:lnTo>
                    <a:pt x="2447518" y="4762246"/>
                  </a:lnTo>
                  <a:lnTo>
                    <a:pt x="2447861" y="4780610"/>
                  </a:lnTo>
                  <a:lnTo>
                    <a:pt x="2421597" y="4781105"/>
                  </a:lnTo>
                  <a:lnTo>
                    <a:pt x="2390698" y="4781296"/>
                  </a:lnTo>
                  <a:close/>
                </a:path>
                <a:path w="4781550" h="4781550">
                  <a:moveTo>
                    <a:pt x="2304529" y="4779746"/>
                  </a:moveTo>
                  <a:lnTo>
                    <a:pt x="2298293" y="4779543"/>
                  </a:lnTo>
                  <a:lnTo>
                    <a:pt x="2267673" y="4778184"/>
                  </a:lnTo>
                  <a:lnTo>
                    <a:pt x="2237168" y="4776444"/>
                  </a:lnTo>
                  <a:lnTo>
                    <a:pt x="2232825" y="4776139"/>
                  </a:lnTo>
                  <a:lnTo>
                    <a:pt x="2234145" y="4757140"/>
                  </a:lnTo>
                  <a:lnTo>
                    <a:pt x="2238438" y="4757445"/>
                  </a:lnTo>
                  <a:lnTo>
                    <a:pt x="2268702" y="4759159"/>
                  </a:lnTo>
                  <a:lnTo>
                    <a:pt x="2299068" y="4760506"/>
                  </a:lnTo>
                  <a:lnTo>
                    <a:pt x="2305126" y="4760696"/>
                  </a:lnTo>
                  <a:lnTo>
                    <a:pt x="2304529" y="4779746"/>
                  </a:lnTo>
                  <a:close/>
                </a:path>
                <a:path w="4781550" h="4781550">
                  <a:moveTo>
                    <a:pt x="2161374" y="4770399"/>
                  </a:moveTo>
                  <a:lnTo>
                    <a:pt x="2146261" y="4768951"/>
                  </a:lnTo>
                  <a:lnTo>
                    <a:pt x="2116188" y="4765713"/>
                  </a:lnTo>
                  <a:lnTo>
                    <a:pt x="2090127" y="4762563"/>
                  </a:lnTo>
                  <a:lnTo>
                    <a:pt x="2092413" y="4743653"/>
                  </a:lnTo>
                  <a:lnTo>
                    <a:pt x="2118305" y="4746777"/>
                  </a:lnTo>
                  <a:lnTo>
                    <a:pt x="2148138" y="4750003"/>
                  </a:lnTo>
                  <a:lnTo>
                    <a:pt x="2163178" y="4751425"/>
                  </a:lnTo>
                  <a:lnTo>
                    <a:pt x="2161374" y="4770399"/>
                  </a:lnTo>
                  <a:close/>
                </a:path>
                <a:path w="4781550" h="4781550">
                  <a:moveTo>
                    <a:pt x="2019046" y="4752543"/>
                  </a:moveTo>
                  <a:lnTo>
                    <a:pt x="1996998" y="4749038"/>
                  </a:lnTo>
                  <a:lnTo>
                    <a:pt x="1967496" y="4743958"/>
                  </a:lnTo>
                  <a:lnTo>
                    <a:pt x="1948395" y="4740427"/>
                  </a:lnTo>
                  <a:lnTo>
                    <a:pt x="1951863" y="4721694"/>
                  </a:lnTo>
                  <a:lnTo>
                    <a:pt x="1970844" y="4725200"/>
                  </a:lnTo>
                  <a:lnTo>
                    <a:pt x="2000173" y="4730254"/>
                  </a:lnTo>
                  <a:lnTo>
                    <a:pt x="2022030" y="4733734"/>
                  </a:lnTo>
                  <a:lnTo>
                    <a:pt x="2019046" y="4752543"/>
                  </a:lnTo>
                  <a:close/>
                </a:path>
                <a:path w="4781550" h="4781550">
                  <a:moveTo>
                    <a:pt x="1878037" y="4726190"/>
                  </a:moveTo>
                  <a:lnTo>
                    <a:pt x="1850783" y="4720082"/>
                  </a:lnTo>
                  <a:lnTo>
                    <a:pt x="1821929" y="4713224"/>
                  </a:lnTo>
                  <a:lnTo>
                    <a:pt x="1808264" y="4709807"/>
                  </a:lnTo>
                  <a:lnTo>
                    <a:pt x="1812886" y="4691329"/>
                  </a:lnTo>
                  <a:lnTo>
                    <a:pt x="1826399" y="4694707"/>
                  </a:lnTo>
                  <a:lnTo>
                    <a:pt x="1855020" y="4701501"/>
                  </a:lnTo>
                  <a:lnTo>
                    <a:pt x="1882203" y="4707597"/>
                  </a:lnTo>
                  <a:lnTo>
                    <a:pt x="1878037" y="4726190"/>
                  </a:lnTo>
                  <a:close/>
                </a:path>
                <a:path w="4781550" h="4781550">
                  <a:moveTo>
                    <a:pt x="1738998" y="4691380"/>
                  </a:moveTo>
                  <a:lnTo>
                    <a:pt x="1736204" y="4690605"/>
                  </a:lnTo>
                  <a:lnTo>
                    <a:pt x="1707908" y="4682375"/>
                  </a:lnTo>
                  <a:lnTo>
                    <a:pt x="1679752" y="4673815"/>
                  </a:lnTo>
                  <a:lnTo>
                    <a:pt x="1670227" y="4670780"/>
                  </a:lnTo>
                  <a:lnTo>
                    <a:pt x="1675993" y="4652632"/>
                  </a:lnTo>
                  <a:lnTo>
                    <a:pt x="1685467" y="4655642"/>
                  </a:lnTo>
                  <a:lnTo>
                    <a:pt x="1713395" y="4664138"/>
                  </a:lnTo>
                  <a:lnTo>
                    <a:pt x="1741374" y="4672266"/>
                  </a:lnTo>
                  <a:lnTo>
                    <a:pt x="1744091" y="4673015"/>
                  </a:lnTo>
                  <a:lnTo>
                    <a:pt x="1738998" y="4691380"/>
                  </a:lnTo>
                  <a:close/>
                </a:path>
                <a:path w="4781550" h="4781550">
                  <a:moveTo>
                    <a:pt x="1602206" y="4648187"/>
                  </a:moveTo>
                  <a:lnTo>
                    <a:pt x="1596212" y="4646117"/>
                  </a:lnTo>
                  <a:lnTo>
                    <a:pt x="1568665" y="4636223"/>
                  </a:lnTo>
                  <a:lnTo>
                    <a:pt x="1541284" y="4626000"/>
                  </a:lnTo>
                  <a:lnTo>
                    <a:pt x="1534807" y="4623498"/>
                  </a:lnTo>
                  <a:lnTo>
                    <a:pt x="1541678" y="4605731"/>
                  </a:lnTo>
                  <a:lnTo>
                    <a:pt x="1548006" y="4608182"/>
                  </a:lnTo>
                  <a:lnTo>
                    <a:pt x="1575274" y="4618355"/>
                  </a:lnTo>
                  <a:lnTo>
                    <a:pt x="1602494" y="4628134"/>
                  </a:lnTo>
                  <a:lnTo>
                    <a:pt x="1608429" y="4630178"/>
                  </a:lnTo>
                  <a:lnTo>
                    <a:pt x="1602206" y="4648187"/>
                  </a:lnTo>
                  <a:close/>
                </a:path>
                <a:path w="4781550" h="4781550">
                  <a:moveTo>
                    <a:pt x="1468285" y="4596815"/>
                  </a:moveTo>
                  <a:lnTo>
                    <a:pt x="1460093" y="4593412"/>
                  </a:lnTo>
                  <a:lnTo>
                    <a:pt x="1433360" y="4581918"/>
                  </a:lnTo>
                  <a:lnTo>
                    <a:pt x="1406804" y="4570107"/>
                  </a:lnTo>
                  <a:lnTo>
                    <a:pt x="1402486" y="4568113"/>
                  </a:lnTo>
                  <a:lnTo>
                    <a:pt x="1410449" y="4550803"/>
                  </a:lnTo>
                  <a:lnTo>
                    <a:pt x="1414716" y="4552772"/>
                  </a:lnTo>
                  <a:lnTo>
                    <a:pt x="1440970" y="4564443"/>
                  </a:lnTo>
                  <a:lnTo>
                    <a:pt x="1467582" y="4575898"/>
                  </a:lnTo>
                  <a:lnTo>
                    <a:pt x="1475600" y="4579226"/>
                  </a:lnTo>
                  <a:lnTo>
                    <a:pt x="1468285" y="4596815"/>
                  </a:lnTo>
                  <a:close/>
                </a:path>
                <a:path w="4781550" h="4781550">
                  <a:moveTo>
                    <a:pt x="1337703" y="4537468"/>
                  </a:moveTo>
                  <a:lnTo>
                    <a:pt x="1328153" y="4532795"/>
                  </a:lnTo>
                  <a:lnTo>
                    <a:pt x="1302283" y="4519739"/>
                  </a:lnTo>
                  <a:lnTo>
                    <a:pt x="1276604" y="4506391"/>
                  </a:lnTo>
                  <a:lnTo>
                    <a:pt x="1273759" y="4504867"/>
                  </a:lnTo>
                  <a:lnTo>
                    <a:pt x="1282750" y="4488078"/>
                  </a:lnTo>
                  <a:lnTo>
                    <a:pt x="1285544" y="4489577"/>
                  </a:lnTo>
                  <a:lnTo>
                    <a:pt x="1310923" y="4502759"/>
                  </a:lnTo>
                  <a:lnTo>
                    <a:pt x="1336587" y="4515713"/>
                  </a:lnTo>
                  <a:lnTo>
                    <a:pt x="1346085" y="4520361"/>
                  </a:lnTo>
                  <a:lnTo>
                    <a:pt x="1337703" y="4537468"/>
                  </a:lnTo>
                  <a:close/>
                </a:path>
                <a:path w="4781550" h="4781550">
                  <a:moveTo>
                    <a:pt x="1210945" y="4470374"/>
                  </a:moveTo>
                  <a:lnTo>
                    <a:pt x="1200670" y="4464545"/>
                  </a:lnTo>
                  <a:lnTo>
                    <a:pt x="1175727" y="4450003"/>
                  </a:lnTo>
                  <a:lnTo>
                    <a:pt x="1150988" y="4435170"/>
                  </a:lnTo>
                  <a:lnTo>
                    <a:pt x="1149070" y="4433989"/>
                  </a:lnTo>
                  <a:lnTo>
                    <a:pt x="1159052" y="4417771"/>
                  </a:lnTo>
                  <a:lnTo>
                    <a:pt x="1160936" y="4418926"/>
                  </a:lnTo>
                  <a:lnTo>
                    <a:pt x="1185488" y="4433633"/>
                  </a:lnTo>
                  <a:lnTo>
                    <a:pt x="1210218" y="4448060"/>
                  </a:lnTo>
                  <a:lnTo>
                    <a:pt x="1220343" y="4453801"/>
                  </a:lnTo>
                  <a:lnTo>
                    <a:pt x="1210945" y="4470374"/>
                  </a:lnTo>
                  <a:close/>
                </a:path>
                <a:path w="4781550" h="4781550">
                  <a:moveTo>
                    <a:pt x="1088440" y="4395774"/>
                  </a:moveTo>
                  <a:lnTo>
                    <a:pt x="1077937" y="4388954"/>
                  </a:lnTo>
                  <a:lnTo>
                    <a:pt x="1053985" y="4372991"/>
                  </a:lnTo>
                  <a:lnTo>
                    <a:pt x="1030236" y="4356735"/>
                  </a:lnTo>
                  <a:lnTo>
                    <a:pt x="1028852" y="4355757"/>
                  </a:lnTo>
                  <a:lnTo>
                    <a:pt x="1039799" y="4340174"/>
                  </a:lnTo>
                  <a:lnTo>
                    <a:pt x="1041055" y="4341050"/>
                  </a:lnTo>
                  <a:lnTo>
                    <a:pt x="1064611" y="4357166"/>
                  </a:lnTo>
                  <a:lnTo>
                    <a:pt x="1088462" y="4373079"/>
                  </a:lnTo>
                  <a:lnTo>
                    <a:pt x="1098816" y="4379798"/>
                  </a:lnTo>
                  <a:lnTo>
                    <a:pt x="1088440" y="4395774"/>
                  </a:lnTo>
                  <a:close/>
                </a:path>
                <a:path w="4781550" h="4781550">
                  <a:moveTo>
                    <a:pt x="970622" y="4313986"/>
                  </a:moveTo>
                  <a:lnTo>
                    <a:pt x="960259" y="4306328"/>
                  </a:lnTo>
                  <a:lnTo>
                    <a:pt x="937348" y="4288993"/>
                  </a:lnTo>
                  <a:lnTo>
                    <a:pt x="914654" y="4271378"/>
                  </a:lnTo>
                  <a:lnTo>
                    <a:pt x="913536" y="4270476"/>
                  </a:lnTo>
                  <a:lnTo>
                    <a:pt x="925398" y="4255566"/>
                  </a:lnTo>
                  <a:lnTo>
                    <a:pt x="926398" y="4256366"/>
                  </a:lnTo>
                  <a:lnTo>
                    <a:pt x="948993" y="4273905"/>
                  </a:lnTo>
                  <a:lnTo>
                    <a:pt x="971614" y="4291037"/>
                  </a:lnTo>
                  <a:lnTo>
                    <a:pt x="981938" y="4298657"/>
                  </a:lnTo>
                  <a:lnTo>
                    <a:pt x="970622" y="4313986"/>
                  </a:lnTo>
                  <a:close/>
                </a:path>
                <a:path w="4781550" h="4781550">
                  <a:moveTo>
                    <a:pt x="857897" y="4225302"/>
                  </a:moveTo>
                  <a:lnTo>
                    <a:pt x="847915" y="4216958"/>
                  </a:lnTo>
                  <a:lnTo>
                    <a:pt x="826109" y="4198302"/>
                  </a:lnTo>
                  <a:lnTo>
                    <a:pt x="804532" y="4179379"/>
                  </a:lnTo>
                  <a:lnTo>
                    <a:pt x="803516" y="4178465"/>
                  </a:lnTo>
                  <a:lnTo>
                    <a:pt x="816241" y="4164291"/>
                  </a:lnTo>
                  <a:lnTo>
                    <a:pt x="838544" y="4183862"/>
                  </a:lnTo>
                  <a:lnTo>
                    <a:pt x="860185" y="4202379"/>
                  </a:lnTo>
                  <a:lnTo>
                    <a:pt x="870115" y="4210685"/>
                  </a:lnTo>
                  <a:lnTo>
                    <a:pt x="857897" y="4225302"/>
                  </a:lnTo>
                  <a:close/>
                </a:path>
                <a:path w="4781550" h="4781550">
                  <a:moveTo>
                    <a:pt x="750684" y="4130052"/>
                  </a:moveTo>
                  <a:lnTo>
                    <a:pt x="741210" y="4121124"/>
                  </a:lnTo>
                  <a:lnTo>
                    <a:pt x="720559" y="4101211"/>
                  </a:lnTo>
                  <a:lnTo>
                    <a:pt x="700163" y="4081056"/>
                  </a:lnTo>
                  <a:lnTo>
                    <a:pt x="699185" y="4080065"/>
                  </a:lnTo>
                  <a:lnTo>
                    <a:pt x="712736" y="4066667"/>
                  </a:lnTo>
                  <a:lnTo>
                    <a:pt x="713690" y="4067632"/>
                  </a:lnTo>
                  <a:lnTo>
                    <a:pt x="733843" y="4087545"/>
                  </a:lnTo>
                  <a:lnTo>
                    <a:pt x="754313" y="4107307"/>
                  </a:lnTo>
                  <a:lnTo>
                    <a:pt x="763739" y="4116184"/>
                  </a:lnTo>
                  <a:lnTo>
                    <a:pt x="750684" y="4130052"/>
                  </a:lnTo>
                  <a:close/>
                </a:path>
                <a:path w="4781550" h="4781550">
                  <a:moveTo>
                    <a:pt x="649325" y="4028579"/>
                  </a:moveTo>
                  <a:lnTo>
                    <a:pt x="640422" y="4019143"/>
                  </a:lnTo>
                  <a:lnTo>
                    <a:pt x="621004" y="3998023"/>
                  </a:lnTo>
                  <a:lnTo>
                    <a:pt x="601840" y="3976687"/>
                  </a:lnTo>
                  <a:lnTo>
                    <a:pt x="600900" y="3975608"/>
                  </a:lnTo>
                  <a:lnTo>
                    <a:pt x="615213" y="3963047"/>
                  </a:lnTo>
                  <a:lnTo>
                    <a:pt x="635145" y="3985260"/>
                  </a:lnTo>
                  <a:lnTo>
                    <a:pt x="654413" y="4006202"/>
                  </a:lnTo>
                  <a:lnTo>
                    <a:pt x="663194" y="4015524"/>
                  </a:lnTo>
                  <a:lnTo>
                    <a:pt x="649325" y="4028579"/>
                  </a:lnTo>
                  <a:close/>
                </a:path>
                <a:path w="4781550" h="4781550">
                  <a:moveTo>
                    <a:pt x="554189" y="3921252"/>
                  </a:moveTo>
                  <a:lnTo>
                    <a:pt x="545858" y="3911282"/>
                  </a:lnTo>
                  <a:lnTo>
                    <a:pt x="527723" y="3889032"/>
                  </a:lnTo>
                  <a:lnTo>
                    <a:pt x="509841" y="3866565"/>
                  </a:lnTo>
                  <a:lnTo>
                    <a:pt x="509016" y="3865486"/>
                  </a:lnTo>
                  <a:lnTo>
                    <a:pt x="524065" y="3853802"/>
                  </a:lnTo>
                  <a:lnTo>
                    <a:pt x="524796" y="3854742"/>
                  </a:lnTo>
                  <a:lnTo>
                    <a:pt x="542524" y="3877043"/>
                  </a:lnTo>
                  <a:lnTo>
                    <a:pt x="560518" y="3899115"/>
                  </a:lnTo>
                  <a:lnTo>
                    <a:pt x="568820" y="3909047"/>
                  </a:lnTo>
                  <a:lnTo>
                    <a:pt x="554189" y="3921252"/>
                  </a:lnTo>
                  <a:close/>
                </a:path>
                <a:path w="4781550" h="4781550">
                  <a:moveTo>
                    <a:pt x="465632" y="3808437"/>
                  </a:moveTo>
                  <a:lnTo>
                    <a:pt x="457822" y="3797846"/>
                  </a:lnTo>
                  <a:lnTo>
                    <a:pt x="441020" y="3774516"/>
                  </a:lnTo>
                  <a:lnTo>
                    <a:pt x="424484" y="3750983"/>
                  </a:lnTo>
                  <a:lnTo>
                    <a:pt x="423862" y="3750068"/>
                  </a:lnTo>
                  <a:lnTo>
                    <a:pt x="439585" y="3739311"/>
                  </a:lnTo>
                  <a:lnTo>
                    <a:pt x="440109" y="3740086"/>
                  </a:lnTo>
                  <a:lnTo>
                    <a:pt x="456506" y="3763429"/>
                  </a:lnTo>
                  <a:lnTo>
                    <a:pt x="473242" y="3786670"/>
                  </a:lnTo>
                  <a:lnTo>
                    <a:pt x="480961" y="3797122"/>
                  </a:lnTo>
                  <a:lnTo>
                    <a:pt x="465632" y="3808437"/>
                  </a:lnTo>
                  <a:close/>
                </a:path>
                <a:path w="4781550" h="4781550">
                  <a:moveTo>
                    <a:pt x="383984" y="3690531"/>
                  </a:moveTo>
                  <a:lnTo>
                    <a:pt x="376580" y="3679139"/>
                  </a:lnTo>
                  <a:lnTo>
                    <a:pt x="361175" y="3654780"/>
                  </a:lnTo>
                  <a:lnTo>
                    <a:pt x="345770" y="3629761"/>
                  </a:lnTo>
                  <a:lnTo>
                    <a:pt x="362115" y="3619969"/>
                  </a:lnTo>
                  <a:lnTo>
                    <a:pt x="377368" y="3644747"/>
                  </a:lnTo>
                  <a:lnTo>
                    <a:pt x="392648" y="3668903"/>
                  </a:lnTo>
                  <a:lnTo>
                    <a:pt x="399948" y="3680155"/>
                  </a:lnTo>
                  <a:lnTo>
                    <a:pt x="383984" y="3690531"/>
                  </a:lnTo>
                  <a:close/>
                </a:path>
                <a:path w="4781550" h="4781550">
                  <a:moveTo>
                    <a:pt x="309524" y="3567938"/>
                  </a:moveTo>
                  <a:lnTo>
                    <a:pt x="302437" y="3555428"/>
                  </a:lnTo>
                  <a:lnTo>
                    <a:pt x="288480" y="3530117"/>
                  </a:lnTo>
                  <a:lnTo>
                    <a:pt x="275082" y="3505098"/>
                  </a:lnTo>
                  <a:lnTo>
                    <a:pt x="291884" y="3496106"/>
                  </a:lnTo>
                  <a:lnTo>
                    <a:pt x="305249" y="3521075"/>
                  </a:lnTo>
                  <a:lnTo>
                    <a:pt x="319094" y="3546182"/>
                  </a:lnTo>
                  <a:lnTo>
                    <a:pt x="326097" y="3558552"/>
                  </a:lnTo>
                  <a:lnTo>
                    <a:pt x="309524" y="3567938"/>
                  </a:lnTo>
                  <a:close/>
                </a:path>
                <a:path w="4781550" h="4781550">
                  <a:moveTo>
                    <a:pt x="242570" y="3441103"/>
                  </a:moveTo>
                  <a:lnTo>
                    <a:pt x="235686" y="3427031"/>
                  </a:lnTo>
                  <a:lnTo>
                    <a:pt x="223253" y="3400806"/>
                  </a:lnTo>
                  <a:lnTo>
                    <a:pt x="211975" y="3376295"/>
                  </a:lnTo>
                  <a:lnTo>
                    <a:pt x="229285" y="3368332"/>
                  </a:lnTo>
                  <a:lnTo>
                    <a:pt x="240491" y="3392703"/>
                  </a:lnTo>
                  <a:lnTo>
                    <a:pt x="252821" y="3418713"/>
                  </a:lnTo>
                  <a:lnTo>
                    <a:pt x="259676" y="3432721"/>
                  </a:lnTo>
                  <a:lnTo>
                    <a:pt x="242570" y="3441103"/>
                  </a:lnTo>
                  <a:close/>
                </a:path>
                <a:path w="4781550" h="4781550">
                  <a:moveTo>
                    <a:pt x="183375" y="3310458"/>
                  </a:moveTo>
                  <a:lnTo>
                    <a:pt x="176618" y="3294227"/>
                  </a:lnTo>
                  <a:lnTo>
                    <a:pt x="165760" y="3267163"/>
                  </a:lnTo>
                  <a:lnTo>
                    <a:pt x="156756" y="3243910"/>
                  </a:lnTo>
                  <a:lnTo>
                    <a:pt x="174523" y="3237026"/>
                  </a:lnTo>
                  <a:lnTo>
                    <a:pt x="183510" y="3260229"/>
                  </a:lnTo>
                  <a:lnTo>
                    <a:pt x="194238" y="3286963"/>
                  </a:lnTo>
                  <a:lnTo>
                    <a:pt x="200964" y="3303143"/>
                  </a:lnTo>
                  <a:lnTo>
                    <a:pt x="183375" y="3310458"/>
                  </a:lnTo>
                  <a:close/>
                </a:path>
                <a:path w="4781550" h="4781550">
                  <a:moveTo>
                    <a:pt x="132156" y="3176473"/>
                  </a:moveTo>
                  <a:lnTo>
                    <a:pt x="125539" y="3157308"/>
                  </a:lnTo>
                  <a:lnTo>
                    <a:pt x="116306" y="3129457"/>
                  </a:lnTo>
                  <a:lnTo>
                    <a:pt x="109626" y="3108439"/>
                  </a:lnTo>
                  <a:lnTo>
                    <a:pt x="127774" y="3102660"/>
                  </a:lnTo>
                  <a:lnTo>
                    <a:pt x="134405" y="3123526"/>
                  </a:lnTo>
                  <a:lnTo>
                    <a:pt x="143573" y="3151149"/>
                  </a:lnTo>
                  <a:lnTo>
                    <a:pt x="150164" y="3170250"/>
                  </a:lnTo>
                  <a:lnTo>
                    <a:pt x="132156" y="3176473"/>
                  </a:lnTo>
                  <a:close/>
                </a:path>
                <a:path w="4781550" h="4781550">
                  <a:moveTo>
                    <a:pt x="89128" y="3039630"/>
                  </a:moveTo>
                  <a:lnTo>
                    <a:pt x="82740" y="3016580"/>
                  </a:lnTo>
                  <a:lnTo>
                    <a:pt x="75196" y="2988005"/>
                  </a:lnTo>
                  <a:lnTo>
                    <a:pt x="70764" y="2970352"/>
                  </a:lnTo>
                  <a:lnTo>
                    <a:pt x="89242" y="2965716"/>
                  </a:lnTo>
                  <a:lnTo>
                    <a:pt x="93654" y="2983318"/>
                  </a:lnTo>
                  <a:lnTo>
                    <a:pt x="101112" y="3011551"/>
                  </a:lnTo>
                  <a:lnTo>
                    <a:pt x="107480" y="3034550"/>
                  </a:lnTo>
                  <a:lnTo>
                    <a:pt x="89128" y="3039630"/>
                  </a:lnTo>
                  <a:close/>
                </a:path>
                <a:path w="4781550" h="4781550">
                  <a:moveTo>
                    <a:pt x="54432" y="2900451"/>
                  </a:moveTo>
                  <a:lnTo>
                    <a:pt x="48501" y="2872333"/>
                  </a:lnTo>
                  <a:lnTo>
                    <a:pt x="42697" y="2843098"/>
                  </a:lnTo>
                  <a:lnTo>
                    <a:pt x="40309" y="2830182"/>
                  </a:lnTo>
                  <a:lnTo>
                    <a:pt x="59042" y="2826715"/>
                  </a:lnTo>
                  <a:lnTo>
                    <a:pt x="61427" y="2839567"/>
                  </a:lnTo>
                  <a:lnTo>
                    <a:pt x="67147" y="2868460"/>
                  </a:lnTo>
                  <a:lnTo>
                    <a:pt x="73075" y="2896514"/>
                  </a:lnTo>
                  <a:lnTo>
                    <a:pt x="54432" y="2900451"/>
                  </a:lnTo>
                  <a:close/>
                </a:path>
                <a:path w="4781550" h="4781550">
                  <a:moveTo>
                    <a:pt x="28257" y="2759532"/>
                  </a:moveTo>
                  <a:lnTo>
                    <a:pt x="27470" y="2754604"/>
                  </a:lnTo>
                  <a:lnTo>
                    <a:pt x="23114" y="2724861"/>
                  </a:lnTo>
                  <a:lnTo>
                    <a:pt x="19126" y="2695003"/>
                  </a:lnTo>
                  <a:lnTo>
                    <a:pt x="18338" y="2688424"/>
                  </a:lnTo>
                  <a:lnTo>
                    <a:pt x="37249" y="2686138"/>
                  </a:lnTo>
                  <a:lnTo>
                    <a:pt x="38039" y="2692666"/>
                  </a:lnTo>
                  <a:lnTo>
                    <a:pt x="41990" y="2722283"/>
                  </a:lnTo>
                  <a:lnTo>
                    <a:pt x="46300" y="2751670"/>
                  </a:lnTo>
                  <a:lnTo>
                    <a:pt x="47066" y="2756535"/>
                  </a:lnTo>
                  <a:lnTo>
                    <a:pt x="28257" y="2759532"/>
                  </a:lnTo>
                  <a:close/>
                </a:path>
                <a:path w="4781550" h="4781550">
                  <a:moveTo>
                    <a:pt x="10579" y="2617165"/>
                  </a:moveTo>
                  <a:lnTo>
                    <a:pt x="9398" y="2604757"/>
                  </a:lnTo>
                  <a:lnTo>
                    <a:pt x="6896" y="2574455"/>
                  </a:lnTo>
                  <a:lnTo>
                    <a:pt x="4889" y="2545715"/>
                  </a:lnTo>
                  <a:lnTo>
                    <a:pt x="23888" y="2544394"/>
                  </a:lnTo>
                  <a:lnTo>
                    <a:pt x="25887" y="2572956"/>
                  </a:lnTo>
                  <a:lnTo>
                    <a:pt x="28362" y="2603017"/>
                  </a:lnTo>
                  <a:lnTo>
                    <a:pt x="29540" y="2615361"/>
                  </a:lnTo>
                  <a:lnTo>
                    <a:pt x="10579" y="2617165"/>
                  </a:lnTo>
                  <a:close/>
                </a:path>
                <a:path w="4781550" h="4781550">
                  <a:moveTo>
                    <a:pt x="1397" y="2474010"/>
                  </a:moveTo>
                  <a:lnTo>
                    <a:pt x="688" y="2451684"/>
                  </a:lnTo>
                  <a:lnTo>
                    <a:pt x="114" y="2421420"/>
                  </a:lnTo>
                  <a:lnTo>
                    <a:pt x="0" y="2402344"/>
                  </a:lnTo>
                  <a:lnTo>
                    <a:pt x="19050" y="2402217"/>
                  </a:lnTo>
                  <a:lnTo>
                    <a:pt x="19170" y="2421420"/>
                  </a:lnTo>
                  <a:lnTo>
                    <a:pt x="19765" y="2452230"/>
                  </a:lnTo>
                  <a:lnTo>
                    <a:pt x="20434" y="2473401"/>
                  </a:lnTo>
                  <a:lnTo>
                    <a:pt x="1397" y="2474010"/>
                  </a:lnTo>
                  <a:close/>
                </a:path>
                <a:path w="4781550" h="4781550">
                  <a:moveTo>
                    <a:pt x="19166" y="2421242"/>
                  </a:moveTo>
                  <a:close/>
                </a:path>
                <a:path w="4781550" h="4781550">
                  <a:moveTo>
                    <a:pt x="19752" y="2451798"/>
                  </a:moveTo>
                  <a:close/>
                </a:path>
                <a:path w="4781550" h="4781550">
                  <a:moveTo>
                    <a:pt x="19710" y="2331034"/>
                  </a:moveTo>
                  <a:lnTo>
                    <a:pt x="673" y="2330665"/>
                  </a:lnTo>
                  <a:lnTo>
                    <a:pt x="698" y="2328824"/>
                  </a:lnTo>
                  <a:lnTo>
                    <a:pt x="1676" y="2298115"/>
                  </a:lnTo>
                  <a:lnTo>
                    <a:pt x="3035" y="2267508"/>
                  </a:lnTo>
                  <a:lnTo>
                    <a:pt x="3517" y="2258936"/>
                  </a:lnTo>
                  <a:lnTo>
                    <a:pt x="22542" y="2260015"/>
                  </a:lnTo>
                  <a:lnTo>
                    <a:pt x="22054" y="2268524"/>
                  </a:lnTo>
                  <a:lnTo>
                    <a:pt x="20709" y="2298903"/>
                  </a:lnTo>
                  <a:lnTo>
                    <a:pt x="19748" y="2329243"/>
                  </a:lnTo>
                  <a:lnTo>
                    <a:pt x="19710" y="2331034"/>
                  </a:lnTo>
                  <a:close/>
                </a:path>
                <a:path w="4781550" h="4781550">
                  <a:moveTo>
                    <a:pt x="27457" y="2188997"/>
                  </a:moveTo>
                  <a:lnTo>
                    <a:pt x="8470" y="2187422"/>
                  </a:lnTo>
                  <a:lnTo>
                    <a:pt x="9398" y="2176284"/>
                  </a:lnTo>
                  <a:lnTo>
                    <a:pt x="12268" y="2146096"/>
                  </a:lnTo>
                  <a:lnTo>
                    <a:pt x="15506" y="2116099"/>
                  </a:lnTo>
                  <a:lnTo>
                    <a:pt x="34442" y="2118144"/>
                  </a:lnTo>
                  <a:lnTo>
                    <a:pt x="31218" y="2148078"/>
                  </a:lnTo>
                  <a:lnTo>
                    <a:pt x="28361" y="2178037"/>
                  </a:lnTo>
                  <a:lnTo>
                    <a:pt x="27457" y="2188997"/>
                  </a:lnTo>
                  <a:close/>
                </a:path>
                <a:path w="4781550" h="4781550">
                  <a:moveTo>
                    <a:pt x="31218" y="2148078"/>
                  </a:moveTo>
                  <a:close/>
                </a:path>
                <a:path w="4781550" h="4781550">
                  <a:moveTo>
                    <a:pt x="28361" y="2178037"/>
                  </a:moveTo>
                  <a:close/>
                </a:path>
                <a:path w="4781550" h="4781550">
                  <a:moveTo>
                    <a:pt x="43611" y="2047659"/>
                  </a:moveTo>
                  <a:lnTo>
                    <a:pt x="24765" y="2044903"/>
                  </a:lnTo>
                  <a:lnTo>
                    <a:pt x="27470" y="2026450"/>
                  </a:lnTo>
                  <a:lnTo>
                    <a:pt x="32181" y="1996821"/>
                  </a:lnTo>
                  <a:lnTo>
                    <a:pt x="36093" y="1974126"/>
                  </a:lnTo>
                  <a:lnTo>
                    <a:pt x="54864" y="1977364"/>
                  </a:lnTo>
                  <a:lnTo>
                    <a:pt x="50972" y="1999996"/>
                  </a:lnTo>
                  <a:lnTo>
                    <a:pt x="46298" y="2029383"/>
                  </a:lnTo>
                  <a:lnTo>
                    <a:pt x="43611" y="2047659"/>
                  </a:lnTo>
                  <a:close/>
                </a:path>
                <a:path w="4781550" h="4781550">
                  <a:moveTo>
                    <a:pt x="50972" y="1999996"/>
                  </a:moveTo>
                  <a:close/>
                </a:path>
                <a:path w="4781550" h="4781550">
                  <a:moveTo>
                    <a:pt x="46298" y="2029383"/>
                  </a:moveTo>
                  <a:lnTo>
                    <a:pt x="46316" y="2029256"/>
                  </a:lnTo>
                  <a:lnTo>
                    <a:pt x="46298" y="2029383"/>
                  </a:lnTo>
                  <a:close/>
                </a:path>
                <a:path w="4781550" h="4781550">
                  <a:moveTo>
                    <a:pt x="68211" y="1907552"/>
                  </a:moveTo>
                  <a:lnTo>
                    <a:pt x="49568" y="1903615"/>
                  </a:lnTo>
                  <a:lnTo>
                    <a:pt x="54648" y="1879587"/>
                  </a:lnTo>
                  <a:lnTo>
                    <a:pt x="61137" y="1850605"/>
                  </a:lnTo>
                  <a:lnTo>
                    <a:pt x="65163" y="1833664"/>
                  </a:lnTo>
                  <a:lnTo>
                    <a:pt x="83705" y="1838058"/>
                  </a:lnTo>
                  <a:lnTo>
                    <a:pt x="79692" y="1854949"/>
                  </a:lnTo>
                  <a:lnTo>
                    <a:pt x="73242" y="1883702"/>
                  </a:lnTo>
                  <a:lnTo>
                    <a:pt x="68211" y="1907552"/>
                  </a:lnTo>
                  <a:close/>
                </a:path>
                <a:path w="4781550" h="4781550">
                  <a:moveTo>
                    <a:pt x="79692" y="1854949"/>
                  </a:moveTo>
                  <a:close/>
                </a:path>
                <a:path w="4781550" h="4781550">
                  <a:moveTo>
                    <a:pt x="73262" y="1883606"/>
                  </a:moveTo>
                  <a:close/>
                </a:path>
                <a:path w="4781550" h="4781550">
                  <a:moveTo>
                    <a:pt x="73242" y="1883702"/>
                  </a:moveTo>
                  <a:close/>
                </a:path>
                <a:path w="4781550" h="4781550">
                  <a:moveTo>
                    <a:pt x="101193" y="1769173"/>
                  </a:moveTo>
                  <a:lnTo>
                    <a:pt x="82842" y="1764080"/>
                  </a:lnTo>
                  <a:lnTo>
                    <a:pt x="90614" y="1736026"/>
                  </a:lnTo>
                  <a:lnTo>
                    <a:pt x="98844" y="1707730"/>
                  </a:lnTo>
                  <a:lnTo>
                    <a:pt x="102654" y="1695196"/>
                  </a:lnTo>
                  <a:lnTo>
                    <a:pt x="120878" y="1700745"/>
                  </a:lnTo>
                  <a:lnTo>
                    <a:pt x="117086" y="1713217"/>
                  </a:lnTo>
                  <a:lnTo>
                    <a:pt x="108934" y="1741284"/>
                  </a:lnTo>
                  <a:lnTo>
                    <a:pt x="101193" y="1769173"/>
                  </a:lnTo>
                  <a:close/>
                </a:path>
                <a:path w="4781550" h="4781550">
                  <a:moveTo>
                    <a:pt x="117094" y="1713217"/>
                  </a:moveTo>
                  <a:close/>
                </a:path>
                <a:path w="4781550" h="4781550">
                  <a:moveTo>
                    <a:pt x="108934" y="1741284"/>
                  </a:moveTo>
                  <a:close/>
                </a:path>
                <a:path w="4781550" h="4781550">
                  <a:moveTo>
                    <a:pt x="142557" y="1632927"/>
                  </a:moveTo>
                  <a:lnTo>
                    <a:pt x="124485" y="1626933"/>
                  </a:lnTo>
                  <a:lnTo>
                    <a:pt x="125539" y="1623733"/>
                  </a:lnTo>
                  <a:lnTo>
                    <a:pt x="135102" y="1596034"/>
                  </a:lnTo>
                  <a:lnTo>
                    <a:pt x="144995" y="1568500"/>
                  </a:lnTo>
                  <a:lnTo>
                    <a:pt x="148437" y="1559267"/>
                  </a:lnTo>
                  <a:lnTo>
                    <a:pt x="166293" y="1565922"/>
                  </a:lnTo>
                  <a:lnTo>
                    <a:pt x="162861" y="1575104"/>
                  </a:lnTo>
                  <a:lnTo>
                    <a:pt x="153059" y="1602422"/>
                  </a:lnTo>
                  <a:lnTo>
                    <a:pt x="143577" y="1629892"/>
                  </a:lnTo>
                  <a:lnTo>
                    <a:pt x="142557" y="1632927"/>
                  </a:lnTo>
                  <a:close/>
                </a:path>
                <a:path w="4781550" h="4781550">
                  <a:moveTo>
                    <a:pt x="162864" y="1575104"/>
                  </a:moveTo>
                  <a:close/>
                </a:path>
                <a:path w="4781550" h="4781550">
                  <a:moveTo>
                    <a:pt x="153059" y="1602422"/>
                  </a:moveTo>
                  <a:close/>
                </a:path>
                <a:path w="4781550" h="4781550">
                  <a:moveTo>
                    <a:pt x="143577" y="1629892"/>
                  </a:moveTo>
                  <a:close/>
                </a:path>
                <a:path w="4781550" h="4781550">
                  <a:moveTo>
                    <a:pt x="192049" y="1499539"/>
                  </a:moveTo>
                  <a:lnTo>
                    <a:pt x="174371" y="1492453"/>
                  </a:lnTo>
                  <a:lnTo>
                    <a:pt x="176618" y="1486827"/>
                  </a:lnTo>
                  <a:lnTo>
                    <a:pt x="187807" y="1459928"/>
                  </a:lnTo>
                  <a:lnTo>
                    <a:pt x="199301" y="1433195"/>
                  </a:lnTo>
                  <a:lnTo>
                    <a:pt x="202349" y="1426349"/>
                  </a:lnTo>
                  <a:lnTo>
                    <a:pt x="219760" y="1434084"/>
                  </a:lnTo>
                  <a:lnTo>
                    <a:pt x="216745" y="1440878"/>
                  </a:lnTo>
                  <a:lnTo>
                    <a:pt x="205329" y="1467396"/>
                  </a:lnTo>
                  <a:lnTo>
                    <a:pt x="194243" y="1494078"/>
                  </a:lnTo>
                  <a:lnTo>
                    <a:pt x="192049" y="1499539"/>
                  </a:lnTo>
                  <a:close/>
                </a:path>
                <a:path w="4781550" h="4781550">
                  <a:moveTo>
                    <a:pt x="216745" y="1440878"/>
                  </a:moveTo>
                  <a:close/>
                </a:path>
                <a:path w="4781550" h="4781550">
                  <a:moveTo>
                    <a:pt x="205333" y="1467396"/>
                  </a:moveTo>
                  <a:close/>
                </a:path>
                <a:path w="4781550" h="4781550">
                  <a:moveTo>
                    <a:pt x="194243" y="1494078"/>
                  </a:moveTo>
                  <a:close/>
                </a:path>
                <a:path w="4781550" h="4781550">
                  <a:moveTo>
                    <a:pt x="249478" y="1369390"/>
                  </a:moveTo>
                  <a:lnTo>
                    <a:pt x="232270" y="1361224"/>
                  </a:lnTo>
                  <a:lnTo>
                    <a:pt x="235686" y="1354023"/>
                  </a:lnTo>
                  <a:lnTo>
                    <a:pt x="248424" y="1327975"/>
                  </a:lnTo>
                  <a:lnTo>
                    <a:pt x="261480" y="1302118"/>
                  </a:lnTo>
                  <a:lnTo>
                    <a:pt x="264172" y="1296924"/>
                  </a:lnTo>
                  <a:lnTo>
                    <a:pt x="281076" y="1305712"/>
                  </a:lnTo>
                  <a:lnTo>
                    <a:pt x="278402" y="1310855"/>
                  </a:lnTo>
                  <a:lnTo>
                    <a:pt x="265469" y="1336509"/>
                  </a:lnTo>
                  <a:lnTo>
                    <a:pt x="252821" y="1362341"/>
                  </a:lnTo>
                  <a:lnTo>
                    <a:pt x="249478" y="1369390"/>
                  </a:lnTo>
                  <a:close/>
                </a:path>
                <a:path w="4781550" h="4781550">
                  <a:moveTo>
                    <a:pt x="278409" y="1310855"/>
                  </a:moveTo>
                  <a:close/>
                </a:path>
                <a:path w="4781550" h="4781550">
                  <a:moveTo>
                    <a:pt x="265504" y="1336437"/>
                  </a:moveTo>
                  <a:close/>
                </a:path>
                <a:path w="4781550" h="4781550">
                  <a:moveTo>
                    <a:pt x="265469" y="1336509"/>
                  </a:moveTo>
                  <a:close/>
                </a:path>
                <a:path w="4781550" h="4781550">
                  <a:moveTo>
                    <a:pt x="252821" y="1362341"/>
                  </a:moveTo>
                  <a:close/>
                </a:path>
                <a:path w="4781550" h="4781550">
                  <a:moveTo>
                    <a:pt x="314655" y="1242910"/>
                  </a:moveTo>
                  <a:lnTo>
                    <a:pt x="297967" y="1233716"/>
                  </a:lnTo>
                  <a:lnTo>
                    <a:pt x="302437" y="1225613"/>
                  </a:lnTo>
                  <a:lnTo>
                    <a:pt x="316674" y="1200492"/>
                  </a:lnTo>
                  <a:lnTo>
                    <a:pt x="331216" y="1175562"/>
                  </a:lnTo>
                  <a:lnTo>
                    <a:pt x="333679" y="1171460"/>
                  </a:lnTo>
                  <a:lnTo>
                    <a:pt x="350012" y="1181252"/>
                  </a:lnTo>
                  <a:lnTo>
                    <a:pt x="347590" y="1185303"/>
                  </a:lnTo>
                  <a:lnTo>
                    <a:pt x="333164" y="1210043"/>
                  </a:lnTo>
                  <a:lnTo>
                    <a:pt x="319031" y="1234960"/>
                  </a:lnTo>
                  <a:lnTo>
                    <a:pt x="314655" y="1242910"/>
                  </a:lnTo>
                  <a:close/>
                </a:path>
                <a:path w="4781550" h="4781550">
                  <a:moveTo>
                    <a:pt x="347590" y="1185303"/>
                  </a:moveTo>
                  <a:close/>
                </a:path>
                <a:path w="4781550" h="4781550">
                  <a:moveTo>
                    <a:pt x="333171" y="1210043"/>
                  </a:moveTo>
                  <a:close/>
                </a:path>
                <a:path w="4781550" h="4781550">
                  <a:moveTo>
                    <a:pt x="319036" y="1234960"/>
                  </a:moveTo>
                  <a:close/>
                </a:path>
                <a:path w="4781550" h="4781550">
                  <a:moveTo>
                    <a:pt x="387299" y="1120584"/>
                  </a:moveTo>
                  <a:lnTo>
                    <a:pt x="371208" y="1110399"/>
                  </a:lnTo>
                  <a:lnTo>
                    <a:pt x="376580" y="1101915"/>
                  </a:lnTo>
                  <a:lnTo>
                    <a:pt x="392264" y="1077760"/>
                  </a:lnTo>
                  <a:lnTo>
                    <a:pt x="408241" y="1053807"/>
                  </a:lnTo>
                  <a:lnTo>
                    <a:pt x="410578" y="1050391"/>
                  </a:lnTo>
                  <a:lnTo>
                    <a:pt x="426300" y="1061148"/>
                  </a:lnTo>
                  <a:lnTo>
                    <a:pt x="423985" y="1064526"/>
                  </a:lnTo>
                  <a:lnTo>
                    <a:pt x="408137" y="1088288"/>
                  </a:lnTo>
                  <a:lnTo>
                    <a:pt x="392589" y="1112240"/>
                  </a:lnTo>
                  <a:lnTo>
                    <a:pt x="387299" y="1120584"/>
                  </a:lnTo>
                  <a:close/>
                </a:path>
                <a:path w="4781550" h="4781550">
                  <a:moveTo>
                    <a:pt x="423989" y="1064526"/>
                  </a:moveTo>
                  <a:close/>
                </a:path>
                <a:path w="4781550" h="4781550">
                  <a:moveTo>
                    <a:pt x="408139" y="1088288"/>
                  </a:moveTo>
                  <a:close/>
                </a:path>
                <a:path w="4781550" h="4781550">
                  <a:moveTo>
                    <a:pt x="392589" y="1112240"/>
                  </a:moveTo>
                  <a:close/>
                </a:path>
                <a:path w="4781550" h="4781550">
                  <a:moveTo>
                    <a:pt x="467156" y="1002830"/>
                  </a:moveTo>
                  <a:lnTo>
                    <a:pt x="451700" y="991692"/>
                  </a:lnTo>
                  <a:lnTo>
                    <a:pt x="457822" y="983195"/>
                  </a:lnTo>
                  <a:lnTo>
                    <a:pt x="474891" y="960081"/>
                  </a:lnTo>
                  <a:lnTo>
                    <a:pt x="492239" y="937171"/>
                  </a:lnTo>
                  <a:lnTo>
                    <a:pt x="494588" y="934148"/>
                  </a:lnTo>
                  <a:lnTo>
                    <a:pt x="509638" y="945819"/>
                  </a:lnTo>
                  <a:lnTo>
                    <a:pt x="507313" y="948817"/>
                  </a:lnTo>
                  <a:lnTo>
                    <a:pt x="490116" y="971537"/>
                  </a:lnTo>
                  <a:lnTo>
                    <a:pt x="473167" y="994473"/>
                  </a:lnTo>
                  <a:lnTo>
                    <a:pt x="467156" y="1002830"/>
                  </a:lnTo>
                  <a:close/>
                </a:path>
                <a:path w="4781550" h="4781550">
                  <a:moveTo>
                    <a:pt x="507314" y="948817"/>
                  </a:moveTo>
                  <a:close/>
                </a:path>
                <a:path w="4781550" h="4781550">
                  <a:moveTo>
                    <a:pt x="490118" y="971537"/>
                  </a:moveTo>
                  <a:close/>
                </a:path>
                <a:path w="4781550" h="4781550">
                  <a:moveTo>
                    <a:pt x="473176" y="994473"/>
                  </a:moveTo>
                  <a:close/>
                </a:path>
                <a:path w="4781550" h="4781550">
                  <a:moveTo>
                    <a:pt x="553910" y="890054"/>
                  </a:moveTo>
                  <a:lnTo>
                    <a:pt x="539140" y="878014"/>
                  </a:lnTo>
                  <a:lnTo>
                    <a:pt x="545858" y="869759"/>
                  </a:lnTo>
                  <a:lnTo>
                    <a:pt x="564261" y="847737"/>
                  </a:lnTo>
                  <a:lnTo>
                    <a:pt x="582917" y="825931"/>
                  </a:lnTo>
                  <a:lnTo>
                    <a:pt x="585393" y="823125"/>
                  </a:lnTo>
                  <a:lnTo>
                    <a:pt x="599719" y="835685"/>
                  </a:lnTo>
                  <a:lnTo>
                    <a:pt x="597281" y="838454"/>
                  </a:lnTo>
                  <a:lnTo>
                    <a:pt x="578779" y="860082"/>
                  </a:lnTo>
                  <a:lnTo>
                    <a:pt x="560518" y="881938"/>
                  </a:lnTo>
                  <a:lnTo>
                    <a:pt x="553910" y="890054"/>
                  </a:lnTo>
                  <a:close/>
                </a:path>
                <a:path w="4781550" h="4781550">
                  <a:moveTo>
                    <a:pt x="597285" y="838448"/>
                  </a:moveTo>
                  <a:close/>
                </a:path>
                <a:path w="4781550" h="4781550">
                  <a:moveTo>
                    <a:pt x="597281" y="838454"/>
                  </a:moveTo>
                  <a:close/>
                </a:path>
                <a:path w="4781550" h="4781550">
                  <a:moveTo>
                    <a:pt x="578779" y="860082"/>
                  </a:moveTo>
                  <a:close/>
                </a:path>
                <a:path w="4781550" h="4781550">
                  <a:moveTo>
                    <a:pt x="560518" y="881938"/>
                  </a:moveTo>
                  <a:close/>
                </a:path>
                <a:path w="4781550" h="4781550">
                  <a:moveTo>
                    <a:pt x="647230" y="782650"/>
                  </a:moveTo>
                  <a:lnTo>
                    <a:pt x="633209" y="769747"/>
                  </a:lnTo>
                  <a:lnTo>
                    <a:pt x="640422" y="761911"/>
                  </a:lnTo>
                  <a:lnTo>
                    <a:pt x="660095" y="741032"/>
                  </a:lnTo>
                  <a:lnTo>
                    <a:pt x="680008" y="720394"/>
                  </a:lnTo>
                  <a:lnTo>
                    <a:pt x="682650" y="717715"/>
                  </a:lnTo>
                  <a:lnTo>
                    <a:pt x="696201" y="731113"/>
                  </a:lnTo>
                  <a:lnTo>
                    <a:pt x="693588" y="733742"/>
                  </a:lnTo>
                  <a:lnTo>
                    <a:pt x="673853" y="754214"/>
                  </a:lnTo>
                  <a:lnTo>
                    <a:pt x="654323" y="774928"/>
                  </a:lnTo>
                  <a:lnTo>
                    <a:pt x="647230" y="782650"/>
                  </a:lnTo>
                  <a:close/>
                </a:path>
                <a:path w="4781550" h="4781550">
                  <a:moveTo>
                    <a:pt x="693597" y="733742"/>
                  </a:moveTo>
                  <a:close/>
                </a:path>
                <a:path w="4781550" h="4781550">
                  <a:moveTo>
                    <a:pt x="673853" y="754214"/>
                  </a:moveTo>
                  <a:close/>
                </a:path>
                <a:path w="4781550" h="4781550">
                  <a:moveTo>
                    <a:pt x="654329" y="774928"/>
                  </a:moveTo>
                  <a:close/>
                </a:path>
                <a:path w="4781550" h="4781550">
                  <a:moveTo>
                    <a:pt x="746785" y="680999"/>
                  </a:moveTo>
                  <a:lnTo>
                    <a:pt x="733564" y="667296"/>
                  </a:lnTo>
                  <a:lnTo>
                    <a:pt x="741210" y="659917"/>
                  </a:lnTo>
                  <a:lnTo>
                    <a:pt x="762076" y="640245"/>
                  </a:lnTo>
                  <a:lnTo>
                    <a:pt x="783196" y="620826"/>
                  </a:lnTo>
                  <a:lnTo>
                    <a:pt x="786015" y="618299"/>
                  </a:lnTo>
                  <a:lnTo>
                    <a:pt x="798741" y="632472"/>
                  </a:lnTo>
                  <a:lnTo>
                    <a:pt x="795965" y="634961"/>
                  </a:lnTo>
                  <a:lnTo>
                    <a:pt x="775025" y="654227"/>
                  </a:lnTo>
                  <a:lnTo>
                    <a:pt x="754313" y="673747"/>
                  </a:lnTo>
                  <a:lnTo>
                    <a:pt x="746785" y="680999"/>
                  </a:lnTo>
                  <a:close/>
                </a:path>
                <a:path w="4781550" h="4781550">
                  <a:moveTo>
                    <a:pt x="795965" y="634961"/>
                  </a:moveTo>
                  <a:close/>
                </a:path>
                <a:path w="4781550" h="4781550">
                  <a:moveTo>
                    <a:pt x="775025" y="654227"/>
                  </a:moveTo>
                  <a:close/>
                </a:path>
                <a:path w="4781550" h="4781550">
                  <a:moveTo>
                    <a:pt x="754313" y="673747"/>
                  </a:moveTo>
                  <a:close/>
                </a:path>
                <a:path w="4781550" h="4781550">
                  <a:moveTo>
                    <a:pt x="852233" y="585470"/>
                  </a:moveTo>
                  <a:lnTo>
                    <a:pt x="839851" y="570992"/>
                  </a:lnTo>
                  <a:lnTo>
                    <a:pt x="847915" y="564095"/>
                  </a:lnTo>
                  <a:lnTo>
                    <a:pt x="869937" y="545693"/>
                  </a:lnTo>
                  <a:lnTo>
                    <a:pt x="892187" y="527545"/>
                  </a:lnTo>
                  <a:lnTo>
                    <a:pt x="895121" y="525208"/>
                  </a:lnTo>
                  <a:lnTo>
                    <a:pt x="906983" y="540118"/>
                  </a:lnTo>
                  <a:lnTo>
                    <a:pt x="904111" y="542417"/>
                  </a:lnTo>
                  <a:lnTo>
                    <a:pt x="882027" y="560412"/>
                  </a:lnTo>
                  <a:lnTo>
                    <a:pt x="860170" y="578675"/>
                  </a:lnTo>
                  <a:lnTo>
                    <a:pt x="852233" y="585470"/>
                  </a:lnTo>
                  <a:close/>
                </a:path>
                <a:path w="4781550" h="4781550">
                  <a:moveTo>
                    <a:pt x="904111" y="542417"/>
                  </a:moveTo>
                  <a:close/>
                </a:path>
                <a:path w="4781550" h="4781550">
                  <a:moveTo>
                    <a:pt x="882035" y="560406"/>
                  </a:moveTo>
                  <a:close/>
                </a:path>
                <a:path w="4781550" h="4781550">
                  <a:moveTo>
                    <a:pt x="882027" y="560412"/>
                  </a:moveTo>
                  <a:close/>
                </a:path>
                <a:path w="4781550" h="4781550">
                  <a:moveTo>
                    <a:pt x="860171" y="578675"/>
                  </a:moveTo>
                  <a:close/>
                </a:path>
                <a:path w="4781550" h="4781550">
                  <a:moveTo>
                    <a:pt x="963180" y="496392"/>
                  </a:moveTo>
                  <a:lnTo>
                    <a:pt x="951687" y="481203"/>
                  </a:lnTo>
                  <a:lnTo>
                    <a:pt x="960259" y="474713"/>
                  </a:lnTo>
                  <a:lnTo>
                    <a:pt x="983373" y="457644"/>
                  </a:lnTo>
                  <a:lnTo>
                    <a:pt x="1006703" y="440842"/>
                  </a:lnTo>
                  <a:lnTo>
                    <a:pt x="1009599" y="438810"/>
                  </a:lnTo>
                  <a:lnTo>
                    <a:pt x="1020546" y="454393"/>
                  </a:lnTo>
                  <a:lnTo>
                    <a:pt x="1017702" y="456399"/>
                  </a:lnTo>
                  <a:lnTo>
                    <a:pt x="994552" y="473062"/>
                  </a:lnTo>
                  <a:lnTo>
                    <a:pt x="971631" y="490004"/>
                  </a:lnTo>
                  <a:lnTo>
                    <a:pt x="963180" y="496392"/>
                  </a:lnTo>
                  <a:close/>
                </a:path>
                <a:path w="4781550" h="4781550">
                  <a:moveTo>
                    <a:pt x="1017735" y="456376"/>
                  </a:moveTo>
                  <a:close/>
                </a:path>
                <a:path w="4781550" h="4781550">
                  <a:moveTo>
                    <a:pt x="1017702" y="456399"/>
                  </a:moveTo>
                  <a:close/>
                </a:path>
                <a:path w="4781550" h="4781550">
                  <a:moveTo>
                    <a:pt x="994552" y="473062"/>
                  </a:moveTo>
                  <a:close/>
                </a:path>
                <a:path w="4781550" h="4781550">
                  <a:moveTo>
                    <a:pt x="971631" y="490004"/>
                  </a:moveTo>
                  <a:close/>
                </a:path>
                <a:path w="4781550" h="4781550">
                  <a:moveTo>
                    <a:pt x="1079258" y="414108"/>
                  </a:moveTo>
                  <a:lnTo>
                    <a:pt x="1068692" y="398259"/>
                  </a:lnTo>
                  <a:lnTo>
                    <a:pt x="1077937" y="392087"/>
                  </a:lnTo>
                  <a:lnTo>
                    <a:pt x="1102093" y="376402"/>
                  </a:lnTo>
                  <a:lnTo>
                    <a:pt x="1126439" y="360997"/>
                  </a:lnTo>
                  <a:lnTo>
                    <a:pt x="1129042" y="359397"/>
                  </a:lnTo>
                  <a:lnTo>
                    <a:pt x="1139024" y="375615"/>
                  </a:lnTo>
                  <a:lnTo>
                    <a:pt x="1136473" y="377190"/>
                  </a:lnTo>
                  <a:lnTo>
                    <a:pt x="1112320" y="392468"/>
                  </a:lnTo>
                  <a:lnTo>
                    <a:pt x="1088358" y="408038"/>
                  </a:lnTo>
                  <a:lnTo>
                    <a:pt x="1079258" y="414108"/>
                  </a:lnTo>
                  <a:close/>
                </a:path>
                <a:path w="4781550" h="4781550">
                  <a:moveTo>
                    <a:pt x="1136520" y="377159"/>
                  </a:moveTo>
                  <a:close/>
                </a:path>
                <a:path w="4781550" h="4781550">
                  <a:moveTo>
                    <a:pt x="1136473" y="377190"/>
                  </a:moveTo>
                  <a:close/>
                </a:path>
                <a:path w="4781550" h="4781550">
                  <a:moveTo>
                    <a:pt x="1112320" y="392468"/>
                  </a:moveTo>
                  <a:close/>
                </a:path>
                <a:path w="4781550" h="4781550">
                  <a:moveTo>
                    <a:pt x="1088364" y="408038"/>
                  </a:moveTo>
                  <a:close/>
                </a:path>
                <a:path w="4781550" h="4781550">
                  <a:moveTo>
                    <a:pt x="1200048" y="338912"/>
                  </a:moveTo>
                  <a:lnTo>
                    <a:pt x="1225791" y="302260"/>
                  </a:lnTo>
                  <a:lnTo>
                    <a:pt x="1253020" y="287286"/>
                  </a:lnTo>
                  <a:lnTo>
                    <a:pt x="1262011" y="304076"/>
                  </a:lnTo>
                  <a:lnTo>
                    <a:pt x="1260131" y="305079"/>
                  </a:lnTo>
                  <a:lnTo>
                    <a:pt x="1235048" y="318909"/>
                  </a:lnTo>
                  <a:lnTo>
                    <a:pt x="1210121" y="333044"/>
                  </a:lnTo>
                  <a:lnTo>
                    <a:pt x="1200048" y="338912"/>
                  </a:lnTo>
                  <a:close/>
                </a:path>
                <a:path w="4781550" h="4781550">
                  <a:moveTo>
                    <a:pt x="1260144" y="305079"/>
                  </a:moveTo>
                  <a:close/>
                </a:path>
                <a:path w="4781550" h="4781550">
                  <a:moveTo>
                    <a:pt x="1235048" y="318909"/>
                  </a:moveTo>
                  <a:close/>
                </a:path>
                <a:path w="4781550" h="4781550">
                  <a:moveTo>
                    <a:pt x="1210121" y="333044"/>
                  </a:moveTo>
                  <a:close/>
                </a:path>
                <a:path w="4781550" h="4781550">
                  <a:moveTo>
                    <a:pt x="1325130" y="271119"/>
                  </a:moveTo>
                  <a:lnTo>
                    <a:pt x="1316545" y="254114"/>
                  </a:lnTo>
                  <a:lnTo>
                    <a:pt x="1328153" y="248259"/>
                  </a:lnTo>
                  <a:lnTo>
                    <a:pt x="1354188" y="235508"/>
                  </a:lnTo>
                  <a:lnTo>
                    <a:pt x="1381112" y="222745"/>
                  </a:lnTo>
                  <a:lnTo>
                    <a:pt x="1389075" y="240055"/>
                  </a:lnTo>
                  <a:lnTo>
                    <a:pt x="1362415" y="252691"/>
                  </a:lnTo>
                  <a:lnTo>
                    <a:pt x="1336586" y="265341"/>
                  </a:lnTo>
                  <a:lnTo>
                    <a:pt x="1325130" y="271119"/>
                  </a:lnTo>
                  <a:close/>
                </a:path>
                <a:path w="4781550" h="4781550">
                  <a:moveTo>
                    <a:pt x="1388421" y="240360"/>
                  </a:moveTo>
                  <a:close/>
                </a:path>
                <a:path w="4781550" h="4781550">
                  <a:moveTo>
                    <a:pt x="1362415" y="252691"/>
                  </a:moveTo>
                  <a:close/>
                </a:path>
                <a:path w="4781550" h="4781550">
                  <a:moveTo>
                    <a:pt x="1336586" y="265341"/>
                  </a:moveTo>
                  <a:close/>
                </a:path>
                <a:path w="4781550" h="4781550">
                  <a:moveTo>
                    <a:pt x="1454061" y="210972"/>
                  </a:moveTo>
                  <a:lnTo>
                    <a:pt x="1446530" y="193471"/>
                  </a:lnTo>
                  <a:lnTo>
                    <a:pt x="1460093" y="187629"/>
                  </a:lnTo>
                  <a:lnTo>
                    <a:pt x="1486992" y="176453"/>
                  </a:lnTo>
                  <a:lnTo>
                    <a:pt x="1512773" y="166103"/>
                  </a:lnTo>
                  <a:lnTo>
                    <a:pt x="1519859" y="183781"/>
                  </a:lnTo>
                  <a:lnTo>
                    <a:pt x="1494134" y="194106"/>
                  </a:lnTo>
                  <a:lnTo>
                    <a:pt x="1467485" y="205193"/>
                  </a:lnTo>
                  <a:lnTo>
                    <a:pt x="1454061" y="210972"/>
                  </a:lnTo>
                  <a:close/>
                </a:path>
                <a:path w="4781550" h="4781550">
                  <a:moveTo>
                    <a:pt x="1494142" y="194106"/>
                  </a:moveTo>
                  <a:close/>
                </a:path>
                <a:path w="4781550" h="4781550">
                  <a:moveTo>
                    <a:pt x="1467485" y="205193"/>
                  </a:moveTo>
                  <a:close/>
                </a:path>
                <a:path w="4781550" h="4781550">
                  <a:moveTo>
                    <a:pt x="1586382" y="158699"/>
                  </a:moveTo>
                  <a:lnTo>
                    <a:pt x="1579930" y="140779"/>
                  </a:lnTo>
                  <a:lnTo>
                    <a:pt x="1596212" y="134924"/>
                  </a:lnTo>
                  <a:lnTo>
                    <a:pt x="1623910" y="125361"/>
                  </a:lnTo>
                  <a:lnTo>
                    <a:pt x="1647710" y="117475"/>
                  </a:lnTo>
                  <a:lnTo>
                    <a:pt x="1653705" y="135559"/>
                  </a:lnTo>
                  <a:lnTo>
                    <a:pt x="1629960" y="143433"/>
                  </a:lnTo>
                  <a:lnTo>
                    <a:pt x="1602494" y="152920"/>
                  </a:lnTo>
                  <a:lnTo>
                    <a:pt x="1586382" y="158699"/>
                  </a:lnTo>
                  <a:close/>
                </a:path>
                <a:path w="4781550" h="4781550">
                  <a:moveTo>
                    <a:pt x="1630055" y="143400"/>
                  </a:moveTo>
                  <a:close/>
                </a:path>
                <a:path w="4781550" h="4781550">
                  <a:moveTo>
                    <a:pt x="1629960" y="143433"/>
                  </a:moveTo>
                  <a:close/>
                </a:path>
                <a:path w="4781550" h="4781550">
                  <a:moveTo>
                    <a:pt x="1602494" y="152920"/>
                  </a:moveTo>
                  <a:close/>
                </a:path>
                <a:path w="4781550" h="4781550">
                  <a:moveTo>
                    <a:pt x="1721599" y="114528"/>
                  </a:moveTo>
                  <a:lnTo>
                    <a:pt x="1716290" y="96240"/>
                  </a:lnTo>
                  <a:lnTo>
                    <a:pt x="1736204" y="90449"/>
                  </a:lnTo>
                  <a:lnTo>
                    <a:pt x="1764639" y="82562"/>
                  </a:lnTo>
                  <a:lnTo>
                    <a:pt x="1785353" y="77089"/>
                  </a:lnTo>
                  <a:lnTo>
                    <a:pt x="1790217" y="95516"/>
                  </a:lnTo>
                  <a:lnTo>
                    <a:pt x="1769577" y="100965"/>
                  </a:lnTo>
                  <a:lnTo>
                    <a:pt x="1741485" y="108750"/>
                  </a:lnTo>
                  <a:lnTo>
                    <a:pt x="1721599" y="114528"/>
                  </a:lnTo>
                  <a:close/>
                </a:path>
                <a:path w="4781550" h="4781550">
                  <a:moveTo>
                    <a:pt x="1769577" y="100965"/>
                  </a:moveTo>
                  <a:close/>
                </a:path>
                <a:path w="4781550" h="4781550">
                  <a:moveTo>
                    <a:pt x="1741347" y="108788"/>
                  </a:moveTo>
                  <a:lnTo>
                    <a:pt x="1741485" y="108750"/>
                  </a:lnTo>
                  <a:lnTo>
                    <a:pt x="1741347" y="108788"/>
                  </a:lnTo>
                  <a:close/>
                </a:path>
                <a:path w="4781550" h="4781550">
                  <a:moveTo>
                    <a:pt x="1859254" y="78587"/>
                  </a:moveTo>
                  <a:lnTo>
                    <a:pt x="1855089" y="60007"/>
                  </a:lnTo>
                  <a:lnTo>
                    <a:pt x="1879765" y="54470"/>
                  </a:lnTo>
                  <a:lnTo>
                    <a:pt x="1908886" y="48323"/>
                  </a:lnTo>
                  <a:lnTo>
                    <a:pt x="1925180" y="45097"/>
                  </a:lnTo>
                  <a:lnTo>
                    <a:pt x="1928888" y="63779"/>
                  </a:lnTo>
                  <a:lnTo>
                    <a:pt x="1912639" y="66992"/>
                  </a:lnTo>
                  <a:lnTo>
                    <a:pt x="1883766" y="73101"/>
                  </a:lnTo>
                  <a:lnTo>
                    <a:pt x="1859254" y="78587"/>
                  </a:lnTo>
                  <a:close/>
                </a:path>
                <a:path w="4781550" h="4781550">
                  <a:moveTo>
                    <a:pt x="1912645" y="66992"/>
                  </a:moveTo>
                  <a:lnTo>
                    <a:pt x="1912773" y="66967"/>
                  </a:lnTo>
                  <a:lnTo>
                    <a:pt x="1912645" y="66992"/>
                  </a:lnTo>
                  <a:close/>
                </a:path>
                <a:path w="4781550" h="4781550">
                  <a:moveTo>
                    <a:pt x="1883780" y="73098"/>
                  </a:moveTo>
                  <a:close/>
                </a:path>
                <a:path w="4781550" h="4781550">
                  <a:moveTo>
                    <a:pt x="1883766" y="73101"/>
                  </a:moveTo>
                  <a:close/>
                </a:path>
                <a:path w="4781550" h="4781550">
                  <a:moveTo>
                    <a:pt x="1998929" y="51015"/>
                  </a:moveTo>
                  <a:lnTo>
                    <a:pt x="1995703" y="32232"/>
                  </a:lnTo>
                  <a:lnTo>
                    <a:pt x="2026615" y="27292"/>
                  </a:lnTo>
                  <a:lnTo>
                    <a:pt x="2056358" y="22948"/>
                  </a:lnTo>
                  <a:lnTo>
                    <a:pt x="2066696" y="21564"/>
                  </a:lnTo>
                  <a:lnTo>
                    <a:pt x="2069211" y="40449"/>
                  </a:lnTo>
                  <a:lnTo>
                    <a:pt x="2059126" y="41795"/>
                  </a:lnTo>
                  <a:lnTo>
                    <a:pt x="2029607" y="46113"/>
                  </a:lnTo>
                  <a:lnTo>
                    <a:pt x="2000100" y="50812"/>
                  </a:lnTo>
                  <a:lnTo>
                    <a:pt x="1998929" y="51015"/>
                  </a:lnTo>
                  <a:close/>
                </a:path>
                <a:path w="4781550" h="4781550">
                  <a:moveTo>
                    <a:pt x="2058936" y="41821"/>
                  </a:moveTo>
                  <a:lnTo>
                    <a:pt x="2059126" y="41795"/>
                  </a:lnTo>
                  <a:lnTo>
                    <a:pt x="2058936" y="41821"/>
                  </a:lnTo>
                  <a:close/>
                </a:path>
                <a:path w="4781550" h="4781550">
                  <a:moveTo>
                    <a:pt x="2029434" y="46139"/>
                  </a:moveTo>
                  <a:lnTo>
                    <a:pt x="2029561" y="46113"/>
                  </a:lnTo>
                  <a:lnTo>
                    <a:pt x="2029434" y="46139"/>
                  </a:lnTo>
                  <a:close/>
                </a:path>
                <a:path w="4781550" h="4781550">
                  <a:moveTo>
                    <a:pt x="2000100" y="50812"/>
                  </a:moveTo>
                  <a:close/>
                </a:path>
                <a:path w="4781550" h="4781550">
                  <a:moveTo>
                    <a:pt x="2139899" y="31940"/>
                  </a:moveTo>
                  <a:lnTo>
                    <a:pt x="2176462" y="9220"/>
                  </a:lnTo>
                  <a:lnTo>
                    <a:pt x="2209355" y="6540"/>
                  </a:lnTo>
                  <a:lnTo>
                    <a:pt x="2210689" y="25539"/>
                  </a:lnTo>
                  <a:lnTo>
                    <a:pt x="2208330" y="25704"/>
                  </a:lnTo>
                  <a:lnTo>
                    <a:pt x="2178088" y="28194"/>
                  </a:lnTo>
                  <a:lnTo>
                    <a:pt x="2148138" y="31051"/>
                  </a:lnTo>
                  <a:lnTo>
                    <a:pt x="2139899" y="31940"/>
                  </a:lnTo>
                  <a:close/>
                </a:path>
                <a:path w="4781550" h="4781550">
                  <a:moveTo>
                    <a:pt x="2208149" y="25717"/>
                  </a:moveTo>
                  <a:lnTo>
                    <a:pt x="2208330" y="25704"/>
                  </a:lnTo>
                  <a:lnTo>
                    <a:pt x="2208149" y="25717"/>
                  </a:lnTo>
                  <a:close/>
                </a:path>
                <a:path w="4781550" h="4781550">
                  <a:moveTo>
                    <a:pt x="2148206" y="31044"/>
                  </a:moveTo>
                  <a:close/>
                </a:path>
                <a:path w="4781550" h="4781550">
                  <a:moveTo>
                    <a:pt x="2148138" y="31051"/>
                  </a:moveTo>
                  <a:close/>
                </a:path>
                <a:path w="4781550" h="4781550">
                  <a:moveTo>
                    <a:pt x="2281745" y="21310"/>
                  </a:moveTo>
                  <a:lnTo>
                    <a:pt x="2280907" y="2273"/>
                  </a:lnTo>
                  <a:lnTo>
                    <a:pt x="2298293" y="1498"/>
                  </a:lnTo>
                  <a:lnTo>
                    <a:pt x="2329002" y="533"/>
                  </a:lnTo>
                  <a:lnTo>
                    <a:pt x="2352548" y="76"/>
                  </a:lnTo>
                  <a:lnTo>
                    <a:pt x="2352916" y="19126"/>
                  </a:lnTo>
                  <a:lnTo>
                    <a:pt x="2329421" y="19570"/>
                  </a:lnTo>
                  <a:lnTo>
                    <a:pt x="2298954" y="20535"/>
                  </a:lnTo>
                  <a:lnTo>
                    <a:pt x="2281745" y="21310"/>
                  </a:lnTo>
                  <a:close/>
                </a:path>
                <a:path w="4781550" h="4781550">
                  <a:moveTo>
                    <a:pt x="2495143" y="21107"/>
                  </a:moveTo>
                  <a:lnTo>
                    <a:pt x="2482329" y="20535"/>
                  </a:lnTo>
                  <a:lnTo>
                    <a:pt x="2451862" y="19570"/>
                  </a:lnTo>
                  <a:lnTo>
                    <a:pt x="2423985" y="19037"/>
                  </a:lnTo>
                  <a:lnTo>
                    <a:pt x="2424341" y="0"/>
                  </a:lnTo>
                  <a:lnTo>
                    <a:pt x="2452395" y="533"/>
                  </a:lnTo>
                  <a:lnTo>
                    <a:pt x="2483104" y="1498"/>
                  </a:lnTo>
                  <a:lnTo>
                    <a:pt x="2495994" y="2070"/>
                  </a:lnTo>
                  <a:lnTo>
                    <a:pt x="2495143" y="21107"/>
                  </a:lnTo>
                  <a:close/>
                </a:path>
                <a:path w="4781550" h="4781550">
                  <a:moveTo>
                    <a:pt x="2637059" y="31051"/>
                  </a:moveTo>
                  <a:lnTo>
                    <a:pt x="2633141" y="31038"/>
                  </a:lnTo>
                  <a:lnTo>
                    <a:pt x="2603195" y="28194"/>
                  </a:lnTo>
                  <a:lnTo>
                    <a:pt x="2573134" y="25704"/>
                  </a:lnTo>
                  <a:lnTo>
                    <a:pt x="2566225" y="25234"/>
                  </a:lnTo>
                  <a:lnTo>
                    <a:pt x="2567546" y="6223"/>
                  </a:lnTo>
                  <a:lnTo>
                    <a:pt x="2574632" y="6718"/>
                  </a:lnTo>
                  <a:lnTo>
                    <a:pt x="2604935" y="9220"/>
                  </a:lnTo>
                  <a:lnTo>
                    <a:pt x="2635135" y="12090"/>
                  </a:lnTo>
                  <a:lnTo>
                    <a:pt x="2639060" y="12522"/>
                  </a:lnTo>
                  <a:lnTo>
                    <a:pt x="2637059" y="31051"/>
                  </a:lnTo>
                  <a:close/>
                </a:path>
                <a:path w="4781550" h="4781550">
                  <a:moveTo>
                    <a:pt x="2637015" y="31457"/>
                  </a:moveTo>
                  <a:lnTo>
                    <a:pt x="2633189" y="31043"/>
                  </a:lnTo>
                  <a:lnTo>
                    <a:pt x="2637059" y="31051"/>
                  </a:lnTo>
                  <a:lnTo>
                    <a:pt x="2637015" y="31457"/>
                  </a:lnTo>
                  <a:close/>
                </a:path>
                <a:path w="4781550" h="4781550">
                  <a:moveTo>
                    <a:pt x="2778137" y="50304"/>
                  </a:moveTo>
                  <a:lnTo>
                    <a:pt x="2751836" y="46113"/>
                  </a:lnTo>
                  <a:lnTo>
                    <a:pt x="2722333" y="41795"/>
                  </a:lnTo>
                  <a:lnTo>
                    <a:pt x="2707716" y="39852"/>
                  </a:lnTo>
                  <a:lnTo>
                    <a:pt x="2710243" y="20967"/>
                  </a:lnTo>
                  <a:lnTo>
                    <a:pt x="2725039" y="22948"/>
                  </a:lnTo>
                  <a:lnTo>
                    <a:pt x="2754782" y="27292"/>
                  </a:lnTo>
                  <a:lnTo>
                    <a:pt x="2781134" y="31496"/>
                  </a:lnTo>
                  <a:lnTo>
                    <a:pt x="2778137" y="50304"/>
                  </a:lnTo>
                  <a:close/>
                </a:path>
                <a:path w="4781550" h="4781550">
                  <a:moveTo>
                    <a:pt x="2918758" y="73101"/>
                  </a:moveTo>
                  <a:lnTo>
                    <a:pt x="2897632" y="73101"/>
                  </a:lnTo>
                  <a:lnTo>
                    <a:pt x="2868637" y="66967"/>
                  </a:lnTo>
                  <a:lnTo>
                    <a:pt x="2848089" y="62903"/>
                  </a:lnTo>
                  <a:lnTo>
                    <a:pt x="2851797" y="44221"/>
                  </a:lnTo>
                  <a:lnTo>
                    <a:pt x="2872511" y="48323"/>
                  </a:lnTo>
                  <a:lnTo>
                    <a:pt x="2901632" y="54470"/>
                  </a:lnTo>
                  <a:lnTo>
                    <a:pt x="2921914" y="59016"/>
                  </a:lnTo>
                  <a:lnTo>
                    <a:pt x="2918758" y="73101"/>
                  </a:lnTo>
                  <a:close/>
                </a:path>
                <a:path w="4781550" h="4781550">
                  <a:moveTo>
                    <a:pt x="2917748" y="77609"/>
                  </a:moveTo>
                  <a:lnTo>
                    <a:pt x="2897614" y="73097"/>
                  </a:lnTo>
                  <a:lnTo>
                    <a:pt x="2918758" y="73101"/>
                  </a:lnTo>
                  <a:lnTo>
                    <a:pt x="2917748" y="77609"/>
                  </a:lnTo>
                  <a:close/>
                </a:path>
                <a:path w="4781550" h="4781550">
                  <a:moveTo>
                    <a:pt x="3059048" y="100965"/>
                  </a:moveTo>
                  <a:lnTo>
                    <a:pt x="3011843" y="100965"/>
                  </a:lnTo>
                  <a:lnTo>
                    <a:pt x="2986824" y="94361"/>
                  </a:lnTo>
                  <a:lnTo>
                    <a:pt x="2991688" y="75946"/>
                  </a:lnTo>
                  <a:lnTo>
                    <a:pt x="3016758" y="82562"/>
                  </a:lnTo>
                  <a:lnTo>
                    <a:pt x="3045193" y="90449"/>
                  </a:lnTo>
                  <a:lnTo>
                    <a:pt x="3060788" y="94983"/>
                  </a:lnTo>
                  <a:lnTo>
                    <a:pt x="3059048" y="100965"/>
                  </a:lnTo>
                  <a:close/>
                </a:path>
                <a:path w="4781550" h="4781550">
                  <a:moveTo>
                    <a:pt x="3055467" y="113271"/>
                  </a:moveTo>
                  <a:lnTo>
                    <a:pt x="3039935" y="108750"/>
                  </a:lnTo>
                  <a:lnTo>
                    <a:pt x="3011728" y="100939"/>
                  </a:lnTo>
                  <a:lnTo>
                    <a:pt x="3059048" y="100965"/>
                  </a:lnTo>
                  <a:lnTo>
                    <a:pt x="3055467" y="113271"/>
                  </a:lnTo>
                  <a:close/>
                </a:path>
                <a:path w="4781550" h="4781550">
                  <a:moveTo>
                    <a:pt x="3195724" y="143433"/>
                  </a:moveTo>
                  <a:lnTo>
                    <a:pt x="3151441" y="143433"/>
                  </a:lnTo>
                  <a:lnTo>
                    <a:pt x="3123526" y="134175"/>
                  </a:lnTo>
                  <a:lnTo>
                    <a:pt x="3129292" y="116027"/>
                  </a:lnTo>
                  <a:lnTo>
                    <a:pt x="3157486" y="125361"/>
                  </a:lnTo>
                  <a:lnTo>
                    <a:pt x="3185185" y="134924"/>
                  </a:lnTo>
                  <a:lnTo>
                    <a:pt x="3197225" y="139255"/>
                  </a:lnTo>
                  <a:lnTo>
                    <a:pt x="3195724" y="143433"/>
                  </a:lnTo>
                  <a:close/>
                </a:path>
                <a:path w="4781550" h="4781550">
                  <a:moveTo>
                    <a:pt x="3192318" y="152920"/>
                  </a:moveTo>
                  <a:lnTo>
                    <a:pt x="3178911" y="152920"/>
                  </a:lnTo>
                  <a:lnTo>
                    <a:pt x="3151342" y="143400"/>
                  </a:lnTo>
                  <a:lnTo>
                    <a:pt x="3195724" y="143433"/>
                  </a:lnTo>
                  <a:lnTo>
                    <a:pt x="3192318" y="152920"/>
                  </a:lnTo>
                  <a:close/>
                </a:path>
                <a:path w="4781550" h="4781550">
                  <a:moveTo>
                    <a:pt x="3190786" y="157187"/>
                  </a:moveTo>
                  <a:lnTo>
                    <a:pt x="3178797" y="152882"/>
                  </a:lnTo>
                  <a:lnTo>
                    <a:pt x="3192318" y="152920"/>
                  </a:lnTo>
                  <a:lnTo>
                    <a:pt x="3190786" y="157187"/>
                  </a:lnTo>
                  <a:close/>
                </a:path>
                <a:path w="4781550" h="4781550">
                  <a:moveTo>
                    <a:pt x="3310941" y="183324"/>
                  </a:moveTo>
                  <a:lnTo>
                    <a:pt x="3260407" y="183324"/>
                  </a:lnTo>
                  <a:lnTo>
                    <a:pt x="3257448" y="182181"/>
                  </a:lnTo>
                  <a:lnTo>
                    <a:pt x="3264331" y="164414"/>
                  </a:lnTo>
                  <a:lnTo>
                    <a:pt x="3267341" y="165582"/>
                  </a:lnTo>
                  <a:lnTo>
                    <a:pt x="3294405" y="176453"/>
                  </a:lnTo>
                  <a:lnTo>
                    <a:pt x="3310941" y="183324"/>
                  </a:lnTo>
                  <a:close/>
                </a:path>
                <a:path w="4781550" h="4781550">
                  <a:moveTo>
                    <a:pt x="3324927" y="205193"/>
                  </a:moveTo>
                  <a:lnTo>
                    <a:pt x="3313938" y="205193"/>
                  </a:lnTo>
                  <a:lnTo>
                    <a:pt x="3287141" y="194056"/>
                  </a:lnTo>
                  <a:lnTo>
                    <a:pt x="3260293" y="183286"/>
                  </a:lnTo>
                  <a:lnTo>
                    <a:pt x="3310941" y="183324"/>
                  </a:lnTo>
                  <a:lnTo>
                    <a:pt x="3321304" y="187629"/>
                  </a:lnTo>
                  <a:lnTo>
                    <a:pt x="3330727" y="191693"/>
                  </a:lnTo>
                  <a:lnTo>
                    <a:pt x="3324927" y="205193"/>
                  </a:lnTo>
                  <a:close/>
                </a:path>
                <a:path w="4781550" h="4781550">
                  <a:moveTo>
                    <a:pt x="3323209" y="209194"/>
                  </a:moveTo>
                  <a:lnTo>
                    <a:pt x="3313823" y="205155"/>
                  </a:lnTo>
                  <a:lnTo>
                    <a:pt x="3324927" y="205193"/>
                  </a:lnTo>
                  <a:lnTo>
                    <a:pt x="3323209" y="209194"/>
                  </a:lnTo>
                  <a:close/>
                </a:path>
                <a:path w="4781550" h="4781550">
                  <a:moveTo>
                    <a:pt x="3437115" y="240360"/>
                  </a:moveTo>
                  <a:lnTo>
                    <a:pt x="3392982" y="240360"/>
                  </a:lnTo>
                  <a:lnTo>
                    <a:pt x="3388233" y="238175"/>
                  </a:lnTo>
                  <a:lnTo>
                    <a:pt x="3396183" y="220865"/>
                  </a:lnTo>
                  <a:lnTo>
                    <a:pt x="3400983" y="223075"/>
                  </a:lnTo>
                  <a:lnTo>
                    <a:pt x="3427209" y="235508"/>
                  </a:lnTo>
                  <a:lnTo>
                    <a:pt x="3437115" y="240360"/>
                  </a:lnTo>
                  <a:close/>
                </a:path>
                <a:path w="4781550" h="4781550">
                  <a:moveTo>
                    <a:pt x="3460518" y="252691"/>
                  </a:moveTo>
                  <a:lnTo>
                    <a:pt x="3418992" y="252691"/>
                  </a:lnTo>
                  <a:lnTo>
                    <a:pt x="3392868" y="240309"/>
                  </a:lnTo>
                  <a:lnTo>
                    <a:pt x="3437115" y="240360"/>
                  </a:lnTo>
                  <a:lnTo>
                    <a:pt x="3453244" y="248259"/>
                  </a:lnTo>
                  <a:lnTo>
                    <a:pt x="3460826" y="252082"/>
                  </a:lnTo>
                  <a:lnTo>
                    <a:pt x="3460518" y="252691"/>
                  </a:lnTo>
                  <a:close/>
                </a:path>
                <a:path w="4781550" h="4781550">
                  <a:moveTo>
                    <a:pt x="3454142" y="265341"/>
                  </a:moveTo>
                  <a:lnTo>
                    <a:pt x="3444824" y="265341"/>
                  </a:lnTo>
                  <a:lnTo>
                    <a:pt x="3418878" y="252641"/>
                  </a:lnTo>
                  <a:lnTo>
                    <a:pt x="3460518" y="252691"/>
                  </a:lnTo>
                  <a:lnTo>
                    <a:pt x="3454142" y="265341"/>
                  </a:lnTo>
                  <a:close/>
                </a:path>
                <a:path w="4781550" h="4781550">
                  <a:moveTo>
                    <a:pt x="3452253" y="269087"/>
                  </a:moveTo>
                  <a:lnTo>
                    <a:pt x="3444709" y="265290"/>
                  </a:lnTo>
                  <a:lnTo>
                    <a:pt x="3454142" y="265341"/>
                  </a:lnTo>
                  <a:lnTo>
                    <a:pt x="3452253" y="269087"/>
                  </a:lnTo>
                  <a:close/>
                </a:path>
                <a:path w="4781550" h="4781550">
                  <a:moveTo>
                    <a:pt x="3584848" y="318909"/>
                  </a:moveTo>
                  <a:lnTo>
                    <a:pt x="3546360" y="318909"/>
                  </a:lnTo>
                  <a:lnTo>
                    <a:pt x="3521151" y="305015"/>
                  </a:lnTo>
                  <a:lnTo>
                    <a:pt x="3515410" y="301955"/>
                  </a:lnTo>
                  <a:lnTo>
                    <a:pt x="3524402" y="285153"/>
                  </a:lnTo>
                  <a:lnTo>
                    <a:pt x="3530295" y="288302"/>
                  </a:lnTo>
                  <a:lnTo>
                    <a:pt x="3555606" y="302260"/>
                  </a:lnTo>
                  <a:lnTo>
                    <a:pt x="3580726" y="316509"/>
                  </a:lnTo>
                  <a:lnTo>
                    <a:pt x="3584848" y="318909"/>
                  </a:lnTo>
                  <a:close/>
                </a:path>
                <a:path w="4781550" h="4781550">
                  <a:moveTo>
                    <a:pt x="3579564" y="333044"/>
                  </a:moveTo>
                  <a:lnTo>
                    <a:pt x="3571278" y="333044"/>
                  </a:lnTo>
                  <a:lnTo>
                    <a:pt x="3546259" y="318858"/>
                  </a:lnTo>
                  <a:lnTo>
                    <a:pt x="3584848" y="318909"/>
                  </a:lnTo>
                  <a:lnTo>
                    <a:pt x="3587051" y="320192"/>
                  </a:lnTo>
                  <a:lnTo>
                    <a:pt x="3579564" y="333044"/>
                  </a:lnTo>
                  <a:close/>
                </a:path>
                <a:path w="4781550" h="4781550">
                  <a:moveTo>
                    <a:pt x="3577463" y="336651"/>
                  </a:moveTo>
                  <a:lnTo>
                    <a:pt x="3571213" y="333008"/>
                  </a:lnTo>
                  <a:lnTo>
                    <a:pt x="3579564" y="333044"/>
                  </a:lnTo>
                  <a:lnTo>
                    <a:pt x="3577463" y="336651"/>
                  </a:lnTo>
                  <a:close/>
                </a:path>
                <a:path w="4781550" h="4781550">
                  <a:moveTo>
                    <a:pt x="3704030" y="392468"/>
                  </a:moveTo>
                  <a:lnTo>
                    <a:pt x="3669080" y="392468"/>
                  </a:lnTo>
                  <a:lnTo>
                    <a:pt x="3644823" y="377126"/>
                  </a:lnTo>
                  <a:lnTo>
                    <a:pt x="3638537" y="373253"/>
                  </a:lnTo>
                  <a:lnTo>
                    <a:pt x="3648532" y="357035"/>
                  </a:lnTo>
                  <a:lnTo>
                    <a:pt x="3654958" y="360997"/>
                  </a:lnTo>
                  <a:lnTo>
                    <a:pt x="3679304" y="376402"/>
                  </a:lnTo>
                  <a:lnTo>
                    <a:pt x="3704030" y="392468"/>
                  </a:lnTo>
                  <a:close/>
                </a:path>
                <a:path w="4781550" h="4781550">
                  <a:moveTo>
                    <a:pt x="3698392" y="411607"/>
                  </a:moveTo>
                  <a:lnTo>
                    <a:pt x="3692944" y="407974"/>
                  </a:lnTo>
                  <a:lnTo>
                    <a:pt x="3668979" y="392404"/>
                  </a:lnTo>
                  <a:lnTo>
                    <a:pt x="3704030" y="392468"/>
                  </a:lnTo>
                  <a:lnTo>
                    <a:pt x="3708958" y="395757"/>
                  </a:lnTo>
                  <a:lnTo>
                    <a:pt x="3698392" y="411607"/>
                  </a:lnTo>
                  <a:close/>
                </a:path>
                <a:path w="4781550" h="4781550">
                  <a:moveTo>
                    <a:pt x="3796295" y="456399"/>
                  </a:moveTo>
                  <a:lnTo>
                    <a:pt x="3763695" y="456399"/>
                  </a:lnTo>
                  <a:lnTo>
                    <a:pt x="3757168" y="451802"/>
                  </a:lnTo>
                  <a:lnTo>
                    <a:pt x="3768115" y="436219"/>
                  </a:lnTo>
                  <a:lnTo>
                    <a:pt x="3774694" y="440842"/>
                  </a:lnTo>
                  <a:lnTo>
                    <a:pt x="3796295" y="456399"/>
                  </a:lnTo>
                  <a:close/>
                </a:path>
                <a:path w="4781550" h="4781550">
                  <a:moveTo>
                    <a:pt x="3818902" y="473062"/>
                  </a:moveTo>
                  <a:lnTo>
                    <a:pt x="3786847" y="473062"/>
                  </a:lnTo>
                  <a:lnTo>
                    <a:pt x="3763664" y="456377"/>
                  </a:lnTo>
                  <a:lnTo>
                    <a:pt x="3796295" y="456399"/>
                  </a:lnTo>
                  <a:lnTo>
                    <a:pt x="3798023" y="457644"/>
                  </a:lnTo>
                  <a:lnTo>
                    <a:pt x="3818902" y="473062"/>
                  </a:lnTo>
                  <a:close/>
                </a:path>
                <a:path w="4781550" h="4781550">
                  <a:moveTo>
                    <a:pt x="3817400" y="490004"/>
                  </a:moveTo>
                  <a:lnTo>
                    <a:pt x="3809784" y="490004"/>
                  </a:lnTo>
                  <a:lnTo>
                    <a:pt x="3786759" y="472998"/>
                  </a:lnTo>
                  <a:lnTo>
                    <a:pt x="3818902" y="473062"/>
                  </a:lnTo>
                  <a:lnTo>
                    <a:pt x="3821137" y="474713"/>
                  </a:lnTo>
                  <a:lnTo>
                    <a:pt x="3826116" y="478485"/>
                  </a:lnTo>
                  <a:lnTo>
                    <a:pt x="3817400" y="490004"/>
                  </a:lnTo>
                  <a:close/>
                </a:path>
                <a:path w="4781550" h="4781550">
                  <a:moveTo>
                    <a:pt x="3814622" y="493674"/>
                  </a:moveTo>
                  <a:lnTo>
                    <a:pt x="3809682" y="489940"/>
                  </a:lnTo>
                  <a:lnTo>
                    <a:pt x="3817400" y="490004"/>
                  </a:lnTo>
                  <a:lnTo>
                    <a:pt x="3814622" y="493674"/>
                  </a:lnTo>
                  <a:close/>
                </a:path>
                <a:path w="4781550" h="4781550">
                  <a:moveTo>
                    <a:pt x="3907443" y="542417"/>
                  </a:moveTo>
                  <a:lnTo>
                    <a:pt x="3877297" y="542417"/>
                  </a:lnTo>
                  <a:lnTo>
                    <a:pt x="3870883" y="537311"/>
                  </a:lnTo>
                  <a:lnTo>
                    <a:pt x="3882745" y="522414"/>
                  </a:lnTo>
                  <a:lnTo>
                    <a:pt x="3889209" y="527545"/>
                  </a:lnTo>
                  <a:lnTo>
                    <a:pt x="3907443" y="542417"/>
                  </a:lnTo>
                  <a:close/>
                </a:path>
                <a:path w="4781550" h="4781550">
                  <a:moveTo>
                    <a:pt x="3929074" y="560412"/>
                  </a:moveTo>
                  <a:lnTo>
                    <a:pt x="3899369" y="560412"/>
                  </a:lnTo>
                  <a:lnTo>
                    <a:pt x="3877208" y="542353"/>
                  </a:lnTo>
                  <a:lnTo>
                    <a:pt x="3907443" y="542417"/>
                  </a:lnTo>
                  <a:lnTo>
                    <a:pt x="3911460" y="545693"/>
                  </a:lnTo>
                  <a:lnTo>
                    <a:pt x="3929074" y="560412"/>
                  </a:lnTo>
                  <a:close/>
                </a:path>
                <a:path w="4781550" h="4781550">
                  <a:moveTo>
                    <a:pt x="3925747" y="582536"/>
                  </a:moveTo>
                  <a:lnTo>
                    <a:pt x="3921137" y="578599"/>
                  </a:lnTo>
                  <a:lnTo>
                    <a:pt x="3899361" y="560406"/>
                  </a:lnTo>
                  <a:lnTo>
                    <a:pt x="3929074" y="560412"/>
                  </a:lnTo>
                  <a:lnTo>
                    <a:pt x="3933482" y="564095"/>
                  </a:lnTo>
                  <a:lnTo>
                    <a:pt x="3938130" y="568071"/>
                  </a:lnTo>
                  <a:lnTo>
                    <a:pt x="3925747" y="582536"/>
                  </a:lnTo>
                  <a:close/>
                </a:path>
                <a:path w="4781550" h="4781550">
                  <a:moveTo>
                    <a:pt x="4013575" y="634961"/>
                  </a:moveTo>
                  <a:lnTo>
                    <a:pt x="3985437" y="634961"/>
                  </a:lnTo>
                  <a:lnTo>
                    <a:pt x="3979303" y="629462"/>
                  </a:lnTo>
                  <a:lnTo>
                    <a:pt x="3992029" y="615289"/>
                  </a:lnTo>
                  <a:lnTo>
                    <a:pt x="3998201" y="620826"/>
                  </a:lnTo>
                  <a:lnTo>
                    <a:pt x="4013575" y="634961"/>
                  </a:lnTo>
                  <a:close/>
                </a:path>
                <a:path w="4781550" h="4781550">
                  <a:moveTo>
                    <a:pt x="4034152" y="654227"/>
                  </a:moveTo>
                  <a:lnTo>
                    <a:pt x="4006380" y="654227"/>
                  </a:lnTo>
                  <a:lnTo>
                    <a:pt x="3985348" y="634885"/>
                  </a:lnTo>
                  <a:lnTo>
                    <a:pt x="4013575" y="634961"/>
                  </a:lnTo>
                  <a:lnTo>
                    <a:pt x="4019321" y="640245"/>
                  </a:lnTo>
                  <a:lnTo>
                    <a:pt x="4034152" y="654227"/>
                  </a:lnTo>
                  <a:close/>
                </a:path>
                <a:path w="4781550" h="4781550">
                  <a:moveTo>
                    <a:pt x="4031361" y="677875"/>
                  </a:moveTo>
                  <a:lnTo>
                    <a:pt x="4027004" y="673671"/>
                  </a:lnTo>
                  <a:lnTo>
                    <a:pt x="4006291" y="654151"/>
                  </a:lnTo>
                  <a:lnTo>
                    <a:pt x="4034152" y="654227"/>
                  </a:lnTo>
                  <a:lnTo>
                    <a:pt x="4040187" y="659917"/>
                  </a:lnTo>
                  <a:lnTo>
                    <a:pt x="4044594" y="664159"/>
                  </a:lnTo>
                  <a:lnTo>
                    <a:pt x="4031361" y="677875"/>
                  </a:lnTo>
                  <a:close/>
                </a:path>
                <a:path w="4781550" h="4781550">
                  <a:moveTo>
                    <a:pt x="4133723" y="754214"/>
                  </a:moveTo>
                  <a:lnTo>
                    <a:pt x="4107561" y="754214"/>
                  </a:lnTo>
                  <a:lnTo>
                    <a:pt x="4087723" y="733653"/>
                  </a:lnTo>
                  <a:lnTo>
                    <a:pt x="4082034" y="727900"/>
                  </a:lnTo>
                  <a:lnTo>
                    <a:pt x="4095584" y="714514"/>
                  </a:lnTo>
                  <a:lnTo>
                    <a:pt x="4101388" y="720394"/>
                  </a:lnTo>
                  <a:lnTo>
                    <a:pt x="4121302" y="741032"/>
                  </a:lnTo>
                  <a:lnTo>
                    <a:pt x="4133723" y="754214"/>
                  </a:lnTo>
                  <a:close/>
                </a:path>
                <a:path w="4781550" h="4781550">
                  <a:moveTo>
                    <a:pt x="4131119" y="779335"/>
                  </a:moveTo>
                  <a:lnTo>
                    <a:pt x="4126992" y="774839"/>
                  </a:lnTo>
                  <a:lnTo>
                    <a:pt x="4107472" y="754138"/>
                  </a:lnTo>
                  <a:lnTo>
                    <a:pt x="4133723" y="754214"/>
                  </a:lnTo>
                  <a:lnTo>
                    <a:pt x="4140974" y="761911"/>
                  </a:lnTo>
                  <a:lnTo>
                    <a:pt x="4145140" y="766432"/>
                  </a:lnTo>
                  <a:lnTo>
                    <a:pt x="4131119" y="779335"/>
                  </a:lnTo>
                  <a:close/>
                </a:path>
                <a:path w="4781550" h="4781550">
                  <a:moveTo>
                    <a:pt x="4209188" y="838454"/>
                  </a:moveTo>
                  <a:lnTo>
                    <a:pt x="4184116" y="838454"/>
                  </a:lnTo>
                  <a:lnTo>
                    <a:pt x="4178719" y="832294"/>
                  </a:lnTo>
                  <a:lnTo>
                    <a:pt x="4193044" y="819734"/>
                  </a:lnTo>
                  <a:lnTo>
                    <a:pt x="4198467" y="825931"/>
                  </a:lnTo>
                  <a:lnTo>
                    <a:pt x="4209188" y="838454"/>
                  </a:lnTo>
                  <a:close/>
                </a:path>
                <a:path w="4781550" h="4781550">
                  <a:moveTo>
                    <a:pt x="4227452" y="860082"/>
                  </a:moveTo>
                  <a:lnTo>
                    <a:pt x="4202620" y="860082"/>
                  </a:lnTo>
                  <a:lnTo>
                    <a:pt x="4184110" y="838447"/>
                  </a:lnTo>
                  <a:lnTo>
                    <a:pt x="4209188" y="838454"/>
                  </a:lnTo>
                  <a:lnTo>
                    <a:pt x="4217136" y="847737"/>
                  </a:lnTo>
                  <a:lnTo>
                    <a:pt x="4227452" y="860082"/>
                  </a:lnTo>
                  <a:close/>
                </a:path>
                <a:path w="4781550" h="4781550">
                  <a:moveTo>
                    <a:pt x="4230313" y="881938"/>
                  </a:moveTo>
                  <a:lnTo>
                    <a:pt x="4220883" y="881938"/>
                  </a:lnTo>
                  <a:lnTo>
                    <a:pt x="4202544" y="859993"/>
                  </a:lnTo>
                  <a:lnTo>
                    <a:pt x="4227452" y="860082"/>
                  </a:lnTo>
                  <a:lnTo>
                    <a:pt x="4235538" y="869759"/>
                  </a:lnTo>
                  <a:lnTo>
                    <a:pt x="4239412" y="874522"/>
                  </a:lnTo>
                  <a:lnTo>
                    <a:pt x="4230313" y="881938"/>
                  </a:lnTo>
                  <a:close/>
                </a:path>
                <a:path w="4781550" h="4781550">
                  <a:moveTo>
                    <a:pt x="4224642" y="886561"/>
                  </a:moveTo>
                  <a:lnTo>
                    <a:pt x="4220806" y="881849"/>
                  </a:lnTo>
                  <a:lnTo>
                    <a:pt x="4230313" y="881938"/>
                  </a:lnTo>
                  <a:lnTo>
                    <a:pt x="4224642" y="886561"/>
                  </a:lnTo>
                  <a:close/>
                </a:path>
                <a:path w="4781550" h="4781550">
                  <a:moveTo>
                    <a:pt x="4311611" y="999172"/>
                  </a:moveTo>
                  <a:lnTo>
                    <a:pt x="4308157" y="994371"/>
                  </a:lnTo>
                  <a:lnTo>
                    <a:pt x="4291215" y="971448"/>
                  </a:lnTo>
                  <a:lnTo>
                    <a:pt x="4274007" y="948715"/>
                  </a:lnTo>
                  <a:lnTo>
                    <a:pt x="4269003" y="942263"/>
                  </a:lnTo>
                  <a:lnTo>
                    <a:pt x="4284052" y="930579"/>
                  </a:lnTo>
                  <a:lnTo>
                    <a:pt x="4289158" y="937171"/>
                  </a:lnTo>
                  <a:lnTo>
                    <a:pt x="4306506" y="960081"/>
                  </a:lnTo>
                  <a:lnTo>
                    <a:pt x="4323575" y="983195"/>
                  </a:lnTo>
                  <a:lnTo>
                    <a:pt x="4327067" y="988034"/>
                  </a:lnTo>
                  <a:lnTo>
                    <a:pt x="4311611" y="999172"/>
                  </a:lnTo>
                  <a:close/>
                </a:path>
                <a:path w="4781550" h="4781550">
                  <a:moveTo>
                    <a:pt x="4398873" y="1112240"/>
                  </a:moveTo>
                  <a:lnTo>
                    <a:pt x="4388815" y="1112240"/>
                  </a:lnTo>
                  <a:lnTo>
                    <a:pt x="4373194" y="1088186"/>
                  </a:lnTo>
                  <a:lnTo>
                    <a:pt x="4357344" y="1064425"/>
                  </a:lnTo>
                  <a:lnTo>
                    <a:pt x="4352556" y="1057427"/>
                  </a:lnTo>
                  <a:lnTo>
                    <a:pt x="4368279" y="1046670"/>
                  </a:lnTo>
                  <a:lnTo>
                    <a:pt x="4373156" y="1053807"/>
                  </a:lnTo>
                  <a:lnTo>
                    <a:pt x="4389132" y="1077760"/>
                  </a:lnTo>
                  <a:lnTo>
                    <a:pt x="4404817" y="1101915"/>
                  </a:lnTo>
                  <a:lnTo>
                    <a:pt x="4407789" y="1106601"/>
                  </a:lnTo>
                  <a:lnTo>
                    <a:pt x="4398873" y="1112240"/>
                  </a:lnTo>
                  <a:close/>
                </a:path>
                <a:path w="4781550" h="4781550">
                  <a:moveTo>
                    <a:pt x="4391685" y="1116787"/>
                  </a:moveTo>
                  <a:lnTo>
                    <a:pt x="4388751" y="1112151"/>
                  </a:lnTo>
                  <a:lnTo>
                    <a:pt x="4398873" y="1112240"/>
                  </a:lnTo>
                  <a:lnTo>
                    <a:pt x="4391685" y="1116787"/>
                  </a:lnTo>
                  <a:close/>
                </a:path>
                <a:path w="4781550" h="4781550">
                  <a:moveTo>
                    <a:pt x="4455863" y="1185303"/>
                  </a:moveTo>
                  <a:lnTo>
                    <a:pt x="4433811" y="1185303"/>
                  </a:lnTo>
                  <a:lnTo>
                    <a:pt x="4429061" y="1177391"/>
                  </a:lnTo>
                  <a:lnTo>
                    <a:pt x="4445406" y="1167587"/>
                  </a:lnTo>
                  <a:lnTo>
                    <a:pt x="4450181" y="1175562"/>
                  </a:lnTo>
                  <a:lnTo>
                    <a:pt x="4455863" y="1185303"/>
                  </a:lnTo>
                  <a:close/>
                </a:path>
                <a:path w="4781550" h="4781550">
                  <a:moveTo>
                    <a:pt x="4464570" y="1238973"/>
                  </a:moveTo>
                  <a:lnTo>
                    <a:pt x="4462310" y="1234859"/>
                  </a:lnTo>
                  <a:lnTo>
                    <a:pt x="4448175" y="1209941"/>
                  </a:lnTo>
                  <a:lnTo>
                    <a:pt x="4433747" y="1185202"/>
                  </a:lnTo>
                  <a:lnTo>
                    <a:pt x="4455863" y="1185303"/>
                  </a:lnTo>
                  <a:lnTo>
                    <a:pt x="4464723" y="1200492"/>
                  </a:lnTo>
                  <a:lnTo>
                    <a:pt x="4478959" y="1225613"/>
                  </a:lnTo>
                  <a:lnTo>
                    <a:pt x="4481258" y="1229779"/>
                  </a:lnTo>
                  <a:lnTo>
                    <a:pt x="4464570" y="1238973"/>
                  </a:lnTo>
                  <a:close/>
                </a:path>
                <a:path w="4781550" h="4781550">
                  <a:moveTo>
                    <a:pt x="4537146" y="1336509"/>
                  </a:moveTo>
                  <a:lnTo>
                    <a:pt x="4515929" y="1336509"/>
                  </a:lnTo>
                  <a:lnTo>
                    <a:pt x="4502937" y="1310741"/>
                  </a:lnTo>
                  <a:lnTo>
                    <a:pt x="4498238" y="1301711"/>
                  </a:lnTo>
                  <a:lnTo>
                    <a:pt x="4515142" y="1292923"/>
                  </a:lnTo>
                  <a:lnTo>
                    <a:pt x="4519917" y="1302118"/>
                  </a:lnTo>
                  <a:lnTo>
                    <a:pt x="4532972" y="1327975"/>
                  </a:lnTo>
                  <a:lnTo>
                    <a:pt x="4537146" y="1336509"/>
                  </a:lnTo>
                  <a:close/>
                </a:path>
                <a:path w="4781550" h="4781550">
                  <a:moveTo>
                    <a:pt x="4536250" y="1362341"/>
                  </a:moveTo>
                  <a:lnTo>
                    <a:pt x="4528578" y="1362341"/>
                  </a:lnTo>
                  <a:lnTo>
                    <a:pt x="4515893" y="1336437"/>
                  </a:lnTo>
                  <a:lnTo>
                    <a:pt x="4537146" y="1336509"/>
                  </a:lnTo>
                  <a:lnTo>
                    <a:pt x="4545711" y="1354023"/>
                  </a:lnTo>
                  <a:lnTo>
                    <a:pt x="4547196" y="1357147"/>
                  </a:lnTo>
                  <a:lnTo>
                    <a:pt x="4536250" y="1362341"/>
                  </a:lnTo>
                  <a:close/>
                </a:path>
                <a:path w="4781550" h="4781550">
                  <a:moveTo>
                    <a:pt x="4529988" y="1365313"/>
                  </a:moveTo>
                  <a:lnTo>
                    <a:pt x="4528527" y="1362240"/>
                  </a:lnTo>
                  <a:lnTo>
                    <a:pt x="4536250" y="1362341"/>
                  </a:lnTo>
                  <a:lnTo>
                    <a:pt x="4529988" y="1365313"/>
                  </a:lnTo>
                  <a:close/>
                </a:path>
                <a:path w="4781550" h="4781550">
                  <a:moveTo>
                    <a:pt x="4585399" y="1440878"/>
                  </a:moveTo>
                  <a:lnTo>
                    <a:pt x="4564659" y="1440878"/>
                  </a:lnTo>
                  <a:lnTo>
                    <a:pt x="4559808" y="1429969"/>
                  </a:lnTo>
                  <a:lnTo>
                    <a:pt x="4577219" y="1422234"/>
                  </a:lnTo>
                  <a:lnTo>
                    <a:pt x="4582096" y="1433195"/>
                  </a:lnTo>
                  <a:lnTo>
                    <a:pt x="4585399" y="1440878"/>
                  </a:lnTo>
                  <a:close/>
                </a:path>
                <a:path w="4781550" h="4781550">
                  <a:moveTo>
                    <a:pt x="4590871" y="1494078"/>
                  </a:moveTo>
                  <a:lnTo>
                    <a:pt x="4587163" y="1494078"/>
                  </a:lnTo>
                  <a:lnTo>
                    <a:pt x="4576025" y="1467294"/>
                  </a:lnTo>
                  <a:lnTo>
                    <a:pt x="4564608" y="1440776"/>
                  </a:lnTo>
                  <a:lnTo>
                    <a:pt x="4585399" y="1440878"/>
                  </a:lnTo>
                  <a:lnTo>
                    <a:pt x="4593590" y="1459928"/>
                  </a:lnTo>
                  <a:lnTo>
                    <a:pt x="4604778" y="1486827"/>
                  </a:lnTo>
                  <a:lnTo>
                    <a:pt x="4605350" y="1488274"/>
                  </a:lnTo>
                  <a:lnTo>
                    <a:pt x="4590871" y="1494078"/>
                  </a:lnTo>
                  <a:close/>
                </a:path>
                <a:path w="4781550" h="4781550">
                  <a:moveTo>
                    <a:pt x="4587671" y="1495361"/>
                  </a:moveTo>
                  <a:lnTo>
                    <a:pt x="4587113" y="1493977"/>
                  </a:lnTo>
                  <a:lnTo>
                    <a:pt x="4590871" y="1494078"/>
                  </a:lnTo>
                  <a:lnTo>
                    <a:pt x="4587671" y="1495361"/>
                  </a:lnTo>
                  <a:close/>
                </a:path>
                <a:path w="4781550" h="4781550">
                  <a:moveTo>
                    <a:pt x="4648500" y="1602422"/>
                  </a:moveTo>
                  <a:lnTo>
                    <a:pt x="4628349" y="1602422"/>
                  </a:lnTo>
                  <a:lnTo>
                    <a:pt x="4618494" y="1574990"/>
                  </a:lnTo>
                  <a:lnTo>
                    <a:pt x="4613529" y="1561706"/>
                  </a:lnTo>
                  <a:lnTo>
                    <a:pt x="4631385" y="1555051"/>
                  </a:lnTo>
                  <a:lnTo>
                    <a:pt x="4636401" y="1568500"/>
                  </a:lnTo>
                  <a:lnTo>
                    <a:pt x="4646295" y="1596034"/>
                  </a:lnTo>
                  <a:lnTo>
                    <a:pt x="4648500" y="1602422"/>
                  </a:lnTo>
                  <a:close/>
                </a:path>
                <a:path w="4781550" h="4781550">
                  <a:moveTo>
                    <a:pt x="4637443" y="1628775"/>
                  </a:moveTo>
                  <a:lnTo>
                    <a:pt x="4628299" y="1602308"/>
                  </a:lnTo>
                  <a:lnTo>
                    <a:pt x="4648500" y="1602422"/>
                  </a:lnTo>
                  <a:lnTo>
                    <a:pt x="4655451" y="1622552"/>
                  </a:lnTo>
                  <a:lnTo>
                    <a:pt x="4637443" y="1628775"/>
                  </a:lnTo>
                  <a:close/>
                </a:path>
                <a:path w="4781550" h="4781550">
                  <a:moveTo>
                    <a:pt x="4692239" y="1741284"/>
                  </a:moveTo>
                  <a:lnTo>
                    <a:pt x="4672469" y="1741284"/>
                  </a:lnTo>
                  <a:lnTo>
                    <a:pt x="4664278" y="1713103"/>
                  </a:lnTo>
                  <a:lnTo>
                    <a:pt x="4659198" y="1696440"/>
                  </a:lnTo>
                  <a:lnTo>
                    <a:pt x="4677422" y="1690890"/>
                  </a:lnTo>
                  <a:lnTo>
                    <a:pt x="4682553" y="1707730"/>
                  </a:lnTo>
                  <a:lnTo>
                    <a:pt x="4690783" y="1736026"/>
                  </a:lnTo>
                  <a:lnTo>
                    <a:pt x="4692239" y="1741284"/>
                  </a:lnTo>
                  <a:close/>
                </a:path>
                <a:path w="4781550" h="4781550">
                  <a:moveTo>
                    <a:pt x="4678997" y="1764830"/>
                  </a:moveTo>
                  <a:lnTo>
                    <a:pt x="4672431" y="1741170"/>
                  </a:lnTo>
                  <a:lnTo>
                    <a:pt x="4692239" y="1741284"/>
                  </a:lnTo>
                  <a:lnTo>
                    <a:pt x="4697349" y="1759737"/>
                  </a:lnTo>
                  <a:lnTo>
                    <a:pt x="4678997" y="1764830"/>
                  </a:lnTo>
                  <a:close/>
                </a:path>
                <a:path w="4781550" h="4781550">
                  <a:moveTo>
                    <a:pt x="4727617" y="1883702"/>
                  </a:moveTo>
                  <a:lnTo>
                    <a:pt x="4708156" y="1883702"/>
                  </a:lnTo>
                  <a:lnTo>
                    <a:pt x="4701679" y="1854835"/>
                  </a:lnTo>
                  <a:lnTo>
                    <a:pt x="4696650" y="1833676"/>
                  </a:lnTo>
                  <a:lnTo>
                    <a:pt x="4715192" y="1829282"/>
                  </a:lnTo>
                  <a:lnTo>
                    <a:pt x="4720247" y="1850605"/>
                  </a:lnTo>
                  <a:lnTo>
                    <a:pt x="4726749" y="1879587"/>
                  </a:lnTo>
                  <a:lnTo>
                    <a:pt x="4727617" y="1883702"/>
                  </a:lnTo>
                  <a:close/>
                </a:path>
                <a:path w="4781550" h="4781550">
                  <a:moveTo>
                    <a:pt x="4712258" y="1903145"/>
                  </a:moveTo>
                  <a:lnTo>
                    <a:pt x="4708135" y="1883606"/>
                  </a:lnTo>
                  <a:lnTo>
                    <a:pt x="4727617" y="1883702"/>
                  </a:lnTo>
                  <a:lnTo>
                    <a:pt x="4730889" y="1899208"/>
                  </a:lnTo>
                  <a:lnTo>
                    <a:pt x="4712258" y="1903145"/>
                  </a:lnTo>
                  <a:close/>
                </a:path>
                <a:path w="4781550" h="4781550">
                  <a:moveTo>
                    <a:pt x="4749720" y="1999996"/>
                  </a:moveTo>
                  <a:lnTo>
                    <a:pt x="4730432" y="1999996"/>
                  </a:lnTo>
                  <a:lnTo>
                    <a:pt x="4725771" y="1972919"/>
                  </a:lnTo>
                  <a:lnTo>
                    <a:pt x="4744542" y="1969693"/>
                  </a:lnTo>
                  <a:lnTo>
                    <a:pt x="4749215" y="1996821"/>
                  </a:lnTo>
                  <a:lnTo>
                    <a:pt x="4749720" y="1999996"/>
                  </a:lnTo>
                  <a:close/>
                </a:path>
                <a:path w="4781550" h="4781550">
                  <a:moveTo>
                    <a:pt x="4754356" y="2029383"/>
                  </a:moveTo>
                  <a:lnTo>
                    <a:pt x="4735106" y="2029383"/>
                  </a:lnTo>
                  <a:lnTo>
                    <a:pt x="4730407" y="1999881"/>
                  </a:lnTo>
                  <a:lnTo>
                    <a:pt x="4749720" y="1999996"/>
                  </a:lnTo>
                  <a:lnTo>
                    <a:pt x="4753927" y="2026450"/>
                  </a:lnTo>
                  <a:lnTo>
                    <a:pt x="4754356" y="2029383"/>
                  </a:lnTo>
                  <a:close/>
                </a:path>
                <a:path w="4781550" h="4781550">
                  <a:moveTo>
                    <a:pt x="4737125" y="2043201"/>
                  </a:moveTo>
                  <a:lnTo>
                    <a:pt x="4735080" y="2029256"/>
                  </a:lnTo>
                  <a:lnTo>
                    <a:pt x="4735106" y="2029383"/>
                  </a:lnTo>
                  <a:lnTo>
                    <a:pt x="4754356" y="2029383"/>
                  </a:lnTo>
                  <a:lnTo>
                    <a:pt x="4755972" y="2040445"/>
                  </a:lnTo>
                  <a:lnTo>
                    <a:pt x="4737125" y="2043201"/>
                  </a:lnTo>
                  <a:close/>
                </a:path>
                <a:path w="4781550" h="4781550">
                  <a:moveTo>
                    <a:pt x="4766118" y="2118233"/>
                  </a:moveTo>
                  <a:lnTo>
                    <a:pt x="4746967" y="2118233"/>
                  </a:lnTo>
                  <a:lnTo>
                    <a:pt x="4746421" y="2113788"/>
                  </a:lnTo>
                  <a:lnTo>
                    <a:pt x="4765344" y="2111514"/>
                  </a:lnTo>
                  <a:lnTo>
                    <a:pt x="4765878" y="2116010"/>
                  </a:lnTo>
                  <a:lnTo>
                    <a:pt x="4766118" y="2118233"/>
                  </a:lnTo>
                  <a:close/>
                </a:path>
                <a:path w="4781550" h="4781550">
                  <a:moveTo>
                    <a:pt x="4769317" y="2148078"/>
                  </a:moveTo>
                  <a:lnTo>
                    <a:pt x="4750181" y="2148078"/>
                  </a:lnTo>
                  <a:lnTo>
                    <a:pt x="4746964" y="2118207"/>
                  </a:lnTo>
                  <a:lnTo>
                    <a:pt x="4766118" y="2118233"/>
                  </a:lnTo>
                  <a:lnTo>
                    <a:pt x="4769129" y="2146096"/>
                  </a:lnTo>
                  <a:lnTo>
                    <a:pt x="4769317" y="2148078"/>
                  </a:lnTo>
                  <a:close/>
                </a:path>
                <a:path w="4781550" h="4781550">
                  <a:moveTo>
                    <a:pt x="4772146" y="2178037"/>
                  </a:moveTo>
                  <a:lnTo>
                    <a:pt x="4753038" y="2178037"/>
                  </a:lnTo>
                  <a:lnTo>
                    <a:pt x="4750168" y="2147963"/>
                  </a:lnTo>
                  <a:lnTo>
                    <a:pt x="4769317" y="2148078"/>
                  </a:lnTo>
                  <a:lnTo>
                    <a:pt x="4771999" y="2176284"/>
                  </a:lnTo>
                  <a:lnTo>
                    <a:pt x="4772146" y="2178037"/>
                  </a:lnTo>
                  <a:close/>
                </a:path>
                <a:path w="4781550" h="4781550">
                  <a:moveTo>
                    <a:pt x="4753571" y="2184501"/>
                  </a:moveTo>
                  <a:lnTo>
                    <a:pt x="4753025" y="2177910"/>
                  </a:lnTo>
                  <a:lnTo>
                    <a:pt x="4772146" y="2178037"/>
                  </a:lnTo>
                  <a:lnTo>
                    <a:pt x="4772558" y="2182939"/>
                  </a:lnTo>
                  <a:lnTo>
                    <a:pt x="4753571" y="2184501"/>
                  </a:lnTo>
                  <a:close/>
                </a:path>
                <a:path w="4781550" h="4781550">
                  <a:moveTo>
                    <a:pt x="4761560" y="2326652"/>
                  </a:moveTo>
                  <a:lnTo>
                    <a:pt x="4760683" y="2298776"/>
                  </a:lnTo>
                  <a:lnTo>
                    <a:pt x="4759337" y="2268410"/>
                  </a:lnTo>
                  <a:lnTo>
                    <a:pt x="4758601" y="2255520"/>
                  </a:lnTo>
                  <a:lnTo>
                    <a:pt x="4777613" y="2254440"/>
                  </a:lnTo>
                  <a:lnTo>
                    <a:pt x="4778407" y="2268524"/>
                  </a:lnTo>
                  <a:lnTo>
                    <a:pt x="4779746" y="2298903"/>
                  </a:lnTo>
                  <a:lnTo>
                    <a:pt x="4780610" y="2326055"/>
                  </a:lnTo>
                  <a:lnTo>
                    <a:pt x="4761560" y="2326652"/>
                  </a:lnTo>
                  <a:close/>
                </a:path>
                <a:path w="4781550" h="4781550">
                  <a:moveTo>
                    <a:pt x="4759337" y="2268524"/>
                  </a:moveTo>
                  <a:close/>
                </a:path>
                <a:path w="4781550" h="4781550">
                  <a:moveTo>
                    <a:pt x="4760683" y="2298903"/>
                  </a:moveTo>
                  <a:close/>
                </a:path>
              </a:pathLst>
            </a:custGeom>
            <a:solidFill>
              <a:srgbClr val="3A82F6"/>
            </a:solidFill>
          </p:spPr>
          <p:txBody>
            <a:bodyPr wrap="square" lIns="0" tIns="0" rIns="0" bIns="0" rtlCol="0"/>
            <a:lstStyle/>
            <a:p>
              <a:endParaRPr/>
            </a:p>
          </p:txBody>
        </p:sp>
        <p:sp>
          <p:nvSpPr>
            <p:cNvPr id="10" name="object 10"/>
            <p:cNvSpPr/>
            <p:nvPr/>
          </p:nvSpPr>
          <p:spPr>
            <a:xfrm>
              <a:off x="5715000" y="1945817"/>
              <a:ext cx="762000" cy="762000"/>
            </a:xfrm>
            <a:custGeom>
              <a:avLst/>
              <a:gdLst/>
              <a:ahLst/>
              <a:cxnLst/>
              <a:rect l="l" t="t" r="r" b="b"/>
              <a:pathLst>
                <a:path w="762000" h="762000">
                  <a:moveTo>
                    <a:pt x="381000" y="762000"/>
                  </a:moveTo>
                  <a:lnTo>
                    <a:pt x="333207" y="759031"/>
                  </a:lnTo>
                  <a:lnTo>
                    <a:pt x="287185" y="750364"/>
                  </a:lnTo>
                  <a:lnTo>
                    <a:pt x="243293" y="736355"/>
                  </a:lnTo>
                  <a:lnTo>
                    <a:pt x="201887" y="717361"/>
                  </a:lnTo>
                  <a:lnTo>
                    <a:pt x="163323" y="693739"/>
                  </a:lnTo>
                  <a:lnTo>
                    <a:pt x="127960" y="665846"/>
                  </a:lnTo>
                  <a:lnTo>
                    <a:pt x="96153" y="634039"/>
                  </a:lnTo>
                  <a:lnTo>
                    <a:pt x="68260" y="598676"/>
                  </a:lnTo>
                  <a:lnTo>
                    <a:pt x="44638" y="560112"/>
                  </a:lnTo>
                  <a:lnTo>
                    <a:pt x="25644" y="518706"/>
                  </a:lnTo>
                  <a:lnTo>
                    <a:pt x="11635" y="474814"/>
                  </a:lnTo>
                  <a:lnTo>
                    <a:pt x="2968" y="428792"/>
                  </a:lnTo>
                  <a:lnTo>
                    <a:pt x="0" y="381000"/>
                  </a:lnTo>
                  <a:lnTo>
                    <a:pt x="2968" y="333209"/>
                  </a:lnTo>
                  <a:lnTo>
                    <a:pt x="11635" y="287190"/>
                  </a:lnTo>
                  <a:lnTo>
                    <a:pt x="25644" y="243298"/>
                  </a:lnTo>
                  <a:lnTo>
                    <a:pt x="44638" y="201893"/>
                  </a:lnTo>
                  <a:lnTo>
                    <a:pt x="68260" y="163329"/>
                  </a:lnTo>
                  <a:lnTo>
                    <a:pt x="96153" y="127965"/>
                  </a:lnTo>
                  <a:lnTo>
                    <a:pt x="127960" y="96158"/>
                  </a:lnTo>
                  <a:lnTo>
                    <a:pt x="163323" y="68264"/>
                  </a:lnTo>
                  <a:lnTo>
                    <a:pt x="201887" y="44641"/>
                  </a:lnTo>
                  <a:lnTo>
                    <a:pt x="243293" y="25646"/>
                  </a:lnTo>
                  <a:lnTo>
                    <a:pt x="287185" y="11636"/>
                  </a:lnTo>
                  <a:lnTo>
                    <a:pt x="333207" y="2968"/>
                  </a:lnTo>
                  <a:lnTo>
                    <a:pt x="381000" y="0"/>
                  </a:lnTo>
                  <a:lnTo>
                    <a:pt x="428792" y="2968"/>
                  </a:lnTo>
                  <a:lnTo>
                    <a:pt x="474814" y="11636"/>
                  </a:lnTo>
                  <a:lnTo>
                    <a:pt x="518706" y="25646"/>
                  </a:lnTo>
                  <a:lnTo>
                    <a:pt x="560112" y="44641"/>
                  </a:lnTo>
                  <a:lnTo>
                    <a:pt x="598676" y="68264"/>
                  </a:lnTo>
                  <a:lnTo>
                    <a:pt x="634039" y="96158"/>
                  </a:lnTo>
                  <a:lnTo>
                    <a:pt x="665846" y="127965"/>
                  </a:lnTo>
                  <a:lnTo>
                    <a:pt x="693739" y="163329"/>
                  </a:lnTo>
                  <a:lnTo>
                    <a:pt x="717361" y="201893"/>
                  </a:lnTo>
                  <a:lnTo>
                    <a:pt x="736355" y="243298"/>
                  </a:lnTo>
                  <a:lnTo>
                    <a:pt x="750364" y="287190"/>
                  </a:lnTo>
                  <a:lnTo>
                    <a:pt x="759031" y="333209"/>
                  </a:lnTo>
                  <a:lnTo>
                    <a:pt x="762000" y="381000"/>
                  </a:lnTo>
                  <a:lnTo>
                    <a:pt x="759031" y="428792"/>
                  </a:lnTo>
                  <a:lnTo>
                    <a:pt x="750364" y="474814"/>
                  </a:lnTo>
                  <a:lnTo>
                    <a:pt x="736355" y="518706"/>
                  </a:lnTo>
                  <a:lnTo>
                    <a:pt x="717361" y="560112"/>
                  </a:lnTo>
                  <a:lnTo>
                    <a:pt x="693739" y="598676"/>
                  </a:lnTo>
                  <a:lnTo>
                    <a:pt x="665846" y="634039"/>
                  </a:lnTo>
                  <a:lnTo>
                    <a:pt x="634039" y="665846"/>
                  </a:lnTo>
                  <a:lnTo>
                    <a:pt x="598676" y="693739"/>
                  </a:lnTo>
                  <a:lnTo>
                    <a:pt x="560112" y="717361"/>
                  </a:lnTo>
                  <a:lnTo>
                    <a:pt x="518706" y="736355"/>
                  </a:lnTo>
                  <a:lnTo>
                    <a:pt x="474814" y="750364"/>
                  </a:lnTo>
                  <a:lnTo>
                    <a:pt x="428792" y="759031"/>
                  </a:lnTo>
                  <a:lnTo>
                    <a:pt x="381000" y="762000"/>
                  </a:lnTo>
                  <a:close/>
                </a:path>
              </a:pathLst>
            </a:custGeom>
            <a:solidFill>
              <a:srgbClr val="5FA4F9"/>
            </a:solidFill>
          </p:spPr>
          <p:txBody>
            <a:bodyPr wrap="square" lIns="0" tIns="0" rIns="0" bIns="0" rtlCol="0"/>
            <a:lstStyle/>
            <a:p>
              <a:endParaRPr/>
            </a:p>
          </p:txBody>
        </p:sp>
      </p:grpSp>
      <p:sp>
        <p:nvSpPr>
          <p:cNvPr id="11" name="object 11"/>
          <p:cNvSpPr txBox="1"/>
          <p:nvPr/>
        </p:nvSpPr>
        <p:spPr>
          <a:xfrm>
            <a:off x="5888037" y="2203627"/>
            <a:ext cx="418465" cy="186690"/>
          </a:xfrm>
          <a:prstGeom prst="rect">
            <a:avLst/>
          </a:prstGeom>
        </p:spPr>
        <p:txBody>
          <a:bodyPr vert="horz" wrap="square" lIns="0" tIns="13335" rIns="0" bIns="0" rtlCol="0">
            <a:spAutoFit/>
          </a:bodyPr>
          <a:lstStyle/>
          <a:p>
            <a:pPr marL="12700">
              <a:lnSpc>
                <a:spcPct val="100000"/>
              </a:lnSpc>
              <a:spcBef>
                <a:spcPts val="105"/>
              </a:spcBef>
            </a:pPr>
            <a:r>
              <a:rPr sz="1050" spc="-10" dirty="0">
                <a:solidFill>
                  <a:srgbClr val="FFFFFF"/>
                </a:solidFill>
                <a:latin typeface="Arial"/>
                <a:cs typeface="Arial"/>
              </a:rPr>
              <a:t>AI</a:t>
            </a:r>
            <a:r>
              <a:rPr sz="1050" spc="-30" dirty="0">
                <a:solidFill>
                  <a:srgbClr val="FFFFFF"/>
                </a:solidFill>
                <a:latin typeface="宋体"/>
                <a:cs typeface="宋体"/>
              </a:rPr>
              <a:t>思维</a:t>
            </a:r>
            <a:endParaRPr sz="1050">
              <a:latin typeface="宋体"/>
              <a:cs typeface="宋体"/>
            </a:endParaRPr>
          </a:p>
        </p:txBody>
      </p:sp>
      <p:sp>
        <p:nvSpPr>
          <p:cNvPr id="12" name="object 12"/>
          <p:cNvSpPr/>
          <p:nvPr/>
        </p:nvSpPr>
        <p:spPr>
          <a:xfrm>
            <a:off x="4286250" y="3374567"/>
            <a:ext cx="762000" cy="762000"/>
          </a:xfrm>
          <a:custGeom>
            <a:avLst/>
            <a:gdLst/>
            <a:ahLst/>
            <a:cxnLst/>
            <a:rect l="l" t="t" r="r" b="b"/>
            <a:pathLst>
              <a:path w="762000" h="762000">
                <a:moveTo>
                  <a:pt x="381000" y="762000"/>
                </a:moveTo>
                <a:lnTo>
                  <a:pt x="333207" y="759031"/>
                </a:lnTo>
                <a:lnTo>
                  <a:pt x="287185" y="750364"/>
                </a:lnTo>
                <a:lnTo>
                  <a:pt x="243293" y="736355"/>
                </a:lnTo>
                <a:lnTo>
                  <a:pt x="201887" y="717361"/>
                </a:lnTo>
                <a:lnTo>
                  <a:pt x="163323" y="693739"/>
                </a:lnTo>
                <a:lnTo>
                  <a:pt x="127960" y="665846"/>
                </a:lnTo>
                <a:lnTo>
                  <a:pt x="96153" y="634039"/>
                </a:lnTo>
                <a:lnTo>
                  <a:pt x="68260" y="598676"/>
                </a:lnTo>
                <a:lnTo>
                  <a:pt x="44638" y="560112"/>
                </a:lnTo>
                <a:lnTo>
                  <a:pt x="25644" y="518706"/>
                </a:lnTo>
                <a:lnTo>
                  <a:pt x="11635" y="474814"/>
                </a:lnTo>
                <a:lnTo>
                  <a:pt x="2968" y="428792"/>
                </a:lnTo>
                <a:lnTo>
                  <a:pt x="0" y="381000"/>
                </a:lnTo>
                <a:lnTo>
                  <a:pt x="2968" y="333209"/>
                </a:lnTo>
                <a:lnTo>
                  <a:pt x="11635" y="287190"/>
                </a:lnTo>
                <a:lnTo>
                  <a:pt x="25644" y="243298"/>
                </a:lnTo>
                <a:lnTo>
                  <a:pt x="44638" y="201893"/>
                </a:lnTo>
                <a:lnTo>
                  <a:pt x="68260" y="163329"/>
                </a:lnTo>
                <a:lnTo>
                  <a:pt x="96153" y="127965"/>
                </a:lnTo>
                <a:lnTo>
                  <a:pt x="127960" y="96158"/>
                </a:lnTo>
                <a:lnTo>
                  <a:pt x="163323" y="68264"/>
                </a:lnTo>
                <a:lnTo>
                  <a:pt x="201887" y="44641"/>
                </a:lnTo>
                <a:lnTo>
                  <a:pt x="243293" y="25646"/>
                </a:lnTo>
                <a:lnTo>
                  <a:pt x="287185" y="11636"/>
                </a:lnTo>
                <a:lnTo>
                  <a:pt x="333207" y="2968"/>
                </a:lnTo>
                <a:lnTo>
                  <a:pt x="381000" y="0"/>
                </a:lnTo>
                <a:lnTo>
                  <a:pt x="428792" y="2968"/>
                </a:lnTo>
                <a:lnTo>
                  <a:pt x="474814" y="11636"/>
                </a:lnTo>
                <a:lnTo>
                  <a:pt x="518706" y="25646"/>
                </a:lnTo>
                <a:lnTo>
                  <a:pt x="560112" y="44641"/>
                </a:lnTo>
                <a:lnTo>
                  <a:pt x="598676" y="68264"/>
                </a:lnTo>
                <a:lnTo>
                  <a:pt x="634039" y="96158"/>
                </a:lnTo>
                <a:lnTo>
                  <a:pt x="665846" y="127965"/>
                </a:lnTo>
                <a:lnTo>
                  <a:pt x="693739" y="163329"/>
                </a:lnTo>
                <a:lnTo>
                  <a:pt x="717361" y="201893"/>
                </a:lnTo>
                <a:lnTo>
                  <a:pt x="736355" y="243298"/>
                </a:lnTo>
                <a:lnTo>
                  <a:pt x="750364" y="287190"/>
                </a:lnTo>
                <a:lnTo>
                  <a:pt x="759031" y="333209"/>
                </a:lnTo>
                <a:lnTo>
                  <a:pt x="762000" y="381000"/>
                </a:lnTo>
                <a:lnTo>
                  <a:pt x="759031" y="428792"/>
                </a:lnTo>
                <a:lnTo>
                  <a:pt x="750364" y="474814"/>
                </a:lnTo>
                <a:lnTo>
                  <a:pt x="736355" y="518706"/>
                </a:lnTo>
                <a:lnTo>
                  <a:pt x="717361" y="560112"/>
                </a:lnTo>
                <a:lnTo>
                  <a:pt x="693739" y="598676"/>
                </a:lnTo>
                <a:lnTo>
                  <a:pt x="665846" y="634039"/>
                </a:lnTo>
                <a:lnTo>
                  <a:pt x="634039" y="665846"/>
                </a:lnTo>
                <a:lnTo>
                  <a:pt x="598676" y="693739"/>
                </a:lnTo>
                <a:lnTo>
                  <a:pt x="560112" y="717361"/>
                </a:lnTo>
                <a:lnTo>
                  <a:pt x="518706" y="736355"/>
                </a:lnTo>
                <a:lnTo>
                  <a:pt x="474814" y="750364"/>
                </a:lnTo>
                <a:lnTo>
                  <a:pt x="428792" y="759031"/>
                </a:lnTo>
                <a:lnTo>
                  <a:pt x="381000" y="762000"/>
                </a:lnTo>
                <a:close/>
              </a:path>
            </a:pathLst>
          </a:custGeom>
          <a:solidFill>
            <a:srgbClr val="5FA4F9"/>
          </a:solidFill>
        </p:spPr>
        <p:txBody>
          <a:bodyPr wrap="square" lIns="0" tIns="0" rIns="0" bIns="0" rtlCol="0"/>
          <a:lstStyle/>
          <a:p>
            <a:endParaRPr/>
          </a:p>
        </p:txBody>
      </p:sp>
      <p:sp>
        <p:nvSpPr>
          <p:cNvPr id="13" name="object 13"/>
          <p:cNvSpPr txBox="1"/>
          <p:nvPr/>
        </p:nvSpPr>
        <p:spPr>
          <a:xfrm>
            <a:off x="4454525" y="3632377"/>
            <a:ext cx="426084" cy="186690"/>
          </a:xfrm>
          <a:prstGeom prst="rect">
            <a:avLst/>
          </a:prstGeom>
        </p:spPr>
        <p:txBody>
          <a:bodyPr vert="horz" wrap="square" lIns="0" tIns="13335" rIns="0" bIns="0" rtlCol="0">
            <a:spAutoFit/>
          </a:bodyPr>
          <a:lstStyle/>
          <a:p>
            <a:pPr marL="12700">
              <a:lnSpc>
                <a:spcPct val="100000"/>
              </a:lnSpc>
              <a:spcBef>
                <a:spcPts val="105"/>
              </a:spcBef>
            </a:pPr>
            <a:r>
              <a:rPr sz="1050" spc="-25" dirty="0">
                <a:solidFill>
                  <a:srgbClr val="FFFFFF"/>
                </a:solidFill>
                <a:latin typeface="宋体"/>
                <a:cs typeface="宋体"/>
              </a:rPr>
              <a:t>整合力</a:t>
            </a:r>
            <a:endParaRPr sz="1050">
              <a:latin typeface="宋体"/>
              <a:cs typeface="宋体"/>
            </a:endParaRPr>
          </a:p>
        </p:txBody>
      </p:sp>
      <p:sp>
        <p:nvSpPr>
          <p:cNvPr id="14" name="object 14"/>
          <p:cNvSpPr/>
          <p:nvPr/>
        </p:nvSpPr>
        <p:spPr>
          <a:xfrm>
            <a:off x="5715000" y="4803317"/>
            <a:ext cx="762000" cy="762000"/>
          </a:xfrm>
          <a:custGeom>
            <a:avLst/>
            <a:gdLst/>
            <a:ahLst/>
            <a:cxnLst/>
            <a:rect l="l" t="t" r="r" b="b"/>
            <a:pathLst>
              <a:path w="762000" h="762000">
                <a:moveTo>
                  <a:pt x="381000" y="762000"/>
                </a:moveTo>
                <a:lnTo>
                  <a:pt x="333207" y="759031"/>
                </a:lnTo>
                <a:lnTo>
                  <a:pt x="287185" y="750364"/>
                </a:lnTo>
                <a:lnTo>
                  <a:pt x="243293" y="736355"/>
                </a:lnTo>
                <a:lnTo>
                  <a:pt x="201887" y="717361"/>
                </a:lnTo>
                <a:lnTo>
                  <a:pt x="163323" y="693739"/>
                </a:lnTo>
                <a:lnTo>
                  <a:pt x="127960" y="665846"/>
                </a:lnTo>
                <a:lnTo>
                  <a:pt x="96153" y="634039"/>
                </a:lnTo>
                <a:lnTo>
                  <a:pt x="68260" y="598676"/>
                </a:lnTo>
                <a:lnTo>
                  <a:pt x="44638" y="560112"/>
                </a:lnTo>
                <a:lnTo>
                  <a:pt x="25644" y="518706"/>
                </a:lnTo>
                <a:lnTo>
                  <a:pt x="11635" y="474814"/>
                </a:lnTo>
                <a:lnTo>
                  <a:pt x="2968" y="428792"/>
                </a:lnTo>
                <a:lnTo>
                  <a:pt x="0" y="381000"/>
                </a:lnTo>
                <a:lnTo>
                  <a:pt x="2968" y="333209"/>
                </a:lnTo>
                <a:lnTo>
                  <a:pt x="11635" y="287190"/>
                </a:lnTo>
                <a:lnTo>
                  <a:pt x="25644" y="243298"/>
                </a:lnTo>
                <a:lnTo>
                  <a:pt x="44638" y="201893"/>
                </a:lnTo>
                <a:lnTo>
                  <a:pt x="68260" y="163329"/>
                </a:lnTo>
                <a:lnTo>
                  <a:pt x="96153" y="127965"/>
                </a:lnTo>
                <a:lnTo>
                  <a:pt x="127960" y="96158"/>
                </a:lnTo>
                <a:lnTo>
                  <a:pt x="163323" y="68264"/>
                </a:lnTo>
                <a:lnTo>
                  <a:pt x="201887" y="44641"/>
                </a:lnTo>
                <a:lnTo>
                  <a:pt x="243293" y="25646"/>
                </a:lnTo>
                <a:lnTo>
                  <a:pt x="287185" y="11636"/>
                </a:lnTo>
                <a:lnTo>
                  <a:pt x="333207" y="2968"/>
                </a:lnTo>
                <a:lnTo>
                  <a:pt x="381000" y="0"/>
                </a:lnTo>
                <a:lnTo>
                  <a:pt x="428792" y="2968"/>
                </a:lnTo>
                <a:lnTo>
                  <a:pt x="474814" y="11636"/>
                </a:lnTo>
                <a:lnTo>
                  <a:pt x="518706" y="25646"/>
                </a:lnTo>
                <a:lnTo>
                  <a:pt x="560112" y="44641"/>
                </a:lnTo>
                <a:lnTo>
                  <a:pt x="598676" y="68264"/>
                </a:lnTo>
                <a:lnTo>
                  <a:pt x="634039" y="96158"/>
                </a:lnTo>
                <a:lnTo>
                  <a:pt x="665846" y="127965"/>
                </a:lnTo>
                <a:lnTo>
                  <a:pt x="693739" y="163329"/>
                </a:lnTo>
                <a:lnTo>
                  <a:pt x="717361" y="201893"/>
                </a:lnTo>
                <a:lnTo>
                  <a:pt x="736355" y="243298"/>
                </a:lnTo>
                <a:lnTo>
                  <a:pt x="750364" y="287190"/>
                </a:lnTo>
                <a:lnTo>
                  <a:pt x="759031" y="333209"/>
                </a:lnTo>
                <a:lnTo>
                  <a:pt x="762000" y="381000"/>
                </a:lnTo>
                <a:lnTo>
                  <a:pt x="759031" y="428792"/>
                </a:lnTo>
                <a:lnTo>
                  <a:pt x="750364" y="474814"/>
                </a:lnTo>
                <a:lnTo>
                  <a:pt x="736355" y="518706"/>
                </a:lnTo>
                <a:lnTo>
                  <a:pt x="717361" y="560112"/>
                </a:lnTo>
                <a:lnTo>
                  <a:pt x="693739" y="598676"/>
                </a:lnTo>
                <a:lnTo>
                  <a:pt x="665846" y="634039"/>
                </a:lnTo>
                <a:lnTo>
                  <a:pt x="634039" y="665846"/>
                </a:lnTo>
                <a:lnTo>
                  <a:pt x="598676" y="693739"/>
                </a:lnTo>
                <a:lnTo>
                  <a:pt x="560112" y="717361"/>
                </a:lnTo>
                <a:lnTo>
                  <a:pt x="518706" y="736355"/>
                </a:lnTo>
                <a:lnTo>
                  <a:pt x="474814" y="750364"/>
                </a:lnTo>
                <a:lnTo>
                  <a:pt x="428792" y="759031"/>
                </a:lnTo>
                <a:lnTo>
                  <a:pt x="381000" y="762000"/>
                </a:lnTo>
                <a:close/>
              </a:path>
            </a:pathLst>
          </a:custGeom>
          <a:solidFill>
            <a:srgbClr val="5FA4F9"/>
          </a:solidFill>
        </p:spPr>
        <p:txBody>
          <a:bodyPr wrap="square" lIns="0" tIns="0" rIns="0" bIns="0" rtlCol="0"/>
          <a:lstStyle/>
          <a:p>
            <a:endParaRPr/>
          </a:p>
        </p:txBody>
      </p:sp>
      <p:sp>
        <p:nvSpPr>
          <p:cNvPr id="15" name="object 15"/>
          <p:cNvSpPr txBox="1"/>
          <p:nvPr/>
        </p:nvSpPr>
        <p:spPr>
          <a:xfrm>
            <a:off x="5883275" y="5061127"/>
            <a:ext cx="426084" cy="186690"/>
          </a:xfrm>
          <a:prstGeom prst="rect">
            <a:avLst/>
          </a:prstGeom>
        </p:spPr>
        <p:txBody>
          <a:bodyPr vert="horz" wrap="square" lIns="0" tIns="13335" rIns="0" bIns="0" rtlCol="0">
            <a:spAutoFit/>
          </a:bodyPr>
          <a:lstStyle/>
          <a:p>
            <a:pPr marL="12700">
              <a:lnSpc>
                <a:spcPct val="100000"/>
              </a:lnSpc>
              <a:spcBef>
                <a:spcPts val="105"/>
              </a:spcBef>
            </a:pPr>
            <a:r>
              <a:rPr sz="1050" spc="-25" dirty="0">
                <a:solidFill>
                  <a:srgbClr val="FFFFFF"/>
                </a:solidFill>
                <a:latin typeface="宋体"/>
                <a:cs typeface="宋体"/>
              </a:rPr>
              <a:t>引导力</a:t>
            </a:r>
            <a:endParaRPr sz="1050">
              <a:latin typeface="宋体"/>
              <a:cs typeface="宋体"/>
            </a:endParaRPr>
          </a:p>
        </p:txBody>
      </p:sp>
      <p:sp>
        <p:nvSpPr>
          <p:cNvPr id="16" name="object 16"/>
          <p:cNvSpPr/>
          <p:nvPr/>
        </p:nvSpPr>
        <p:spPr>
          <a:xfrm>
            <a:off x="7143750" y="3374567"/>
            <a:ext cx="762000" cy="762000"/>
          </a:xfrm>
          <a:custGeom>
            <a:avLst/>
            <a:gdLst/>
            <a:ahLst/>
            <a:cxnLst/>
            <a:rect l="l" t="t" r="r" b="b"/>
            <a:pathLst>
              <a:path w="762000" h="762000">
                <a:moveTo>
                  <a:pt x="381000" y="762000"/>
                </a:moveTo>
                <a:lnTo>
                  <a:pt x="333209" y="759031"/>
                </a:lnTo>
                <a:lnTo>
                  <a:pt x="287190" y="750364"/>
                </a:lnTo>
                <a:lnTo>
                  <a:pt x="243298" y="736355"/>
                </a:lnTo>
                <a:lnTo>
                  <a:pt x="201893" y="717361"/>
                </a:lnTo>
                <a:lnTo>
                  <a:pt x="163329" y="693739"/>
                </a:lnTo>
                <a:lnTo>
                  <a:pt x="127965" y="665846"/>
                </a:lnTo>
                <a:lnTo>
                  <a:pt x="96158" y="634039"/>
                </a:lnTo>
                <a:lnTo>
                  <a:pt x="68264" y="598676"/>
                </a:lnTo>
                <a:lnTo>
                  <a:pt x="44641" y="560112"/>
                </a:lnTo>
                <a:lnTo>
                  <a:pt x="25646" y="518706"/>
                </a:lnTo>
                <a:lnTo>
                  <a:pt x="11636" y="474814"/>
                </a:lnTo>
                <a:lnTo>
                  <a:pt x="2968" y="428792"/>
                </a:lnTo>
                <a:lnTo>
                  <a:pt x="0" y="381000"/>
                </a:lnTo>
                <a:lnTo>
                  <a:pt x="2968" y="333209"/>
                </a:lnTo>
                <a:lnTo>
                  <a:pt x="11636" y="287190"/>
                </a:lnTo>
                <a:lnTo>
                  <a:pt x="25646" y="243298"/>
                </a:lnTo>
                <a:lnTo>
                  <a:pt x="44641" y="201893"/>
                </a:lnTo>
                <a:lnTo>
                  <a:pt x="68264" y="163329"/>
                </a:lnTo>
                <a:lnTo>
                  <a:pt x="96158" y="127965"/>
                </a:lnTo>
                <a:lnTo>
                  <a:pt x="127965" y="96158"/>
                </a:lnTo>
                <a:lnTo>
                  <a:pt x="163329" y="68264"/>
                </a:lnTo>
                <a:lnTo>
                  <a:pt x="201893" y="44641"/>
                </a:lnTo>
                <a:lnTo>
                  <a:pt x="243298" y="25646"/>
                </a:lnTo>
                <a:lnTo>
                  <a:pt x="287190" y="11636"/>
                </a:lnTo>
                <a:lnTo>
                  <a:pt x="333209" y="2968"/>
                </a:lnTo>
                <a:lnTo>
                  <a:pt x="381000" y="0"/>
                </a:lnTo>
                <a:lnTo>
                  <a:pt x="428790" y="2968"/>
                </a:lnTo>
                <a:lnTo>
                  <a:pt x="474809" y="11636"/>
                </a:lnTo>
                <a:lnTo>
                  <a:pt x="518701" y="25646"/>
                </a:lnTo>
                <a:lnTo>
                  <a:pt x="560106" y="44641"/>
                </a:lnTo>
                <a:lnTo>
                  <a:pt x="598670" y="68264"/>
                </a:lnTo>
                <a:lnTo>
                  <a:pt x="634034" y="96158"/>
                </a:lnTo>
                <a:lnTo>
                  <a:pt x="665841" y="127965"/>
                </a:lnTo>
                <a:lnTo>
                  <a:pt x="693735" y="163329"/>
                </a:lnTo>
                <a:lnTo>
                  <a:pt x="717358" y="201893"/>
                </a:lnTo>
                <a:lnTo>
                  <a:pt x="736353" y="243298"/>
                </a:lnTo>
                <a:lnTo>
                  <a:pt x="750363" y="287190"/>
                </a:lnTo>
                <a:lnTo>
                  <a:pt x="759031" y="333209"/>
                </a:lnTo>
                <a:lnTo>
                  <a:pt x="762000" y="381000"/>
                </a:lnTo>
                <a:lnTo>
                  <a:pt x="759031" y="428792"/>
                </a:lnTo>
                <a:lnTo>
                  <a:pt x="750363" y="474814"/>
                </a:lnTo>
                <a:lnTo>
                  <a:pt x="736353" y="518706"/>
                </a:lnTo>
                <a:lnTo>
                  <a:pt x="717358" y="560112"/>
                </a:lnTo>
                <a:lnTo>
                  <a:pt x="693735" y="598676"/>
                </a:lnTo>
                <a:lnTo>
                  <a:pt x="665841" y="634039"/>
                </a:lnTo>
                <a:lnTo>
                  <a:pt x="634034" y="665846"/>
                </a:lnTo>
                <a:lnTo>
                  <a:pt x="598670" y="693739"/>
                </a:lnTo>
                <a:lnTo>
                  <a:pt x="560106" y="717361"/>
                </a:lnTo>
                <a:lnTo>
                  <a:pt x="518701" y="736355"/>
                </a:lnTo>
                <a:lnTo>
                  <a:pt x="474809" y="750364"/>
                </a:lnTo>
                <a:lnTo>
                  <a:pt x="428790" y="759031"/>
                </a:lnTo>
                <a:lnTo>
                  <a:pt x="381000" y="762000"/>
                </a:lnTo>
                <a:close/>
              </a:path>
            </a:pathLst>
          </a:custGeom>
          <a:solidFill>
            <a:srgbClr val="5FA4F9"/>
          </a:solidFill>
        </p:spPr>
        <p:txBody>
          <a:bodyPr wrap="square" lIns="0" tIns="0" rIns="0" bIns="0" rtlCol="0"/>
          <a:lstStyle/>
          <a:p>
            <a:endParaRPr/>
          </a:p>
        </p:txBody>
      </p:sp>
      <p:sp>
        <p:nvSpPr>
          <p:cNvPr id="17" name="object 17"/>
          <p:cNvSpPr txBox="1"/>
          <p:nvPr/>
        </p:nvSpPr>
        <p:spPr>
          <a:xfrm>
            <a:off x="7312025" y="3632377"/>
            <a:ext cx="426084" cy="186690"/>
          </a:xfrm>
          <a:prstGeom prst="rect">
            <a:avLst/>
          </a:prstGeom>
        </p:spPr>
        <p:txBody>
          <a:bodyPr vert="horz" wrap="square" lIns="0" tIns="13335" rIns="0" bIns="0" rtlCol="0">
            <a:spAutoFit/>
          </a:bodyPr>
          <a:lstStyle/>
          <a:p>
            <a:pPr marL="12700">
              <a:lnSpc>
                <a:spcPct val="100000"/>
              </a:lnSpc>
              <a:spcBef>
                <a:spcPts val="105"/>
              </a:spcBef>
            </a:pPr>
            <a:r>
              <a:rPr sz="1050" spc="-25" dirty="0">
                <a:solidFill>
                  <a:srgbClr val="FFFFFF"/>
                </a:solidFill>
                <a:latin typeface="宋体"/>
                <a:cs typeface="宋体"/>
              </a:rPr>
              <a:t>判断力</a:t>
            </a:r>
            <a:endParaRPr sz="1050">
              <a:latin typeface="宋体"/>
              <a:cs typeface="宋体"/>
            </a:endParaRPr>
          </a:p>
        </p:txBody>
      </p:sp>
      <p:sp>
        <p:nvSpPr>
          <p:cNvPr id="18" name="object 18"/>
          <p:cNvSpPr/>
          <p:nvPr/>
        </p:nvSpPr>
        <p:spPr>
          <a:xfrm>
            <a:off x="4381500" y="2041067"/>
            <a:ext cx="571500" cy="571500"/>
          </a:xfrm>
          <a:custGeom>
            <a:avLst/>
            <a:gdLst/>
            <a:ahLst/>
            <a:cxnLst/>
            <a:rect l="l" t="t" r="r" b="b"/>
            <a:pathLst>
              <a:path w="571500" h="571500">
                <a:moveTo>
                  <a:pt x="285750" y="571500"/>
                </a:moveTo>
                <a:lnTo>
                  <a:pt x="239401" y="567760"/>
                </a:lnTo>
                <a:lnTo>
                  <a:pt x="195432" y="556932"/>
                </a:lnTo>
                <a:lnTo>
                  <a:pt x="154433" y="539606"/>
                </a:lnTo>
                <a:lnTo>
                  <a:pt x="116991" y="516368"/>
                </a:lnTo>
                <a:lnTo>
                  <a:pt x="83696" y="487808"/>
                </a:lnTo>
                <a:lnTo>
                  <a:pt x="55134" y="454513"/>
                </a:lnTo>
                <a:lnTo>
                  <a:pt x="31895" y="417071"/>
                </a:lnTo>
                <a:lnTo>
                  <a:pt x="14568" y="376071"/>
                </a:lnTo>
                <a:lnTo>
                  <a:pt x="3740" y="332101"/>
                </a:lnTo>
                <a:lnTo>
                  <a:pt x="0" y="285750"/>
                </a:lnTo>
                <a:lnTo>
                  <a:pt x="3740" y="239401"/>
                </a:lnTo>
                <a:lnTo>
                  <a:pt x="14568" y="195432"/>
                </a:lnTo>
                <a:lnTo>
                  <a:pt x="31895" y="154433"/>
                </a:lnTo>
                <a:lnTo>
                  <a:pt x="55134" y="116991"/>
                </a:lnTo>
                <a:lnTo>
                  <a:pt x="83696" y="83696"/>
                </a:lnTo>
                <a:lnTo>
                  <a:pt x="116991" y="55134"/>
                </a:lnTo>
                <a:lnTo>
                  <a:pt x="154433" y="31895"/>
                </a:lnTo>
                <a:lnTo>
                  <a:pt x="195432" y="14568"/>
                </a:lnTo>
                <a:lnTo>
                  <a:pt x="239401" y="3740"/>
                </a:lnTo>
                <a:lnTo>
                  <a:pt x="285750" y="0"/>
                </a:lnTo>
                <a:lnTo>
                  <a:pt x="332098" y="3740"/>
                </a:lnTo>
                <a:lnTo>
                  <a:pt x="376067" y="14568"/>
                </a:lnTo>
                <a:lnTo>
                  <a:pt x="417066" y="31895"/>
                </a:lnTo>
                <a:lnTo>
                  <a:pt x="454508" y="55134"/>
                </a:lnTo>
                <a:lnTo>
                  <a:pt x="487803" y="83696"/>
                </a:lnTo>
                <a:lnTo>
                  <a:pt x="516365" y="116991"/>
                </a:lnTo>
                <a:lnTo>
                  <a:pt x="539604" y="154433"/>
                </a:lnTo>
                <a:lnTo>
                  <a:pt x="556931" y="195432"/>
                </a:lnTo>
                <a:lnTo>
                  <a:pt x="567759" y="239401"/>
                </a:lnTo>
                <a:lnTo>
                  <a:pt x="571500" y="285750"/>
                </a:lnTo>
                <a:lnTo>
                  <a:pt x="567759" y="332101"/>
                </a:lnTo>
                <a:lnTo>
                  <a:pt x="556931" y="376071"/>
                </a:lnTo>
                <a:lnTo>
                  <a:pt x="539604" y="417071"/>
                </a:lnTo>
                <a:lnTo>
                  <a:pt x="516365" y="454513"/>
                </a:lnTo>
                <a:lnTo>
                  <a:pt x="487803" y="487808"/>
                </a:lnTo>
                <a:lnTo>
                  <a:pt x="454508" y="516368"/>
                </a:lnTo>
                <a:lnTo>
                  <a:pt x="417066" y="539606"/>
                </a:lnTo>
                <a:lnTo>
                  <a:pt x="376067" y="556932"/>
                </a:lnTo>
                <a:lnTo>
                  <a:pt x="332098" y="567760"/>
                </a:lnTo>
                <a:lnTo>
                  <a:pt x="285750" y="571500"/>
                </a:lnTo>
                <a:close/>
              </a:path>
            </a:pathLst>
          </a:custGeom>
          <a:solidFill>
            <a:srgbClr val="92C5FC"/>
          </a:solidFill>
        </p:spPr>
        <p:txBody>
          <a:bodyPr wrap="square" lIns="0" tIns="0" rIns="0" bIns="0" rtlCol="0"/>
          <a:lstStyle/>
          <a:p>
            <a:endParaRPr/>
          </a:p>
        </p:txBody>
      </p:sp>
      <p:sp>
        <p:nvSpPr>
          <p:cNvPr id="19" name="object 19"/>
          <p:cNvSpPr txBox="1"/>
          <p:nvPr/>
        </p:nvSpPr>
        <p:spPr>
          <a:xfrm>
            <a:off x="4483100" y="2225217"/>
            <a:ext cx="368300" cy="162560"/>
          </a:xfrm>
          <a:prstGeom prst="rect">
            <a:avLst/>
          </a:prstGeom>
        </p:spPr>
        <p:txBody>
          <a:bodyPr vert="horz" wrap="square" lIns="0" tIns="12700" rIns="0" bIns="0" rtlCol="0">
            <a:spAutoFit/>
          </a:bodyPr>
          <a:lstStyle/>
          <a:p>
            <a:pPr marL="12700">
              <a:lnSpc>
                <a:spcPct val="100000"/>
              </a:lnSpc>
              <a:spcBef>
                <a:spcPts val="100"/>
              </a:spcBef>
            </a:pPr>
            <a:r>
              <a:rPr sz="900" spc="-20" dirty="0">
                <a:solidFill>
                  <a:srgbClr val="FFFFFF"/>
                </a:solidFill>
                <a:latin typeface="宋体"/>
                <a:cs typeface="宋体"/>
              </a:rPr>
              <a:t>元认知</a:t>
            </a:r>
            <a:endParaRPr sz="900">
              <a:latin typeface="宋体"/>
              <a:cs typeface="宋体"/>
            </a:endParaRPr>
          </a:p>
        </p:txBody>
      </p:sp>
      <p:sp>
        <p:nvSpPr>
          <p:cNvPr id="20" name="object 20"/>
          <p:cNvSpPr/>
          <p:nvPr/>
        </p:nvSpPr>
        <p:spPr>
          <a:xfrm>
            <a:off x="7239000" y="2041067"/>
            <a:ext cx="571500" cy="571500"/>
          </a:xfrm>
          <a:custGeom>
            <a:avLst/>
            <a:gdLst/>
            <a:ahLst/>
            <a:cxnLst/>
            <a:rect l="l" t="t" r="r" b="b"/>
            <a:pathLst>
              <a:path w="571500" h="571500">
                <a:moveTo>
                  <a:pt x="285750" y="571500"/>
                </a:moveTo>
                <a:lnTo>
                  <a:pt x="239401" y="567760"/>
                </a:lnTo>
                <a:lnTo>
                  <a:pt x="195432" y="556932"/>
                </a:lnTo>
                <a:lnTo>
                  <a:pt x="154433" y="539606"/>
                </a:lnTo>
                <a:lnTo>
                  <a:pt x="116991" y="516368"/>
                </a:lnTo>
                <a:lnTo>
                  <a:pt x="83696" y="487808"/>
                </a:lnTo>
                <a:lnTo>
                  <a:pt x="55134" y="454513"/>
                </a:lnTo>
                <a:lnTo>
                  <a:pt x="31895" y="417071"/>
                </a:lnTo>
                <a:lnTo>
                  <a:pt x="14568" y="376071"/>
                </a:lnTo>
                <a:lnTo>
                  <a:pt x="3740" y="332101"/>
                </a:lnTo>
                <a:lnTo>
                  <a:pt x="0" y="285750"/>
                </a:lnTo>
                <a:lnTo>
                  <a:pt x="3740" y="239401"/>
                </a:lnTo>
                <a:lnTo>
                  <a:pt x="14568" y="195432"/>
                </a:lnTo>
                <a:lnTo>
                  <a:pt x="31895" y="154433"/>
                </a:lnTo>
                <a:lnTo>
                  <a:pt x="55134" y="116991"/>
                </a:lnTo>
                <a:lnTo>
                  <a:pt x="83696" y="83696"/>
                </a:lnTo>
                <a:lnTo>
                  <a:pt x="116991" y="55134"/>
                </a:lnTo>
                <a:lnTo>
                  <a:pt x="154433" y="31895"/>
                </a:lnTo>
                <a:lnTo>
                  <a:pt x="195432" y="14568"/>
                </a:lnTo>
                <a:lnTo>
                  <a:pt x="239401" y="3740"/>
                </a:lnTo>
                <a:lnTo>
                  <a:pt x="285750" y="0"/>
                </a:lnTo>
                <a:lnTo>
                  <a:pt x="332098" y="3740"/>
                </a:lnTo>
                <a:lnTo>
                  <a:pt x="376067" y="14568"/>
                </a:lnTo>
                <a:lnTo>
                  <a:pt x="417066" y="31895"/>
                </a:lnTo>
                <a:lnTo>
                  <a:pt x="454508" y="55134"/>
                </a:lnTo>
                <a:lnTo>
                  <a:pt x="487803" y="83696"/>
                </a:lnTo>
                <a:lnTo>
                  <a:pt x="516365" y="116991"/>
                </a:lnTo>
                <a:lnTo>
                  <a:pt x="539604" y="154433"/>
                </a:lnTo>
                <a:lnTo>
                  <a:pt x="556931" y="195432"/>
                </a:lnTo>
                <a:lnTo>
                  <a:pt x="567759" y="239401"/>
                </a:lnTo>
                <a:lnTo>
                  <a:pt x="571500" y="285750"/>
                </a:lnTo>
                <a:lnTo>
                  <a:pt x="567759" y="332101"/>
                </a:lnTo>
                <a:lnTo>
                  <a:pt x="556931" y="376071"/>
                </a:lnTo>
                <a:lnTo>
                  <a:pt x="539604" y="417071"/>
                </a:lnTo>
                <a:lnTo>
                  <a:pt x="516365" y="454513"/>
                </a:lnTo>
                <a:lnTo>
                  <a:pt x="487803" y="487808"/>
                </a:lnTo>
                <a:lnTo>
                  <a:pt x="454508" y="516368"/>
                </a:lnTo>
                <a:lnTo>
                  <a:pt x="417066" y="539606"/>
                </a:lnTo>
                <a:lnTo>
                  <a:pt x="376067" y="556932"/>
                </a:lnTo>
                <a:lnTo>
                  <a:pt x="332098" y="567760"/>
                </a:lnTo>
                <a:lnTo>
                  <a:pt x="285750" y="571500"/>
                </a:lnTo>
                <a:close/>
              </a:path>
            </a:pathLst>
          </a:custGeom>
          <a:solidFill>
            <a:srgbClr val="92C5FC"/>
          </a:solidFill>
        </p:spPr>
        <p:txBody>
          <a:bodyPr wrap="square" lIns="0" tIns="0" rIns="0" bIns="0" rtlCol="0"/>
          <a:lstStyle/>
          <a:p>
            <a:endParaRPr/>
          </a:p>
        </p:txBody>
      </p:sp>
      <p:sp>
        <p:nvSpPr>
          <p:cNvPr id="21" name="object 21"/>
          <p:cNvSpPr txBox="1"/>
          <p:nvPr/>
        </p:nvSpPr>
        <p:spPr>
          <a:xfrm>
            <a:off x="7283450" y="2225217"/>
            <a:ext cx="482600" cy="162560"/>
          </a:xfrm>
          <a:prstGeom prst="rect">
            <a:avLst/>
          </a:prstGeom>
        </p:spPr>
        <p:txBody>
          <a:bodyPr vert="horz" wrap="square" lIns="0" tIns="12700" rIns="0" bIns="0" rtlCol="0">
            <a:spAutoFit/>
          </a:bodyPr>
          <a:lstStyle/>
          <a:p>
            <a:pPr marL="12700">
              <a:lnSpc>
                <a:spcPct val="100000"/>
              </a:lnSpc>
              <a:spcBef>
                <a:spcPts val="100"/>
              </a:spcBef>
            </a:pPr>
            <a:r>
              <a:rPr sz="900" spc="-15" dirty="0">
                <a:solidFill>
                  <a:srgbClr val="FFFFFF"/>
                </a:solidFill>
                <a:latin typeface="宋体"/>
                <a:cs typeface="宋体"/>
              </a:rPr>
              <a:t>系统思维</a:t>
            </a:r>
            <a:endParaRPr sz="900">
              <a:latin typeface="宋体"/>
              <a:cs typeface="宋体"/>
            </a:endParaRPr>
          </a:p>
        </p:txBody>
      </p:sp>
      <p:sp>
        <p:nvSpPr>
          <p:cNvPr id="22" name="object 22"/>
          <p:cNvSpPr/>
          <p:nvPr/>
        </p:nvSpPr>
        <p:spPr>
          <a:xfrm>
            <a:off x="4381500" y="4898567"/>
            <a:ext cx="571500" cy="571500"/>
          </a:xfrm>
          <a:custGeom>
            <a:avLst/>
            <a:gdLst/>
            <a:ahLst/>
            <a:cxnLst/>
            <a:rect l="l" t="t" r="r" b="b"/>
            <a:pathLst>
              <a:path w="571500" h="571500">
                <a:moveTo>
                  <a:pt x="285750" y="571500"/>
                </a:moveTo>
                <a:lnTo>
                  <a:pt x="239401" y="567760"/>
                </a:lnTo>
                <a:lnTo>
                  <a:pt x="195432" y="556932"/>
                </a:lnTo>
                <a:lnTo>
                  <a:pt x="154433" y="539606"/>
                </a:lnTo>
                <a:lnTo>
                  <a:pt x="116991" y="516368"/>
                </a:lnTo>
                <a:lnTo>
                  <a:pt x="83696" y="487808"/>
                </a:lnTo>
                <a:lnTo>
                  <a:pt x="55134" y="454513"/>
                </a:lnTo>
                <a:lnTo>
                  <a:pt x="31895" y="417071"/>
                </a:lnTo>
                <a:lnTo>
                  <a:pt x="14568" y="376071"/>
                </a:lnTo>
                <a:lnTo>
                  <a:pt x="3740" y="332101"/>
                </a:lnTo>
                <a:lnTo>
                  <a:pt x="0" y="285750"/>
                </a:lnTo>
                <a:lnTo>
                  <a:pt x="3740" y="239401"/>
                </a:lnTo>
                <a:lnTo>
                  <a:pt x="14568" y="195432"/>
                </a:lnTo>
                <a:lnTo>
                  <a:pt x="31895" y="154433"/>
                </a:lnTo>
                <a:lnTo>
                  <a:pt x="55134" y="116991"/>
                </a:lnTo>
                <a:lnTo>
                  <a:pt x="83696" y="83696"/>
                </a:lnTo>
                <a:lnTo>
                  <a:pt x="116991" y="55134"/>
                </a:lnTo>
                <a:lnTo>
                  <a:pt x="154433" y="31895"/>
                </a:lnTo>
                <a:lnTo>
                  <a:pt x="195432" y="14568"/>
                </a:lnTo>
                <a:lnTo>
                  <a:pt x="239401" y="3740"/>
                </a:lnTo>
                <a:lnTo>
                  <a:pt x="285750" y="0"/>
                </a:lnTo>
                <a:lnTo>
                  <a:pt x="332098" y="3740"/>
                </a:lnTo>
                <a:lnTo>
                  <a:pt x="376067" y="14568"/>
                </a:lnTo>
                <a:lnTo>
                  <a:pt x="417066" y="31895"/>
                </a:lnTo>
                <a:lnTo>
                  <a:pt x="454508" y="55134"/>
                </a:lnTo>
                <a:lnTo>
                  <a:pt x="487803" y="83696"/>
                </a:lnTo>
                <a:lnTo>
                  <a:pt x="516365" y="116991"/>
                </a:lnTo>
                <a:lnTo>
                  <a:pt x="539604" y="154433"/>
                </a:lnTo>
                <a:lnTo>
                  <a:pt x="556931" y="195432"/>
                </a:lnTo>
                <a:lnTo>
                  <a:pt x="567759" y="239401"/>
                </a:lnTo>
                <a:lnTo>
                  <a:pt x="571500" y="285750"/>
                </a:lnTo>
                <a:lnTo>
                  <a:pt x="567759" y="332101"/>
                </a:lnTo>
                <a:lnTo>
                  <a:pt x="556931" y="376071"/>
                </a:lnTo>
                <a:lnTo>
                  <a:pt x="539604" y="417071"/>
                </a:lnTo>
                <a:lnTo>
                  <a:pt x="516365" y="454513"/>
                </a:lnTo>
                <a:lnTo>
                  <a:pt x="487803" y="487808"/>
                </a:lnTo>
                <a:lnTo>
                  <a:pt x="454508" y="516368"/>
                </a:lnTo>
                <a:lnTo>
                  <a:pt x="417066" y="539606"/>
                </a:lnTo>
                <a:lnTo>
                  <a:pt x="376067" y="556932"/>
                </a:lnTo>
                <a:lnTo>
                  <a:pt x="332098" y="567760"/>
                </a:lnTo>
                <a:lnTo>
                  <a:pt x="285750" y="571500"/>
                </a:lnTo>
                <a:close/>
              </a:path>
            </a:pathLst>
          </a:custGeom>
          <a:solidFill>
            <a:srgbClr val="92C5FC"/>
          </a:solidFill>
        </p:spPr>
        <p:txBody>
          <a:bodyPr wrap="square" lIns="0" tIns="0" rIns="0" bIns="0" rtlCol="0"/>
          <a:lstStyle/>
          <a:p>
            <a:endParaRPr/>
          </a:p>
        </p:txBody>
      </p:sp>
      <p:sp>
        <p:nvSpPr>
          <p:cNvPr id="23" name="object 23"/>
          <p:cNvSpPr txBox="1"/>
          <p:nvPr/>
        </p:nvSpPr>
        <p:spPr>
          <a:xfrm>
            <a:off x="4483100" y="5082717"/>
            <a:ext cx="368300" cy="162560"/>
          </a:xfrm>
          <a:prstGeom prst="rect">
            <a:avLst/>
          </a:prstGeom>
        </p:spPr>
        <p:txBody>
          <a:bodyPr vert="horz" wrap="square" lIns="0" tIns="12700" rIns="0" bIns="0" rtlCol="0">
            <a:spAutoFit/>
          </a:bodyPr>
          <a:lstStyle/>
          <a:p>
            <a:pPr marL="12700">
              <a:lnSpc>
                <a:spcPct val="100000"/>
              </a:lnSpc>
              <a:spcBef>
                <a:spcPts val="100"/>
              </a:spcBef>
            </a:pPr>
            <a:r>
              <a:rPr sz="900" spc="-20" dirty="0">
                <a:solidFill>
                  <a:srgbClr val="FFFFFF"/>
                </a:solidFill>
                <a:latin typeface="宋体"/>
                <a:cs typeface="宋体"/>
              </a:rPr>
              <a:t>创造力</a:t>
            </a:r>
            <a:endParaRPr sz="900">
              <a:latin typeface="宋体"/>
              <a:cs typeface="宋体"/>
            </a:endParaRPr>
          </a:p>
        </p:txBody>
      </p:sp>
      <p:sp>
        <p:nvSpPr>
          <p:cNvPr id="24" name="object 24"/>
          <p:cNvSpPr/>
          <p:nvPr/>
        </p:nvSpPr>
        <p:spPr>
          <a:xfrm>
            <a:off x="7239000" y="4898567"/>
            <a:ext cx="571500" cy="571500"/>
          </a:xfrm>
          <a:custGeom>
            <a:avLst/>
            <a:gdLst/>
            <a:ahLst/>
            <a:cxnLst/>
            <a:rect l="l" t="t" r="r" b="b"/>
            <a:pathLst>
              <a:path w="571500" h="571500">
                <a:moveTo>
                  <a:pt x="285750" y="571500"/>
                </a:moveTo>
                <a:lnTo>
                  <a:pt x="239401" y="567760"/>
                </a:lnTo>
                <a:lnTo>
                  <a:pt x="195432" y="556932"/>
                </a:lnTo>
                <a:lnTo>
                  <a:pt x="154433" y="539606"/>
                </a:lnTo>
                <a:lnTo>
                  <a:pt x="116991" y="516368"/>
                </a:lnTo>
                <a:lnTo>
                  <a:pt x="83696" y="487808"/>
                </a:lnTo>
                <a:lnTo>
                  <a:pt x="55134" y="454513"/>
                </a:lnTo>
                <a:lnTo>
                  <a:pt x="31895" y="417071"/>
                </a:lnTo>
                <a:lnTo>
                  <a:pt x="14568" y="376071"/>
                </a:lnTo>
                <a:lnTo>
                  <a:pt x="3740" y="332101"/>
                </a:lnTo>
                <a:lnTo>
                  <a:pt x="0" y="285750"/>
                </a:lnTo>
                <a:lnTo>
                  <a:pt x="3740" y="239401"/>
                </a:lnTo>
                <a:lnTo>
                  <a:pt x="14568" y="195432"/>
                </a:lnTo>
                <a:lnTo>
                  <a:pt x="31895" y="154433"/>
                </a:lnTo>
                <a:lnTo>
                  <a:pt x="55134" y="116991"/>
                </a:lnTo>
                <a:lnTo>
                  <a:pt x="83696" y="83696"/>
                </a:lnTo>
                <a:lnTo>
                  <a:pt x="116991" y="55134"/>
                </a:lnTo>
                <a:lnTo>
                  <a:pt x="154433" y="31895"/>
                </a:lnTo>
                <a:lnTo>
                  <a:pt x="195432" y="14568"/>
                </a:lnTo>
                <a:lnTo>
                  <a:pt x="239401" y="3740"/>
                </a:lnTo>
                <a:lnTo>
                  <a:pt x="285750" y="0"/>
                </a:lnTo>
                <a:lnTo>
                  <a:pt x="332098" y="3740"/>
                </a:lnTo>
                <a:lnTo>
                  <a:pt x="376067" y="14568"/>
                </a:lnTo>
                <a:lnTo>
                  <a:pt x="417066" y="31895"/>
                </a:lnTo>
                <a:lnTo>
                  <a:pt x="454508" y="55134"/>
                </a:lnTo>
                <a:lnTo>
                  <a:pt x="487803" y="83696"/>
                </a:lnTo>
                <a:lnTo>
                  <a:pt x="516365" y="116991"/>
                </a:lnTo>
                <a:lnTo>
                  <a:pt x="539604" y="154433"/>
                </a:lnTo>
                <a:lnTo>
                  <a:pt x="556931" y="195432"/>
                </a:lnTo>
                <a:lnTo>
                  <a:pt x="567759" y="239401"/>
                </a:lnTo>
                <a:lnTo>
                  <a:pt x="571500" y="285750"/>
                </a:lnTo>
                <a:lnTo>
                  <a:pt x="567759" y="332101"/>
                </a:lnTo>
                <a:lnTo>
                  <a:pt x="556931" y="376071"/>
                </a:lnTo>
                <a:lnTo>
                  <a:pt x="539604" y="417071"/>
                </a:lnTo>
                <a:lnTo>
                  <a:pt x="516365" y="454513"/>
                </a:lnTo>
                <a:lnTo>
                  <a:pt x="487803" y="487808"/>
                </a:lnTo>
                <a:lnTo>
                  <a:pt x="454508" y="516368"/>
                </a:lnTo>
                <a:lnTo>
                  <a:pt x="417066" y="539606"/>
                </a:lnTo>
                <a:lnTo>
                  <a:pt x="376067" y="556932"/>
                </a:lnTo>
                <a:lnTo>
                  <a:pt x="332098" y="567760"/>
                </a:lnTo>
                <a:lnTo>
                  <a:pt x="285750" y="571500"/>
                </a:lnTo>
                <a:close/>
              </a:path>
            </a:pathLst>
          </a:custGeom>
          <a:solidFill>
            <a:srgbClr val="92C5FC"/>
          </a:solidFill>
        </p:spPr>
        <p:txBody>
          <a:bodyPr wrap="square" lIns="0" tIns="0" rIns="0" bIns="0" rtlCol="0"/>
          <a:lstStyle/>
          <a:p>
            <a:endParaRPr/>
          </a:p>
        </p:txBody>
      </p:sp>
      <p:sp>
        <p:nvSpPr>
          <p:cNvPr id="25" name="object 25"/>
          <p:cNvSpPr txBox="1"/>
          <p:nvPr/>
        </p:nvSpPr>
        <p:spPr>
          <a:xfrm>
            <a:off x="7340600" y="5082717"/>
            <a:ext cx="368300" cy="162560"/>
          </a:xfrm>
          <a:prstGeom prst="rect">
            <a:avLst/>
          </a:prstGeom>
        </p:spPr>
        <p:txBody>
          <a:bodyPr vert="horz" wrap="square" lIns="0" tIns="12700" rIns="0" bIns="0" rtlCol="0">
            <a:spAutoFit/>
          </a:bodyPr>
          <a:lstStyle/>
          <a:p>
            <a:pPr marL="12700">
              <a:lnSpc>
                <a:spcPct val="100000"/>
              </a:lnSpc>
              <a:spcBef>
                <a:spcPts val="100"/>
              </a:spcBef>
            </a:pPr>
            <a:r>
              <a:rPr sz="900" spc="-20" dirty="0">
                <a:solidFill>
                  <a:srgbClr val="FFFFFF"/>
                </a:solidFill>
                <a:latin typeface="宋体"/>
                <a:cs typeface="宋体"/>
              </a:rPr>
              <a:t>决策力</a:t>
            </a:r>
            <a:endParaRPr sz="900">
              <a:latin typeface="宋体"/>
              <a:cs typeface="宋体"/>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3075940" cy="634365"/>
          </a:xfrm>
          <a:prstGeom prst="rect">
            <a:avLst/>
          </a:prstGeom>
        </p:spPr>
        <p:txBody>
          <a:bodyPr vert="horz" wrap="square" lIns="0" tIns="12065" rIns="0" bIns="0" rtlCol="0">
            <a:spAutoFit/>
          </a:bodyPr>
          <a:lstStyle/>
          <a:p>
            <a:pPr marL="12700">
              <a:lnSpc>
                <a:spcPct val="100000"/>
              </a:lnSpc>
              <a:spcBef>
                <a:spcPts val="95"/>
              </a:spcBef>
            </a:pPr>
            <a:r>
              <a:rPr sz="4000" spc="-30" dirty="0">
                <a:solidFill>
                  <a:srgbClr val="333333"/>
                </a:solidFill>
              </a:rPr>
              <a:t>四大核心能</a:t>
            </a:r>
            <a:r>
              <a:rPr sz="4000" spc="-50" dirty="0">
                <a:solidFill>
                  <a:srgbClr val="333333"/>
                </a:solidFill>
              </a:rPr>
              <a:t>力</a:t>
            </a:r>
            <a:endParaRPr sz="4000"/>
          </a:p>
        </p:txBody>
      </p:sp>
      <p:grpSp>
        <p:nvGrpSpPr>
          <p:cNvPr id="3" name="object 3"/>
          <p:cNvGrpSpPr/>
          <p:nvPr/>
        </p:nvGrpSpPr>
        <p:grpSpPr>
          <a:xfrm>
            <a:off x="398145" y="1435608"/>
            <a:ext cx="4211955" cy="2356485"/>
            <a:chOff x="398145" y="1435608"/>
            <a:chExt cx="4211955" cy="2356485"/>
          </a:xfrm>
        </p:grpSpPr>
        <p:sp>
          <p:nvSpPr>
            <p:cNvPr id="4" name="object 4"/>
            <p:cNvSpPr/>
            <p:nvPr/>
          </p:nvSpPr>
          <p:spPr>
            <a:xfrm>
              <a:off x="398145" y="1777365"/>
              <a:ext cx="4211955" cy="2014220"/>
            </a:xfrm>
            <a:custGeom>
              <a:avLst/>
              <a:gdLst/>
              <a:ahLst/>
              <a:cxnLst/>
              <a:rect l="l" t="t" r="r" b="b"/>
              <a:pathLst>
                <a:path w="4211955" h="2014220">
                  <a:moveTo>
                    <a:pt x="4211955" y="2014220"/>
                  </a:moveTo>
                  <a:lnTo>
                    <a:pt x="0" y="2014220"/>
                  </a:lnTo>
                  <a:lnTo>
                    <a:pt x="0" y="0"/>
                  </a:lnTo>
                  <a:lnTo>
                    <a:pt x="4211955" y="0"/>
                  </a:lnTo>
                  <a:lnTo>
                    <a:pt x="4211955" y="19050"/>
                  </a:lnTo>
                  <a:lnTo>
                    <a:pt x="38100" y="19050"/>
                  </a:lnTo>
                  <a:lnTo>
                    <a:pt x="19050" y="38100"/>
                  </a:lnTo>
                  <a:lnTo>
                    <a:pt x="38100" y="38100"/>
                  </a:lnTo>
                  <a:lnTo>
                    <a:pt x="38100" y="1976120"/>
                  </a:lnTo>
                  <a:lnTo>
                    <a:pt x="19050" y="1976120"/>
                  </a:lnTo>
                  <a:lnTo>
                    <a:pt x="38100" y="1995170"/>
                  </a:lnTo>
                  <a:lnTo>
                    <a:pt x="4211955" y="1995170"/>
                  </a:lnTo>
                  <a:lnTo>
                    <a:pt x="4211955" y="2014220"/>
                  </a:lnTo>
                  <a:close/>
                </a:path>
                <a:path w="4211955" h="2014220">
                  <a:moveTo>
                    <a:pt x="38100" y="38100"/>
                  </a:moveTo>
                  <a:lnTo>
                    <a:pt x="19050" y="38100"/>
                  </a:lnTo>
                  <a:lnTo>
                    <a:pt x="38100" y="19050"/>
                  </a:lnTo>
                  <a:lnTo>
                    <a:pt x="38100" y="38100"/>
                  </a:lnTo>
                  <a:close/>
                </a:path>
                <a:path w="4211955" h="2014220">
                  <a:moveTo>
                    <a:pt x="4173854" y="38100"/>
                  </a:moveTo>
                  <a:lnTo>
                    <a:pt x="38100" y="38100"/>
                  </a:lnTo>
                  <a:lnTo>
                    <a:pt x="38100" y="19050"/>
                  </a:lnTo>
                  <a:lnTo>
                    <a:pt x="4173854" y="19050"/>
                  </a:lnTo>
                  <a:lnTo>
                    <a:pt x="4173854" y="38100"/>
                  </a:lnTo>
                  <a:close/>
                </a:path>
                <a:path w="4211955" h="2014220">
                  <a:moveTo>
                    <a:pt x="4173854" y="1995170"/>
                  </a:moveTo>
                  <a:lnTo>
                    <a:pt x="4173854" y="19050"/>
                  </a:lnTo>
                  <a:lnTo>
                    <a:pt x="4192904" y="38100"/>
                  </a:lnTo>
                  <a:lnTo>
                    <a:pt x="4211955" y="38100"/>
                  </a:lnTo>
                  <a:lnTo>
                    <a:pt x="4211955" y="1976120"/>
                  </a:lnTo>
                  <a:lnTo>
                    <a:pt x="4192904" y="1976120"/>
                  </a:lnTo>
                  <a:lnTo>
                    <a:pt x="4173854" y="1995170"/>
                  </a:lnTo>
                  <a:close/>
                </a:path>
                <a:path w="4211955" h="2014220">
                  <a:moveTo>
                    <a:pt x="4211955" y="38100"/>
                  </a:moveTo>
                  <a:lnTo>
                    <a:pt x="4192904" y="38100"/>
                  </a:lnTo>
                  <a:lnTo>
                    <a:pt x="4173854" y="19050"/>
                  </a:lnTo>
                  <a:lnTo>
                    <a:pt x="4211955" y="19050"/>
                  </a:lnTo>
                  <a:lnTo>
                    <a:pt x="4211955" y="38100"/>
                  </a:lnTo>
                  <a:close/>
                </a:path>
                <a:path w="4211955" h="2014220">
                  <a:moveTo>
                    <a:pt x="38100" y="1995170"/>
                  </a:moveTo>
                  <a:lnTo>
                    <a:pt x="19050" y="1976120"/>
                  </a:lnTo>
                  <a:lnTo>
                    <a:pt x="38100" y="1976120"/>
                  </a:lnTo>
                  <a:lnTo>
                    <a:pt x="38100" y="1995170"/>
                  </a:lnTo>
                  <a:close/>
                </a:path>
                <a:path w="4211955" h="2014220">
                  <a:moveTo>
                    <a:pt x="4173854" y="1995170"/>
                  </a:moveTo>
                  <a:lnTo>
                    <a:pt x="38100" y="1995170"/>
                  </a:lnTo>
                  <a:lnTo>
                    <a:pt x="38100" y="1976120"/>
                  </a:lnTo>
                  <a:lnTo>
                    <a:pt x="4173854" y="1976120"/>
                  </a:lnTo>
                  <a:lnTo>
                    <a:pt x="4173854" y="1995170"/>
                  </a:lnTo>
                  <a:close/>
                </a:path>
                <a:path w="4211955" h="2014220">
                  <a:moveTo>
                    <a:pt x="4211955" y="1995170"/>
                  </a:moveTo>
                  <a:lnTo>
                    <a:pt x="4173854" y="1995170"/>
                  </a:lnTo>
                  <a:lnTo>
                    <a:pt x="4192904" y="1976120"/>
                  </a:lnTo>
                  <a:lnTo>
                    <a:pt x="4211955" y="1976120"/>
                  </a:lnTo>
                  <a:lnTo>
                    <a:pt x="4211955" y="1995170"/>
                  </a:lnTo>
                  <a:close/>
                </a:path>
              </a:pathLst>
            </a:custGeom>
            <a:solidFill>
              <a:srgbClr val="DFEAF9"/>
            </a:solidFill>
          </p:spPr>
          <p:txBody>
            <a:bodyPr wrap="square" lIns="0" tIns="0" rIns="0" bIns="0" rtlCol="0"/>
            <a:lstStyle/>
            <a:p>
              <a:endParaRPr/>
            </a:p>
          </p:txBody>
        </p:sp>
        <p:sp>
          <p:nvSpPr>
            <p:cNvPr id="5" name="object 5"/>
            <p:cNvSpPr/>
            <p:nvPr/>
          </p:nvSpPr>
          <p:spPr>
            <a:xfrm>
              <a:off x="406908" y="1435608"/>
              <a:ext cx="2115820" cy="428625"/>
            </a:xfrm>
            <a:custGeom>
              <a:avLst/>
              <a:gdLst/>
              <a:ahLst/>
              <a:cxnLst/>
              <a:rect l="l" t="t" r="r" b="b"/>
              <a:pathLst>
                <a:path w="2115820" h="428625">
                  <a:moveTo>
                    <a:pt x="2045208" y="428243"/>
                  </a:moveTo>
                  <a:lnTo>
                    <a:pt x="71628" y="428243"/>
                  </a:lnTo>
                  <a:lnTo>
                    <a:pt x="43742" y="422211"/>
                  </a:lnTo>
                  <a:lnTo>
                    <a:pt x="21007" y="406760"/>
                  </a:lnTo>
                  <a:lnTo>
                    <a:pt x="5675" y="384143"/>
                  </a:lnTo>
                  <a:lnTo>
                    <a:pt x="0" y="356615"/>
                  </a:lnTo>
                  <a:lnTo>
                    <a:pt x="0" y="71627"/>
                  </a:lnTo>
                  <a:lnTo>
                    <a:pt x="5675" y="43742"/>
                  </a:lnTo>
                  <a:lnTo>
                    <a:pt x="21007" y="21007"/>
                  </a:lnTo>
                  <a:lnTo>
                    <a:pt x="43742" y="5675"/>
                  </a:lnTo>
                  <a:lnTo>
                    <a:pt x="71628" y="0"/>
                  </a:lnTo>
                  <a:lnTo>
                    <a:pt x="2045208" y="0"/>
                  </a:lnTo>
                  <a:lnTo>
                    <a:pt x="2072640" y="5675"/>
                  </a:lnTo>
                  <a:lnTo>
                    <a:pt x="2095066" y="21007"/>
                  </a:lnTo>
                  <a:lnTo>
                    <a:pt x="2110089" y="43742"/>
                  </a:lnTo>
                  <a:lnTo>
                    <a:pt x="2115312" y="71627"/>
                  </a:lnTo>
                  <a:lnTo>
                    <a:pt x="2115312" y="356615"/>
                  </a:lnTo>
                  <a:lnTo>
                    <a:pt x="2110089" y="384143"/>
                  </a:lnTo>
                  <a:lnTo>
                    <a:pt x="2095066" y="406760"/>
                  </a:lnTo>
                  <a:lnTo>
                    <a:pt x="2072640" y="422211"/>
                  </a:lnTo>
                  <a:lnTo>
                    <a:pt x="2045208" y="428243"/>
                  </a:lnTo>
                  <a:close/>
                </a:path>
              </a:pathLst>
            </a:custGeom>
            <a:solidFill>
              <a:srgbClr val="0A80DF"/>
            </a:solidFill>
          </p:spPr>
          <p:txBody>
            <a:bodyPr wrap="square" lIns="0" tIns="0" rIns="0" bIns="0" rtlCol="0"/>
            <a:lstStyle/>
            <a:p>
              <a:endParaRPr/>
            </a:p>
          </p:txBody>
        </p:sp>
      </p:grpSp>
      <p:sp>
        <p:nvSpPr>
          <p:cNvPr id="6" name="object 6"/>
          <p:cNvSpPr/>
          <p:nvPr/>
        </p:nvSpPr>
        <p:spPr>
          <a:xfrm>
            <a:off x="4821555" y="1777364"/>
            <a:ext cx="4211955" cy="2014220"/>
          </a:xfrm>
          <a:custGeom>
            <a:avLst/>
            <a:gdLst/>
            <a:ahLst/>
            <a:cxnLst/>
            <a:rect l="l" t="t" r="r" b="b"/>
            <a:pathLst>
              <a:path w="4211955" h="2014220">
                <a:moveTo>
                  <a:pt x="4211955" y="0"/>
                </a:moveTo>
                <a:lnTo>
                  <a:pt x="0" y="0"/>
                </a:lnTo>
                <a:lnTo>
                  <a:pt x="0" y="2014220"/>
                </a:lnTo>
                <a:lnTo>
                  <a:pt x="4211955" y="2014220"/>
                </a:lnTo>
                <a:lnTo>
                  <a:pt x="4211955" y="1995170"/>
                </a:lnTo>
                <a:lnTo>
                  <a:pt x="4211955" y="1976120"/>
                </a:lnTo>
                <a:lnTo>
                  <a:pt x="4211955" y="38100"/>
                </a:lnTo>
                <a:lnTo>
                  <a:pt x="4211955" y="19050"/>
                </a:lnTo>
                <a:lnTo>
                  <a:pt x="4211955" y="0"/>
                </a:lnTo>
                <a:close/>
              </a:path>
            </a:pathLst>
          </a:custGeom>
          <a:solidFill>
            <a:srgbClr val="DFEAF9"/>
          </a:solidFill>
        </p:spPr>
        <p:txBody>
          <a:bodyPr wrap="square" lIns="0" tIns="0" rIns="0" bIns="0" rtlCol="0"/>
          <a:lstStyle/>
          <a:p>
            <a:endParaRPr/>
          </a:p>
        </p:txBody>
      </p:sp>
      <p:sp>
        <p:nvSpPr>
          <p:cNvPr id="7" name="object 7"/>
          <p:cNvSpPr txBox="1"/>
          <p:nvPr/>
        </p:nvSpPr>
        <p:spPr>
          <a:xfrm>
            <a:off x="4919345" y="1941067"/>
            <a:ext cx="3852545" cy="1633220"/>
          </a:xfrm>
          <a:prstGeom prst="rect">
            <a:avLst/>
          </a:prstGeom>
        </p:spPr>
        <p:txBody>
          <a:bodyPr vert="horz" wrap="square" lIns="0" tIns="36830" rIns="0" bIns="0" rtlCol="0">
            <a:spAutoFit/>
          </a:bodyPr>
          <a:lstStyle/>
          <a:p>
            <a:pPr marL="140335" indent="-127635">
              <a:lnSpc>
                <a:spcPct val="100000"/>
              </a:lnSpc>
              <a:spcBef>
                <a:spcPts val="290"/>
              </a:spcBef>
              <a:buFont typeface="Arial"/>
              <a:buChar char="•"/>
              <a:tabLst>
                <a:tab pos="140335" algn="l"/>
              </a:tabLst>
            </a:pPr>
            <a:r>
              <a:rPr sz="1600" spc="-25" dirty="0">
                <a:latin typeface="宋体"/>
                <a:cs typeface="宋体"/>
              </a:rPr>
              <a:t>跨域翻译：转化领域知识</a:t>
            </a:r>
            <a:endParaRPr sz="1600">
              <a:latin typeface="宋体"/>
              <a:cs typeface="宋体"/>
            </a:endParaRPr>
          </a:p>
          <a:p>
            <a:pPr marL="140335" indent="-127635">
              <a:lnSpc>
                <a:spcPct val="100000"/>
              </a:lnSpc>
              <a:spcBef>
                <a:spcPts val="190"/>
              </a:spcBef>
              <a:buFont typeface="Arial"/>
              <a:buChar char="•"/>
              <a:tabLst>
                <a:tab pos="140335" algn="l"/>
              </a:tabLst>
            </a:pPr>
            <a:r>
              <a:rPr sz="1600" spc="-25" dirty="0">
                <a:latin typeface="宋体"/>
                <a:cs typeface="宋体"/>
              </a:rPr>
              <a:t>创意重组：重构工作方法</a:t>
            </a:r>
            <a:endParaRPr sz="1600">
              <a:latin typeface="宋体"/>
              <a:cs typeface="宋体"/>
            </a:endParaRPr>
          </a:p>
          <a:p>
            <a:pPr marL="140335" indent="-127635">
              <a:lnSpc>
                <a:spcPct val="100000"/>
              </a:lnSpc>
              <a:spcBef>
                <a:spcPts val="190"/>
              </a:spcBef>
              <a:buFont typeface="Arial"/>
              <a:buChar char="•"/>
              <a:tabLst>
                <a:tab pos="140335" algn="l"/>
              </a:tabLst>
            </a:pPr>
            <a:r>
              <a:rPr sz="1600" spc="-25" dirty="0">
                <a:latin typeface="宋体"/>
                <a:cs typeface="宋体"/>
              </a:rPr>
              <a:t>资源编排：优化人机协同</a:t>
            </a:r>
            <a:endParaRPr sz="1600">
              <a:latin typeface="宋体"/>
              <a:cs typeface="宋体"/>
            </a:endParaRPr>
          </a:p>
          <a:p>
            <a:pPr marL="140335" indent="-127635">
              <a:lnSpc>
                <a:spcPct val="100000"/>
              </a:lnSpc>
              <a:spcBef>
                <a:spcPts val="190"/>
              </a:spcBef>
              <a:buFont typeface="Arial"/>
              <a:buChar char="•"/>
              <a:tabLst>
                <a:tab pos="140335" algn="l"/>
              </a:tabLst>
            </a:pPr>
            <a:r>
              <a:rPr sz="1600" spc="-25" dirty="0">
                <a:latin typeface="宋体"/>
                <a:cs typeface="宋体"/>
              </a:rPr>
              <a:t>知识融合：整合新旧知识</a:t>
            </a:r>
            <a:endParaRPr sz="1600">
              <a:latin typeface="宋体"/>
              <a:cs typeface="宋体"/>
            </a:endParaRPr>
          </a:p>
          <a:p>
            <a:pPr marL="12700" marR="5080">
              <a:lnSpc>
                <a:spcPct val="109900"/>
              </a:lnSpc>
            </a:pPr>
            <a:r>
              <a:rPr sz="1600" spc="-20" dirty="0">
                <a:latin typeface="宋体"/>
                <a:cs typeface="宋体"/>
              </a:rPr>
              <a:t>核心观点：融合人机优势，创造</a:t>
            </a:r>
            <a:r>
              <a:rPr sz="1600" spc="-10" dirty="0">
                <a:latin typeface="Arial"/>
                <a:cs typeface="Arial"/>
              </a:rPr>
              <a:t>1+1&gt;2</a:t>
            </a:r>
            <a:r>
              <a:rPr sz="1600" spc="-20" dirty="0">
                <a:latin typeface="宋体"/>
                <a:cs typeface="宋体"/>
              </a:rPr>
              <a:t>的</a:t>
            </a:r>
            <a:r>
              <a:rPr sz="1600" spc="-50" dirty="0">
                <a:latin typeface="宋体"/>
                <a:cs typeface="宋体"/>
              </a:rPr>
              <a:t>价值</a:t>
            </a:r>
            <a:endParaRPr sz="1600">
              <a:latin typeface="宋体"/>
              <a:cs typeface="宋体"/>
            </a:endParaRPr>
          </a:p>
        </p:txBody>
      </p:sp>
      <p:sp>
        <p:nvSpPr>
          <p:cNvPr id="8" name="object 8"/>
          <p:cNvSpPr/>
          <p:nvPr/>
        </p:nvSpPr>
        <p:spPr>
          <a:xfrm>
            <a:off x="4840223" y="1435608"/>
            <a:ext cx="2117090" cy="428625"/>
          </a:xfrm>
          <a:custGeom>
            <a:avLst/>
            <a:gdLst/>
            <a:ahLst/>
            <a:cxnLst/>
            <a:rect l="l" t="t" r="r" b="b"/>
            <a:pathLst>
              <a:path w="2117090" h="428625">
                <a:moveTo>
                  <a:pt x="2045207" y="428243"/>
                </a:moveTo>
                <a:lnTo>
                  <a:pt x="71627" y="428243"/>
                </a:lnTo>
                <a:lnTo>
                  <a:pt x="43885" y="422211"/>
                </a:lnTo>
                <a:lnTo>
                  <a:pt x="21197" y="406760"/>
                </a:lnTo>
                <a:lnTo>
                  <a:pt x="5817" y="384143"/>
                </a:lnTo>
                <a:lnTo>
                  <a:pt x="0" y="356615"/>
                </a:lnTo>
                <a:lnTo>
                  <a:pt x="0" y="71627"/>
                </a:lnTo>
                <a:lnTo>
                  <a:pt x="5817" y="43742"/>
                </a:lnTo>
                <a:lnTo>
                  <a:pt x="21197" y="21007"/>
                </a:lnTo>
                <a:lnTo>
                  <a:pt x="43885" y="5675"/>
                </a:lnTo>
                <a:lnTo>
                  <a:pt x="71627" y="0"/>
                </a:lnTo>
                <a:lnTo>
                  <a:pt x="2045207" y="0"/>
                </a:lnTo>
                <a:lnTo>
                  <a:pt x="2072807" y="5675"/>
                </a:lnTo>
                <a:lnTo>
                  <a:pt x="2095447" y="21007"/>
                </a:lnTo>
                <a:lnTo>
                  <a:pt x="2110875" y="43742"/>
                </a:lnTo>
                <a:lnTo>
                  <a:pt x="2116835" y="71627"/>
                </a:lnTo>
                <a:lnTo>
                  <a:pt x="2116835" y="356615"/>
                </a:lnTo>
                <a:lnTo>
                  <a:pt x="2110875" y="384143"/>
                </a:lnTo>
                <a:lnTo>
                  <a:pt x="2095447" y="406760"/>
                </a:lnTo>
                <a:lnTo>
                  <a:pt x="2072807" y="422211"/>
                </a:lnTo>
                <a:lnTo>
                  <a:pt x="2045207" y="428243"/>
                </a:lnTo>
                <a:close/>
              </a:path>
            </a:pathLst>
          </a:custGeom>
          <a:solidFill>
            <a:srgbClr val="0A80DF"/>
          </a:solidFill>
        </p:spPr>
        <p:txBody>
          <a:bodyPr wrap="square" lIns="0" tIns="0" rIns="0" bIns="0" rtlCol="0"/>
          <a:lstStyle/>
          <a:p>
            <a:endParaRPr/>
          </a:p>
        </p:txBody>
      </p:sp>
      <p:sp>
        <p:nvSpPr>
          <p:cNvPr id="9" name="object 9"/>
          <p:cNvSpPr txBox="1"/>
          <p:nvPr/>
        </p:nvSpPr>
        <p:spPr>
          <a:xfrm>
            <a:off x="5541555" y="1501686"/>
            <a:ext cx="712470" cy="299720"/>
          </a:xfrm>
          <a:prstGeom prst="rect">
            <a:avLst/>
          </a:prstGeom>
        </p:spPr>
        <p:txBody>
          <a:bodyPr vert="horz" wrap="square" lIns="0" tIns="12700" rIns="0" bIns="0" rtlCol="0">
            <a:spAutoFit/>
          </a:bodyPr>
          <a:lstStyle/>
          <a:p>
            <a:pPr marL="12700">
              <a:lnSpc>
                <a:spcPct val="100000"/>
              </a:lnSpc>
              <a:spcBef>
                <a:spcPts val="100"/>
              </a:spcBef>
            </a:pPr>
            <a:r>
              <a:rPr sz="1800" b="1" spc="-20" dirty="0">
                <a:solidFill>
                  <a:srgbClr val="FFFFFF"/>
                </a:solidFill>
                <a:latin typeface="Microsoft JhengHei"/>
                <a:cs typeface="Microsoft JhengHei"/>
              </a:rPr>
              <a:t>整合力</a:t>
            </a:r>
            <a:endParaRPr sz="1800">
              <a:latin typeface="Microsoft JhengHei"/>
              <a:cs typeface="Microsoft JhengHei"/>
            </a:endParaRPr>
          </a:p>
        </p:txBody>
      </p:sp>
      <p:grpSp>
        <p:nvGrpSpPr>
          <p:cNvPr id="10" name="object 10"/>
          <p:cNvGrpSpPr/>
          <p:nvPr/>
        </p:nvGrpSpPr>
        <p:grpSpPr>
          <a:xfrm>
            <a:off x="412115" y="3942588"/>
            <a:ext cx="4211955" cy="2355215"/>
            <a:chOff x="412115" y="3942588"/>
            <a:chExt cx="4211955" cy="2355215"/>
          </a:xfrm>
        </p:grpSpPr>
        <p:sp>
          <p:nvSpPr>
            <p:cNvPr id="11" name="object 11"/>
            <p:cNvSpPr/>
            <p:nvPr/>
          </p:nvSpPr>
          <p:spPr>
            <a:xfrm>
              <a:off x="412115" y="4283710"/>
              <a:ext cx="4211955" cy="2013585"/>
            </a:xfrm>
            <a:custGeom>
              <a:avLst/>
              <a:gdLst/>
              <a:ahLst/>
              <a:cxnLst/>
              <a:rect l="l" t="t" r="r" b="b"/>
              <a:pathLst>
                <a:path w="4211955" h="2013585">
                  <a:moveTo>
                    <a:pt x="4211955" y="2013585"/>
                  </a:moveTo>
                  <a:lnTo>
                    <a:pt x="0" y="2013585"/>
                  </a:lnTo>
                  <a:lnTo>
                    <a:pt x="0" y="0"/>
                  </a:lnTo>
                  <a:lnTo>
                    <a:pt x="4211955" y="0"/>
                  </a:lnTo>
                  <a:lnTo>
                    <a:pt x="4211955" y="19050"/>
                  </a:lnTo>
                  <a:lnTo>
                    <a:pt x="38100" y="19050"/>
                  </a:lnTo>
                  <a:lnTo>
                    <a:pt x="19050" y="38100"/>
                  </a:lnTo>
                  <a:lnTo>
                    <a:pt x="38100" y="38100"/>
                  </a:lnTo>
                  <a:lnTo>
                    <a:pt x="38100" y="1975485"/>
                  </a:lnTo>
                  <a:lnTo>
                    <a:pt x="19050" y="1975485"/>
                  </a:lnTo>
                  <a:lnTo>
                    <a:pt x="38100" y="1994535"/>
                  </a:lnTo>
                  <a:lnTo>
                    <a:pt x="4211955" y="1994535"/>
                  </a:lnTo>
                  <a:lnTo>
                    <a:pt x="4211955" y="2013585"/>
                  </a:lnTo>
                  <a:close/>
                </a:path>
                <a:path w="4211955" h="2013585">
                  <a:moveTo>
                    <a:pt x="38100" y="38100"/>
                  </a:moveTo>
                  <a:lnTo>
                    <a:pt x="19050" y="38100"/>
                  </a:lnTo>
                  <a:lnTo>
                    <a:pt x="38100" y="19050"/>
                  </a:lnTo>
                  <a:lnTo>
                    <a:pt x="38100" y="38100"/>
                  </a:lnTo>
                  <a:close/>
                </a:path>
                <a:path w="4211955" h="2013585">
                  <a:moveTo>
                    <a:pt x="4173855" y="38100"/>
                  </a:moveTo>
                  <a:lnTo>
                    <a:pt x="38100" y="38100"/>
                  </a:lnTo>
                  <a:lnTo>
                    <a:pt x="38100" y="19050"/>
                  </a:lnTo>
                  <a:lnTo>
                    <a:pt x="4173855" y="19050"/>
                  </a:lnTo>
                  <a:lnTo>
                    <a:pt x="4173855" y="38100"/>
                  </a:lnTo>
                  <a:close/>
                </a:path>
                <a:path w="4211955" h="2013585">
                  <a:moveTo>
                    <a:pt x="4173855" y="1994535"/>
                  </a:moveTo>
                  <a:lnTo>
                    <a:pt x="4173855" y="19050"/>
                  </a:lnTo>
                  <a:lnTo>
                    <a:pt x="4192905" y="38100"/>
                  </a:lnTo>
                  <a:lnTo>
                    <a:pt x="4211955" y="38100"/>
                  </a:lnTo>
                  <a:lnTo>
                    <a:pt x="4211955" y="1975485"/>
                  </a:lnTo>
                  <a:lnTo>
                    <a:pt x="4192905" y="1975485"/>
                  </a:lnTo>
                  <a:lnTo>
                    <a:pt x="4173855" y="1994535"/>
                  </a:lnTo>
                  <a:close/>
                </a:path>
                <a:path w="4211955" h="2013585">
                  <a:moveTo>
                    <a:pt x="4211955" y="38100"/>
                  </a:moveTo>
                  <a:lnTo>
                    <a:pt x="4192905" y="38100"/>
                  </a:lnTo>
                  <a:lnTo>
                    <a:pt x="4173855" y="19050"/>
                  </a:lnTo>
                  <a:lnTo>
                    <a:pt x="4211955" y="19050"/>
                  </a:lnTo>
                  <a:lnTo>
                    <a:pt x="4211955" y="38100"/>
                  </a:lnTo>
                  <a:close/>
                </a:path>
                <a:path w="4211955" h="2013585">
                  <a:moveTo>
                    <a:pt x="38100" y="1994535"/>
                  </a:moveTo>
                  <a:lnTo>
                    <a:pt x="19050" y="1975485"/>
                  </a:lnTo>
                  <a:lnTo>
                    <a:pt x="38100" y="1975485"/>
                  </a:lnTo>
                  <a:lnTo>
                    <a:pt x="38100" y="1994535"/>
                  </a:lnTo>
                  <a:close/>
                </a:path>
                <a:path w="4211955" h="2013585">
                  <a:moveTo>
                    <a:pt x="4173855" y="1994535"/>
                  </a:moveTo>
                  <a:lnTo>
                    <a:pt x="38100" y="1994535"/>
                  </a:lnTo>
                  <a:lnTo>
                    <a:pt x="38100" y="1975485"/>
                  </a:lnTo>
                  <a:lnTo>
                    <a:pt x="4173855" y="1975485"/>
                  </a:lnTo>
                  <a:lnTo>
                    <a:pt x="4173855" y="1994535"/>
                  </a:lnTo>
                  <a:close/>
                </a:path>
                <a:path w="4211955" h="2013585">
                  <a:moveTo>
                    <a:pt x="4211955" y="1994535"/>
                  </a:moveTo>
                  <a:lnTo>
                    <a:pt x="4173855" y="1994535"/>
                  </a:lnTo>
                  <a:lnTo>
                    <a:pt x="4192905" y="1975485"/>
                  </a:lnTo>
                  <a:lnTo>
                    <a:pt x="4211955" y="1975485"/>
                  </a:lnTo>
                  <a:lnTo>
                    <a:pt x="4211955" y="1994535"/>
                  </a:lnTo>
                  <a:close/>
                </a:path>
              </a:pathLst>
            </a:custGeom>
            <a:solidFill>
              <a:srgbClr val="DFEAF9"/>
            </a:solidFill>
          </p:spPr>
          <p:txBody>
            <a:bodyPr wrap="square" lIns="0" tIns="0" rIns="0" bIns="0" rtlCol="0"/>
            <a:lstStyle/>
            <a:p>
              <a:endParaRPr/>
            </a:p>
          </p:txBody>
        </p:sp>
        <p:sp>
          <p:nvSpPr>
            <p:cNvPr id="12" name="object 12"/>
            <p:cNvSpPr/>
            <p:nvPr/>
          </p:nvSpPr>
          <p:spPr>
            <a:xfrm>
              <a:off x="420624" y="3942588"/>
              <a:ext cx="2117090" cy="426720"/>
            </a:xfrm>
            <a:custGeom>
              <a:avLst/>
              <a:gdLst/>
              <a:ahLst/>
              <a:cxnLst/>
              <a:rect l="l" t="t" r="r" b="b"/>
              <a:pathLst>
                <a:path w="2117090" h="426720">
                  <a:moveTo>
                    <a:pt x="2045208" y="426720"/>
                  </a:moveTo>
                  <a:lnTo>
                    <a:pt x="71628" y="426720"/>
                  </a:lnTo>
                  <a:lnTo>
                    <a:pt x="43885" y="421187"/>
                  </a:lnTo>
                  <a:lnTo>
                    <a:pt x="21197" y="405903"/>
                  </a:lnTo>
                  <a:lnTo>
                    <a:pt x="5817" y="383119"/>
                  </a:lnTo>
                  <a:lnTo>
                    <a:pt x="0" y="355091"/>
                  </a:lnTo>
                  <a:lnTo>
                    <a:pt x="0" y="70103"/>
                  </a:lnTo>
                  <a:lnTo>
                    <a:pt x="5817" y="42742"/>
                  </a:lnTo>
                  <a:lnTo>
                    <a:pt x="21197" y="20340"/>
                  </a:lnTo>
                  <a:lnTo>
                    <a:pt x="43885" y="5294"/>
                  </a:lnTo>
                  <a:lnTo>
                    <a:pt x="71628" y="0"/>
                  </a:lnTo>
                  <a:lnTo>
                    <a:pt x="2045208" y="0"/>
                  </a:lnTo>
                  <a:lnTo>
                    <a:pt x="2072807" y="5294"/>
                  </a:lnTo>
                  <a:lnTo>
                    <a:pt x="2095447" y="20340"/>
                  </a:lnTo>
                  <a:lnTo>
                    <a:pt x="2110875" y="42742"/>
                  </a:lnTo>
                  <a:lnTo>
                    <a:pt x="2116836" y="70103"/>
                  </a:lnTo>
                  <a:lnTo>
                    <a:pt x="2116836" y="355091"/>
                  </a:lnTo>
                  <a:lnTo>
                    <a:pt x="2110875" y="383119"/>
                  </a:lnTo>
                  <a:lnTo>
                    <a:pt x="2095447" y="405903"/>
                  </a:lnTo>
                  <a:lnTo>
                    <a:pt x="2072807" y="421187"/>
                  </a:lnTo>
                  <a:lnTo>
                    <a:pt x="2045208" y="426720"/>
                  </a:lnTo>
                  <a:close/>
                </a:path>
              </a:pathLst>
            </a:custGeom>
            <a:solidFill>
              <a:srgbClr val="0A80DF"/>
            </a:solidFill>
          </p:spPr>
          <p:txBody>
            <a:bodyPr wrap="square" lIns="0" tIns="0" rIns="0" bIns="0" rtlCol="0"/>
            <a:lstStyle/>
            <a:p>
              <a:endParaRPr/>
            </a:p>
          </p:txBody>
        </p:sp>
      </p:grpSp>
      <p:sp>
        <p:nvSpPr>
          <p:cNvPr id="13" name="object 13"/>
          <p:cNvSpPr txBox="1">
            <a:spLocks noGrp="1"/>
          </p:cNvSpPr>
          <p:nvPr>
            <p:ph sz="half" idx="2"/>
          </p:nvPr>
        </p:nvSpPr>
        <p:spPr>
          <a:prstGeom prst="rect">
            <a:avLst/>
          </a:prstGeom>
        </p:spPr>
        <p:txBody>
          <a:bodyPr vert="horz" wrap="square" lIns="0" tIns="12700" rIns="0" bIns="0" rtlCol="0">
            <a:spAutoFit/>
          </a:bodyPr>
          <a:lstStyle/>
          <a:p>
            <a:pPr marL="628650">
              <a:lnSpc>
                <a:spcPct val="100000"/>
              </a:lnSpc>
              <a:spcBef>
                <a:spcPts val="100"/>
              </a:spcBef>
            </a:pPr>
            <a:r>
              <a:rPr spc="-70" dirty="0"/>
              <a:t>AI</a:t>
            </a:r>
            <a:r>
              <a:rPr spc="-25" dirty="0"/>
              <a:t>思维</a:t>
            </a:r>
          </a:p>
          <a:p>
            <a:pPr marL="140335" indent="-127635">
              <a:lnSpc>
                <a:spcPct val="100000"/>
              </a:lnSpc>
              <a:spcBef>
                <a:spcPts val="1490"/>
              </a:spcBef>
              <a:buFont typeface="Arial"/>
              <a:buChar char="•"/>
              <a:tabLst>
                <a:tab pos="140335" algn="l"/>
              </a:tabLst>
            </a:pPr>
            <a:r>
              <a:rPr sz="1600" b="0" spc="-20" dirty="0">
                <a:solidFill>
                  <a:srgbClr val="000000"/>
                </a:solidFill>
                <a:latin typeface="宋体"/>
                <a:cs typeface="宋体"/>
              </a:rPr>
              <a:t>算法思维：理解</a:t>
            </a:r>
            <a:r>
              <a:rPr sz="1600" b="0" spc="-10" dirty="0">
                <a:solidFill>
                  <a:srgbClr val="000000"/>
                </a:solidFill>
                <a:latin typeface="Arial"/>
                <a:cs typeface="Arial"/>
              </a:rPr>
              <a:t>AI</a:t>
            </a:r>
            <a:r>
              <a:rPr sz="1600" b="0" spc="-30" dirty="0">
                <a:solidFill>
                  <a:srgbClr val="000000"/>
                </a:solidFill>
                <a:latin typeface="宋体"/>
                <a:cs typeface="宋体"/>
              </a:rPr>
              <a:t>决策逻辑</a:t>
            </a:r>
            <a:endParaRPr sz="1600">
              <a:latin typeface="宋体"/>
              <a:cs typeface="宋体"/>
            </a:endParaRPr>
          </a:p>
          <a:p>
            <a:pPr marL="140335" indent="-127635">
              <a:lnSpc>
                <a:spcPct val="100000"/>
              </a:lnSpc>
              <a:spcBef>
                <a:spcPts val="190"/>
              </a:spcBef>
              <a:buFont typeface="Arial"/>
              <a:buChar char="•"/>
              <a:tabLst>
                <a:tab pos="140335" algn="l"/>
              </a:tabLst>
            </a:pPr>
            <a:r>
              <a:rPr sz="1600" b="0" spc="-25" dirty="0">
                <a:solidFill>
                  <a:srgbClr val="000000"/>
                </a:solidFill>
                <a:latin typeface="宋体"/>
                <a:cs typeface="宋体"/>
              </a:rPr>
              <a:t>数据洞察：数据驱动分析能力</a:t>
            </a:r>
            <a:endParaRPr sz="1600">
              <a:latin typeface="宋体"/>
              <a:cs typeface="宋体"/>
            </a:endParaRPr>
          </a:p>
          <a:p>
            <a:pPr marL="140335" indent="-127635">
              <a:lnSpc>
                <a:spcPct val="100000"/>
              </a:lnSpc>
              <a:spcBef>
                <a:spcPts val="190"/>
              </a:spcBef>
              <a:buFont typeface="Arial"/>
              <a:buChar char="•"/>
              <a:tabLst>
                <a:tab pos="140335" algn="l"/>
              </a:tabLst>
            </a:pPr>
            <a:r>
              <a:rPr sz="1600" b="0" spc="-20" dirty="0">
                <a:solidFill>
                  <a:srgbClr val="000000"/>
                </a:solidFill>
                <a:latin typeface="宋体"/>
                <a:cs typeface="宋体"/>
              </a:rPr>
              <a:t>边界认知：把握</a:t>
            </a:r>
            <a:r>
              <a:rPr sz="1600" b="0" spc="-10" dirty="0">
                <a:solidFill>
                  <a:srgbClr val="000000"/>
                </a:solidFill>
                <a:latin typeface="Arial"/>
                <a:cs typeface="Arial"/>
              </a:rPr>
              <a:t>AI</a:t>
            </a:r>
            <a:r>
              <a:rPr sz="1600" b="0" spc="-30" dirty="0">
                <a:solidFill>
                  <a:srgbClr val="000000"/>
                </a:solidFill>
                <a:latin typeface="宋体"/>
                <a:cs typeface="宋体"/>
              </a:rPr>
              <a:t>能力边界</a:t>
            </a:r>
            <a:endParaRPr sz="1600">
              <a:latin typeface="宋体"/>
              <a:cs typeface="宋体"/>
            </a:endParaRPr>
          </a:p>
          <a:p>
            <a:pPr marL="140335" indent="-127635">
              <a:lnSpc>
                <a:spcPct val="100000"/>
              </a:lnSpc>
              <a:spcBef>
                <a:spcPts val="190"/>
              </a:spcBef>
              <a:buFont typeface="Arial"/>
              <a:buChar char="•"/>
              <a:tabLst>
                <a:tab pos="140335" algn="l"/>
              </a:tabLst>
            </a:pPr>
            <a:r>
              <a:rPr sz="1600" b="0" spc="-25" dirty="0">
                <a:solidFill>
                  <a:srgbClr val="000000"/>
                </a:solidFill>
                <a:latin typeface="宋体"/>
                <a:cs typeface="宋体"/>
              </a:rPr>
              <a:t>协同意识：建立人机协作模型</a:t>
            </a:r>
            <a:endParaRPr sz="1600">
              <a:latin typeface="宋体"/>
              <a:cs typeface="宋体"/>
            </a:endParaRPr>
          </a:p>
          <a:p>
            <a:pPr marL="12700" marR="19050">
              <a:lnSpc>
                <a:spcPct val="109900"/>
              </a:lnSpc>
            </a:pPr>
            <a:r>
              <a:rPr sz="1600" b="0" spc="-20" dirty="0">
                <a:solidFill>
                  <a:srgbClr val="000000"/>
                </a:solidFill>
                <a:latin typeface="宋体"/>
                <a:cs typeface="宋体"/>
              </a:rPr>
              <a:t>核心观点：掌握</a:t>
            </a:r>
            <a:r>
              <a:rPr sz="1600" b="0" spc="-10" dirty="0">
                <a:solidFill>
                  <a:srgbClr val="000000"/>
                </a:solidFill>
                <a:latin typeface="Arial"/>
                <a:cs typeface="Arial"/>
              </a:rPr>
              <a:t>AI</a:t>
            </a:r>
            <a:r>
              <a:rPr sz="1600" b="0" spc="-20" dirty="0">
                <a:solidFill>
                  <a:srgbClr val="000000"/>
                </a:solidFill>
                <a:latin typeface="宋体"/>
                <a:cs typeface="宋体"/>
              </a:rPr>
              <a:t>思维模式，建立人机协</a:t>
            </a:r>
            <a:r>
              <a:rPr sz="1600" b="0" spc="-50" dirty="0">
                <a:solidFill>
                  <a:srgbClr val="000000"/>
                </a:solidFill>
                <a:latin typeface="宋体"/>
                <a:cs typeface="宋体"/>
              </a:rPr>
              <a:t>作</a:t>
            </a:r>
            <a:r>
              <a:rPr sz="1600" b="0" spc="-20" dirty="0">
                <a:solidFill>
                  <a:srgbClr val="000000"/>
                </a:solidFill>
                <a:latin typeface="宋体"/>
                <a:cs typeface="宋体"/>
              </a:rPr>
              <a:t>认知框</a:t>
            </a:r>
            <a:r>
              <a:rPr sz="1600" b="0" spc="-50" dirty="0">
                <a:solidFill>
                  <a:srgbClr val="000000"/>
                </a:solidFill>
                <a:latin typeface="宋体"/>
                <a:cs typeface="宋体"/>
              </a:rPr>
              <a:t>架</a:t>
            </a:r>
            <a:endParaRPr sz="1600">
              <a:latin typeface="宋体"/>
              <a:cs typeface="宋体"/>
            </a:endParaRPr>
          </a:p>
          <a:p>
            <a:pPr>
              <a:lnSpc>
                <a:spcPct val="100000"/>
              </a:lnSpc>
              <a:spcBef>
                <a:spcPts val="25"/>
              </a:spcBef>
            </a:pPr>
            <a:endParaRPr sz="2800">
              <a:latin typeface="宋体"/>
              <a:cs typeface="宋体"/>
            </a:endParaRPr>
          </a:p>
          <a:p>
            <a:pPr marL="638175">
              <a:lnSpc>
                <a:spcPct val="100000"/>
              </a:lnSpc>
            </a:pPr>
            <a:r>
              <a:rPr spc="-20" dirty="0"/>
              <a:t>引导力</a:t>
            </a:r>
          </a:p>
          <a:p>
            <a:pPr marL="154305" indent="-127635">
              <a:lnSpc>
                <a:spcPct val="100000"/>
              </a:lnSpc>
              <a:spcBef>
                <a:spcPts val="1485"/>
              </a:spcBef>
              <a:buFont typeface="Arial"/>
              <a:buChar char="•"/>
              <a:tabLst>
                <a:tab pos="154305" algn="l"/>
              </a:tabLst>
            </a:pPr>
            <a:r>
              <a:rPr sz="1600" b="0" spc="-25" dirty="0">
                <a:solidFill>
                  <a:srgbClr val="000000"/>
                </a:solidFill>
                <a:latin typeface="宋体"/>
                <a:cs typeface="宋体"/>
              </a:rPr>
              <a:t>提示工程：设计高效指令</a:t>
            </a:r>
            <a:endParaRPr sz="1600">
              <a:latin typeface="宋体"/>
              <a:cs typeface="宋体"/>
            </a:endParaRPr>
          </a:p>
          <a:p>
            <a:pPr marL="154305" indent="-127635">
              <a:lnSpc>
                <a:spcPct val="100000"/>
              </a:lnSpc>
              <a:spcBef>
                <a:spcPts val="190"/>
              </a:spcBef>
              <a:buFont typeface="Arial"/>
              <a:buChar char="•"/>
              <a:tabLst>
                <a:tab pos="154305" algn="l"/>
              </a:tabLst>
            </a:pPr>
            <a:r>
              <a:rPr sz="1600" b="0" spc="-25" dirty="0">
                <a:solidFill>
                  <a:srgbClr val="000000"/>
                </a:solidFill>
                <a:latin typeface="宋体"/>
                <a:cs typeface="宋体"/>
              </a:rPr>
              <a:t>对话管理：控制交互方向</a:t>
            </a:r>
            <a:endParaRPr sz="1600">
              <a:latin typeface="宋体"/>
              <a:cs typeface="宋体"/>
            </a:endParaRPr>
          </a:p>
          <a:p>
            <a:pPr marL="154305" indent="-127635">
              <a:lnSpc>
                <a:spcPct val="100000"/>
              </a:lnSpc>
              <a:spcBef>
                <a:spcPts val="190"/>
              </a:spcBef>
              <a:buFont typeface="Arial"/>
              <a:buChar char="•"/>
              <a:tabLst>
                <a:tab pos="154305" algn="l"/>
              </a:tabLst>
            </a:pPr>
            <a:r>
              <a:rPr sz="1600" b="0" spc="-25" dirty="0">
                <a:solidFill>
                  <a:srgbClr val="000000"/>
                </a:solidFill>
                <a:latin typeface="宋体"/>
                <a:cs typeface="宋体"/>
              </a:rPr>
              <a:t>任务分解：优化问题结构</a:t>
            </a:r>
            <a:endParaRPr sz="1600">
              <a:latin typeface="宋体"/>
              <a:cs typeface="宋体"/>
            </a:endParaRPr>
          </a:p>
          <a:p>
            <a:pPr marL="154305" indent="-127635">
              <a:lnSpc>
                <a:spcPct val="100000"/>
              </a:lnSpc>
              <a:spcBef>
                <a:spcPts val="190"/>
              </a:spcBef>
              <a:buFont typeface="Arial"/>
              <a:buChar char="•"/>
              <a:tabLst>
                <a:tab pos="154305" algn="l"/>
              </a:tabLst>
            </a:pPr>
            <a:r>
              <a:rPr sz="1600" b="0" spc="-25" dirty="0">
                <a:solidFill>
                  <a:srgbClr val="000000"/>
                </a:solidFill>
                <a:latin typeface="宋体"/>
                <a:cs typeface="宋体"/>
              </a:rPr>
              <a:t>质量控制：把控输出质量</a:t>
            </a:r>
            <a:endParaRPr sz="1600">
              <a:latin typeface="宋体"/>
              <a:cs typeface="宋体"/>
            </a:endParaRPr>
          </a:p>
          <a:p>
            <a:pPr marL="26670" marR="5080">
              <a:lnSpc>
                <a:spcPct val="109900"/>
              </a:lnSpc>
            </a:pPr>
            <a:r>
              <a:rPr sz="1600" b="0" spc="-20" dirty="0">
                <a:solidFill>
                  <a:srgbClr val="000000"/>
                </a:solidFill>
                <a:latin typeface="宋体"/>
                <a:cs typeface="宋体"/>
              </a:rPr>
              <a:t>核心观点：主导</a:t>
            </a:r>
            <a:r>
              <a:rPr sz="1600" b="0" spc="-10" dirty="0">
                <a:solidFill>
                  <a:srgbClr val="000000"/>
                </a:solidFill>
                <a:latin typeface="Arial"/>
                <a:cs typeface="Arial"/>
              </a:rPr>
              <a:t>AI</a:t>
            </a:r>
            <a:r>
              <a:rPr sz="1600" b="0" spc="-20" dirty="0">
                <a:solidFill>
                  <a:srgbClr val="000000"/>
                </a:solidFill>
                <a:latin typeface="宋体"/>
                <a:cs typeface="宋体"/>
              </a:rPr>
              <a:t>交互过程，确保输出符</a:t>
            </a:r>
            <a:r>
              <a:rPr sz="1600" b="0" spc="-50" dirty="0">
                <a:solidFill>
                  <a:srgbClr val="000000"/>
                </a:solidFill>
                <a:latin typeface="宋体"/>
                <a:cs typeface="宋体"/>
              </a:rPr>
              <a:t>合</a:t>
            </a:r>
            <a:r>
              <a:rPr sz="1600" b="0" spc="-35" dirty="0">
                <a:solidFill>
                  <a:srgbClr val="000000"/>
                </a:solidFill>
                <a:latin typeface="宋体"/>
                <a:cs typeface="宋体"/>
              </a:rPr>
              <a:t>预期</a:t>
            </a:r>
            <a:endParaRPr sz="1600">
              <a:latin typeface="宋体"/>
              <a:cs typeface="宋体"/>
            </a:endParaRPr>
          </a:p>
        </p:txBody>
      </p:sp>
      <p:pic>
        <p:nvPicPr>
          <p:cNvPr id="14" name="object 14"/>
          <p:cNvPicPr/>
          <p:nvPr/>
        </p:nvPicPr>
        <p:blipFill>
          <a:blip r:embed="rId2" cstate="print"/>
          <a:stretch>
            <a:fillRect/>
          </a:stretch>
        </p:blipFill>
        <p:spPr>
          <a:xfrm>
            <a:off x="9249727" y="1781492"/>
            <a:ext cx="2670175" cy="4505960"/>
          </a:xfrm>
          <a:prstGeom prst="rect">
            <a:avLst/>
          </a:prstGeom>
        </p:spPr>
      </p:pic>
      <p:sp>
        <p:nvSpPr>
          <p:cNvPr id="15" name="object 15"/>
          <p:cNvSpPr txBox="1"/>
          <p:nvPr/>
        </p:nvSpPr>
        <p:spPr>
          <a:xfrm>
            <a:off x="9450705" y="2530347"/>
            <a:ext cx="2342515" cy="2946400"/>
          </a:xfrm>
          <a:prstGeom prst="rect">
            <a:avLst/>
          </a:prstGeom>
        </p:spPr>
        <p:txBody>
          <a:bodyPr vert="horz" wrap="square" lIns="0" tIns="12700" rIns="0" bIns="0" rtlCol="0">
            <a:spAutoFit/>
          </a:bodyPr>
          <a:lstStyle/>
          <a:p>
            <a:pPr marL="298450" marR="16510" indent="-285750">
              <a:lnSpc>
                <a:spcPct val="119800"/>
              </a:lnSpc>
              <a:spcBef>
                <a:spcPts val="100"/>
              </a:spcBef>
              <a:buFont typeface="Arial"/>
              <a:buChar char="•"/>
              <a:tabLst>
                <a:tab pos="297815" algn="l"/>
                <a:tab pos="298450" algn="l"/>
              </a:tabLst>
            </a:pPr>
            <a:r>
              <a:rPr sz="1600" spc="-20" dirty="0">
                <a:latin typeface="宋体"/>
                <a:cs typeface="宋体"/>
              </a:rPr>
              <a:t>培养</a:t>
            </a:r>
            <a:r>
              <a:rPr sz="1600" spc="-10" dirty="0">
                <a:latin typeface="Arial"/>
                <a:cs typeface="Arial"/>
              </a:rPr>
              <a:t>“AI</a:t>
            </a:r>
            <a:r>
              <a:rPr sz="1600" spc="-20" dirty="0">
                <a:latin typeface="宋体"/>
                <a:cs typeface="宋体"/>
              </a:rPr>
              <a:t>思维</a:t>
            </a:r>
            <a:r>
              <a:rPr sz="1600" dirty="0">
                <a:latin typeface="Arial"/>
                <a:cs typeface="Arial"/>
              </a:rPr>
              <a:t>” </a:t>
            </a:r>
            <a:r>
              <a:rPr sz="1600" spc="-110" dirty="0">
                <a:latin typeface="宋体"/>
                <a:cs typeface="宋体"/>
              </a:rPr>
              <a:t>： 理解</a:t>
            </a:r>
            <a:r>
              <a:rPr sz="1600" spc="-20" dirty="0">
                <a:latin typeface="宋体"/>
                <a:cs typeface="宋体"/>
              </a:rPr>
              <a:t>不同</a:t>
            </a:r>
            <a:r>
              <a:rPr sz="1600" spc="-10" dirty="0">
                <a:latin typeface="Arial"/>
                <a:cs typeface="Arial"/>
              </a:rPr>
              <a:t>AI</a:t>
            </a:r>
            <a:r>
              <a:rPr sz="1600" spc="-25" dirty="0">
                <a:latin typeface="宋体"/>
                <a:cs typeface="宋体"/>
              </a:rPr>
              <a:t>的能力边界和最</a:t>
            </a:r>
            <a:r>
              <a:rPr sz="1600" spc="-30" dirty="0">
                <a:latin typeface="宋体"/>
                <a:cs typeface="宋体"/>
              </a:rPr>
              <a:t>佳应用场景</a:t>
            </a:r>
            <a:endParaRPr sz="1600">
              <a:latin typeface="宋体"/>
              <a:cs typeface="宋体"/>
            </a:endParaRPr>
          </a:p>
          <a:p>
            <a:pPr marL="298450" marR="5080" indent="-285750">
              <a:lnSpc>
                <a:spcPct val="119800"/>
              </a:lnSpc>
              <a:buFont typeface="Arial"/>
              <a:buChar char="•"/>
              <a:tabLst>
                <a:tab pos="297815" algn="l"/>
                <a:tab pos="298450" algn="l"/>
              </a:tabLst>
            </a:pPr>
            <a:r>
              <a:rPr sz="1600" spc="-20" dirty="0">
                <a:latin typeface="宋体"/>
                <a:cs typeface="宋体"/>
              </a:rPr>
              <a:t>发展</a:t>
            </a:r>
            <a:r>
              <a:rPr sz="1600" spc="-10" dirty="0">
                <a:latin typeface="Arial"/>
                <a:cs typeface="Arial"/>
              </a:rPr>
              <a:t>“</a:t>
            </a:r>
            <a:r>
              <a:rPr sz="1600" spc="-20" dirty="0">
                <a:latin typeface="宋体"/>
                <a:cs typeface="宋体"/>
              </a:rPr>
              <a:t>整合力</a:t>
            </a:r>
            <a:r>
              <a:rPr sz="1600" spc="-10" dirty="0">
                <a:latin typeface="Arial"/>
                <a:cs typeface="Arial"/>
              </a:rPr>
              <a:t>”</a:t>
            </a:r>
            <a:r>
              <a:rPr sz="1600" spc="-20" dirty="0">
                <a:latin typeface="宋体"/>
                <a:cs typeface="宋体"/>
              </a:rPr>
              <a:t>：将</a:t>
            </a:r>
            <a:r>
              <a:rPr sz="1600" spc="-10" dirty="0">
                <a:latin typeface="Arial"/>
                <a:cs typeface="Arial"/>
              </a:rPr>
              <a:t>AI</a:t>
            </a:r>
            <a:r>
              <a:rPr sz="1600" spc="-50" dirty="0">
                <a:latin typeface="宋体"/>
                <a:cs typeface="宋体"/>
              </a:rPr>
              <a:t>能</a:t>
            </a:r>
            <a:r>
              <a:rPr sz="1600" spc="-25" dirty="0">
                <a:latin typeface="宋体"/>
                <a:cs typeface="宋体"/>
              </a:rPr>
              <a:t>力与人类洞察有机结合</a:t>
            </a:r>
            <a:endParaRPr sz="1600">
              <a:latin typeface="宋体"/>
              <a:cs typeface="宋体"/>
            </a:endParaRPr>
          </a:p>
          <a:p>
            <a:pPr marL="298450" marR="73025" indent="-285750">
              <a:lnSpc>
                <a:spcPct val="119800"/>
              </a:lnSpc>
              <a:buFont typeface="Arial"/>
              <a:buChar char="•"/>
              <a:tabLst>
                <a:tab pos="297815" algn="l"/>
                <a:tab pos="298450" algn="l"/>
              </a:tabLst>
            </a:pPr>
            <a:r>
              <a:rPr sz="1600" spc="-20" dirty="0">
                <a:latin typeface="宋体"/>
                <a:cs typeface="宋体"/>
              </a:rPr>
              <a:t>提升</a:t>
            </a:r>
            <a:r>
              <a:rPr sz="1600" spc="-10" dirty="0">
                <a:latin typeface="Arial"/>
                <a:cs typeface="Arial"/>
              </a:rPr>
              <a:t>“</a:t>
            </a:r>
            <a:r>
              <a:rPr sz="1600" spc="-20" dirty="0">
                <a:latin typeface="宋体"/>
                <a:cs typeface="宋体"/>
              </a:rPr>
              <a:t>引导力</a:t>
            </a:r>
            <a:r>
              <a:rPr sz="1600" spc="-10" dirty="0">
                <a:latin typeface="Arial"/>
                <a:cs typeface="Arial"/>
              </a:rPr>
              <a:t>”</a:t>
            </a:r>
            <a:r>
              <a:rPr sz="1600" spc="-30" dirty="0">
                <a:latin typeface="宋体"/>
                <a:cs typeface="宋体"/>
              </a:rPr>
              <a:t>：能够准</a:t>
            </a:r>
            <a:r>
              <a:rPr sz="1600" spc="-20" dirty="0">
                <a:latin typeface="宋体"/>
                <a:cs typeface="宋体"/>
              </a:rPr>
              <a:t>确地引导</a:t>
            </a:r>
            <a:r>
              <a:rPr sz="1600" spc="-10" dirty="0">
                <a:latin typeface="Arial"/>
                <a:cs typeface="Arial"/>
              </a:rPr>
              <a:t>AI</a:t>
            </a:r>
            <a:r>
              <a:rPr sz="1600" spc="-35" dirty="0">
                <a:latin typeface="宋体"/>
                <a:cs typeface="宋体"/>
              </a:rPr>
              <a:t>完成任务</a:t>
            </a:r>
            <a:endParaRPr sz="1600">
              <a:latin typeface="宋体"/>
              <a:cs typeface="宋体"/>
            </a:endParaRPr>
          </a:p>
          <a:p>
            <a:pPr marL="298450" marR="5080" indent="-285750">
              <a:lnSpc>
                <a:spcPct val="119800"/>
              </a:lnSpc>
              <a:buFont typeface="Arial"/>
              <a:buChar char="•"/>
              <a:tabLst>
                <a:tab pos="297815" algn="l"/>
                <a:tab pos="298450" algn="l"/>
              </a:tabLst>
            </a:pPr>
            <a:r>
              <a:rPr sz="1600" spc="-20" dirty="0">
                <a:latin typeface="宋体"/>
                <a:cs typeface="宋体"/>
              </a:rPr>
              <a:t>强化</a:t>
            </a:r>
            <a:r>
              <a:rPr sz="1600" spc="-10" dirty="0">
                <a:latin typeface="Arial"/>
                <a:cs typeface="Arial"/>
              </a:rPr>
              <a:t>“</a:t>
            </a:r>
            <a:r>
              <a:rPr sz="1600" spc="-20" dirty="0">
                <a:latin typeface="宋体"/>
                <a:cs typeface="宋体"/>
              </a:rPr>
              <a:t>判断力</a:t>
            </a:r>
            <a:r>
              <a:rPr sz="1600" spc="-10" dirty="0">
                <a:latin typeface="Arial"/>
                <a:cs typeface="Arial"/>
              </a:rPr>
              <a:t>”</a:t>
            </a:r>
            <a:r>
              <a:rPr sz="1600" spc="-20" dirty="0">
                <a:latin typeface="宋体"/>
                <a:cs typeface="宋体"/>
              </a:rPr>
              <a:t>：对</a:t>
            </a:r>
            <a:r>
              <a:rPr sz="1600" spc="-10" dirty="0">
                <a:latin typeface="Arial"/>
                <a:cs typeface="Arial"/>
              </a:rPr>
              <a:t>AI</a:t>
            </a:r>
            <a:r>
              <a:rPr sz="1600" spc="-50" dirty="0">
                <a:latin typeface="宋体"/>
                <a:cs typeface="宋体"/>
              </a:rPr>
              <a:t>输</a:t>
            </a:r>
            <a:r>
              <a:rPr sz="1600" spc="-25" dirty="0">
                <a:latin typeface="宋体"/>
                <a:cs typeface="宋体"/>
              </a:rPr>
              <a:t>出的准确性和适用性做</a:t>
            </a:r>
            <a:r>
              <a:rPr sz="1600" spc="-35" dirty="0">
                <a:latin typeface="宋体"/>
                <a:cs typeface="宋体"/>
              </a:rPr>
              <a:t>出评估</a:t>
            </a:r>
            <a:endParaRPr sz="1600">
              <a:latin typeface="宋体"/>
              <a:cs typeface="宋体"/>
            </a:endParaRPr>
          </a:p>
        </p:txBody>
      </p:sp>
      <p:sp>
        <p:nvSpPr>
          <p:cNvPr id="16" name="object 16"/>
          <p:cNvSpPr/>
          <p:nvPr/>
        </p:nvSpPr>
        <p:spPr>
          <a:xfrm>
            <a:off x="4821555" y="4277994"/>
            <a:ext cx="4211955" cy="2014220"/>
          </a:xfrm>
          <a:custGeom>
            <a:avLst/>
            <a:gdLst/>
            <a:ahLst/>
            <a:cxnLst/>
            <a:rect l="l" t="t" r="r" b="b"/>
            <a:pathLst>
              <a:path w="4211955" h="2014220">
                <a:moveTo>
                  <a:pt x="4211955" y="0"/>
                </a:moveTo>
                <a:lnTo>
                  <a:pt x="0" y="0"/>
                </a:lnTo>
                <a:lnTo>
                  <a:pt x="0" y="2014220"/>
                </a:lnTo>
                <a:lnTo>
                  <a:pt x="4211955" y="2014220"/>
                </a:lnTo>
                <a:lnTo>
                  <a:pt x="4211955" y="1995170"/>
                </a:lnTo>
                <a:lnTo>
                  <a:pt x="4211955" y="1976120"/>
                </a:lnTo>
                <a:lnTo>
                  <a:pt x="4211955" y="38100"/>
                </a:lnTo>
                <a:lnTo>
                  <a:pt x="4211955" y="19050"/>
                </a:lnTo>
                <a:lnTo>
                  <a:pt x="4211955" y="0"/>
                </a:lnTo>
                <a:close/>
              </a:path>
            </a:pathLst>
          </a:custGeom>
          <a:solidFill>
            <a:srgbClr val="DFEAF9"/>
          </a:solidFill>
        </p:spPr>
        <p:txBody>
          <a:bodyPr wrap="square" lIns="0" tIns="0" rIns="0" bIns="0" rtlCol="0"/>
          <a:lstStyle/>
          <a:p>
            <a:endParaRPr/>
          </a:p>
        </p:txBody>
      </p:sp>
      <p:sp>
        <p:nvSpPr>
          <p:cNvPr id="17" name="object 17"/>
          <p:cNvSpPr txBox="1"/>
          <p:nvPr/>
        </p:nvSpPr>
        <p:spPr>
          <a:xfrm>
            <a:off x="4919345" y="4441697"/>
            <a:ext cx="3874135" cy="1633220"/>
          </a:xfrm>
          <a:prstGeom prst="rect">
            <a:avLst/>
          </a:prstGeom>
        </p:spPr>
        <p:txBody>
          <a:bodyPr vert="horz" wrap="square" lIns="0" tIns="36830" rIns="0" bIns="0" rtlCol="0">
            <a:spAutoFit/>
          </a:bodyPr>
          <a:lstStyle/>
          <a:p>
            <a:pPr marL="140335" indent="-127635">
              <a:lnSpc>
                <a:spcPct val="100000"/>
              </a:lnSpc>
              <a:spcBef>
                <a:spcPts val="290"/>
              </a:spcBef>
              <a:buFont typeface="Arial"/>
              <a:buChar char="•"/>
              <a:tabLst>
                <a:tab pos="140335" algn="l"/>
              </a:tabLst>
            </a:pPr>
            <a:r>
              <a:rPr sz="1600" spc="-25" dirty="0">
                <a:latin typeface="宋体"/>
                <a:cs typeface="宋体"/>
              </a:rPr>
              <a:t>真伪辨识：评估内容可靠性</a:t>
            </a:r>
            <a:endParaRPr sz="1600">
              <a:latin typeface="宋体"/>
              <a:cs typeface="宋体"/>
            </a:endParaRPr>
          </a:p>
          <a:p>
            <a:pPr marL="140335" indent="-127635">
              <a:lnSpc>
                <a:spcPct val="100000"/>
              </a:lnSpc>
              <a:spcBef>
                <a:spcPts val="190"/>
              </a:spcBef>
              <a:buFont typeface="Arial"/>
              <a:buChar char="•"/>
              <a:tabLst>
                <a:tab pos="140335" algn="l"/>
              </a:tabLst>
            </a:pPr>
            <a:r>
              <a:rPr sz="1600" spc="-25" dirty="0">
                <a:latin typeface="宋体"/>
                <a:cs typeface="宋体"/>
              </a:rPr>
              <a:t>价值评估：判断应用价值</a:t>
            </a:r>
            <a:endParaRPr sz="1600">
              <a:latin typeface="宋体"/>
              <a:cs typeface="宋体"/>
            </a:endParaRPr>
          </a:p>
          <a:p>
            <a:pPr marL="140335" indent="-127635">
              <a:lnSpc>
                <a:spcPct val="100000"/>
              </a:lnSpc>
              <a:spcBef>
                <a:spcPts val="190"/>
              </a:spcBef>
              <a:buFont typeface="Arial"/>
              <a:buChar char="•"/>
              <a:tabLst>
                <a:tab pos="140335" algn="l"/>
              </a:tabLst>
            </a:pPr>
            <a:r>
              <a:rPr sz="1600" spc="-25" dirty="0">
                <a:latin typeface="宋体"/>
                <a:cs typeface="宋体"/>
              </a:rPr>
              <a:t>风险预测：预见潜在风险</a:t>
            </a:r>
            <a:endParaRPr sz="1600">
              <a:latin typeface="宋体"/>
              <a:cs typeface="宋体"/>
            </a:endParaRPr>
          </a:p>
          <a:p>
            <a:pPr marL="140335" indent="-127635">
              <a:lnSpc>
                <a:spcPct val="100000"/>
              </a:lnSpc>
              <a:spcBef>
                <a:spcPts val="190"/>
              </a:spcBef>
              <a:buFont typeface="Arial"/>
              <a:buChar char="•"/>
              <a:tabLst>
                <a:tab pos="140335" algn="l"/>
              </a:tabLst>
            </a:pPr>
            <a:r>
              <a:rPr sz="1600" spc="-25" dirty="0">
                <a:latin typeface="宋体"/>
                <a:cs typeface="宋体"/>
              </a:rPr>
              <a:t>情境适配：评估场景适用性</a:t>
            </a:r>
            <a:endParaRPr sz="1600">
              <a:latin typeface="宋体"/>
              <a:cs typeface="宋体"/>
            </a:endParaRPr>
          </a:p>
          <a:p>
            <a:pPr marL="12700" marR="5080">
              <a:lnSpc>
                <a:spcPct val="109900"/>
              </a:lnSpc>
            </a:pPr>
            <a:r>
              <a:rPr sz="1600" spc="-20" dirty="0">
                <a:latin typeface="宋体"/>
                <a:cs typeface="宋体"/>
              </a:rPr>
              <a:t>核心观点：保持独立思考，做</a:t>
            </a:r>
            <a:r>
              <a:rPr sz="1600" spc="-10" dirty="0">
                <a:latin typeface="Arial"/>
                <a:cs typeface="Arial"/>
              </a:rPr>
              <a:t>AI</a:t>
            </a:r>
            <a:r>
              <a:rPr sz="1600" spc="-20" dirty="0">
                <a:latin typeface="宋体"/>
                <a:cs typeface="宋体"/>
              </a:rPr>
              <a:t>输出的把</a:t>
            </a:r>
            <a:r>
              <a:rPr sz="1600" spc="-50" dirty="0">
                <a:latin typeface="宋体"/>
                <a:cs typeface="宋体"/>
              </a:rPr>
              <a:t>关者</a:t>
            </a:r>
            <a:endParaRPr sz="1600">
              <a:latin typeface="宋体"/>
              <a:cs typeface="宋体"/>
            </a:endParaRPr>
          </a:p>
        </p:txBody>
      </p:sp>
      <p:sp>
        <p:nvSpPr>
          <p:cNvPr id="18" name="object 18"/>
          <p:cNvSpPr/>
          <p:nvPr/>
        </p:nvSpPr>
        <p:spPr>
          <a:xfrm>
            <a:off x="4840223" y="3936491"/>
            <a:ext cx="2117090" cy="426720"/>
          </a:xfrm>
          <a:custGeom>
            <a:avLst/>
            <a:gdLst/>
            <a:ahLst/>
            <a:cxnLst/>
            <a:rect l="l" t="t" r="r" b="b"/>
            <a:pathLst>
              <a:path w="2117090" h="426720">
                <a:moveTo>
                  <a:pt x="2045207" y="426720"/>
                </a:moveTo>
                <a:lnTo>
                  <a:pt x="71627" y="426720"/>
                </a:lnTo>
                <a:lnTo>
                  <a:pt x="43885" y="421425"/>
                </a:lnTo>
                <a:lnTo>
                  <a:pt x="21197" y="406379"/>
                </a:lnTo>
                <a:lnTo>
                  <a:pt x="5817" y="383977"/>
                </a:lnTo>
                <a:lnTo>
                  <a:pt x="0" y="356616"/>
                </a:lnTo>
                <a:lnTo>
                  <a:pt x="0" y="71628"/>
                </a:lnTo>
                <a:lnTo>
                  <a:pt x="5817" y="43600"/>
                </a:lnTo>
                <a:lnTo>
                  <a:pt x="21197" y="20816"/>
                </a:lnTo>
                <a:lnTo>
                  <a:pt x="43885" y="5532"/>
                </a:lnTo>
                <a:lnTo>
                  <a:pt x="71627" y="0"/>
                </a:lnTo>
                <a:lnTo>
                  <a:pt x="2045207" y="0"/>
                </a:lnTo>
                <a:lnTo>
                  <a:pt x="2072807" y="5532"/>
                </a:lnTo>
                <a:lnTo>
                  <a:pt x="2095447" y="20816"/>
                </a:lnTo>
                <a:lnTo>
                  <a:pt x="2110875" y="43600"/>
                </a:lnTo>
                <a:lnTo>
                  <a:pt x="2116835" y="71628"/>
                </a:lnTo>
                <a:lnTo>
                  <a:pt x="2116835" y="356616"/>
                </a:lnTo>
                <a:lnTo>
                  <a:pt x="2110875" y="383977"/>
                </a:lnTo>
                <a:lnTo>
                  <a:pt x="2095447" y="406379"/>
                </a:lnTo>
                <a:lnTo>
                  <a:pt x="2072807" y="421425"/>
                </a:lnTo>
                <a:lnTo>
                  <a:pt x="2045207" y="426720"/>
                </a:lnTo>
                <a:close/>
              </a:path>
            </a:pathLst>
          </a:custGeom>
          <a:solidFill>
            <a:srgbClr val="0A80DF"/>
          </a:solidFill>
        </p:spPr>
        <p:txBody>
          <a:bodyPr wrap="square" lIns="0" tIns="0" rIns="0" bIns="0" rtlCol="0"/>
          <a:lstStyle/>
          <a:p>
            <a:endParaRPr/>
          </a:p>
        </p:txBody>
      </p:sp>
      <p:sp>
        <p:nvSpPr>
          <p:cNvPr id="19" name="object 19"/>
          <p:cNvSpPr txBox="1"/>
          <p:nvPr/>
        </p:nvSpPr>
        <p:spPr>
          <a:xfrm>
            <a:off x="5541555" y="4002316"/>
            <a:ext cx="712470" cy="299720"/>
          </a:xfrm>
          <a:prstGeom prst="rect">
            <a:avLst/>
          </a:prstGeom>
        </p:spPr>
        <p:txBody>
          <a:bodyPr vert="horz" wrap="square" lIns="0" tIns="12700" rIns="0" bIns="0" rtlCol="0">
            <a:spAutoFit/>
          </a:bodyPr>
          <a:lstStyle/>
          <a:p>
            <a:pPr marL="12700">
              <a:lnSpc>
                <a:spcPct val="100000"/>
              </a:lnSpc>
              <a:spcBef>
                <a:spcPts val="100"/>
              </a:spcBef>
            </a:pPr>
            <a:r>
              <a:rPr sz="1800" b="1" spc="-20" dirty="0">
                <a:solidFill>
                  <a:srgbClr val="FFFFFF"/>
                </a:solidFill>
                <a:latin typeface="Microsoft JhengHei"/>
                <a:cs typeface="Microsoft JhengHei"/>
              </a:rPr>
              <a:t>判断力</a:t>
            </a:r>
            <a:endParaRPr sz="1800">
              <a:latin typeface="Microsoft JhengHei"/>
              <a:cs typeface="Microsoft JhengHe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2546350" cy="634365"/>
          </a:xfrm>
          <a:prstGeom prst="rect">
            <a:avLst/>
          </a:prstGeom>
        </p:spPr>
        <p:txBody>
          <a:bodyPr vert="horz" wrap="square" lIns="0" tIns="12065" rIns="0" bIns="0" rtlCol="0">
            <a:spAutoFit/>
          </a:bodyPr>
          <a:lstStyle/>
          <a:p>
            <a:pPr marL="12700">
              <a:lnSpc>
                <a:spcPct val="100000"/>
              </a:lnSpc>
              <a:spcBef>
                <a:spcPts val="95"/>
              </a:spcBef>
            </a:pPr>
            <a:r>
              <a:rPr sz="4000" spc="-160" dirty="0">
                <a:solidFill>
                  <a:srgbClr val="333333"/>
                </a:solidFill>
              </a:rPr>
              <a:t>AI</a:t>
            </a:r>
            <a:r>
              <a:rPr sz="4000" spc="-30" dirty="0">
                <a:solidFill>
                  <a:srgbClr val="333333"/>
                </a:solidFill>
              </a:rPr>
              <a:t>进阶使</a:t>
            </a:r>
            <a:r>
              <a:rPr sz="4000" spc="-50" dirty="0">
                <a:solidFill>
                  <a:srgbClr val="333333"/>
                </a:solidFill>
              </a:rPr>
              <a:t>用</a:t>
            </a:r>
            <a:endParaRPr sz="4000"/>
          </a:p>
        </p:txBody>
      </p:sp>
      <p:grpSp>
        <p:nvGrpSpPr>
          <p:cNvPr id="3" name="object 3"/>
          <p:cNvGrpSpPr/>
          <p:nvPr/>
        </p:nvGrpSpPr>
        <p:grpSpPr>
          <a:xfrm>
            <a:off x="1341119" y="1779270"/>
            <a:ext cx="4119879" cy="1962150"/>
            <a:chOff x="1341119" y="1779270"/>
            <a:chExt cx="4119879" cy="1962150"/>
          </a:xfrm>
        </p:grpSpPr>
        <p:sp>
          <p:nvSpPr>
            <p:cNvPr id="4" name="object 4"/>
            <p:cNvSpPr/>
            <p:nvPr/>
          </p:nvSpPr>
          <p:spPr>
            <a:xfrm>
              <a:off x="1341119" y="2976372"/>
              <a:ext cx="4119879" cy="765175"/>
            </a:xfrm>
            <a:custGeom>
              <a:avLst/>
              <a:gdLst/>
              <a:ahLst/>
              <a:cxnLst/>
              <a:rect l="l" t="t" r="r" b="b"/>
              <a:pathLst>
                <a:path w="4119879" h="765175">
                  <a:moveTo>
                    <a:pt x="3979164" y="765048"/>
                  </a:moveTo>
                  <a:lnTo>
                    <a:pt x="0" y="765048"/>
                  </a:lnTo>
                  <a:lnTo>
                    <a:pt x="0" y="138683"/>
                  </a:lnTo>
                  <a:lnTo>
                    <a:pt x="7134" y="94692"/>
                  </a:lnTo>
                  <a:lnTo>
                    <a:pt x="27012" y="56466"/>
                  </a:lnTo>
                  <a:lnTo>
                    <a:pt x="57343" y="26366"/>
                  </a:lnTo>
                  <a:lnTo>
                    <a:pt x="95838" y="6756"/>
                  </a:lnTo>
                  <a:lnTo>
                    <a:pt x="140208" y="0"/>
                  </a:lnTo>
                  <a:lnTo>
                    <a:pt x="4119372" y="0"/>
                  </a:lnTo>
                  <a:lnTo>
                    <a:pt x="4119372" y="626363"/>
                  </a:lnTo>
                  <a:lnTo>
                    <a:pt x="4111871" y="670294"/>
                  </a:lnTo>
                  <a:lnTo>
                    <a:pt x="4091810" y="708490"/>
                  </a:lnTo>
                  <a:lnTo>
                    <a:pt x="4061479" y="738590"/>
                  </a:lnTo>
                  <a:lnTo>
                    <a:pt x="4023167" y="758230"/>
                  </a:lnTo>
                  <a:lnTo>
                    <a:pt x="3979164" y="765048"/>
                  </a:lnTo>
                  <a:close/>
                </a:path>
              </a:pathLst>
            </a:custGeom>
            <a:solidFill>
              <a:srgbClr val="DFEAF9"/>
            </a:solidFill>
          </p:spPr>
          <p:txBody>
            <a:bodyPr wrap="square" lIns="0" tIns="0" rIns="0" bIns="0" rtlCol="0"/>
            <a:lstStyle/>
            <a:p>
              <a:endParaRPr/>
            </a:p>
          </p:txBody>
        </p:sp>
        <p:pic>
          <p:nvPicPr>
            <p:cNvPr id="5" name="object 5"/>
            <p:cNvPicPr/>
            <p:nvPr/>
          </p:nvPicPr>
          <p:blipFill>
            <a:blip r:embed="rId2" cstate="print"/>
            <a:stretch>
              <a:fillRect/>
            </a:stretch>
          </p:blipFill>
          <p:spPr>
            <a:xfrm>
              <a:off x="1350644" y="1779270"/>
              <a:ext cx="4100195" cy="1192529"/>
            </a:xfrm>
            <a:prstGeom prst="rect">
              <a:avLst/>
            </a:prstGeom>
          </p:spPr>
        </p:pic>
      </p:grpSp>
      <p:sp>
        <p:nvSpPr>
          <p:cNvPr id="6" name="object 6"/>
          <p:cNvSpPr/>
          <p:nvPr/>
        </p:nvSpPr>
        <p:spPr>
          <a:xfrm>
            <a:off x="629412" y="1273136"/>
            <a:ext cx="607060" cy="604520"/>
          </a:xfrm>
          <a:custGeom>
            <a:avLst/>
            <a:gdLst/>
            <a:ahLst/>
            <a:cxnLst/>
            <a:rect l="l" t="t" r="r" b="b"/>
            <a:pathLst>
              <a:path w="607060" h="604519">
                <a:moveTo>
                  <a:pt x="303047" y="604100"/>
                </a:moveTo>
                <a:lnTo>
                  <a:pt x="253793" y="600147"/>
                </a:lnTo>
                <a:lnTo>
                  <a:pt x="207073" y="588706"/>
                </a:lnTo>
                <a:lnTo>
                  <a:pt x="163516" y="570401"/>
                </a:lnTo>
                <a:lnTo>
                  <a:pt x="123751" y="545860"/>
                </a:lnTo>
                <a:lnTo>
                  <a:pt x="88406" y="515707"/>
                </a:lnTo>
                <a:lnTo>
                  <a:pt x="58110" y="480569"/>
                </a:lnTo>
                <a:lnTo>
                  <a:pt x="33493" y="441071"/>
                </a:lnTo>
                <a:lnTo>
                  <a:pt x="15183" y="397839"/>
                </a:lnTo>
                <a:lnTo>
                  <a:pt x="3809" y="351500"/>
                </a:lnTo>
                <a:lnTo>
                  <a:pt x="0" y="302679"/>
                </a:lnTo>
                <a:lnTo>
                  <a:pt x="3809" y="253513"/>
                </a:lnTo>
                <a:lnTo>
                  <a:pt x="15183" y="206899"/>
                </a:lnTo>
                <a:lnTo>
                  <a:pt x="33493" y="163455"/>
                </a:lnTo>
                <a:lnTo>
                  <a:pt x="58110" y="123797"/>
                </a:lnTo>
                <a:lnTo>
                  <a:pt x="88406" y="88545"/>
                </a:lnTo>
                <a:lnTo>
                  <a:pt x="123751" y="58317"/>
                </a:lnTo>
                <a:lnTo>
                  <a:pt x="163516" y="33730"/>
                </a:lnTo>
                <a:lnTo>
                  <a:pt x="207073" y="15403"/>
                </a:lnTo>
                <a:lnTo>
                  <a:pt x="253793" y="3953"/>
                </a:lnTo>
                <a:lnTo>
                  <a:pt x="303047" y="0"/>
                </a:lnTo>
                <a:lnTo>
                  <a:pt x="352301" y="3953"/>
                </a:lnTo>
                <a:lnTo>
                  <a:pt x="399025" y="15398"/>
                </a:lnTo>
                <a:lnTo>
                  <a:pt x="442594" y="33713"/>
                </a:lnTo>
                <a:lnTo>
                  <a:pt x="482382" y="58276"/>
                </a:lnTo>
                <a:lnTo>
                  <a:pt x="517764" y="88466"/>
                </a:lnTo>
                <a:lnTo>
                  <a:pt x="548115" y="123660"/>
                </a:lnTo>
                <a:lnTo>
                  <a:pt x="572810" y="163237"/>
                </a:lnTo>
                <a:lnTo>
                  <a:pt x="591223" y="206574"/>
                </a:lnTo>
                <a:lnTo>
                  <a:pt x="602729" y="253050"/>
                </a:lnTo>
                <a:lnTo>
                  <a:pt x="606704" y="302044"/>
                </a:lnTo>
                <a:lnTo>
                  <a:pt x="602729" y="351037"/>
                </a:lnTo>
                <a:lnTo>
                  <a:pt x="591223" y="397514"/>
                </a:lnTo>
                <a:lnTo>
                  <a:pt x="572810" y="440853"/>
                </a:lnTo>
                <a:lnTo>
                  <a:pt x="548115" y="480431"/>
                </a:lnTo>
                <a:lnTo>
                  <a:pt x="517764" y="515627"/>
                </a:lnTo>
                <a:lnTo>
                  <a:pt x="482382" y="545819"/>
                </a:lnTo>
                <a:lnTo>
                  <a:pt x="442594" y="570384"/>
                </a:lnTo>
                <a:lnTo>
                  <a:pt x="399025" y="588701"/>
                </a:lnTo>
                <a:lnTo>
                  <a:pt x="352301" y="600147"/>
                </a:lnTo>
                <a:lnTo>
                  <a:pt x="303047" y="604100"/>
                </a:lnTo>
                <a:close/>
              </a:path>
            </a:pathLst>
          </a:custGeom>
          <a:solidFill>
            <a:srgbClr val="3C90B8"/>
          </a:solidFill>
        </p:spPr>
        <p:txBody>
          <a:bodyPr wrap="square" lIns="0" tIns="0" rIns="0" bIns="0" rtlCol="0"/>
          <a:lstStyle/>
          <a:p>
            <a:endParaRPr/>
          </a:p>
        </p:txBody>
      </p:sp>
      <p:sp>
        <p:nvSpPr>
          <p:cNvPr id="7" name="object 7"/>
          <p:cNvSpPr txBox="1"/>
          <p:nvPr/>
        </p:nvSpPr>
        <p:spPr>
          <a:xfrm>
            <a:off x="849185" y="1396530"/>
            <a:ext cx="167640"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Arial"/>
                <a:cs typeface="Arial"/>
              </a:rPr>
              <a:t>1</a:t>
            </a:r>
            <a:endParaRPr sz="2000">
              <a:latin typeface="Arial"/>
              <a:cs typeface="Arial"/>
            </a:endParaRPr>
          </a:p>
        </p:txBody>
      </p:sp>
      <p:sp>
        <p:nvSpPr>
          <p:cNvPr id="8" name="object 8"/>
          <p:cNvSpPr/>
          <p:nvPr/>
        </p:nvSpPr>
        <p:spPr>
          <a:xfrm>
            <a:off x="629412" y="3836670"/>
            <a:ext cx="606425" cy="603885"/>
          </a:xfrm>
          <a:custGeom>
            <a:avLst/>
            <a:gdLst/>
            <a:ahLst/>
            <a:cxnLst/>
            <a:rect l="l" t="t" r="r" b="b"/>
            <a:pathLst>
              <a:path w="606425" h="603885">
                <a:moveTo>
                  <a:pt x="302768" y="603884"/>
                </a:moveTo>
                <a:lnTo>
                  <a:pt x="253533" y="599933"/>
                </a:lnTo>
                <a:lnTo>
                  <a:pt x="206833" y="588496"/>
                </a:lnTo>
                <a:lnTo>
                  <a:pt x="163296" y="570199"/>
                </a:lnTo>
                <a:lnTo>
                  <a:pt x="123553" y="545665"/>
                </a:lnTo>
                <a:lnTo>
                  <a:pt x="88233" y="515521"/>
                </a:lnTo>
                <a:lnTo>
                  <a:pt x="57964" y="480391"/>
                </a:lnTo>
                <a:lnTo>
                  <a:pt x="33377" y="440900"/>
                </a:lnTo>
                <a:lnTo>
                  <a:pt x="15101" y="397674"/>
                </a:lnTo>
                <a:lnTo>
                  <a:pt x="3766" y="351337"/>
                </a:lnTo>
                <a:lnTo>
                  <a:pt x="0" y="302513"/>
                </a:lnTo>
                <a:lnTo>
                  <a:pt x="3766" y="253381"/>
                </a:lnTo>
                <a:lnTo>
                  <a:pt x="15101" y="206795"/>
                </a:lnTo>
                <a:lnTo>
                  <a:pt x="33377" y="163376"/>
                </a:lnTo>
                <a:lnTo>
                  <a:pt x="57964" y="123740"/>
                </a:lnTo>
                <a:lnTo>
                  <a:pt x="88233" y="88506"/>
                </a:lnTo>
                <a:lnTo>
                  <a:pt x="123553" y="58292"/>
                </a:lnTo>
                <a:lnTo>
                  <a:pt x="163296" y="33716"/>
                </a:lnTo>
                <a:lnTo>
                  <a:pt x="206833" y="15397"/>
                </a:lnTo>
                <a:lnTo>
                  <a:pt x="253533" y="3952"/>
                </a:lnTo>
                <a:lnTo>
                  <a:pt x="302768" y="0"/>
                </a:lnTo>
                <a:lnTo>
                  <a:pt x="352003" y="3951"/>
                </a:lnTo>
                <a:lnTo>
                  <a:pt x="398708" y="15392"/>
                </a:lnTo>
                <a:lnTo>
                  <a:pt x="442259" y="33701"/>
                </a:lnTo>
                <a:lnTo>
                  <a:pt x="482031" y="58255"/>
                </a:lnTo>
                <a:lnTo>
                  <a:pt x="517398" y="88434"/>
                </a:lnTo>
                <a:lnTo>
                  <a:pt x="547735" y="123616"/>
                </a:lnTo>
                <a:lnTo>
                  <a:pt x="572419" y="163180"/>
                </a:lnTo>
                <a:lnTo>
                  <a:pt x="590824" y="206503"/>
                </a:lnTo>
                <a:lnTo>
                  <a:pt x="602325" y="252964"/>
                </a:lnTo>
                <a:lnTo>
                  <a:pt x="606297" y="301942"/>
                </a:lnTo>
                <a:lnTo>
                  <a:pt x="602325" y="350920"/>
                </a:lnTo>
                <a:lnTo>
                  <a:pt x="590824" y="397381"/>
                </a:lnTo>
                <a:lnTo>
                  <a:pt x="572419" y="440704"/>
                </a:lnTo>
                <a:lnTo>
                  <a:pt x="547735" y="480268"/>
                </a:lnTo>
                <a:lnTo>
                  <a:pt x="517397" y="515450"/>
                </a:lnTo>
                <a:lnTo>
                  <a:pt x="482031" y="545629"/>
                </a:lnTo>
                <a:lnTo>
                  <a:pt x="442259" y="570183"/>
                </a:lnTo>
                <a:lnTo>
                  <a:pt x="398708" y="588492"/>
                </a:lnTo>
                <a:lnTo>
                  <a:pt x="352003" y="599933"/>
                </a:lnTo>
                <a:lnTo>
                  <a:pt x="302768" y="603884"/>
                </a:lnTo>
                <a:close/>
              </a:path>
            </a:pathLst>
          </a:custGeom>
          <a:solidFill>
            <a:srgbClr val="386489"/>
          </a:solidFill>
        </p:spPr>
        <p:txBody>
          <a:bodyPr wrap="square" lIns="0" tIns="0" rIns="0" bIns="0" rtlCol="0"/>
          <a:lstStyle/>
          <a:p>
            <a:endParaRPr/>
          </a:p>
        </p:txBody>
      </p:sp>
      <p:sp>
        <p:nvSpPr>
          <p:cNvPr id="9" name="object 9"/>
          <p:cNvSpPr txBox="1"/>
          <p:nvPr/>
        </p:nvSpPr>
        <p:spPr>
          <a:xfrm>
            <a:off x="848360" y="3960025"/>
            <a:ext cx="167640"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Arial"/>
                <a:cs typeface="Arial"/>
              </a:rPr>
              <a:t>3</a:t>
            </a:r>
            <a:endParaRPr sz="2000">
              <a:latin typeface="Arial"/>
              <a:cs typeface="Arial"/>
            </a:endParaRPr>
          </a:p>
        </p:txBody>
      </p:sp>
      <p:sp>
        <p:nvSpPr>
          <p:cNvPr id="10" name="object 10"/>
          <p:cNvSpPr/>
          <p:nvPr/>
        </p:nvSpPr>
        <p:spPr>
          <a:xfrm>
            <a:off x="6208776" y="1273136"/>
            <a:ext cx="607695" cy="604520"/>
          </a:xfrm>
          <a:custGeom>
            <a:avLst/>
            <a:gdLst/>
            <a:ahLst/>
            <a:cxnLst/>
            <a:rect l="l" t="t" r="r" b="b"/>
            <a:pathLst>
              <a:path w="607695" h="604519">
                <a:moveTo>
                  <a:pt x="303517" y="604100"/>
                </a:moveTo>
                <a:lnTo>
                  <a:pt x="254263" y="600147"/>
                </a:lnTo>
                <a:lnTo>
                  <a:pt x="207539" y="588706"/>
                </a:lnTo>
                <a:lnTo>
                  <a:pt x="163973" y="570401"/>
                </a:lnTo>
                <a:lnTo>
                  <a:pt x="124191" y="545860"/>
                </a:lnTo>
                <a:lnTo>
                  <a:pt x="88817" y="515707"/>
                </a:lnTo>
                <a:lnTo>
                  <a:pt x="58479" y="480569"/>
                </a:lnTo>
                <a:lnTo>
                  <a:pt x="33802" y="441071"/>
                </a:lnTo>
                <a:lnTo>
                  <a:pt x="15412" y="397839"/>
                </a:lnTo>
                <a:lnTo>
                  <a:pt x="3936" y="351500"/>
                </a:lnTo>
                <a:lnTo>
                  <a:pt x="0" y="302679"/>
                </a:lnTo>
                <a:lnTo>
                  <a:pt x="3936" y="253513"/>
                </a:lnTo>
                <a:lnTo>
                  <a:pt x="15412" y="206899"/>
                </a:lnTo>
                <a:lnTo>
                  <a:pt x="33802" y="163455"/>
                </a:lnTo>
                <a:lnTo>
                  <a:pt x="58479" y="123797"/>
                </a:lnTo>
                <a:lnTo>
                  <a:pt x="88817" y="88545"/>
                </a:lnTo>
                <a:lnTo>
                  <a:pt x="124191" y="58317"/>
                </a:lnTo>
                <a:lnTo>
                  <a:pt x="163973" y="33730"/>
                </a:lnTo>
                <a:lnTo>
                  <a:pt x="207539" y="15403"/>
                </a:lnTo>
                <a:lnTo>
                  <a:pt x="254263" y="3953"/>
                </a:lnTo>
                <a:lnTo>
                  <a:pt x="303517" y="0"/>
                </a:lnTo>
                <a:lnTo>
                  <a:pt x="352771" y="3953"/>
                </a:lnTo>
                <a:lnTo>
                  <a:pt x="399495" y="15398"/>
                </a:lnTo>
                <a:lnTo>
                  <a:pt x="443064" y="33713"/>
                </a:lnTo>
                <a:lnTo>
                  <a:pt x="482852" y="58276"/>
                </a:lnTo>
                <a:lnTo>
                  <a:pt x="518234" y="88466"/>
                </a:lnTo>
                <a:lnTo>
                  <a:pt x="548585" y="123660"/>
                </a:lnTo>
                <a:lnTo>
                  <a:pt x="573280" y="163237"/>
                </a:lnTo>
                <a:lnTo>
                  <a:pt x="591693" y="206574"/>
                </a:lnTo>
                <a:lnTo>
                  <a:pt x="603199" y="253050"/>
                </a:lnTo>
                <a:lnTo>
                  <a:pt x="607174" y="302044"/>
                </a:lnTo>
                <a:lnTo>
                  <a:pt x="603199" y="351037"/>
                </a:lnTo>
                <a:lnTo>
                  <a:pt x="591693" y="397514"/>
                </a:lnTo>
                <a:lnTo>
                  <a:pt x="573280" y="440853"/>
                </a:lnTo>
                <a:lnTo>
                  <a:pt x="548585" y="480431"/>
                </a:lnTo>
                <a:lnTo>
                  <a:pt x="518234" y="515627"/>
                </a:lnTo>
                <a:lnTo>
                  <a:pt x="482852" y="545819"/>
                </a:lnTo>
                <a:lnTo>
                  <a:pt x="443064" y="570384"/>
                </a:lnTo>
                <a:lnTo>
                  <a:pt x="399495" y="588701"/>
                </a:lnTo>
                <a:lnTo>
                  <a:pt x="352771" y="600147"/>
                </a:lnTo>
                <a:lnTo>
                  <a:pt x="303517" y="604100"/>
                </a:lnTo>
                <a:close/>
              </a:path>
            </a:pathLst>
          </a:custGeom>
          <a:solidFill>
            <a:srgbClr val="5178A3"/>
          </a:solidFill>
        </p:spPr>
        <p:txBody>
          <a:bodyPr wrap="square" lIns="0" tIns="0" rIns="0" bIns="0" rtlCol="0"/>
          <a:lstStyle/>
          <a:p>
            <a:endParaRPr/>
          </a:p>
        </p:txBody>
      </p:sp>
      <p:sp>
        <p:nvSpPr>
          <p:cNvPr id="11" name="object 11"/>
          <p:cNvSpPr txBox="1"/>
          <p:nvPr/>
        </p:nvSpPr>
        <p:spPr>
          <a:xfrm>
            <a:off x="6429019" y="1396530"/>
            <a:ext cx="167640"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Arial"/>
                <a:cs typeface="Arial"/>
              </a:rPr>
              <a:t>2</a:t>
            </a:r>
            <a:endParaRPr sz="2000">
              <a:latin typeface="Arial"/>
              <a:cs typeface="Arial"/>
            </a:endParaRPr>
          </a:p>
        </p:txBody>
      </p:sp>
      <p:sp>
        <p:nvSpPr>
          <p:cNvPr id="12" name="object 12"/>
          <p:cNvSpPr/>
          <p:nvPr/>
        </p:nvSpPr>
        <p:spPr>
          <a:xfrm>
            <a:off x="6208776" y="3836454"/>
            <a:ext cx="608330" cy="604520"/>
          </a:xfrm>
          <a:custGeom>
            <a:avLst/>
            <a:gdLst/>
            <a:ahLst/>
            <a:cxnLst/>
            <a:rect l="l" t="t" r="r" b="b"/>
            <a:pathLst>
              <a:path w="608329" h="604520">
                <a:moveTo>
                  <a:pt x="304152" y="604088"/>
                </a:moveTo>
                <a:lnTo>
                  <a:pt x="254897" y="600135"/>
                </a:lnTo>
                <a:lnTo>
                  <a:pt x="208169" y="588695"/>
                </a:lnTo>
                <a:lnTo>
                  <a:pt x="164591" y="570393"/>
                </a:lnTo>
                <a:lnTo>
                  <a:pt x="124785" y="545855"/>
                </a:lnTo>
                <a:lnTo>
                  <a:pt x="89373" y="515707"/>
                </a:lnTo>
                <a:lnTo>
                  <a:pt x="58976" y="480575"/>
                </a:lnTo>
                <a:lnTo>
                  <a:pt x="34219" y="441086"/>
                </a:lnTo>
                <a:lnTo>
                  <a:pt x="15722" y="397864"/>
                </a:lnTo>
                <a:lnTo>
                  <a:pt x="4108" y="351537"/>
                </a:lnTo>
                <a:lnTo>
                  <a:pt x="0" y="302729"/>
                </a:lnTo>
                <a:lnTo>
                  <a:pt x="4108" y="253550"/>
                </a:lnTo>
                <a:lnTo>
                  <a:pt x="15722" y="206925"/>
                </a:lnTo>
                <a:lnTo>
                  <a:pt x="34219" y="163472"/>
                </a:lnTo>
                <a:lnTo>
                  <a:pt x="58976" y="123808"/>
                </a:lnTo>
                <a:lnTo>
                  <a:pt x="89373" y="88552"/>
                </a:lnTo>
                <a:lnTo>
                  <a:pt x="124785" y="58320"/>
                </a:lnTo>
                <a:lnTo>
                  <a:pt x="164591" y="33732"/>
                </a:lnTo>
                <a:lnTo>
                  <a:pt x="208169" y="15403"/>
                </a:lnTo>
                <a:lnTo>
                  <a:pt x="254897" y="3953"/>
                </a:lnTo>
                <a:lnTo>
                  <a:pt x="304152" y="0"/>
                </a:lnTo>
                <a:lnTo>
                  <a:pt x="353406" y="3953"/>
                </a:lnTo>
                <a:lnTo>
                  <a:pt x="400130" y="15398"/>
                </a:lnTo>
                <a:lnTo>
                  <a:pt x="443699" y="33713"/>
                </a:lnTo>
                <a:lnTo>
                  <a:pt x="483487" y="58276"/>
                </a:lnTo>
                <a:lnTo>
                  <a:pt x="518869" y="88466"/>
                </a:lnTo>
                <a:lnTo>
                  <a:pt x="549220" y="123660"/>
                </a:lnTo>
                <a:lnTo>
                  <a:pt x="573915" y="163237"/>
                </a:lnTo>
                <a:lnTo>
                  <a:pt x="592328" y="206574"/>
                </a:lnTo>
                <a:lnTo>
                  <a:pt x="603834" y="253050"/>
                </a:lnTo>
                <a:lnTo>
                  <a:pt x="607809" y="302044"/>
                </a:lnTo>
                <a:lnTo>
                  <a:pt x="603834" y="351037"/>
                </a:lnTo>
                <a:lnTo>
                  <a:pt x="592328" y="397513"/>
                </a:lnTo>
                <a:lnTo>
                  <a:pt x="573915" y="440850"/>
                </a:lnTo>
                <a:lnTo>
                  <a:pt x="549220" y="480427"/>
                </a:lnTo>
                <a:lnTo>
                  <a:pt x="518869" y="515621"/>
                </a:lnTo>
                <a:lnTo>
                  <a:pt x="483487" y="545811"/>
                </a:lnTo>
                <a:lnTo>
                  <a:pt x="443699" y="570374"/>
                </a:lnTo>
                <a:lnTo>
                  <a:pt x="400130" y="588689"/>
                </a:lnTo>
                <a:lnTo>
                  <a:pt x="353406" y="600134"/>
                </a:lnTo>
                <a:lnTo>
                  <a:pt x="304152" y="604088"/>
                </a:lnTo>
                <a:close/>
              </a:path>
            </a:pathLst>
          </a:custGeom>
          <a:solidFill>
            <a:srgbClr val="415494"/>
          </a:solidFill>
        </p:spPr>
        <p:txBody>
          <a:bodyPr wrap="square" lIns="0" tIns="0" rIns="0" bIns="0" rtlCol="0"/>
          <a:lstStyle/>
          <a:p>
            <a:endParaRPr/>
          </a:p>
        </p:txBody>
      </p:sp>
      <p:sp>
        <p:nvSpPr>
          <p:cNvPr id="13" name="object 13"/>
          <p:cNvSpPr txBox="1"/>
          <p:nvPr/>
        </p:nvSpPr>
        <p:spPr>
          <a:xfrm>
            <a:off x="6429654" y="3959847"/>
            <a:ext cx="167640"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FFFFFF"/>
                </a:solidFill>
                <a:latin typeface="Arial"/>
                <a:cs typeface="Arial"/>
              </a:rPr>
              <a:t>4</a:t>
            </a:r>
            <a:endParaRPr sz="2000">
              <a:latin typeface="Arial"/>
              <a:cs typeface="Arial"/>
            </a:endParaRPr>
          </a:p>
        </p:txBody>
      </p:sp>
      <p:sp>
        <p:nvSpPr>
          <p:cNvPr id="14" name="object 14"/>
          <p:cNvSpPr txBox="1"/>
          <p:nvPr/>
        </p:nvSpPr>
        <p:spPr>
          <a:xfrm>
            <a:off x="1543685" y="1894078"/>
            <a:ext cx="2748915" cy="901700"/>
          </a:xfrm>
          <a:prstGeom prst="rect">
            <a:avLst/>
          </a:prstGeom>
        </p:spPr>
        <p:txBody>
          <a:bodyPr vert="horz" wrap="square" lIns="0" tIns="60960" rIns="0" bIns="0" rtlCol="0">
            <a:spAutoFit/>
          </a:bodyPr>
          <a:lstStyle/>
          <a:p>
            <a:pPr marL="298450" indent="-285750">
              <a:lnSpc>
                <a:spcPct val="100000"/>
              </a:lnSpc>
              <a:spcBef>
                <a:spcPts val="480"/>
              </a:spcBef>
              <a:buFont typeface="Arial"/>
              <a:buChar char="•"/>
              <a:tabLst>
                <a:tab pos="297815" algn="l"/>
                <a:tab pos="298450" algn="l"/>
              </a:tabLst>
            </a:pPr>
            <a:r>
              <a:rPr sz="1600" spc="-25" dirty="0">
                <a:latin typeface="宋体"/>
                <a:cs typeface="宋体"/>
              </a:rPr>
              <a:t>构建个人提示词体系</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设计层次化提示结构</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创新性组合不同领域提示词</a:t>
            </a:r>
            <a:endParaRPr sz="1600">
              <a:latin typeface="宋体"/>
              <a:cs typeface="宋体"/>
            </a:endParaRPr>
          </a:p>
        </p:txBody>
      </p:sp>
      <p:sp>
        <p:nvSpPr>
          <p:cNvPr id="15" name="object 15"/>
          <p:cNvSpPr txBox="1"/>
          <p:nvPr/>
        </p:nvSpPr>
        <p:spPr>
          <a:xfrm>
            <a:off x="1966595" y="3002788"/>
            <a:ext cx="2868295" cy="609600"/>
          </a:xfrm>
          <a:prstGeom prst="rect">
            <a:avLst/>
          </a:prstGeom>
        </p:spPr>
        <p:txBody>
          <a:bodyPr vert="horz" wrap="square" lIns="0" tIns="60960" rIns="0" bIns="0" rtlCol="0">
            <a:spAutoFit/>
          </a:bodyPr>
          <a:lstStyle/>
          <a:p>
            <a:pPr algn="ctr">
              <a:lnSpc>
                <a:spcPct val="100000"/>
              </a:lnSpc>
              <a:spcBef>
                <a:spcPts val="480"/>
              </a:spcBef>
            </a:pPr>
            <a:r>
              <a:rPr sz="1600" b="1" spc="-10" dirty="0">
                <a:latin typeface="Arial"/>
                <a:cs typeface="Arial"/>
              </a:rPr>
              <a:t>"</a:t>
            </a:r>
            <a:r>
              <a:rPr sz="1600" b="1" spc="-10" dirty="0">
                <a:latin typeface="Microsoft JhengHei"/>
                <a:cs typeface="Microsoft JhengHei"/>
              </a:rPr>
              <a:t>提示词是撬动</a:t>
            </a:r>
            <a:r>
              <a:rPr sz="1600" b="1" spc="-10" dirty="0">
                <a:latin typeface="Arial"/>
                <a:cs typeface="Arial"/>
              </a:rPr>
              <a:t>AI</a:t>
            </a:r>
            <a:r>
              <a:rPr sz="1600" b="1" spc="-10" dirty="0">
                <a:latin typeface="Microsoft JhengHei"/>
                <a:cs typeface="Microsoft JhengHei"/>
              </a:rPr>
              <a:t>的杠杆</a:t>
            </a:r>
            <a:r>
              <a:rPr sz="1600" b="1" spc="-50" dirty="0">
                <a:latin typeface="Arial"/>
                <a:cs typeface="Arial"/>
              </a:rPr>
              <a:t>"</a:t>
            </a:r>
            <a:endParaRPr sz="1600">
              <a:latin typeface="Arial"/>
              <a:cs typeface="Arial"/>
            </a:endParaRPr>
          </a:p>
          <a:p>
            <a:pPr algn="ctr">
              <a:lnSpc>
                <a:spcPct val="100000"/>
              </a:lnSpc>
              <a:spcBef>
                <a:spcPts val="380"/>
              </a:spcBef>
            </a:pPr>
            <a:r>
              <a:rPr sz="1600" b="1" spc="-10" dirty="0">
                <a:latin typeface="Arial"/>
                <a:cs typeface="Arial"/>
              </a:rPr>
              <a:t>"</a:t>
            </a:r>
            <a:r>
              <a:rPr sz="1600" b="1" spc="-10" dirty="0">
                <a:latin typeface="Microsoft JhengHei"/>
                <a:cs typeface="Microsoft JhengHei"/>
              </a:rPr>
              <a:t>好的提示词体系是独特竞争力</a:t>
            </a:r>
            <a:r>
              <a:rPr sz="1600" b="1" spc="-50" dirty="0">
                <a:latin typeface="Arial"/>
                <a:cs typeface="Arial"/>
              </a:rPr>
              <a:t>"</a:t>
            </a:r>
            <a:endParaRPr sz="1600">
              <a:latin typeface="Arial"/>
              <a:cs typeface="Arial"/>
            </a:endParaRPr>
          </a:p>
        </p:txBody>
      </p:sp>
      <p:sp>
        <p:nvSpPr>
          <p:cNvPr id="16" name="object 16"/>
          <p:cNvSpPr/>
          <p:nvPr/>
        </p:nvSpPr>
        <p:spPr>
          <a:xfrm>
            <a:off x="1348206" y="1305560"/>
            <a:ext cx="4105910" cy="445770"/>
          </a:xfrm>
          <a:custGeom>
            <a:avLst/>
            <a:gdLst/>
            <a:ahLst/>
            <a:cxnLst/>
            <a:rect l="l" t="t" r="r" b="b"/>
            <a:pathLst>
              <a:path w="4105910" h="445769">
                <a:moveTo>
                  <a:pt x="4045457" y="2539"/>
                </a:moveTo>
                <a:lnTo>
                  <a:pt x="60248" y="2539"/>
                </a:lnTo>
                <a:lnTo>
                  <a:pt x="68122" y="0"/>
                </a:lnTo>
                <a:lnTo>
                  <a:pt x="4037583" y="0"/>
                </a:lnTo>
                <a:lnTo>
                  <a:pt x="4045457" y="2539"/>
                </a:lnTo>
                <a:close/>
              </a:path>
              <a:path w="4105910" h="445769">
                <a:moveTo>
                  <a:pt x="4076065" y="17779"/>
                </a:moveTo>
                <a:lnTo>
                  <a:pt x="29641" y="17779"/>
                </a:lnTo>
                <a:lnTo>
                  <a:pt x="35128" y="13969"/>
                </a:lnTo>
                <a:lnTo>
                  <a:pt x="35687" y="12699"/>
                </a:lnTo>
                <a:lnTo>
                  <a:pt x="38963" y="11429"/>
                </a:lnTo>
                <a:lnTo>
                  <a:pt x="42354" y="8889"/>
                </a:lnTo>
                <a:lnTo>
                  <a:pt x="45846" y="7619"/>
                </a:lnTo>
                <a:lnTo>
                  <a:pt x="48996" y="6349"/>
                </a:lnTo>
                <a:lnTo>
                  <a:pt x="53111" y="3809"/>
                </a:lnTo>
                <a:lnTo>
                  <a:pt x="56870" y="2539"/>
                </a:lnTo>
                <a:lnTo>
                  <a:pt x="4049293" y="2539"/>
                </a:lnTo>
                <a:lnTo>
                  <a:pt x="4053039" y="3809"/>
                </a:lnTo>
                <a:lnTo>
                  <a:pt x="4056710" y="6349"/>
                </a:lnTo>
                <a:lnTo>
                  <a:pt x="4060278" y="7619"/>
                </a:lnTo>
                <a:lnTo>
                  <a:pt x="4063352" y="8889"/>
                </a:lnTo>
                <a:lnTo>
                  <a:pt x="4067136" y="11429"/>
                </a:lnTo>
                <a:lnTo>
                  <a:pt x="4070019" y="12699"/>
                </a:lnTo>
                <a:lnTo>
                  <a:pt x="4070578" y="13969"/>
                </a:lnTo>
                <a:lnTo>
                  <a:pt x="4076065" y="17779"/>
                </a:lnTo>
                <a:close/>
              </a:path>
              <a:path w="4105910" h="445769">
                <a:moveTo>
                  <a:pt x="56413" y="22859"/>
                </a:moveTo>
                <a:lnTo>
                  <a:pt x="23875" y="22859"/>
                </a:lnTo>
                <a:lnTo>
                  <a:pt x="28930" y="17779"/>
                </a:lnTo>
                <a:lnTo>
                  <a:pt x="4076776" y="17779"/>
                </a:lnTo>
                <a:lnTo>
                  <a:pt x="4078039" y="19049"/>
                </a:lnTo>
                <a:lnTo>
                  <a:pt x="68440" y="19049"/>
                </a:lnTo>
                <a:lnTo>
                  <a:pt x="64985" y="20319"/>
                </a:lnTo>
                <a:lnTo>
                  <a:pt x="65455" y="20319"/>
                </a:lnTo>
                <a:lnTo>
                  <a:pt x="62064" y="21589"/>
                </a:lnTo>
                <a:lnTo>
                  <a:pt x="59651" y="21589"/>
                </a:lnTo>
                <a:lnTo>
                  <a:pt x="56413" y="22859"/>
                </a:lnTo>
                <a:close/>
              </a:path>
              <a:path w="4105910" h="445769">
                <a:moveTo>
                  <a:pt x="67970" y="20319"/>
                </a:moveTo>
                <a:lnTo>
                  <a:pt x="68440" y="19049"/>
                </a:lnTo>
                <a:lnTo>
                  <a:pt x="71475" y="19049"/>
                </a:lnTo>
                <a:lnTo>
                  <a:pt x="67970" y="20319"/>
                </a:lnTo>
                <a:close/>
              </a:path>
              <a:path w="4105910" h="445769">
                <a:moveTo>
                  <a:pt x="4037736" y="20319"/>
                </a:moveTo>
                <a:lnTo>
                  <a:pt x="4034231" y="19049"/>
                </a:lnTo>
                <a:lnTo>
                  <a:pt x="4037266" y="19049"/>
                </a:lnTo>
                <a:lnTo>
                  <a:pt x="4037736" y="20319"/>
                </a:lnTo>
                <a:close/>
              </a:path>
              <a:path w="4105910" h="445769">
                <a:moveTo>
                  <a:pt x="4081830" y="22859"/>
                </a:moveTo>
                <a:lnTo>
                  <a:pt x="4049293" y="22859"/>
                </a:lnTo>
                <a:lnTo>
                  <a:pt x="4046054" y="21589"/>
                </a:lnTo>
                <a:lnTo>
                  <a:pt x="4043641" y="21589"/>
                </a:lnTo>
                <a:lnTo>
                  <a:pt x="4040251" y="20319"/>
                </a:lnTo>
                <a:lnTo>
                  <a:pt x="4040720" y="20319"/>
                </a:lnTo>
                <a:lnTo>
                  <a:pt x="4037266" y="19049"/>
                </a:lnTo>
                <a:lnTo>
                  <a:pt x="4078039" y="19049"/>
                </a:lnTo>
                <a:lnTo>
                  <a:pt x="4081830" y="22859"/>
                </a:lnTo>
                <a:close/>
              </a:path>
              <a:path w="4105910" h="445769">
                <a:moveTo>
                  <a:pt x="59207" y="22859"/>
                </a:moveTo>
                <a:lnTo>
                  <a:pt x="59651" y="21589"/>
                </a:lnTo>
                <a:lnTo>
                  <a:pt x="62522" y="21589"/>
                </a:lnTo>
                <a:lnTo>
                  <a:pt x="59207" y="22859"/>
                </a:lnTo>
                <a:close/>
              </a:path>
              <a:path w="4105910" h="445769">
                <a:moveTo>
                  <a:pt x="4046499" y="22859"/>
                </a:moveTo>
                <a:lnTo>
                  <a:pt x="4043184" y="21589"/>
                </a:lnTo>
                <a:lnTo>
                  <a:pt x="4046054" y="21589"/>
                </a:lnTo>
                <a:lnTo>
                  <a:pt x="4046499" y="22859"/>
                </a:lnTo>
                <a:close/>
              </a:path>
              <a:path w="4105910" h="445769">
                <a:moveTo>
                  <a:pt x="46532" y="416559"/>
                </a:moveTo>
                <a:lnTo>
                  <a:pt x="18059" y="416559"/>
                </a:lnTo>
                <a:lnTo>
                  <a:pt x="13957" y="410209"/>
                </a:lnTo>
                <a:lnTo>
                  <a:pt x="13563" y="410209"/>
                </a:lnTo>
                <a:lnTo>
                  <a:pt x="11480" y="406400"/>
                </a:lnTo>
                <a:lnTo>
                  <a:pt x="9537" y="403859"/>
                </a:lnTo>
                <a:lnTo>
                  <a:pt x="7962" y="400050"/>
                </a:lnTo>
                <a:lnTo>
                  <a:pt x="0" y="76199"/>
                </a:lnTo>
                <a:lnTo>
                  <a:pt x="342" y="71119"/>
                </a:lnTo>
                <a:lnTo>
                  <a:pt x="9537" y="41909"/>
                </a:lnTo>
                <a:lnTo>
                  <a:pt x="11722" y="38099"/>
                </a:lnTo>
                <a:lnTo>
                  <a:pt x="13563" y="35559"/>
                </a:lnTo>
                <a:lnTo>
                  <a:pt x="13957" y="34289"/>
                </a:lnTo>
                <a:lnTo>
                  <a:pt x="18059" y="29209"/>
                </a:lnTo>
                <a:lnTo>
                  <a:pt x="18643" y="27939"/>
                </a:lnTo>
                <a:lnTo>
                  <a:pt x="23240" y="22859"/>
                </a:lnTo>
                <a:lnTo>
                  <a:pt x="56845" y="22859"/>
                </a:lnTo>
                <a:lnTo>
                  <a:pt x="53695" y="24129"/>
                </a:lnTo>
                <a:lnTo>
                  <a:pt x="54114" y="24129"/>
                </a:lnTo>
                <a:lnTo>
                  <a:pt x="51041" y="25399"/>
                </a:lnTo>
                <a:lnTo>
                  <a:pt x="51447" y="25399"/>
                </a:lnTo>
                <a:lnTo>
                  <a:pt x="49955" y="26669"/>
                </a:lnTo>
                <a:lnTo>
                  <a:pt x="48856" y="26669"/>
                </a:lnTo>
                <a:lnTo>
                  <a:pt x="45961" y="29209"/>
                </a:lnTo>
                <a:lnTo>
                  <a:pt x="46532" y="29209"/>
                </a:lnTo>
                <a:lnTo>
                  <a:pt x="42875" y="31749"/>
                </a:lnTo>
                <a:lnTo>
                  <a:pt x="41744" y="31749"/>
                </a:lnTo>
                <a:lnTo>
                  <a:pt x="37953" y="35559"/>
                </a:lnTo>
                <a:lnTo>
                  <a:pt x="37337" y="35559"/>
                </a:lnTo>
                <a:lnTo>
                  <a:pt x="32740" y="40639"/>
                </a:lnTo>
                <a:lnTo>
                  <a:pt x="33312" y="40639"/>
                </a:lnTo>
                <a:lnTo>
                  <a:pt x="29209" y="45719"/>
                </a:lnTo>
                <a:lnTo>
                  <a:pt x="29603" y="45719"/>
                </a:lnTo>
                <a:lnTo>
                  <a:pt x="27749" y="48259"/>
                </a:lnTo>
                <a:lnTo>
                  <a:pt x="27990" y="48259"/>
                </a:lnTo>
                <a:lnTo>
                  <a:pt x="26276" y="50799"/>
                </a:lnTo>
                <a:lnTo>
                  <a:pt x="26492" y="50799"/>
                </a:lnTo>
                <a:lnTo>
                  <a:pt x="24930" y="53339"/>
                </a:lnTo>
                <a:lnTo>
                  <a:pt x="25120" y="53339"/>
                </a:lnTo>
                <a:lnTo>
                  <a:pt x="23698" y="55879"/>
                </a:lnTo>
                <a:lnTo>
                  <a:pt x="23875" y="55879"/>
                </a:lnTo>
                <a:lnTo>
                  <a:pt x="23029" y="58419"/>
                </a:lnTo>
                <a:lnTo>
                  <a:pt x="22771" y="58419"/>
                </a:lnTo>
                <a:lnTo>
                  <a:pt x="22026" y="60959"/>
                </a:lnTo>
                <a:lnTo>
                  <a:pt x="21793" y="60959"/>
                </a:lnTo>
                <a:lnTo>
                  <a:pt x="20828" y="64769"/>
                </a:lnTo>
                <a:lnTo>
                  <a:pt x="20154" y="67309"/>
                </a:lnTo>
                <a:lnTo>
                  <a:pt x="19828" y="69849"/>
                </a:lnTo>
                <a:lnTo>
                  <a:pt x="19697" y="69849"/>
                </a:lnTo>
                <a:lnTo>
                  <a:pt x="19240" y="73659"/>
                </a:lnTo>
                <a:lnTo>
                  <a:pt x="19105" y="76199"/>
                </a:lnTo>
                <a:lnTo>
                  <a:pt x="19011" y="368300"/>
                </a:lnTo>
                <a:lnTo>
                  <a:pt x="19291" y="372109"/>
                </a:lnTo>
                <a:lnTo>
                  <a:pt x="19697" y="374650"/>
                </a:lnTo>
                <a:lnTo>
                  <a:pt x="20243" y="377189"/>
                </a:lnTo>
                <a:lnTo>
                  <a:pt x="20942" y="381000"/>
                </a:lnTo>
                <a:lnTo>
                  <a:pt x="21149" y="381000"/>
                </a:lnTo>
                <a:lnTo>
                  <a:pt x="21793" y="383539"/>
                </a:lnTo>
                <a:lnTo>
                  <a:pt x="21653" y="383539"/>
                </a:lnTo>
                <a:lnTo>
                  <a:pt x="22771" y="386079"/>
                </a:lnTo>
                <a:lnTo>
                  <a:pt x="22606" y="386079"/>
                </a:lnTo>
                <a:lnTo>
                  <a:pt x="23875" y="389889"/>
                </a:lnTo>
                <a:lnTo>
                  <a:pt x="24172" y="389889"/>
                </a:lnTo>
                <a:lnTo>
                  <a:pt x="25120" y="392429"/>
                </a:lnTo>
                <a:lnTo>
                  <a:pt x="25450" y="392429"/>
                </a:lnTo>
                <a:lnTo>
                  <a:pt x="26492" y="394969"/>
                </a:lnTo>
                <a:lnTo>
                  <a:pt x="26847" y="394969"/>
                </a:lnTo>
                <a:lnTo>
                  <a:pt x="27990" y="397509"/>
                </a:lnTo>
                <a:lnTo>
                  <a:pt x="28367" y="397509"/>
                </a:lnTo>
                <a:lnTo>
                  <a:pt x="29603" y="400050"/>
                </a:lnTo>
                <a:lnTo>
                  <a:pt x="30030" y="400050"/>
                </a:lnTo>
                <a:lnTo>
                  <a:pt x="33312" y="405129"/>
                </a:lnTo>
                <a:lnTo>
                  <a:pt x="33889" y="405129"/>
                </a:lnTo>
                <a:lnTo>
                  <a:pt x="37337" y="408939"/>
                </a:lnTo>
                <a:lnTo>
                  <a:pt x="36690" y="408939"/>
                </a:lnTo>
                <a:lnTo>
                  <a:pt x="41744" y="412750"/>
                </a:lnTo>
                <a:lnTo>
                  <a:pt x="41046" y="412750"/>
                </a:lnTo>
                <a:lnTo>
                  <a:pt x="46532" y="416559"/>
                </a:lnTo>
                <a:close/>
              </a:path>
              <a:path w="4105910" h="445769">
                <a:moveTo>
                  <a:pt x="4057243" y="27939"/>
                </a:moveTo>
                <a:lnTo>
                  <a:pt x="4054259" y="25399"/>
                </a:lnTo>
                <a:lnTo>
                  <a:pt x="4054665" y="25399"/>
                </a:lnTo>
                <a:lnTo>
                  <a:pt x="4051592" y="24129"/>
                </a:lnTo>
                <a:lnTo>
                  <a:pt x="4052011" y="24129"/>
                </a:lnTo>
                <a:lnTo>
                  <a:pt x="4048861" y="22859"/>
                </a:lnTo>
                <a:lnTo>
                  <a:pt x="4082465" y="22859"/>
                </a:lnTo>
                <a:lnTo>
                  <a:pt x="4085913" y="26669"/>
                </a:lnTo>
                <a:lnTo>
                  <a:pt x="4056849" y="26669"/>
                </a:lnTo>
                <a:lnTo>
                  <a:pt x="4057243" y="27939"/>
                </a:lnTo>
                <a:close/>
              </a:path>
              <a:path w="4105910" h="445769">
                <a:moveTo>
                  <a:pt x="48463" y="27939"/>
                </a:moveTo>
                <a:lnTo>
                  <a:pt x="48856" y="26669"/>
                </a:lnTo>
                <a:lnTo>
                  <a:pt x="49955" y="26669"/>
                </a:lnTo>
                <a:lnTo>
                  <a:pt x="48463" y="27939"/>
                </a:lnTo>
                <a:close/>
              </a:path>
              <a:path w="4105910" h="445769">
                <a:moveTo>
                  <a:pt x="4064660" y="33019"/>
                </a:moveTo>
                <a:lnTo>
                  <a:pt x="4059174" y="29209"/>
                </a:lnTo>
                <a:lnTo>
                  <a:pt x="4059745" y="29209"/>
                </a:lnTo>
                <a:lnTo>
                  <a:pt x="4056849" y="26669"/>
                </a:lnTo>
                <a:lnTo>
                  <a:pt x="4085913" y="26669"/>
                </a:lnTo>
                <a:lnTo>
                  <a:pt x="4087063" y="27939"/>
                </a:lnTo>
                <a:lnTo>
                  <a:pt x="4087647" y="29209"/>
                </a:lnTo>
                <a:lnTo>
                  <a:pt x="4089698" y="31749"/>
                </a:lnTo>
                <a:lnTo>
                  <a:pt x="4063961" y="31749"/>
                </a:lnTo>
                <a:lnTo>
                  <a:pt x="4064660" y="33019"/>
                </a:lnTo>
                <a:close/>
              </a:path>
              <a:path w="4105910" h="445769">
                <a:moveTo>
                  <a:pt x="41046" y="33019"/>
                </a:moveTo>
                <a:lnTo>
                  <a:pt x="41744" y="31749"/>
                </a:lnTo>
                <a:lnTo>
                  <a:pt x="42875" y="31749"/>
                </a:lnTo>
                <a:lnTo>
                  <a:pt x="41046" y="33019"/>
                </a:lnTo>
                <a:close/>
              </a:path>
              <a:path w="4105910" h="445769">
                <a:moveTo>
                  <a:pt x="4069016" y="36829"/>
                </a:moveTo>
                <a:lnTo>
                  <a:pt x="4063961" y="31749"/>
                </a:lnTo>
                <a:lnTo>
                  <a:pt x="4089698" y="31749"/>
                </a:lnTo>
                <a:lnTo>
                  <a:pt x="4091749" y="34289"/>
                </a:lnTo>
                <a:lnTo>
                  <a:pt x="4092143" y="35559"/>
                </a:lnTo>
                <a:lnTo>
                  <a:pt x="4068368" y="35559"/>
                </a:lnTo>
                <a:lnTo>
                  <a:pt x="4069016" y="36829"/>
                </a:lnTo>
                <a:close/>
              </a:path>
              <a:path w="4105910" h="445769">
                <a:moveTo>
                  <a:pt x="36690" y="36829"/>
                </a:moveTo>
                <a:lnTo>
                  <a:pt x="37337" y="35559"/>
                </a:lnTo>
                <a:lnTo>
                  <a:pt x="37953" y="35559"/>
                </a:lnTo>
                <a:lnTo>
                  <a:pt x="36690" y="36829"/>
                </a:lnTo>
                <a:close/>
              </a:path>
              <a:path w="4105910" h="445769">
                <a:moveTo>
                  <a:pt x="4083100" y="59689"/>
                </a:moveTo>
                <a:lnTo>
                  <a:pt x="4081830" y="55879"/>
                </a:lnTo>
                <a:lnTo>
                  <a:pt x="4082008" y="55879"/>
                </a:lnTo>
                <a:lnTo>
                  <a:pt x="4080586" y="53339"/>
                </a:lnTo>
                <a:lnTo>
                  <a:pt x="4080776" y="53339"/>
                </a:lnTo>
                <a:lnTo>
                  <a:pt x="4079214" y="50799"/>
                </a:lnTo>
                <a:lnTo>
                  <a:pt x="4079430" y="50799"/>
                </a:lnTo>
                <a:lnTo>
                  <a:pt x="4077716" y="48259"/>
                </a:lnTo>
                <a:lnTo>
                  <a:pt x="4077957" y="48259"/>
                </a:lnTo>
                <a:lnTo>
                  <a:pt x="4076103" y="45719"/>
                </a:lnTo>
                <a:lnTo>
                  <a:pt x="4076496" y="45719"/>
                </a:lnTo>
                <a:lnTo>
                  <a:pt x="4072394" y="40639"/>
                </a:lnTo>
                <a:lnTo>
                  <a:pt x="4072966" y="40639"/>
                </a:lnTo>
                <a:lnTo>
                  <a:pt x="4068368" y="35559"/>
                </a:lnTo>
                <a:lnTo>
                  <a:pt x="4092143" y="35559"/>
                </a:lnTo>
                <a:lnTo>
                  <a:pt x="4094226" y="38099"/>
                </a:lnTo>
                <a:lnTo>
                  <a:pt x="4096169" y="41909"/>
                </a:lnTo>
                <a:lnTo>
                  <a:pt x="4097934" y="45719"/>
                </a:lnTo>
                <a:lnTo>
                  <a:pt x="4099369" y="48259"/>
                </a:lnTo>
                <a:lnTo>
                  <a:pt x="4100982" y="52069"/>
                </a:lnTo>
                <a:lnTo>
                  <a:pt x="4102239" y="55879"/>
                </a:lnTo>
                <a:lnTo>
                  <a:pt x="4102883" y="58419"/>
                </a:lnTo>
                <a:lnTo>
                  <a:pt x="4082935" y="58419"/>
                </a:lnTo>
                <a:lnTo>
                  <a:pt x="4083100" y="59689"/>
                </a:lnTo>
                <a:close/>
              </a:path>
              <a:path w="4105910" h="445769">
                <a:moveTo>
                  <a:pt x="22606" y="59689"/>
                </a:moveTo>
                <a:lnTo>
                  <a:pt x="22771" y="58419"/>
                </a:lnTo>
                <a:lnTo>
                  <a:pt x="23029" y="58419"/>
                </a:lnTo>
                <a:lnTo>
                  <a:pt x="22606" y="59689"/>
                </a:lnTo>
                <a:close/>
              </a:path>
              <a:path w="4105910" h="445769">
                <a:moveTo>
                  <a:pt x="4084053" y="62229"/>
                </a:moveTo>
                <a:lnTo>
                  <a:pt x="4082935" y="58419"/>
                </a:lnTo>
                <a:lnTo>
                  <a:pt x="4102883" y="58419"/>
                </a:lnTo>
                <a:lnTo>
                  <a:pt x="4103509" y="60959"/>
                </a:lnTo>
                <a:lnTo>
                  <a:pt x="4083913" y="60959"/>
                </a:lnTo>
                <a:lnTo>
                  <a:pt x="4084053" y="62229"/>
                </a:lnTo>
                <a:close/>
              </a:path>
              <a:path w="4105910" h="445769">
                <a:moveTo>
                  <a:pt x="21653" y="62229"/>
                </a:moveTo>
                <a:lnTo>
                  <a:pt x="21793" y="60959"/>
                </a:lnTo>
                <a:lnTo>
                  <a:pt x="22026" y="60959"/>
                </a:lnTo>
                <a:lnTo>
                  <a:pt x="21653" y="62229"/>
                </a:lnTo>
                <a:close/>
              </a:path>
              <a:path w="4105910" h="445769">
                <a:moveTo>
                  <a:pt x="4086085" y="71119"/>
                </a:moveTo>
                <a:lnTo>
                  <a:pt x="4085463" y="67309"/>
                </a:lnTo>
                <a:lnTo>
                  <a:pt x="4084764" y="64769"/>
                </a:lnTo>
                <a:lnTo>
                  <a:pt x="4083913" y="60959"/>
                </a:lnTo>
                <a:lnTo>
                  <a:pt x="4103509" y="60959"/>
                </a:lnTo>
                <a:lnTo>
                  <a:pt x="4104119" y="63499"/>
                </a:lnTo>
                <a:lnTo>
                  <a:pt x="4104843" y="67309"/>
                </a:lnTo>
                <a:lnTo>
                  <a:pt x="4105128" y="69849"/>
                </a:lnTo>
                <a:lnTo>
                  <a:pt x="4086009" y="69849"/>
                </a:lnTo>
                <a:lnTo>
                  <a:pt x="4086085" y="71119"/>
                </a:lnTo>
                <a:close/>
              </a:path>
              <a:path w="4105910" h="445769">
                <a:moveTo>
                  <a:pt x="19621" y="71119"/>
                </a:moveTo>
                <a:lnTo>
                  <a:pt x="19697" y="69849"/>
                </a:lnTo>
                <a:lnTo>
                  <a:pt x="19828" y="69849"/>
                </a:lnTo>
                <a:lnTo>
                  <a:pt x="19621" y="71119"/>
                </a:lnTo>
                <a:close/>
              </a:path>
              <a:path w="4105910" h="445769">
                <a:moveTo>
                  <a:pt x="4105473" y="372109"/>
                </a:moveTo>
                <a:lnTo>
                  <a:pt x="4086415" y="372109"/>
                </a:lnTo>
                <a:lnTo>
                  <a:pt x="4086694" y="368300"/>
                </a:lnTo>
                <a:lnTo>
                  <a:pt x="4086669" y="76199"/>
                </a:lnTo>
                <a:lnTo>
                  <a:pt x="4086415" y="73659"/>
                </a:lnTo>
                <a:lnTo>
                  <a:pt x="4086009" y="69849"/>
                </a:lnTo>
                <a:lnTo>
                  <a:pt x="4105128" y="69849"/>
                </a:lnTo>
                <a:lnTo>
                  <a:pt x="4105414" y="72389"/>
                </a:lnTo>
                <a:lnTo>
                  <a:pt x="4105694" y="76199"/>
                </a:lnTo>
                <a:lnTo>
                  <a:pt x="4105584" y="370839"/>
                </a:lnTo>
                <a:lnTo>
                  <a:pt x="4105473" y="372109"/>
                </a:lnTo>
                <a:close/>
              </a:path>
              <a:path w="4105910" h="445769">
                <a:moveTo>
                  <a:pt x="19011" y="77469"/>
                </a:moveTo>
                <a:lnTo>
                  <a:pt x="19037" y="76199"/>
                </a:lnTo>
                <a:lnTo>
                  <a:pt x="19011" y="77469"/>
                </a:lnTo>
                <a:close/>
              </a:path>
              <a:path w="4105910" h="445769">
                <a:moveTo>
                  <a:pt x="4086694" y="77469"/>
                </a:moveTo>
                <a:lnTo>
                  <a:pt x="4086601" y="76199"/>
                </a:lnTo>
                <a:lnTo>
                  <a:pt x="4086694" y="77469"/>
                </a:lnTo>
                <a:close/>
              </a:path>
              <a:path w="4105910" h="445769">
                <a:moveTo>
                  <a:pt x="19392" y="372109"/>
                </a:moveTo>
                <a:lnTo>
                  <a:pt x="19240" y="370839"/>
                </a:lnTo>
                <a:lnTo>
                  <a:pt x="19392" y="372109"/>
                </a:lnTo>
                <a:close/>
              </a:path>
              <a:path w="4105910" h="445769">
                <a:moveTo>
                  <a:pt x="4104119" y="381000"/>
                </a:moveTo>
                <a:lnTo>
                  <a:pt x="4084764" y="381000"/>
                </a:lnTo>
                <a:lnTo>
                  <a:pt x="4085551" y="377189"/>
                </a:lnTo>
                <a:lnTo>
                  <a:pt x="4086085" y="374650"/>
                </a:lnTo>
                <a:lnTo>
                  <a:pt x="4086466" y="370839"/>
                </a:lnTo>
                <a:lnTo>
                  <a:pt x="4086415" y="372109"/>
                </a:lnTo>
                <a:lnTo>
                  <a:pt x="4105473" y="372109"/>
                </a:lnTo>
                <a:lnTo>
                  <a:pt x="4105363" y="373379"/>
                </a:lnTo>
                <a:lnTo>
                  <a:pt x="4104843" y="377189"/>
                </a:lnTo>
                <a:lnTo>
                  <a:pt x="4104119" y="381000"/>
                </a:lnTo>
                <a:close/>
              </a:path>
              <a:path w="4105910" h="445769">
                <a:moveTo>
                  <a:pt x="21149" y="381000"/>
                </a:moveTo>
                <a:lnTo>
                  <a:pt x="20942" y="381000"/>
                </a:lnTo>
                <a:lnTo>
                  <a:pt x="20828" y="379729"/>
                </a:lnTo>
                <a:lnTo>
                  <a:pt x="21149" y="381000"/>
                </a:lnTo>
                <a:close/>
              </a:path>
              <a:path w="4105910" h="445769">
                <a:moveTo>
                  <a:pt x="4102100" y="389889"/>
                </a:moveTo>
                <a:lnTo>
                  <a:pt x="4081830" y="389889"/>
                </a:lnTo>
                <a:lnTo>
                  <a:pt x="4083100" y="386079"/>
                </a:lnTo>
                <a:lnTo>
                  <a:pt x="4082935" y="386079"/>
                </a:lnTo>
                <a:lnTo>
                  <a:pt x="4084053" y="383539"/>
                </a:lnTo>
                <a:lnTo>
                  <a:pt x="4083913" y="383539"/>
                </a:lnTo>
                <a:lnTo>
                  <a:pt x="4084878" y="379729"/>
                </a:lnTo>
                <a:lnTo>
                  <a:pt x="4084764" y="381000"/>
                </a:lnTo>
                <a:lnTo>
                  <a:pt x="4104119" y="381000"/>
                </a:lnTo>
                <a:lnTo>
                  <a:pt x="4103204" y="384809"/>
                </a:lnTo>
                <a:lnTo>
                  <a:pt x="4102100" y="389889"/>
                </a:lnTo>
                <a:close/>
              </a:path>
              <a:path w="4105910" h="445769">
                <a:moveTo>
                  <a:pt x="24172" y="389889"/>
                </a:moveTo>
                <a:lnTo>
                  <a:pt x="23875" y="389889"/>
                </a:lnTo>
                <a:lnTo>
                  <a:pt x="23698" y="388619"/>
                </a:lnTo>
                <a:lnTo>
                  <a:pt x="24172" y="389889"/>
                </a:lnTo>
                <a:close/>
              </a:path>
              <a:path w="4105910" h="445769">
                <a:moveTo>
                  <a:pt x="4100817" y="392429"/>
                </a:moveTo>
                <a:lnTo>
                  <a:pt x="4080586" y="392429"/>
                </a:lnTo>
                <a:lnTo>
                  <a:pt x="4082008" y="388619"/>
                </a:lnTo>
                <a:lnTo>
                  <a:pt x="4081830" y="389889"/>
                </a:lnTo>
                <a:lnTo>
                  <a:pt x="4102100" y="389889"/>
                </a:lnTo>
                <a:lnTo>
                  <a:pt x="4100817" y="392429"/>
                </a:lnTo>
                <a:close/>
              </a:path>
              <a:path w="4105910" h="445769">
                <a:moveTo>
                  <a:pt x="25450" y="392429"/>
                </a:moveTo>
                <a:lnTo>
                  <a:pt x="25120" y="392429"/>
                </a:lnTo>
                <a:lnTo>
                  <a:pt x="24930" y="391159"/>
                </a:lnTo>
                <a:lnTo>
                  <a:pt x="25450" y="392429"/>
                </a:lnTo>
                <a:close/>
              </a:path>
              <a:path w="4105910" h="445769">
                <a:moveTo>
                  <a:pt x="4099852" y="394969"/>
                </a:moveTo>
                <a:lnTo>
                  <a:pt x="4079214" y="394969"/>
                </a:lnTo>
                <a:lnTo>
                  <a:pt x="4080776" y="391159"/>
                </a:lnTo>
                <a:lnTo>
                  <a:pt x="4080586" y="392429"/>
                </a:lnTo>
                <a:lnTo>
                  <a:pt x="4100817" y="392429"/>
                </a:lnTo>
                <a:lnTo>
                  <a:pt x="4099852" y="394969"/>
                </a:lnTo>
                <a:close/>
              </a:path>
              <a:path w="4105910" h="445769">
                <a:moveTo>
                  <a:pt x="26847" y="394969"/>
                </a:moveTo>
                <a:lnTo>
                  <a:pt x="26492" y="394969"/>
                </a:lnTo>
                <a:lnTo>
                  <a:pt x="26276" y="393700"/>
                </a:lnTo>
                <a:lnTo>
                  <a:pt x="26847" y="394969"/>
                </a:lnTo>
                <a:close/>
              </a:path>
              <a:path w="4105910" h="445769">
                <a:moveTo>
                  <a:pt x="4098823" y="397509"/>
                </a:moveTo>
                <a:lnTo>
                  <a:pt x="4077716" y="397509"/>
                </a:lnTo>
                <a:lnTo>
                  <a:pt x="4079430" y="393700"/>
                </a:lnTo>
                <a:lnTo>
                  <a:pt x="4079214" y="394969"/>
                </a:lnTo>
                <a:lnTo>
                  <a:pt x="4099852" y="394969"/>
                </a:lnTo>
                <a:lnTo>
                  <a:pt x="4099369" y="396239"/>
                </a:lnTo>
                <a:lnTo>
                  <a:pt x="4098823" y="397509"/>
                </a:lnTo>
                <a:close/>
              </a:path>
              <a:path w="4105910" h="445769">
                <a:moveTo>
                  <a:pt x="28367" y="397509"/>
                </a:moveTo>
                <a:lnTo>
                  <a:pt x="27990" y="397509"/>
                </a:lnTo>
                <a:lnTo>
                  <a:pt x="27749" y="396239"/>
                </a:lnTo>
                <a:lnTo>
                  <a:pt x="28367" y="397509"/>
                </a:lnTo>
                <a:close/>
              </a:path>
              <a:path w="4105910" h="445769">
                <a:moveTo>
                  <a:pt x="4097731" y="400050"/>
                </a:moveTo>
                <a:lnTo>
                  <a:pt x="4076103" y="400050"/>
                </a:lnTo>
                <a:lnTo>
                  <a:pt x="4077957" y="396239"/>
                </a:lnTo>
                <a:lnTo>
                  <a:pt x="4077716" y="397509"/>
                </a:lnTo>
                <a:lnTo>
                  <a:pt x="4098823" y="397509"/>
                </a:lnTo>
                <a:lnTo>
                  <a:pt x="4097731" y="400050"/>
                </a:lnTo>
                <a:close/>
              </a:path>
              <a:path w="4105910" h="445769">
                <a:moveTo>
                  <a:pt x="30030" y="400050"/>
                </a:moveTo>
                <a:lnTo>
                  <a:pt x="29603" y="400050"/>
                </a:lnTo>
                <a:lnTo>
                  <a:pt x="29209" y="398779"/>
                </a:lnTo>
                <a:lnTo>
                  <a:pt x="30030" y="400050"/>
                </a:lnTo>
                <a:close/>
              </a:path>
              <a:path w="4105910" h="445769">
                <a:moveTo>
                  <a:pt x="4095440" y="405129"/>
                </a:moveTo>
                <a:lnTo>
                  <a:pt x="4072394" y="405129"/>
                </a:lnTo>
                <a:lnTo>
                  <a:pt x="4076496" y="398779"/>
                </a:lnTo>
                <a:lnTo>
                  <a:pt x="4076103" y="400050"/>
                </a:lnTo>
                <a:lnTo>
                  <a:pt x="4097731" y="400050"/>
                </a:lnTo>
                <a:lnTo>
                  <a:pt x="4096169" y="403859"/>
                </a:lnTo>
                <a:lnTo>
                  <a:pt x="4095440" y="405129"/>
                </a:lnTo>
                <a:close/>
              </a:path>
              <a:path w="4105910" h="445769">
                <a:moveTo>
                  <a:pt x="33889" y="405129"/>
                </a:moveTo>
                <a:lnTo>
                  <a:pt x="33312" y="405129"/>
                </a:lnTo>
                <a:lnTo>
                  <a:pt x="32740" y="403859"/>
                </a:lnTo>
                <a:lnTo>
                  <a:pt x="33889" y="405129"/>
                </a:lnTo>
                <a:close/>
              </a:path>
              <a:path w="4105910" h="445769">
                <a:moveTo>
                  <a:pt x="4087647" y="416559"/>
                </a:moveTo>
                <a:lnTo>
                  <a:pt x="4059174" y="416559"/>
                </a:lnTo>
                <a:lnTo>
                  <a:pt x="4064660" y="412750"/>
                </a:lnTo>
                <a:lnTo>
                  <a:pt x="4063961" y="412750"/>
                </a:lnTo>
                <a:lnTo>
                  <a:pt x="4069016" y="408939"/>
                </a:lnTo>
                <a:lnTo>
                  <a:pt x="4068368" y="408939"/>
                </a:lnTo>
                <a:lnTo>
                  <a:pt x="4072966" y="403859"/>
                </a:lnTo>
                <a:lnTo>
                  <a:pt x="4072394" y="405129"/>
                </a:lnTo>
                <a:lnTo>
                  <a:pt x="4095440" y="405129"/>
                </a:lnTo>
                <a:lnTo>
                  <a:pt x="4093984" y="407669"/>
                </a:lnTo>
                <a:lnTo>
                  <a:pt x="4092143" y="410209"/>
                </a:lnTo>
                <a:lnTo>
                  <a:pt x="4091749" y="410209"/>
                </a:lnTo>
                <a:lnTo>
                  <a:pt x="4087647" y="416559"/>
                </a:lnTo>
                <a:close/>
              </a:path>
              <a:path w="4105910" h="445769">
                <a:moveTo>
                  <a:pt x="4070578" y="431800"/>
                </a:moveTo>
                <a:lnTo>
                  <a:pt x="35128" y="431800"/>
                </a:lnTo>
                <a:lnTo>
                  <a:pt x="29641" y="427989"/>
                </a:lnTo>
                <a:lnTo>
                  <a:pt x="28930" y="426719"/>
                </a:lnTo>
                <a:lnTo>
                  <a:pt x="23875" y="422909"/>
                </a:lnTo>
                <a:lnTo>
                  <a:pt x="23240" y="421639"/>
                </a:lnTo>
                <a:lnTo>
                  <a:pt x="18643" y="416559"/>
                </a:lnTo>
                <a:lnTo>
                  <a:pt x="45961" y="416559"/>
                </a:lnTo>
                <a:lnTo>
                  <a:pt x="48856" y="417829"/>
                </a:lnTo>
                <a:lnTo>
                  <a:pt x="48463" y="417829"/>
                </a:lnTo>
                <a:lnTo>
                  <a:pt x="51447" y="419100"/>
                </a:lnTo>
                <a:lnTo>
                  <a:pt x="51041" y="419100"/>
                </a:lnTo>
                <a:lnTo>
                  <a:pt x="54114" y="420369"/>
                </a:lnTo>
                <a:lnTo>
                  <a:pt x="53695" y="420369"/>
                </a:lnTo>
                <a:lnTo>
                  <a:pt x="56845" y="421639"/>
                </a:lnTo>
                <a:lnTo>
                  <a:pt x="56413" y="421639"/>
                </a:lnTo>
                <a:lnTo>
                  <a:pt x="59651" y="422909"/>
                </a:lnTo>
                <a:lnTo>
                  <a:pt x="59207" y="422909"/>
                </a:lnTo>
                <a:lnTo>
                  <a:pt x="62522" y="424179"/>
                </a:lnTo>
                <a:lnTo>
                  <a:pt x="62064" y="424179"/>
                </a:lnTo>
                <a:lnTo>
                  <a:pt x="65455" y="425450"/>
                </a:lnTo>
                <a:lnTo>
                  <a:pt x="71005" y="425450"/>
                </a:lnTo>
                <a:lnTo>
                  <a:pt x="74561" y="426719"/>
                </a:lnTo>
                <a:lnTo>
                  <a:pt x="4076776" y="426719"/>
                </a:lnTo>
                <a:lnTo>
                  <a:pt x="4076065" y="427989"/>
                </a:lnTo>
                <a:lnTo>
                  <a:pt x="4070578" y="431800"/>
                </a:lnTo>
                <a:close/>
              </a:path>
              <a:path w="4105910" h="445769">
                <a:moveTo>
                  <a:pt x="4076776" y="426719"/>
                </a:moveTo>
                <a:lnTo>
                  <a:pt x="4031132" y="426719"/>
                </a:lnTo>
                <a:lnTo>
                  <a:pt x="4034701" y="425450"/>
                </a:lnTo>
                <a:lnTo>
                  <a:pt x="4040251" y="425450"/>
                </a:lnTo>
                <a:lnTo>
                  <a:pt x="4043641" y="424179"/>
                </a:lnTo>
                <a:lnTo>
                  <a:pt x="4043184" y="424179"/>
                </a:lnTo>
                <a:lnTo>
                  <a:pt x="4046499" y="422909"/>
                </a:lnTo>
                <a:lnTo>
                  <a:pt x="4046054" y="422909"/>
                </a:lnTo>
                <a:lnTo>
                  <a:pt x="4049293" y="421639"/>
                </a:lnTo>
                <a:lnTo>
                  <a:pt x="4048861" y="421639"/>
                </a:lnTo>
                <a:lnTo>
                  <a:pt x="4052011" y="420369"/>
                </a:lnTo>
                <a:lnTo>
                  <a:pt x="4051592" y="420369"/>
                </a:lnTo>
                <a:lnTo>
                  <a:pt x="4054665" y="419100"/>
                </a:lnTo>
                <a:lnTo>
                  <a:pt x="4054259" y="419100"/>
                </a:lnTo>
                <a:lnTo>
                  <a:pt x="4057243" y="417829"/>
                </a:lnTo>
                <a:lnTo>
                  <a:pt x="4056849" y="417829"/>
                </a:lnTo>
                <a:lnTo>
                  <a:pt x="4059745" y="416559"/>
                </a:lnTo>
                <a:lnTo>
                  <a:pt x="4087063" y="416559"/>
                </a:lnTo>
                <a:lnTo>
                  <a:pt x="4082465" y="421639"/>
                </a:lnTo>
                <a:lnTo>
                  <a:pt x="4081830" y="422909"/>
                </a:lnTo>
                <a:lnTo>
                  <a:pt x="4076776" y="426719"/>
                </a:lnTo>
                <a:close/>
              </a:path>
              <a:path w="4105910" h="445769">
                <a:moveTo>
                  <a:pt x="68440" y="425450"/>
                </a:moveTo>
                <a:lnTo>
                  <a:pt x="65455" y="425450"/>
                </a:lnTo>
                <a:lnTo>
                  <a:pt x="64985" y="424179"/>
                </a:lnTo>
                <a:lnTo>
                  <a:pt x="68440" y="425450"/>
                </a:lnTo>
                <a:close/>
              </a:path>
              <a:path w="4105910" h="445769">
                <a:moveTo>
                  <a:pt x="4040251" y="425450"/>
                </a:moveTo>
                <a:lnTo>
                  <a:pt x="4037266" y="425450"/>
                </a:lnTo>
                <a:lnTo>
                  <a:pt x="4040720" y="424179"/>
                </a:lnTo>
                <a:lnTo>
                  <a:pt x="4040251" y="425450"/>
                </a:lnTo>
                <a:close/>
              </a:path>
              <a:path w="4105910" h="445769">
                <a:moveTo>
                  <a:pt x="4041559" y="444500"/>
                </a:moveTo>
                <a:lnTo>
                  <a:pt x="64147" y="444500"/>
                </a:lnTo>
                <a:lnTo>
                  <a:pt x="56413" y="441959"/>
                </a:lnTo>
                <a:lnTo>
                  <a:pt x="48996" y="439419"/>
                </a:lnTo>
                <a:lnTo>
                  <a:pt x="45427" y="438150"/>
                </a:lnTo>
                <a:lnTo>
                  <a:pt x="42354" y="435609"/>
                </a:lnTo>
                <a:lnTo>
                  <a:pt x="38569" y="434339"/>
                </a:lnTo>
                <a:lnTo>
                  <a:pt x="35687" y="431800"/>
                </a:lnTo>
                <a:lnTo>
                  <a:pt x="4070019" y="431800"/>
                </a:lnTo>
                <a:lnTo>
                  <a:pt x="4066743" y="434339"/>
                </a:lnTo>
                <a:lnTo>
                  <a:pt x="4063352" y="435609"/>
                </a:lnTo>
                <a:lnTo>
                  <a:pt x="4059859" y="438150"/>
                </a:lnTo>
                <a:lnTo>
                  <a:pt x="4056710" y="439419"/>
                </a:lnTo>
                <a:lnTo>
                  <a:pt x="4052595" y="440689"/>
                </a:lnTo>
                <a:lnTo>
                  <a:pt x="4048836" y="441959"/>
                </a:lnTo>
                <a:lnTo>
                  <a:pt x="4045457" y="443229"/>
                </a:lnTo>
                <a:lnTo>
                  <a:pt x="4041559" y="444500"/>
                </a:lnTo>
                <a:close/>
              </a:path>
              <a:path w="4105910" h="445769">
                <a:moveTo>
                  <a:pt x="4033062" y="445769"/>
                </a:moveTo>
                <a:lnTo>
                  <a:pt x="72161" y="445769"/>
                </a:lnTo>
                <a:lnTo>
                  <a:pt x="68122" y="444500"/>
                </a:lnTo>
                <a:lnTo>
                  <a:pt x="4037583" y="444500"/>
                </a:lnTo>
                <a:lnTo>
                  <a:pt x="4033062" y="445769"/>
                </a:lnTo>
                <a:close/>
              </a:path>
            </a:pathLst>
          </a:custGeom>
          <a:solidFill>
            <a:srgbClr val="BEBEBE"/>
          </a:solidFill>
        </p:spPr>
        <p:txBody>
          <a:bodyPr wrap="square" lIns="0" tIns="0" rIns="0" bIns="0" rtlCol="0"/>
          <a:lstStyle/>
          <a:p>
            <a:endParaRPr/>
          </a:p>
        </p:txBody>
      </p:sp>
      <p:sp>
        <p:nvSpPr>
          <p:cNvPr id="17" name="object 17"/>
          <p:cNvSpPr txBox="1"/>
          <p:nvPr/>
        </p:nvSpPr>
        <p:spPr>
          <a:xfrm>
            <a:off x="3048546" y="1381036"/>
            <a:ext cx="703580" cy="299720"/>
          </a:xfrm>
          <a:prstGeom prst="rect">
            <a:avLst/>
          </a:prstGeom>
        </p:spPr>
        <p:txBody>
          <a:bodyPr vert="horz" wrap="square" lIns="0" tIns="12700" rIns="0" bIns="0" rtlCol="0">
            <a:spAutoFit/>
          </a:bodyPr>
          <a:lstStyle/>
          <a:p>
            <a:pPr marL="12700">
              <a:lnSpc>
                <a:spcPct val="100000"/>
              </a:lnSpc>
              <a:spcBef>
                <a:spcPts val="100"/>
              </a:spcBef>
            </a:pPr>
            <a:r>
              <a:rPr sz="1800" b="1" spc="-70" dirty="0">
                <a:latin typeface="Microsoft JhengHei"/>
                <a:cs typeface="Microsoft JhengHei"/>
              </a:rPr>
              <a:t>AI</a:t>
            </a:r>
            <a:r>
              <a:rPr sz="1800" b="1" spc="-25" dirty="0">
                <a:latin typeface="Microsoft JhengHei"/>
                <a:cs typeface="Microsoft JhengHei"/>
              </a:rPr>
              <a:t>思维</a:t>
            </a:r>
            <a:endParaRPr sz="1800">
              <a:latin typeface="Microsoft JhengHei"/>
              <a:cs typeface="Microsoft JhengHei"/>
            </a:endParaRPr>
          </a:p>
        </p:txBody>
      </p:sp>
      <p:grpSp>
        <p:nvGrpSpPr>
          <p:cNvPr id="18" name="object 18"/>
          <p:cNvGrpSpPr/>
          <p:nvPr/>
        </p:nvGrpSpPr>
        <p:grpSpPr>
          <a:xfrm>
            <a:off x="6940295" y="1779270"/>
            <a:ext cx="4117975" cy="1962150"/>
            <a:chOff x="6940295" y="1779270"/>
            <a:chExt cx="4117975" cy="1962150"/>
          </a:xfrm>
        </p:grpSpPr>
        <p:sp>
          <p:nvSpPr>
            <p:cNvPr id="19" name="object 19"/>
            <p:cNvSpPr/>
            <p:nvPr/>
          </p:nvSpPr>
          <p:spPr>
            <a:xfrm>
              <a:off x="6940295" y="2976372"/>
              <a:ext cx="4117975" cy="765175"/>
            </a:xfrm>
            <a:custGeom>
              <a:avLst/>
              <a:gdLst/>
              <a:ahLst/>
              <a:cxnLst/>
              <a:rect l="l" t="t" r="r" b="b"/>
              <a:pathLst>
                <a:path w="4117975" h="765175">
                  <a:moveTo>
                    <a:pt x="3977639" y="765048"/>
                  </a:moveTo>
                  <a:lnTo>
                    <a:pt x="0" y="765048"/>
                  </a:lnTo>
                  <a:lnTo>
                    <a:pt x="0" y="138683"/>
                  </a:lnTo>
                  <a:lnTo>
                    <a:pt x="6951" y="94692"/>
                  </a:lnTo>
                  <a:lnTo>
                    <a:pt x="26738" y="56466"/>
                  </a:lnTo>
                  <a:lnTo>
                    <a:pt x="57069" y="26366"/>
                  </a:lnTo>
                  <a:lnTo>
                    <a:pt x="95655" y="6756"/>
                  </a:lnTo>
                  <a:lnTo>
                    <a:pt x="140207" y="0"/>
                  </a:lnTo>
                  <a:lnTo>
                    <a:pt x="4117848" y="0"/>
                  </a:lnTo>
                  <a:lnTo>
                    <a:pt x="4117848" y="626363"/>
                  </a:lnTo>
                  <a:lnTo>
                    <a:pt x="4110896" y="670294"/>
                  </a:lnTo>
                  <a:lnTo>
                    <a:pt x="4091109" y="708490"/>
                  </a:lnTo>
                  <a:lnTo>
                    <a:pt x="4060778" y="738590"/>
                  </a:lnTo>
                  <a:lnTo>
                    <a:pt x="4022192" y="758230"/>
                  </a:lnTo>
                  <a:lnTo>
                    <a:pt x="3977639" y="765048"/>
                  </a:lnTo>
                  <a:close/>
                </a:path>
              </a:pathLst>
            </a:custGeom>
            <a:solidFill>
              <a:srgbClr val="DFEAF9"/>
            </a:solidFill>
          </p:spPr>
          <p:txBody>
            <a:bodyPr wrap="square" lIns="0" tIns="0" rIns="0" bIns="0" rtlCol="0"/>
            <a:lstStyle/>
            <a:p>
              <a:endParaRPr/>
            </a:p>
          </p:txBody>
        </p:sp>
        <p:pic>
          <p:nvPicPr>
            <p:cNvPr id="20" name="object 20"/>
            <p:cNvPicPr/>
            <p:nvPr/>
          </p:nvPicPr>
          <p:blipFill>
            <a:blip r:embed="rId3" cstate="print"/>
            <a:stretch>
              <a:fillRect/>
            </a:stretch>
          </p:blipFill>
          <p:spPr>
            <a:xfrm>
              <a:off x="6949439" y="1779270"/>
              <a:ext cx="4100194" cy="1192529"/>
            </a:xfrm>
            <a:prstGeom prst="rect">
              <a:avLst/>
            </a:prstGeom>
          </p:spPr>
        </p:pic>
      </p:grpSp>
      <p:sp>
        <p:nvSpPr>
          <p:cNvPr id="21" name="object 21"/>
          <p:cNvSpPr txBox="1"/>
          <p:nvPr/>
        </p:nvSpPr>
        <p:spPr>
          <a:xfrm>
            <a:off x="7142480" y="1894078"/>
            <a:ext cx="1992630" cy="901700"/>
          </a:xfrm>
          <a:prstGeom prst="rect">
            <a:avLst/>
          </a:prstGeom>
        </p:spPr>
        <p:txBody>
          <a:bodyPr vert="horz" wrap="square" lIns="0" tIns="60960" rIns="0" bIns="0" rtlCol="0">
            <a:spAutoFit/>
          </a:bodyPr>
          <a:lstStyle/>
          <a:p>
            <a:pPr marL="298450" indent="-285750">
              <a:lnSpc>
                <a:spcPct val="100000"/>
              </a:lnSpc>
              <a:spcBef>
                <a:spcPts val="480"/>
              </a:spcBef>
              <a:buFont typeface="Arial"/>
              <a:buChar char="•"/>
              <a:tabLst>
                <a:tab pos="297815" algn="l"/>
                <a:tab pos="298450" algn="l"/>
              </a:tabLst>
            </a:pPr>
            <a:r>
              <a:rPr sz="1600" spc="-25" dirty="0">
                <a:latin typeface="宋体"/>
                <a:cs typeface="宋体"/>
              </a:rPr>
              <a:t>设计人机协作流程</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建立反馈优化循环</a:t>
            </a:r>
            <a:endParaRPr sz="1600">
              <a:latin typeface="宋体"/>
              <a:cs typeface="宋体"/>
            </a:endParaRPr>
          </a:p>
          <a:p>
            <a:pPr marL="354965" indent="-342265">
              <a:lnSpc>
                <a:spcPct val="100000"/>
              </a:lnSpc>
              <a:spcBef>
                <a:spcPts val="380"/>
              </a:spcBef>
              <a:buFont typeface="Arial"/>
              <a:buChar char="•"/>
              <a:tabLst>
                <a:tab pos="354330" algn="l"/>
                <a:tab pos="354965" algn="l"/>
              </a:tabLst>
            </a:pPr>
            <a:r>
              <a:rPr sz="1600" spc="-25" dirty="0">
                <a:latin typeface="宋体"/>
                <a:cs typeface="宋体"/>
              </a:rPr>
              <a:t>创造领域专属方法</a:t>
            </a:r>
            <a:endParaRPr sz="1600">
              <a:latin typeface="宋体"/>
              <a:cs typeface="宋体"/>
            </a:endParaRPr>
          </a:p>
        </p:txBody>
      </p:sp>
      <p:sp>
        <p:nvSpPr>
          <p:cNvPr id="22" name="object 22"/>
          <p:cNvSpPr txBox="1"/>
          <p:nvPr/>
        </p:nvSpPr>
        <p:spPr>
          <a:xfrm>
            <a:off x="7463155" y="3002788"/>
            <a:ext cx="3072130" cy="609600"/>
          </a:xfrm>
          <a:prstGeom prst="rect">
            <a:avLst/>
          </a:prstGeom>
        </p:spPr>
        <p:txBody>
          <a:bodyPr vert="horz" wrap="square" lIns="0" tIns="12700" rIns="0" bIns="0" rtlCol="0">
            <a:spAutoFit/>
          </a:bodyPr>
          <a:lstStyle/>
          <a:p>
            <a:pPr marL="12700" marR="5080" indent="102235">
              <a:lnSpc>
                <a:spcPct val="119800"/>
              </a:lnSpc>
              <a:spcBef>
                <a:spcPts val="100"/>
              </a:spcBef>
            </a:pPr>
            <a:r>
              <a:rPr sz="1600" b="1" spc="-10" dirty="0">
                <a:latin typeface="Arial"/>
                <a:cs typeface="Arial"/>
              </a:rPr>
              <a:t>"</a:t>
            </a:r>
            <a:r>
              <a:rPr sz="1600" b="1" spc="-10" dirty="0">
                <a:latin typeface="Microsoft JhengHei"/>
                <a:cs typeface="Microsoft JhengHei"/>
              </a:rPr>
              <a:t>流程决定上限，细节决定效果</a:t>
            </a:r>
            <a:r>
              <a:rPr sz="1600" b="1" spc="-50" dirty="0">
                <a:latin typeface="Arial"/>
                <a:cs typeface="Arial"/>
              </a:rPr>
              <a:t>"</a:t>
            </a:r>
            <a:r>
              <a:rPr sz="1600" b="1" spc="500" dirty="0">
                <a:latin typeface="Arial"/>
                <a:cs typeface="Arial"/>
              </a:rPr>
              <a:t> </a:t>
            </a:r>
            <a:r>
              <a:rPr sz="1600" b="1" spc="-10" dirty="0">
                <a:latin typeface="Arial"/>
                <a:cs typeface="Arial"/>
              </a:rPr>
              <a:t>"</a:t>
            </a:r>
            <a:r>
              <a:rPr sz="1600" b="1" spc="-10" dirty="0">
                <a:latin typeface="Microsoft JhengHei"/>
                <a:cs typeface="Microsoft JhengHei"/>
              </a:rPr>
              <a:t>创新工作流才能带来突破性进展</a:t>
            </a:r>
            <a:r>
              <a:rPr sz="1600" b="1" spc="-50" dirty="0">
                <a:latin typeface="Arial"/>
                <a:cs typeface="Arial"/>
              </a:rPr>
              <a:t>"</a:t>
            </a:r>
            <a:endParaRPr sz="1600">
              <a:latin typeface="Arial"/>
              <a:cs typeface="Arial"/>
            </a:endParaRPr>
          </a:p>
        </p:txBody>
      </p:sp>
      <p:sp>
        <p:nvSpPr>
          <p:cNvPr id="23" name="object 23"/>
          <p:cNvSpPr/>
          <p:nvPr/>
        </p:nvSpPr>
        <p:spPr>
          <a:xfrm>
            <a:off x="6947001" y="1305560"/>
            <a:ext cx="4105910" cy="445770"/>
          </a:xfrm>
          <a:custGeom>
            <a:avLst/>
            <a:gdLst/>
            <a:ahLst/>
            <a:cxnLst/>
            <a:rect l="l" t="t" r="r" b="b"/>
            <a:pathLst>
              <a:path w="4105909" h="445769">
                <a:moveTo>
                  <a:pt x="4045457" y="2539"/>
                </a:moveTo>
                <a:lnTo>
                  <a:pt x="60248" y="2539"/>
                </a:lnTo>
                <a:lnTo>
                  <a:pt x="68122" y="0"/>
                </a:lnTo>
                <a:lnTo>
                  <a:pt x="4037583" y="0"/>
                </a:lnTo>
                <a:lnTo>
                  <a:pt x="4045457" y="2539"/>
                </a:lnTo>
                <a:close/>
              </a:path>
              <a:path w="4105909" h="445769">
                <a:moveTo>
                  <a:pt x="4076064" y="17779"/>
                </a:moveTo>
                <a:lnTo>
                  <a:pt x="29641" y="17779"/>
                </a:lnTo>
                <a:lnTo>
                  <a:pt x="35115" y="13969"/>
                </a:lnTo>
                <a:lnTo>
                  <a:pt x="35686" y="12699"/>
                </a:lnTo>
                <a:lnTo>
                  <a:pt x="38963" y="11429"/>
                </a:lnTo>
                <a:lnTo>
                  <a:pt x="42354" y="8889"/>
                </a:lnTo>
                <a:lnTo>
                  <a:pt x="45847" y="7619"/>
                </a:lnTo>
                <a:lnTo>
                  <a:pt x="48996" y="6349"/>
                </a:lnTo>
                <a:lnTo>
                  <a:pt x="53111" y="3809"/>
                </a:lnTo>
                <a:lnTo>
                  <a:pt x="56870" y="2539"/>
                </a:lnTo>
                <a:lnTo>
                  <a:pt x="4049293" y="2539"/>
                </a:lnTo>
                <a:lnTo>
                  <a:pt x="4053039" y="3809"/>
                </a:lnTo>
                <a:lnTo>
                  <a:pt x="4056710" y="6349"/>
                </a:lnTo>
                <a:lnTo>
                  <a:pt x="4060278" y="7619"/>
                </a:lnTo>
                <a:lnTo>
                  <a:pt x="4063352" y="8889"/>
                </a:lnTo>
                <a:lnTo>
                  <a:pt x="4067136" y="11429"/>
                </a:lnTo>
                <a:lnTo>
                  <a:pt x="4070019" y="12699"/>
                </a:lnTo>
                <a:lnTo>
                  <a:pt x="4070578" y="13969"/>
                </a:lnTo>
                <a:lnTo>
                  <a:pt x="4076064" y="17779"/>
                </a:lnTo>
                <a:close/>
              </a:path>
              <a:path w="4105909" h="445769">
                <a:moveTo>
                  <a:pt x="56413" y="22859"/>
                </a:moveTo>
                <a:lnTo>
                  <a:pt x="23875" y="22859"/>
                </a:lnTo>
                <a:lnTo>
                  <a:pt x="28930" y="17779"/>
                </a:lnTo>
                <a:lnTo>
                  <a:pt x="4076776" y="17779"/>
                </a:lnTo>
                <a:lnTo>
                  <a:pt x="4078039" y="19049"/>
                </a:lnTo>
                <a:lnTo>
                  <a:pt x="68440" y="19049"/>
                </a:lnTo>
                <a:lnTo>
                  <a:pt x="64985" y="20319"/>
                </a:lnTo>
                <a:lnTo>
                  <a:pt x="65455" y="20319"/>
                </a:lnTo>
                <a:lnTo>
                  <a:pt x="62064" y="21589"/>
                </a:lnTo>
                <a:lnTo>
                  <a:pt x="59651" y="21589"/>
                </a:lnTo>
                <a:lnTo>
                  <a:pt x="56413" y="22859"/>
                </a:lnTo>
                <a:close/>
              </a:path>
              <a:path w="4105909" h="445769">
                <a:moveTo>
                  <a:pt x="67970" y="20319"/>
                </a:moveTo>
                <a:lnTo>
                  <a:pt x="68440" y="19049"/>
                </a:lnTo>
                <a:lnTo>
                  <a:pt x="71475" y="19049"/>
                </a:lnTo>
                <a:lnTo>
                  <a:pt x="67970" y="20319"/>
                </a:lnTo>
                <a:close/>
              </a:path>
              <a:path w="4105909" h="445769">
                <a:moveTo>
                  <a:pt x="4037736" y="20319"/>
                </a:moveTo>
                <a:lnTo>
                  <a:pt x="4034231" y="19049"/>
                </a:lnTo>
                <a:lnTo>
                  <a:pt x="4037266" y="19049"/>
                </a:lnTo>
                <a:lnTo>
                  <a:pt x="4037736" y="20319"/>
                </a:lnTo>
                <a:close/>
              </a:path>
              <a:path w="4105909" h="445769">
                <a:moveTo>
                  <a:pt x="4081830" y="22859"/>
                </a:moveTo>
                <a:lnTo>
                  <a:pt x="4049293" y="22859"/>
                </a:lnTo>
                <a:lnTo>
                  <a:pt x="4046054" y="21589"/>
                </a:lnTo>
                <a:lnTo>
                  <a:pt x="4043641" y="21589"/>
                </a:lnTo>
                <a:lnTo>
                  <a:pt x="4040251" y="20319"/>
                </a:lnTo>
                <a:lnTo>
                  <a:pt x="4040720" y="20319"/>
                </a:lnTo>
                <a:lnTo>
                  <a:pt x="4037266" y="19049"/>
                </a:lnTo>
                <a:lnTo>
                  <a:pt x="4078039" y="19049"/>
                </a:lnTo>
                <a:lnTo>
                  <a:pt x="4081830" y="22859"/>
                </a:lnTo>
                <a:close/>
              </a:path>
              <a:path w="4105909" h="445769">
                <a:moveTo>
                  <a:pt x="59207" y="22859"/>
                </a:moveTo>
                <a:lnTo>
                  <a:pt x="59651" y="21589"/>
                </a:lnTo>
                <a:lnTo>
                  <a:pt x="62522" y="21589"/>
                </a:lnTo>
                <a:lnTo>
                  <a:pt x="59207" y="22859"/>
                </a:lnTo>
                <a:close/>
              </a:path>
              <a:path w="4105909" h="445769">
                <a:moveTo>
                  <a:pt x="4046499" y="22859"/>
                </a:moveTo>
                <a:lnTo>
                  <a:pt x="4043184" y="21589"/>
                </a:lnTo>
                <a:lnTo>
                  <a:pt x="4046054" y="21589"/>
                </a:lnTo>
                <a:lnTo>
                  <a:pt x="4046499" y="22859"/>
                </a:lnTo>
                <a:close/>
              </a:path>
              <a:path w="4105909" h="445769">
                <a:moveTo>
                  <a:pt x="46532" y="416559"/>
                </a:moveTo>
                <a:lnTo>
                  <a:pt x="18059" y="416559"/>
                </a:lnTo>
                <a:lnTo>
                  <a:pt x="13957" y="410209"/>
                </a:lnTo>
                <a:lnTo>
                  <a:pt x="13563" y="410209"/>
                </a:lnTo>
                <a:lnTo>
                  <a:pt x="11480" y="406400"/>
                </a:lnTo>
                <a:lnTo>
                  <a:pt x="9537" y="403859"/>
                </a:lnTo>
                <a:lnTo>
                  <a:pt x="7962" y="400050"/>
                </a:lnTo>
                <a:lnTo>
                  <a:pt x="0" y="76199"/>
                </a:lnTo>
                <a:lnTo>
                  <a:pt x="342" y="71119"/>
                </a:lnTo>
                <a:lnTo>
                  <a:pt x="9537" y="41909"/>
                </a:lnTo>
                <a:lnTo>
                  <a:pt x="11722" y="38099"/>
                </a:lnTo>
                <a:lnTo>
                  <a:pt x="13563" y="35559"/>
                </a:lnTo>
                <a:lnTo>
                  <a:pt x="13957" y="34289"/>
                </a:lnTo>
                <a:lnTo>
                  <a:pt x="18059" y="29209"/>
                </a:lnTo>
                <a:lnTo>
                  <a:pt x="18643" y="27939"/>
                </a:lnTo>
                <a:lnTo>
                  <a:pt x="23240" y="22859"/>
                </a:lnTo>
                <a:lnTo>
                  <a:pt x="56845" y="22859"/>
                </a:lnTo>
                <a:lnTo>
                  <a:pt x="53695" y="24129"/>
                </a:lnTo>
                <a:lnTo>
                  <a:pt x="54114" y="24129"/>
                </a:lnTo>
                <a:lnTo>
                  <a:pt x="51041" y="25399"/>
                </a:lnTo>
                <a:lnTo>
                  <a:pt x="51447" y="25399"/>
                </a:lnTo>
                <a:lnTo>
                  <a:pt x="49955" y="26669"/>
                </a:lnTo>
                <a:lnTo>
                  <a:pt x="48856" y="26669"/>
                </a:lnTo>
                <a:lnTo>
                  <a:pt x="45961" y="29209"/>
                </a:lnTo>
                <a:lnTo>
                  <a:pt x="46532" y="29209"/>
                </a:lnTo>
                <a:lnTo>
                  <a:pt x="42875" y="31749"/>
                </a:lnTo>
                <a:lnTo>
                  <a:pt x="41744" y="31749"/>
                </a:lnTo>
                <a:lnTo>
                  <a:pt x="37953" y="35559"/>
                </a:lnTo>
                <a:lnTo>
                  <a:pt x="37337" y="35559"/>
                </a:lnTo>
                <a:lnTo>
                  <a:pt x="32740" y="40639"/>
                </a:lnTo>
                <a:lnTo>
                  <a:pt x="33312" y="40639"/>
                </a:lnTo>
                <a:lnTo>
                  <a:pt x="29209" y="45719"/>
                </a:lnTo>
                <a:lnTo>
                  <a:pt x="29603" y="45719"/>
                </a:lnTo>
                <a:lnTo>
                  <a:pt x="27749" y="48259"/>
                </a:lnTo>
                <a:lnTo>
                  <a:pt x="27990" y="48259"/>
                </a:lnTo>
                <a:lnTo>
                  <a:pt x="26276" y="50799"/>
                </a:lnTo>
                <a:lnTo>
                  <a:pt x="26492" y="50799"/>
                </a:lnTo>
                <a:lnTo>
                  <a:pt x="24930" y="53339"/>
                </a:lnTo>
                <a:lnTo>
                  <a:pt x="25120" y="53339"/>
                </a:lnTo>
                <a:lnTo>
                  <a:pt x="23698" y="55879"/>
                </a:lnTo>
                <a:lnTo>
                  <a:pt x="23875" y="55879"/>
                </a:lnTo>
                <a:lnTo>
                  <a:pt x="23029" y="58419"/>
                </a:lnTo>
                <a:lnTo>
                  <a:pt x="22771" y="58419"/>
                </a:lnTo>
                <a:lnTo>
                  <a:pt x="22026" y="60959"/>
                </a:lnTo>
                <a:lnTo>
                  <a:pt x="21793" y="60959"/>
                </a:lnTo>
                <a:lnTo>
                  <a:pt x="20827" y="64769"/>
                </a:lnTo>
                <a:lnTo>
                  <a:pt x="20154" y="67309"/>
                </a:lnTo>
                <a:lnTo>
                  <a:pt x="19828" y="69849"/>
                </a:lnTo>
                <a:lnTo>
                  <a:pt x="19697" y="69849"/>
                </a:lnTo>
                <a:lnTo>
                  <a:pt x="19240" y="73659"/>
                </a:lnTo>
                <a:lnTo>
                  <a:pt x="19105" y="76199"/>
                </a:lnTo>
                <a:lnTo>
                  <a:pt x="19011" y="368300"/>
                </a:lnTo>
                <a:lnTo>
                  <a:pt x="19291" y="372109"/>
                </a:lnTo>
                <a:lnTo>
                  <a:pt x="19697" y="374650"/>
                </a:lnTo>
                <a:lnTo>
                  <a:pt x="20243" y="377189"/>
                </a:lnTo>
                <a:lnTo>
                  <a:pt x="20942" y="381000"/>
                </a:lnTo>
                <a:lnTo>
                  <a:pt x="21149" y="381000"/>
                </a:lnTo>
                <a:lnTo>
                  <a:pt x="21793" y="383539"/>
                </a:lnTo>
                <a:lnTo>
                  <a:pt x="21653" y="383539"/>
                </a:lnTo>
                <a:lnTo>
                  <a:pt x="22771" y="386079"/>
                </a:lnTo>
                <a:lnTo>
                  <a:pt x="22605" y="386079"/>
                </a:lnTo>
                <a:lnTo>
                  <a:pt x="23875" y="389889"/>
                </a:lnTo>
                <a:lnTo>
                  <a:pt x="24172" y="389889"/>
                </a:lnTo>
                <a:lnTo>
                  <a:pt x="25120" y="392429"/>
                </a:lnTo>
                <a:lnTo>
                  <a:pt x="25450" y="392429"/>
                </a:lnTo>
                <a:lnTo>
                  <a:pt x="26492" y="394969"/>
                </a:lnTo>
                <a:lnTo>
                  <a:pt x="26847" y="394969"/>
                </a:lnTo>
                <a:lnTo>
                  <a:pt x="27990" y="397509"/>
                </a:lnTo>
                <a:lnTo>
                  <a:pt x="28367" y="397509"/>
                </a:lnTo>
                <a:lnTo>
                  <a:pt x="29603" y="400050"/>
                </a:lnTo>
                <a:lnTo>
                  <a:pt x="30030" y="400050"/>
                </a:lnTo>
                <a:lnTo>
                  <a:pt x="33312" y="405129"/>
                </a:lnTo>
                <a:lnTo>
                  <a:pt x="33889" y="405129"/>
                </a:lnTo>
                <a:lnTo>
                  <a:pt x="37337" y="408939"/>
                </a:lnTo>
                <a:lnTo>
                  <a:pt x="36690" y="408939"/>
                </a:lnTo>
                <a:lnTo>
                  <a:pt x="41744" y="412750"/>
                </a:lnTo>
                <a:lnTo>
                  <a:pt x="41046" y="412750"/>
                </a:lnTo>
                <a:lnTo>
                  <a:pt x="46532" y="416559"/>
                </a:lnTo>
                <a:close/>
              </a:path>
              <a:path w="4105909" h="445769">
                <a:moveTo>
                  <a:pt x="4057243" y="27939"/>
                </a:moveTo>
                <a:lnTo>
                  <a:pt x="4054259" y="25399"/>
                </a:lnTo>
                <a:lnTo>
                  <a:pt x="4054665" y="25399"/>
                </a:lnTo>
                <a:lnTo>
                  <a:pt x="4051592" y="24129"/>
                </a:lnTo>
                <a:lnTo>
                  <a:pt x="4052011" y="24129"/>
                </a:lnTo>
                <a:lnTo>
                  <a:pt x="4048861" y="22859"/>
                </a:lnTo>
                <a:lnTo>
                  <a:pt x="4082465" y="22859"/>
                </a:lnTo>
                <a:lnTo>
                  <a:pt x="4085913" y="26669"/>
                </a:lnTo>
                <a:lnTo>
                  <a:pt x="4056849" y="26669"/>
                </a:lnTo>
                <a:lnTo>
                  <a:pt x="4057243" y="27939"/>
                </a:lnTo>
                <a:close/>
              </a:path>
              <a:path w="4105909" h="445769">
                <a:moveTo>
                  <a:pt x="48463" y="27939"/>
                </a:moveTo>
                <a:lnTo>
                  <a:pt x="48856" y="26669"/>
                </a:lnTo>
                <a:lnTo>
                  <a:pt x="49955" y="26669"/>
                </a:lnTo>
                <a:lnTo>
                  <a:pt x="48463" y="27939"/>
                </a:lnTo>
                <a:close/>
              </a:path>
              <a:path w="4105909" h="445769">
                <a:moveTo>
                  <a:pt x="4064660" y="33019"/>
                </a:moveTo>
                <a:lnTo>
                  <a:pt x="4059174" y="29209"/>
                </a:lnTo>
                <a:lnTo>
                  <a:pt x="4059745" y="29209"/>
                </a:lnTo>
                <a:lnTo>
                  <a:pt x="4056849" y="26669"/>
                </a:lnTo>
                <a:lnTo>
                  <a:pt x="4085913" y="26669"/>
                </a:lnTo>
                <a:lnTo>
                  <a:pt x="4087063" y="27939"/>
                </a:lnTo>
                <a:lnTo>
                  <a:pt x="4087647" y="29209"/>
                </a:lnTo>
                <a:lnTo>
                  <a:pt x="4089698" y="31749"/>
                </a:lnTo>
                <a:lnTo>
                  <a:pt x="4063961" y="31749"/>
                </a:lnTo>
                <a:lnTo>
                  <a:pt x="4064660" y="33019"/>
                </a:lnTo>
                <a:close/>
              </a:path>
              <a:path w="4105909" h="445769">
                <a:moveTo>
                  <a:pt x="41046" y="33019"/>
                </a:moveTo>
                <a:lnTo>
                  <a:pt x="41744" y="31749"/>
                </a:lnTo>
                <a:lnTo>
                  <a:pt x="42875" y="31749"/>
                </a:lnTo>
                <a:lnTo>
                  <a:pt x="41046" y="33019"/>
                </a:lnTo>
                <a:close/>
              </a:path>
              <a:path w="4105909" h="445769">
                <a:moveTo>
                  <a:pt x="4069016" y="36829"/>
                </a:moveTo>
                <a:lnTo>
                  <a:pt x="4063961" y="31749"/>
                </a:lnTo>
                <a:lnTo>
                  <a:pt x="4089698" y="31749"/>
                </a:lnTo>
                <a:lnTo>
                  <a:pt x="4091749" y="34289"/>
                </a:lnTo>
                <a:lnTo>
                  <a:pt x="4092143" y="35559"/>
                </a:lnTo>
                <a:lnTo>
                  <a:pt x="4068368" y="35559"/>
                </a:lnTo>
                <a:lnTo>
                  <a:pt x="4069016" y="36829"/>
                </a:lnTo>
                <a:close/>
              </a:path>
              <a:path w="4105909" h="445769">
                <a:moveTo>
                  <a:pt x="36690" y="36829"/>
                </a:moveTo>
                <a:lnTo>
                  <a:pt x="37337" y="35559"/>
                </a:lnTo>
                <a:lnTo>
                  <a:pt x="37953" y="35559"/>
                </a:lnTo>
                <a:lnTo>
                  <a:pt x="36690" y="36829"/>
                </a:lnTo>
                <a:close/>
              </a:path>
              <a:path w="4105909" h="445769">
                <a:moveTo>
                  <a:pt x="4083100" y="59689"/>
                </a:moveTo>
                <a:lnTo>
                  <a:pt x="4081818" y="55879"/>
                </a:lnTo>
                <a:lnTo>
                  <a:pt x="4082008" y="55879"/>
                </a:lnTo>
                <a:lnTo>
                  <a:pt x="4080586" y="53339"/>
                </a:lnTo>
                <a:lnTo>
                  <a:pt x="4080776" y="53339"/>
                </a:lnTo>
                <a:lnTo>
                  <a:pt x="4079214" y="50799"/>
                </a:lnTo>
                <a:lnTo>
                  <a:pt x="4079430" y="50799"/>
                </a:lnTo>
                <a:lnTo>
                  <a:pt x="4077715" y="48259"/>
                </a:lnTo>
                <a:lnTo>
                  <a:pt x="4077957" y="48259"/>
                </a:lnTo>
                <a:lnTo>
                  <a:pt x="4076103" y="45719"/>
                </a:lnTo>
                <a:lnTo>
                  <a:pt x="4076496" y="45719"/>
                </a:lnTo>
                <a:lnTo>
                  <a:pt x="4072394" y="40639"/>
                </a:lnTo>
                <a:lnTo>
                  <a:pt x="4072966" y="40639"/>
                </a:lnTo>
                <a:lnTo>
                  <a:pt x="4068368" y="35559"/>
                </a:lnTo>
                <a:lnTo>
                  <a:pt x="4092143" y="35559"/>
                </a:lnTo>
                <a:lnTo>
                  <a:pt x="4094226" y="38099"/>
                </a:lnTo>
                <a:lnTo>
                  <a:pt x="4096169" y="41909"/>
                </a:lnTo>
                <a:lnTo>
                  <a:pt x="4097934" y="45719"/>
                </a:lnTo>
                <a:lnTo>
                  <a:pt x="4099369" y="48259"/>
                </a:lnTo>
                <a:lnTo>
                  <a:pt x="4100982" y="52069"/>
                </a:lnTo>
                <a:lnTo>
                  <a:pt x="4102239" y="55879"/>
                </a:lnTo>
                <a:lnTo>
                  <a:pt x="4102883" y="58419"/>
                </a:lnTo>
                <a:lnTo>
                  <a:pt x="4082935" y="58419"/>
                </a:lnTo>
                <a:lnTo>
                  <a:pt x="4083100" y="59689"/>
                </a:lnTo>
                <a:close/>
              </a:path>
              <a:path w="4105909" h="445769">
                <a:moveTo>
                  <a:pt x="22605" y="59689"/>
                </a:moveTo>
                <a:lnTo>
                  <a:pt x="22771" y="58419"/>
                </a:lnTo>
                <a:lnTo>
                  <a:pt x="23029" y="58419"/>
                </a:lnTo>
                <a:lnTo>
                  <a:pt x="22605" y="59689"/>
                </a:lnTo>
                <a:close/>
              </a:path>
              <a:path w="4105909" h="445769">
                <a:moveTo>
                  <a:pt x="4084053" y="62229"/>
                </a:moveTo>
                <a:lnTo>
                  <a:pt x="4082935" y="58419"/>
                </a:lnTo>
                <a:lnTo>
                  <a:pt x="4102883" y="58419"/>
                </a:lnTo>
                <a:lnTo>
                  <a:pt x="4103509" y="60959"/>
                </a:lnTo>
                <a:lnTo>
                  <a:pt x="4083913" y="60959"/>
                </a:lnTo>
                <a:lnTo>
                  <a:pt x="4084053" y="62229"/>
                </a:lnTo>
                <a:close/>
              </a:path>
              <a:path w="4105909" h="445769">
                <a:moveTo>
                  <a:pt x="21653" y="62229"/>
                </a:moveTo>
                <a:lnTo>
                  <a:pt x="21793" y="60959"/>
                </a:lnTo>
                <a:lnTo>
                  <a:pt x="22026" y="60959"/>
                </a:lnTo>
                <a:lnTo>
                  <a:pt x="21653" y="62229"/>
                </a:lnTo>
                <a:close/>
              </a:path>
              <a:path w="4105909" h="445769">
                <a:moveTo>
                  <a:pt x="4086085" y="71119"/>
                </a:moveTo>
                <a:lnTo>
                  <a:pt x="4085462" y="67309"/>
                </a:lnTo>
                <a:lnTo>
                  <a:pt x="4084764" y="64769"/>
                </a:lnTo>
                <a:lnTo>
                  <a:pt x="4083913" y="60959"/>
                </a:lnTo>
                <a:lnTo>
                  <a:pt x="4103509" y="60959"/>
                </a:lnTo>
                <a:lnTo>
                  <a:pt x="4104119" y="63499"/>
                </a:lnTo>
                <a:lnTo>
                  <a:pt x="4104843" y="67309"/>
                </a:lnTo>
                <a:lnTo>
                  <a:pt x="4105128" y="69849"/>
                </a:lnTo>
                <a:lnTo>
                  <a:pt x="4086009" y="69849"/>
                </a:lnTo>
                <a:lnTo>
                  <a:pt x="4086085" y="71119"/>
                </a:lnTo>
                <a:close/>
              </a:path>
              <a:path w="4105909" h="445769">
                <a:moveTo>
                  <a:pt x="19621" y="71119"/>
                </a:moveTo>
                <a:lnTo>
                  <a:pt x="19697" y="69849"/>
                </a:lnTo>
                <a:lnTo>
                  <a:pt x="19828" y="69849"/>
                </a:lnTo>
                <a:lnTo>
                  <a:pt x="19621" y="71119"/>
                </a:lnTo>
                <a:close/>
              </a:path>
              <a:path w="4105909" h="445769">
                <a:moveTo>
                  <a:pt x="4105473" y="372109"/>
                </a:moveTo>
                <a:lnTo>
                  <a:pt x="4086415" y="372109"/>
                </a:lnTo>
                <a:lnTo>
                  <a:pt x="4086694" y="368300"/>
                </a:lnTo>
                <a:lnTo>
                  <a:pt x="4086669" y="76199"/>
                </a:lnTo>
                <a:lnTo>
                  <a:pt x="4086415" y="73659"/>
                </a:lnTo>
                <a:lnTo>
                  <a:pt x="4086009" y="69849"/>
                </a:lnTo>
                <a:lnTo>
                  <a:pt x="4105128" y="69849"/>
                </a:lnTo>
                <a:lnTo>
                  <a:pt x="4105414" y="72389"/>
                </a:lnTo>
                <a:lnTo>
                  <a:pt x="4105694" y="76199"/>
                </a:lnTo>
                <a:lnTo>
                  <a:pt x="4105584" y="370839"/>
                </a:lnTo>
                <a:lnTo>
                  <a:pt x="4105473" y="372109"/>
                </a:lnTo>
                <a:close/>
              </a:path>
              <a:path w="4105909" h="445769">
                <a:moveTo>
                  <a:pt x="19011" y="77469"/>
                </a:moveTo>
                <a:lnTo>
                  <a:pt x="19037" y="76199"/>
                </a:lnTo>
                <a:lnTo>
                  <a:pt x="19011" y="77469"/>
                </a:lnTo>
                <a:close/>
              </a:path>
              <a:path w="4105909" h="445769">
                <a:moveTo>
                  <a:pt x="4086694" y="77469"/>
                </a:moveTo>
                <a:lnTo>
                  <a:pt x="4086601" y="76199"/>
                </a:lnTo>
                <a:lnTo>
                  <a:pt x="4086694" y="77469"/>
                </a:lnTo>
                <a:close/>
              </a:path>
              <a:path w="4105909" h="445769">
                <a:moveTo>
                  <a:pt x="19392" y="372109"/>
                </a:moveTo>
                <a:lnTo>
                  <a:pt x="19240" y="370839"/>
                </a:lnTo>
                <a:lnTo>
                  <a:pt x="19392" y="372109"/>
                </a:lnTo>
                <a:close/>
              </a:path>
              <a:path w="4105909" h="445769">
                <a:moveTo>
                  <a:pt x="4104119" y="381000"/>
                </a:moveTo>
                <a:lnTo>
                  <a:pt x="4084764" y="381000"/>
                </a:lnTo>
                <a:lnTo>
                  <a:pt x="4085551" y="377189"/>
                </a:lnTo>
                <a:lnTo>
                  <a:pt x="4086085" y="374650"/>
                </a:lnTo>
                <a:lnTo>
                  <a:pt x="4086466" y="370839"/>
                </a:lnTo>
                <a:lnTo>
                  <a:pt x="4086415" y="372109"/>
                </a:lnTo>
                <a:lnTo>
                  <a:pt x="4105473" y="372109"/>
                </a:lnTo>
                <a:lnTo>
                  <a:pt x="4105363" y="373379"/>
                </a:lnTo>
                <a:lnTo>
                  <a:pt x="4104843" y="377189"/>
                </a:lnTo>
                <a:lnTo>
                  <a:pt x="4104119" y="381000"/>
                </a:lnTo>
                <a:close/>
              </a:path>
              <a:path w="4105909" h="445769">
                <a:moveTo>
                  <a:pt x="21149" y="381000"/>
                </a:moveTo>
                <a:lnTo>
                  <a:pt x="20942" y="381000"/>
                </a:lnTo>
                <a:lnTo>
                  <a:pt x="20827" y="379729"/>
                </a:lnTo>
                <a:lnTo>
                  <a:pt x="21149" y="381000"/>
                </a:lnTo>
                <a:close/>
              </a:path>
              <a:path w="4105909" h="445769">
                <a:moveTo>
                  <a:pt x="4102100" y="389889"/>
                </a:moveTo>
                <a:lnTo>
                  <a:pt x="4081818" y="389889"/>
                </a:lnTo>
                <a:lnTo>
                  <a:pt x="4083100" y="386079"/>
                </a:lnTo>
                <a:lnTo>
                  <a:pt x="4082935" y="386079"/>
                </a:lnTo>
                <a:lnTo>
                  <a:pt x="4084053" y="383539"/>
                </a:lnTo>
                <a:lnTo>
                  <a:pt x="4083913" y="383539"/>
                </a:lnTo>
                <a:lnTo>
                  <a:pt x="4084878" y="379729"/>
                </a:lnTo>
                <a:lnTo>
                  <a:pt x="4084764" y="381000"/>
                </a:lnTo>
                <a:lnTo>
                  <a:pt x="4104119" y="381000"/>
                </a:lnTo>
                <a:lnTo>
                  <a:pt x="4103204" y="384809"/>
                </a:lnTo>
                <a:lnTo>
                  <a:pt x="4102100" y="389889"/>
                </a:lnTo>
                <a:close/>
              </a:path>
              <a:path w="4105909" h="445769">
                <a:moveTo>
                  <a:pt x="24172" y="389889"/>
                </a:moveTo>
                <a:lnTo>
                  <a:pt x="23875" y="389889"/>
                </a:lnTo>
                <a:lnTo>
                  <a:pt x="23698" y="388619"/>
                </a:lnTo>
                <a:lnTo>
                  <a:pt x="24172" y="389889"/>
                </a:lnTo>
                <a:close/>
              </a:path>
              <a:path w="4105909" h="445769">
                <a:moveTo>
                  <a:pt x="4100817" y="392429"/>
                </a:moveTo>
                <a:lnTo>
                  <a:pt x="4080586" y="392429"/>
                </a:lnTo>
                <a:lnTo>
                  <a:pt x="4082008" y="388619"/>
                </a:lnTo>
                <a:lnTo>
                  <a:pt x="4081818" y="389889"/>
                </a:lnTo>
                <a:lnTo>
                  <a:pt x="4102100" y="389889"/>
                </a:lnTo>
                <a:lnTo>
                  <a:pt x="4100817" y="392429"/>
                </a:lnTo>
                <a:close/>
              </a:path>
              <a:path w="4105909" h="445769">
                <a:moveTo>
                  <a:pt x="25450" y="392429"/>
                </a:moveTo>
                <a:lnTo>
                  <a:pt x="25120" y="392429"/>
                </a:lnTo>
                <a:lnTo>
                  <a:pt x="24930" y="391159"/>
                </a:lnTo>
                <a:lnTo>
                  <a:pt x="25450" y="392429"/>
                </a:lnTo>
                <a:close/>
              </a:path>
              <a:path w="4105909" h="445769">
                <a:moveTo>
                  <a:pt x="4099852" y="394969"/>
                </a:moveTo>
                <a:lnTo>
                  <a:pt x="4079214" y="394969"/>
                </a:lnTo>
                <a:lnTo>
                  <a:pt x="4080776" y="391159"/>
                </a:lnTo>
                <a:lnTo>
                  <a:pt x="4080586" y="392429"/>
                </a:lnTo>
                <a:lnTo>
                  <a:pt x="4100817" y="392429"/>
                </a:lnTo>
                <a:lnTo>
                  <a:pt x="4099852" y="394969"/>
                </a:lnTo>
                <a:close/>
              </a:path>
              <a:path w="4105909" h="445769">
                <a:moveTo>
                  <a:pt x="26847" y="394969"/>
                </a:moveTo>
                <a:lnTo>
                  <a:pt x="26492" y="394969"/>
                </a:lnTo>
                <a:lnTo>
                  <a:pt x="26276" y="393700"/>
                </a:lnTo>
                <a:lnTo>
                  <a:pt x="26847" y="394969"/>
                </a:lnTo>
                <a:close/>
              </a:path>
              <a:path w="4105909" h="445769">
                <a:moveTo>
                  <a:pt x="4098823" y="397509"/>
                </a:moveTo>
                <a:lnTo>
                  <a:pt x="4077715" y="397509"/>
                </a:lnTo>
                <a:lnTo>
                  <a:pt x="4079430" y="393700"/>
                </a:lnTo>
                <a:lnTo>
                  <a:pt x="4079214" y="394969"/>
                </a:lnTo>
                <a:lnTo>
                  <a:pt x="4099852" y="394969"/>
                </a:lnTo>
                <a:lnTo>
                  <a:pt x="4099369" y="396239"/>
                </a:lnTo>
                <a:lnTo>
                  <a:pt x="4098823" y="397509"/>
                </a:lnTo>
                <a:close/>
              </a:path>
              <a:path w="4105909" h="445769">
                <a:moveTo>
                  <a:pt x="28367" y="397509"/>
                </a:moveTo>
                <a:lnTo>
                  <a:pt x="27990" y="397509"/>
                </a:lnTo>
                <a:lnTo>
                  <a:pt x="27749" y="396239"/>
                </a:lnTo>
                <a:lnTo>
                  <a:pt x="28367" y="397509"/>
                </a:lnTo>
                <a:close/>
              </a:path>
              <a:path w="4105909" h="445769">
                <a:moveTo>
                  <a:pt x="4097731" y="400050"/>
                </a:moveTo>
                <a:lnTo>
                  <a:pt x="4076103" y="400050"/>
                </a:lnTo>
                <a:lnTo>
                  <a:pt x="4077957" y="396239"/>
                </a:lnTo>
                <a:lnTo>
                  <a:pt x="4077715" y="397509"/>
                </a:lnTo>
                <a:lnTo>
                  <a:pt x="4098823" y="397509"/>
                </a:lnTo>
                <a:lnTo>
                  <a:pt x="4097731" y="400050"/>
                </a:lnTo>
                <a:close/>
              </a:path>
              <a:path w="4105909" h="445769">
                <a:moveTo>
                  <a:pt x="30030" y="400050"/>
                </a:moveTo>
                <a:lnTo>
                  <a:pt x="29603" y="400050"/>
                </a:lnTo>
                <a:lnTo>
                  <a:pt x="29209" y="398779"/>
                </a:lnTo>
                <a:lnTo>
                  <a:pt x="30030" y="400050"/>
                </a:lnTo>
                <a:close/>
              </a:path>
              <a:path w="4105909" h="445769">
                <a:moveTo>
                  <a:pt x="4095440" y="405129"/>
                </a:moveTo>
                <a:lnTo>
                  <a:pt x="4072394" y="405129"/>
                </a:lnTo>
                <a:lnTo>
                  <a:pt x="4076496" y="398779"/>
                </a:lnTo>
                <a:lnTo>
                  <a:pt x="4076103" y="400050"/>
                </a:lnTo>
                <a:lnTo>
                  <a:pt x="4097731" y="400050"/>
                </a:lnTo>
                <a:lnTo>
                  <a:pt x="4096169" y="403859"/>
                </a:lnTo>
                <a:lnTo>
                  <a:pt x="4095440" y="405129"/>
                </a:lnTo>
                <a:close/>
              </a:path>
              <a:path w="4105909" h="445769">
                <a:moveTo>
                  <a:pt x="33889" y="405129"/>
                </a:moveTo>
                <a:lnTo>
                  <a:pt x="33312" y="405129"/>
                </a:lnTo>
                <a:lnTo>
                  <a:pt x="32740" y="403859"/>
                </a:lnTo>
                <a:lnTo>
                  <a:pt x="33889" y="405129"/>
                </a:lnTo>
                <a:close/>
              </a:path>
              <a:path w="4105909" h="445769">
                <a:moveTo>
                  <a:pt x="4087647" y="416559"/>
                </a:moveTo>
                <a:lnTo>
                  <a:pt x="4059174" y="416559"/>
                </a:lnTo>
                <a:lnTo>
                  <a:pt x="4064660" y="412750"/>
                </a:lnTo>
                <a:lnTo>
                  <a:pt x="4063961" y="412750"/>
                </a:lnTo>
                <a:lnTo>
                  <a:pt x="4069016" y="408939"/>
                </a:lnTo>
                <a:lnTo>
                  <a:pt x="4068368" y="408939"/>
                </a:lnTo>
                <a:lnTo>
                  <a:pt x="4072966" y="403859"/>
                </a:lnTo>
                <a:lnTo>
                  <a:pt x="4072394" y="405129"/>
                </a:lnTo>
                <a:lnTo>
                  <a:pt x="4095440" y="405129"/>
                </a:lnTo>
                <a:lnTo>
                  <a:pt x="4093984" y="407669"/>
                </a:lnTo>
                <a:lnTo>
                  <a:pt x="4092143" y="410209"/>
                </a:lnTo>
                <a:lnTo>
                  <a:pt x="4091749" y="410209"/>
                </a:lnTo>
                <a:lnTo>
                  <a:pt x="4087647" y="416559"/>
                </a:lnTo>
                <a:close/>
              </a:path>
              <a:path w="4105909" h="445769">
                <a:moveTo>
                  <a:pt x="4070578" y="431800"/>
                </a:moveTo>
                <a:lnTo>
                  <a:pt x="35115" y="431800"/>
                </a:lnTo>
                <a:lnTo>
                  <a:pt x="29641" y="427989"/>
                </a:lnTo>
                <a:lnTo>
                  <a:pt x="28930" y="426719"/>
                </a:lnTo>
                <a:lnTo>
                  <a:pt x="23875" y="422909"/>
                </a:lnTo>
                <a:lnTo>
                  <a:pt x="23240" y="421639"/>
                </a:lnTo>
                <a:lnTo>
                  <a:pt x="18643" y="416559"/>
                </a:lnTo>
                <a:lnTo>
                  <a:pt x="45961" y="416559"/>
                </a:lnTo>
                <a:lnTo>
                  <a:pt x="48856" y="417829"/>
                </a:lnTo>
                <a:lnTo>
                  <a:pt x="48463" y="417829"/>
                </a:lnTo>
                <a:lnTo>
                  <a:pt x="51447" y="419100"/>
                </a:lnTo>
                <a:lnTo>
                  <a:pt x="51041" y="419100"/>
                </a:lnTo>
                <a:lnTo>
                  <a:pt x="54114" y="420369"/>
                </a:lnTo>
                <a:lnTo>
                  <a:pt x="53695" y="420369"/>
                </a:lnTo>
                <a:lnTo>
                  <a:pt x="56845" y="421639"/>
                </a:lnTo>
                <a:lnTo>
                  <a:pt x="56413" y="421639"/>
                </a:lnTo>
                <a:lnTo>
                  <a:pt x="59651" y="422909"/>
                </a:lnTo>
                <a:lnTo>
                  <a:pt x="59207" y="422909"/>
                </a:lnTo>
                <a:lnTo>
                  <a:pt x="62522" y="424179"/>
                </a:lnTo>
                <a:lnTo>
                  <a:pt x="62064" y="424179"/>
                </a:lnTo>
                <a:lnTo>
                  <a:pt x="65455" y="425450"/>
                </a:lnTo>
                <a:lnTo>
                  <a:pt x="71005" y="425450"/>
                </a:lnTo>
                <a:lnTo>
                  <a:pt x="74561" y="426719"/>
                </a:lnTo>
                <a:lnTo>
                  <a:pt x="4076776" y="426719"/>
                </a:lnTo>
                <a:lnTo>
                  <a:pt x="4076064" y="427989"/>
                </a:lnTo>
                <a:lnTo>
                  <a:pt x="4070578" y="431800"/>
                </a:lnTo>
                <a:close/>
              </a:path>
              <a:path w="4105909" h="445769">
                <a:moveTo>
                  <a:pt x="4076776" y="426719"/>
                </a:moveTo>
                <a:lnTo>
                  <a:pt x="4031145" y="426719"/>
                </a:lnTo>
                <a:lnTo>
                  <a:pt x="4034701" y="425450"/>
                </a:lnTo>
                <a:lnTo>
                  <a:pt x="4040251" y="425450"/>
                </a:lnTo>
                <a:lnTo>
                  <a:pt x="4043641" y="424179"/>
                </a:lnTo>
                <a:lnTo>
                  <a:pt x="4043184" y="424179"/>
                </a:lnTo>
                <a:lnTo>
                  <a:pt x="4046499" y="422909"/>
                </a:lnTo>
                <a:lnTo>
                  <a:pt x="4046054" y="422909"/>
                </a:lnTo>
                <a:lnTo>
                  <a:pt x="4049293" y="421639"/>
                </a:lnTo>
                <a:lnTo>
                  <a:pt x="4048861" y="421639"/>
                </a:lnTo>
                <a:lnTo>
                  <a:pt x="4052011" y="420369"/>
                </a:lnTo>
                <a:lnTo>
                  <a:pt x="4051592" y="420369"/>
                </a:lnTo>
                <a:lnTo>
                  <a:pt x="4054665" y="419100"/>
                </a:lnTo>
                <a:lnTo>
                  <a:pt x="4054259" y="419100"/>
                </a:lnTo>
                <a:lnTo>
                  <a:pt x="4057243" y="417829"/>
                </a:lnTo>
                <a:lnTo>
                  <a:pt x="4056849" y="417829"/>
                </a:lnTo>
                <a:lnTo>
                  <a:pt x="4059745" y="416559"/>
                </a:lnTo>
                <a:lnTo>
                  <a:pt x="4087063" y="416559"/>
                </a:lnTo>
                <a:lnTo>
                  <a:pt x="4082465" y="421639"/>
                </a:lnTo>
                <a:lnTo>
                  <a:pt x="4081830" y="422909"/>
                </a:lnTo>
                <a:lnTo>
                  <a:pt x="4076776" y="426719"/>
                </a:lnTo>
                <a:close/>
              </a:path>
              <a:path w="4105909" h="445769">
                <a:moveTo>
                  <a:pt x="68440" y="425450"/>
                </a:moveTo>
                <a:lnTo>
                  <a:pt x="65455" y="425450"/>
                </a:lnTo>
                <a:lnTo>
                  <a:pt x="64985" y="424179"/>
                </a:lnTo>
                <a:lnTo>
                  <a:pt x="68440" y="425450"/>
                </a:lnTo>
                <a:close/>
              </a:path>
              <a:path w="4105909" h="445769">
                <a:moveTo>
                  <a:pt x="4040251" y="425450"/>
                </a:moveTo>
                <a:lnTo>
                  <a:pt x="4037266" y="425450"/>
                </a:lnTo>
                <a:lnTo>
                  <a:pt x="4040720" y="424179"/>
                </a:lnTo>
                <a:lnTo>
                  <a:pt x="4040251" y="425450"/>
                </a:lnTo>
                <a:close/>
              </a:path>
              <a:path w="4105909" h="445769">
                <a:moveTo>
                  <a:pt x="4041559" y="444500"/>
                </a:moveTo>
                <a:lnTo>
                  <a:pt x="64147" y="444500"/>
                </a:lnTo>
                <a:lnTo>
                  <a:pt x="56413" y="441959"/>
                </a:lnTo>
                <a:lnTo>
                  <a:pt x="48996" y="439419"/>
                </a:lnTo>
                <a:lnTo>
                  <a:pt x="45427" y="438150"/>
                </a:lnTo>
                <a:lnTo>
                  <a:pt x="42354" y="435609"/>
                </a:lnTo>
                <a:lnTo>
                  <a:pt x="38569" y="434339"/>
                </a:lnTo>
                <a:lnTo>
                  <a:pt x="35686" y="431800"/>
                </a:lnTo>
                <a:lnTo>
                  <a:pt x="4070019" y="431800"/>
                </a:lnTo>
                <a:lnTo>
                  <a:pt x="4066743" y="434339"/>
                </a:lnTo>
                <a:lnTo>
                  <a:pt x="4063352" y="435609"/>
                </a:lnTo>
                <a:lnTo>
                  <a:pt x="4059859" y="438150"/>
                </a:lnTo>
                <a:lnTo>
                  <a:pt x="4056710" y="439419"/>
                </a:lnTo>
                <a:lnTo>
                  <a:pt x="4052595" y="440689"/>
                </a:lnTo>
                <a:lnTo>
                  <a:pt x="4048836" y="441959"/>
                </a:lnTo>
                <a:lnTo>
                  <a:pt x="4045457" y="443229"/>
                </a:lnTo>
                <a:lnTo>
                  <a:pt x="4041559" y="444500"/>
                </a:lnTo>
                <a:close/>
              </a:path>
              <a:path w="4105909" h="445769">
                <a:moveTo>
                  <a:pt x="4033062" y="445769"/>
                </a:moveTo>
                <a:lnTo>
                  <a:pt x="72161" y="445769"/>
                </a:lnTo>
                <a:lnTo>
                  <a:pt x="68122" y="444500"/>
                </a:lnTo>
                <a:lnTo>
                  <a:pt x="4037583" y="444500"/>
                </a:lnTo>
                <a:lnTo>
                  <a:pt x="4033062" y="445769"/>
                </a:lnTo>
                <a:close/>
              </a:path>
            </a:pathLst>
          </a:custGeom>
          <a:solidFill>
            <a:srgbClr val="BEBEBE"/>
          </a:solidFill>
        </p:spPr>
        <p:txBody>
          <a:bodyPr wrap="square" lIns="0" tIns="0" rIns="0" bIns="0" rtlCol="0"/>
          <a:lstStyle/>
          <a:p>
            <a:endParaRPr/>
          </a:p>
        </p:txBody>
      </p:sp>
      <p:sp>
        <p:nvSpPr>
          <p:cNvPr id="24" name="object 24"/>
          <p:cNvSpPr txBox="1"/>
          <p:nvPr/>
        </p:nvSpPr>
        <p:spPr>
          <a:xfrm>
            <a:off x="8184426" y="1381036"/>
            <a:ext cx="162941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工作流程的创新</a:t>
            </a:r>
            <a:endParaRPr sz="1800">
              <a:latin typeface="Microsoft JhengHei"/>
              <a:cs typeface="Microsoft JhengHei"/>
            </a:endParaRPr>
          </a:p>
        </p:txBody>
      </p:sp>
      <p:grpSp>
        <p:nvGrpSpPr>
          <p:cNvPr id="25" name="object 25"/>
          <p:cNvGrpSpPr/>
          <p:nvPr/>
        </p:nvGrpSpPr>
        <p:grpSpPr>
          <a:xfrm>
            <a:off x="1357883" y="4429759"/>
            <a:ext cx="4119879" cy="1963420"/>
            <a:chOff x="1357883" y="4429759"/>
            <a:chExt cx="4119879" cy="1963420"/>
          </a:xfrm>
        </p:grpSpPr>
        <p:sp>
          <p:nvSpPr>
            <p:cNvPr id="26" name="object 26"/>
            <p:cNvSpPr/>
            <p:nvPr/>
          </p:nvSpPr>
          <p:spPr>
            <a:xfrm>
              <a:off x="1357883" y="5626607"/>
              <a:ext cx="4119879" cy="767080"/>
            </a:xfrm>
            <a:custGeom>
              <a:avLst/>
              <a:gdLst/>
              <a:ahLst/>
              <a:cxnLst/>
              <a:rect l="l" t="t" r="r" b="b"/>
              <a:pathLst>
                <a:path w="4119879" h="767079">
                  <a:moveTo>
                    <a:pt x="3979164" y="766571"/>
                  </a:moveTo>
                  <a:lnTo>
                    <a:pt x="0" y="766571"/>
                  </a:lnTo>
                  <a:lnTo>
                    <a:pt x="0" y="138683"/>
                  </a:lnTo>
                  <a:lnTo>
                    <a:pt x="7317" y="94814"/>
                  </a:lnTo>
                  <a:lnTo>
                    <a:pt x="27286" y="56648"/>
                  </a:lnTo>
                  <a:lnTo>
                    <a:pt x="57618" y="26549"/>
                  </a:lnTo>
                  <a:lnTo>
                    <a:pt x="96021" y="6878"/>
                  </a:lnTo>
                  <a:lnTo>
                    <a:pt x="140207" y="0"/>
                  </a:lnTo>
                  <a:lnTo>
                    <a:pt x="4119371" y="0"/>
                  </a:lnTo>
                  <a:lnTo>
                    <a:pt x="4119371" y="626363"/>
                  </a:lnTo>
                  <a:lnTo>
                    <a:pt x="4112054" y="670428"/>
                  </a:lnTo>
                  <a:lnTo>
                    <a:pt x="4092085" y="708770"/>
                  </a:lnTo>
                  <a:lnTo>
                    <a:pt x="4061753" y="739102"/>
                  </a:lnTo>
                  <a:lnTo>
                    <a:pt x="4023350" y="759132"/>
                  </a:lnTo>
                  <a:lnTo>
                    <a:pt x="3979164" y="766571"/>
                  </a:lnTo>
                  <a:close/>
                </a:path>
              </a:pathLst>
            </a:custGeom>
            <a:solidFill>
              <a:srgbClr val="DFEAF9"/>
            </a:solidFill>
          </p:spPr>
          <p:txBody>
            <a:bodyPr wrap="square" lIns="0" tIns="0" rIns="0" bIns="0" rtlCol="0"/>
            <a:lstStyle/>
            <a:p>
              <a:endParaRPr/>
            </a:p>
          </p:txBody>
        </p:sp>
        <p:pic>
          <p:nvPicPr>
            <p:cNvPr id="27" name="object 27"/>
            <p:cNvPicPr/>
            <p:nvPr/>
          </p:nvPicPr>
          <p:blipFill>
            <a:blip r:embed="rId4" cstate="print"/>
            <a:stretch>
              <a:fillRect/>
            </a:stretch>
          </p:blipFill>
          <p:spPr>
            <a:xfrm>
              <a:off x="1367789" y="4429759"/>
              <a:ext cx="4100195" cy="1192529"/>
            </a:xfrm>
            <a:prstGeom prst="rect">
              <a:avLst/>
            </a:prstGeom>
          </p:spPr>
        </p:pic>
      </p:grpSp>
      <p:sp>
        <p:nvSpPr>
          <p:cNvPr id="28" name="object 28"/>
          <p:cNvSpPr txBox="1"/>
          <p:nvPr/>
        </p:nvSpPr>
        <p:spPr>
          <a:xfrm>
            <a:off x="1560830" y="4544567"/>
            <a:ext cx="1936114" cy="901700"/>
          </a:xfrm>
          <a:prstGeom prst="rect">
            <a:avLst/>
          </a:prstGeom>
        </p:spPr>
        <p:txBody>
          <a:bodyPr vert="horz" wrap="square" lIns="0" tIns="60960" rIns="0" bIns="0" rtlCol="0">
            <a:spAutoFit/>
          </a:bodyPr>
          <a:lstStyle/>
          <a:p>
            <a:pPr marL="298450" indent="-285750">
              <a:lnSpc>
                <a:spcPct val="100000"/>
              </a:lnSpc>
              <a:spcBef>
                <a:spcPts val="480"/>
              </a:spcBef>
              <a:buFont typeface="Arial"/>
              <a:buChar char="•"/>
              <a:tabLst>
                <a:tab pos="297815" algn="l"/>
                <a:tab pos="298450" algn="l"/>
              </a:tabLst>
            </a:pPr>
            <a:r>
              <a:rPr sz="1600" spc="-25" dirty="0">
                <a:latin typeface="宋体"/>
                <a:cs typeface="宋体"/>
              </a:rPr>
              <a:t>跨领域知识整合</a:t>
            </a:r>
            <a:endParaRPr sz="1600">
              <a:latin typeface="宋体"/>
              <a:cs typeface="宋体"/>
            </a:endParaRPr>
          </a:p>
          <a:p>
            <a:pPr marL="298450" indent="-285750">
              <a:lnSpc>
                <a:spcPct val="100000"/>
              </a:lnSpc>
              <a:spcBef>
                <a:spcPts val="380"/>
              </a:spcBef>
              <a:buChar char="•"/>
              <a:tabLst>
                <a:tab pos="297815" algn="l"/>
                <a:tab pos="298450" algn="l"/>
              </a:tabLst>
            </a:pPr>
            <a:r>
              <a:rPr sz="1600" spc="-10" dirty="0">
                <a:latin typeface="Arial"/>
                <a:cs typeface="Arial"/>
              </a:rPr>
              <a:t>AI</a:t>
            </a:r>
            <a:r>
              <a:rPr sz="1600" spc="-25" dirty="0">
                <a:latin typeface="宋体"/>
                <a:cs typeface="宋体"/>
              </a:rPr>
              <a:t>与专业知识融合</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构建创新生态系统</a:t>
            </a:r>
            <a:endParaRPr sz="1600">
              <a:latin typeface="宋体"/>
              <a:cs typeface="宋体"/>
            </a:endParaRPr>
          </a:p>
        </p:txBody>
      </p:sp>
      <p:sp>
        <p:nvSpPr>
          <p:cNvPr id="29" name="object 29"/>
          <p:cNvSpPr txBox="1"/>
          <p:nvPr/>
        </p:nvSpPr>
        <p:spPr>
          <a:xfrm>
            <a:off x="2179320" y="5653277"/>
            <a:ext cx="2460625" cy="609600"/>
          </a:xfrm>
          <a:prstGeom prst="rect">
            <a:avLst/>
          </a:prstGeom>
        </p:spPr>
        <p:txBody>
          <a:bodyPr vert="horz" wrap="square" lIns="0" tIns="60960" rIns="0" bIns="0" rtlCol="0">
            <a:spAutoFit/>
          </a:bodyPr>
          <a:lstStyle/>
          <a:p>
            <a:pPr algn="ctr">
              <a:lnSpc>
                <a:spcPct val="100000"/>
              </a:lnSpc>
              <a:spcBef>
                <a:spcPts val="480"/>
              </a:spcBef>
            </a:pPr>
            <a:r>
              <a:rPr sz="1600" b="1" spc="-10" dirty="0">
                <a:latin typeface="Arial"/>
                <a:cs typeface="Arial"/>
              </a:rPr>
              <a:t>"</a:t>
            </a:r>
            <a:r>
              <a:rPr sz="1600" b="1" spc="-10" dirty="0">
                <a:latin typeface="Microsoft JhengHei"/>
                <a:cs typeface="Microsoft JhengHei"/>
              </a:rPr>
              <a:t>整合是创新的源泉</a:t>
            </a:r>
            <a:r>
              <a:rPr sz="1600" b="1" spc="-50" dirty="0">
                <a:latin typeface="Arial"/>
                <a:cs typeface="Arial"/>
              </a:rPr>
              <a:t>"</a:t>
            </a:r>
            <a:endParaRPr sz="1600">
              <a:latin typeface="Arial"/>
              <a:cs typeface="Arial"/>
            </a:endParaRPr>
          </a:p>
          <a:p>
            <a:pPr algn="ctr">
              <a:lnSpc>
                <a:spcPct val="100000"/>
              </a:lnSpc>
              <a:spcBef>
                <a:spcPts val="380"/>
              </a:spcBef>
            </a:pPr>
            <a:r>
              <a:rPr sz="1600" b="1" spc="-10" dirty="0">
                <a:latin typeface="Arial"/>
                <a:cs typeface="Arial"/>
              </a:rPr>
              <a:t>"</a:t>
            </a:r>
            <a:r>
              <a:rPr sz="1600" b="1" spc="-10" dirty="0">
                <a:latin typeface="Microsoft JhengHei"/>
                <a:cs typeface="Microsoft JhengHei"/>
              </a:rPr>
              <a:t>跨界思维才能激发新可能</a:t>
            </a:r>
            <a:r>
              <a:rPr sz="1600" b="1" spc="-50" dirty="0">
                <a:latin typeface="Arial"/>
                <a:cs typeface="Arial"/>
              </a:rPr>
              <a:t>"</a:t>
            </a:r>
            <a:endParaRPr sz="1600">
              <a:latin typeface="Arial"/>
              <a:cs typeface="Arial"/>
            </a:endParaRPr>
          </a:p>
        </p:txBody>
      </p:sp>
      <p:sp>
        <p:nvSpPr>
          <p:cNvPr id="30" name="object 30"/>
          <p:cNvSpPr/>
          <p:nvPr/>
        </p:nvSpPr>
        <p:spPr>
          <a:xfrm>
            <a:off x="1365351" y="3956050"/>
            <a:ext cx="4105910" cy="445770"/>
          </a:xfrm>
          <a:custGeom>
            <a:avLst/>
            <a:gdLst/>
            <a:ahLst/>
            <a:cxnLst/>
            <a:rect l="l" t="t" r="r" b="b"/>
            <a:pathLst>
              <a:path w="4105910" h="445770">
                <a:moveTo>
                  <a:pt x="4045458" y="2539"/>
                </a:moveTo>
                <a:lnTo>
                  <a:pt x="60248" y="2539"/>
                </a:lnTo>
                <a:lnTo>
                  <a:pt x="68122" y="0"/>
                </a:lnTo>
                <a:lnTo>
                  <a:pt x="4037584" y="0"/>
                </a:lnTo>
                <a:lnTo>
                  <a:pt x="4045458" y="2539"/>
                </a:lnTo>
                <a:close/>
              </a:path>
              <a:path w="4105910" h="445770">
                <a:moveTo>
                  <a:pt x="4076065" y="17779"/>
                </a:moveTo>
                <a:lnTo>
                  <a:pt x="29641" y="17779"/>
                </a:lnTo>
                <a:lnTo>
                  <a:pt x="35128" y="13970"/>
                </a:lnTo>
                <a:lnTo>
                  <a:pt x="35687" y="12700"/>
                </a:lnTo>
                <a:lnTo>
                  <a:pt x="38963" y="11429"/>
                </a:lnTo>
                <a:lnTo>
                  <a:pt x="42354" y="8889"/>
                </a:lnTo>
                <a:lnTo>
                  <a:pt x="45427" y="7620"/>
                </a:lnTo>
                <a:lnTo>
                  <a:pt x="48996" y="6350"/>
                </a:lnTo>
                <a:lnTo>
                  <a:pt x="53111" y="3810"/>
                </a:lnTo>
                <a:lnTo>
                  <a:pt x="56870" y="2539"/>
                </a:lnTo>
                <a:lnTo>
                  <a:pt x="4049293" y="2539"/>
                </a:lnTo>
                <a:lnTo>
                  <a:pt x="4053039" y="3810"/>
                </a:lnTo>
                <a:lnTo>
                  <a:pt x="4056710" y="6350"/>
                </a:lnTo>
                <a:lnTo>
                  <a:pt x="4060278" y="7620"/>
                </a:lnTo>
                <a:lnTo>
                  <a:pt x="4063352" y="8889"/>
                </a:lnTo>
                <a:lnTo>
                  <a:pt x="4067136" y="11429"/>
                </a:lnTo>
                <a:lnTo>
                  <a:pt x="4070019" y="12700"/>
                </a:lnTo>
                <a:lnTo>
                  <a:pt x="4070578" y="13970"/>
                </a:lnTo>
                <a:lnTo>
                  <a:pt x="4076065" y="17779"/>
                </a:lnTo>
                <a:close/>
              </a:path>
              <a:path w="4105910" h="445770">
                <a:moveTo>
                  <a:pt x="56413" y="22860"/>
                </a:moveTo>
                <a:lnTo>
                  <a:pt x="23876" y="22860"/>
                </a:lnTo>
                <a:lnTo>
                  <a:pt x="28930" y="17779"/>
                </a:lnTo>
                <a:lnTo>
                  <a:pt x="4076776" y="17779"/>
                </a:lnTo>
                <a:lnTo>
                  <a:pt x="4078039" y="19050"/>
                </a:lnTo>
                <a:lnTo>
                  <a:pt x="68440" y="19050"/>
                </a:lnTo>
                <a:lnTo>
                  <a:pt x="64985" y="20320"/>
                </a:lnTo>
                <a:lnTo>
                  <a:pt x="65455" y="20320"/>
                </a:lnTo>
                <a:lnTo>
                  <a:pt x="62064" y="21589"/>
                </a:lnTo>
                <a:lnTo>
                  <a:pt x="59651" y="21589"/>
                </a:lnTo>
                <a:lnTo>
                  <a:pt x="56413" y="22860"/>
                </a:lnTo>
                <a:close/>
              </a:path>
              <a:path w="4105910" h="445770">
                <a:moveTo>
                  <a:pt x="67970" y="20320"/>
                </a:moveTo>
                <a:lnTo>
                  <a:pt x="68440" y="19050"/>
                </a:lnTo>
                <a:lnTo>
                  <a:pt x="71475" y="19050"/>
                </a:lnTo>
                <a:lnTo>
                  <a:pt x="67970" y="20320"/>
                </a:lnTo>
                <a:close/>
              </a:path>
              <a:path w="4105910" h="445770">
                <a:moveTo>
                  <a:pt x="4037736" y="20320"/>
                </a:moveTo>
                <a:lnTo>
                  <a:pt x="4034231" y="19050"/>
                </a:lnTo>
                <a:lnTo>
                  <a:pt x="4037266" y="19050"/>
                </a:lnTo>
                <a:lnTo>
                  <a:pt x="4037736" y="20320"/>
                </a:lnTo>
                <a:close/>
              </a:path>
              <a:path w="4105910" h="445770">
                <a:moveTo>
                  <a:pt x="4081830" y="22860"/>
                </a:moveTo>
                <a:lnTo>
                  <a:pt x="4049293" y="22860"/>
                </a:lnTo>
                <a:lnTo>
                  <a:pt x="4046054" y="21589"/>
                </a:lnTo>
                <a:lnTo>
                  <a:pt x="4043641" y="21589"/>
                </a:lnTo>
                <a:lnTo>
                  <a:pt x="4040251" y="20320"/>
                </a:lnTo>
                <a:lnTo>
                  <a:pt x="4040720" y="20320"/>
                </a:lnTo>
                <a:lnTo>
                  <a:pt x="4037266" y="19050"/>
                </a:lnTo>
                <a:lnTo>
                  <a:pt x="4078039" y="19050"/>
                </a:lnTo>
                <a:lnTo>
                  <a:pt x="4081830" y="22860"/>
                </a:lnTo>
                <a:close/>
              </a:path>
              <a:path w="4105910" h="445770">
                <a:moveTo>
                  <a:pt x="59207" y="22860"/>
                </a:moveTo>
                <a:lnTo>
                  <a:pt x="59651" y="21589"/>
                </a:lnTo>
                <a:lnTo>
                  <a:pt x="62522" y="21589"/>
                </a:lnTo>
                <a:lnTo>
                  <a:pt x="59207" y="22860"/>
                </a:lnTo>
                <a:close/>
              </a:path>
              <a:path w="4105910" h="445770">
                <a:moveTo>
                  <a:pt x="4046499" y="22860"/>
                </a:moveTo>
                <a:lnTo>
                  <a:pt x="4043184" y="21589"/>
                </a:lnTo>
                <a:lnTo>
                  <a:pt x="4046054" y="21589"/>
                </a:lnTo>
                <a:lnTo>
                  <a:pt x="4046499" y="22860"/>
                </a:lnTo>
                <a:close/>
              </a:path>
              <a:path w="4105910" h="445770">
                <a:moveTo>
                  <a:pt x="46532" y="416560"/>
                </a:moveTo>
                <a:lnTo>
                  <a:pt x="18059" y="416560"/>
                </a:lnTo>
                <a:lnTo>
                  <a:pt x="13957" y="410210"/>
                </a:lnTo>
                <a:lnTo>
                  <a:pt x="13563" y="410210"/>
                </a:lnTo>
                <a:lnTo>
                  <a:pt x="11480" y="406400"/>
                </a:lnTo>
                <a:lnTo>
                  <a:pt x="9537" y="403860"/>
                </a:lnTo>
                <a:lnTo>
                  <a:pt x="7962" y="400050"/>
                </a:lnTo>
                <a:lnTo>
                  <a:pt x="0" y="76200"/>
                </a:lnTo>
                <a:lnTo>
                  <a:pt x="342" y="71120"/>
                </a:lnTo>
                <a:lnTo>
                  <a:pt x="9537" y="41910"/>
                </a:lnTo>
                <a:lnTo>
                  <a:pt x="11722" y="38100"/>
                </a:lnTo>
                <a:lnTo>
                  <a:pt x="13563" y="35560"/>
                </a:lnTo>
                <a:lnTo>
                  <a:pt x="13957" y="34289"/>
                </a:lnTo>
                <a:lnTo>
                  <a:pt x="18059" y="29210"/>
                </a:lnTo>
                <a:lnTo>
                  <a:pt x="18643" y="27939"/>
                </a:lnTo>
                <a:lnTo>
                  <a:pt x="23240" y="22860"/>
                </a:lnTo>
                <a:lnTo>
                  <a:pt x="56845" y="22860"/>
                </a:lnTo>
                <a:lnTo>
                  <a:pt x="53695" y="24129"/>
                </a:lnTo>
                <a:lnTo>
                  <a:pt x="54114" y="24129"/>
                </a:lnTo>
                <a:lnTo>
                  <a:pt x="51041" y="25400"/>
                </a:lnTo>
                <a:lnTo>
                  <a:pt x="51447" y="25400"/>
                </a:lnTo>
                <a:lnTo>
                  <a:pt x="49955" y="26670"/>
                </a:lnTo>
                <a:lnTo>
                  <a:pt x="48856" y="26670"/>
                </a:lnTo>
                <a:lnTo>
                  <a:pt x="45961" y="29210"/>
                </a:lnTo>
                <a:lnTo>
                  <a:pt x="46532" y="29210"/>
                </a:lnTo>
                <a:lnTo>
                  <a:pt x="42875" y="31750"/>
                </a:lnTo>
                <a:lnTo>
                  <a:pt x="41744" y="31750"/>
                </a:lnTo>
                <a:lnTo>
                  <a:pt x="37953" y="35560"/>
                </a:lnTo>
                <a:lnTo>
                  <a:pt x="37337" y="35560"/>
                </a:lnTo>
                <a:lnTo>
                  <a:pt x="32740" y="40639"/>
                </a:lnTo>
                <a:lnTo>
                  <a:pt x="33312" y="40639"/>
                </a:lnTo>
                <a:lnTo>
                  <a:pt x="29210" y="45720"/>
                </a:lnTo>
                <a:lnTo>
                  <a:pt x="29603" y="45720"/>
                </a:lnTo>
                <a:lnTo>
                  <a:pt x="27749" y="48260"/>
                </a:lnTo>
                <a:lnTo>
                  <a:pt x="27990" y="48260"/>
                </a:lnTo>
                <a:lnTo>
                  <a:pt x="26276" y="50800"/>
                </a:lnTo>
                <a:lnTo>
                  <a:pt x="26492" y="50800"/>
                </a:lnTo>
                <a:lnTo>
                  <a:pt x="24930" y="53339"/>
                </a:lnTo>
                <a:lnTo>
                  <a:pt x="25120" y="53339"/>
                </a:lnTo>
                <a:lnTo>
                  <a:pt x="23698" y="55879"/>
                </a:lnTo>
                <a:lnTo>
                  <a:pt x="23876" y="55879"/>
                </a:lnTo>
                <a:lnTo>
                  <a:pt x="23029" y="58420"/>
                </a:lnTo>
                <a:lnTo>
                  <a:pt x="22771" y="58420"/>
                </a:lnTo>
                <a:lnTo>
                  <a:pt x="22026" y="60960"/>
                </a:lnTo>
                <a:lnTo>
                  <a:pt x="21793" y="60960"/>
                </a:lnTo>
                <a:lnTo>
                  <a:pt x="20828" y="64770"/>
                </a:lnTo>
                <a:lnTo>
                  <a:pt x="20154" y="67310"/>
                </a:lnTo>
                <a:lnTo>
                  <a:pt x="19828" y="69850"/>
                </a:lnTo>
                <a:lnTo>
                  <a:pt x="19697" y="69850"/>
                </a:lnTo>
                <a:lnTo>
                  <a:pt x="19240" y="73660"/>
                </a:lnTo>
                <a:lnTo>
                  <a:pt x="19105" y="76200"/>
                </a:lnTo>
                <a:lnTo>
                  <a:pt x="19011" y="368300"/>
                </a:lnTo>
                <a:lnTo>
                  <a:pt x="19291" y="372110"/>
                </a:lnTo>
                <a:lnTo>
                  <a:pt x="19697" y="374650"/>
                </a:lnTo>
                <a:lnTo>
                  <a:pt x="20243" y="377189"/>
                </a:lnTo>
                <a:lnTo>
                  <a:pt x="20942" y="381000"/>
                </a:lnTo>
                <a:lnTo>
                  <a:pt x="21149" y="381000"/>
                </a:lnTo>
                <a:lnTo>
                  <a:pt x="21793" y="383539"/>
                </a:lnTo>
                <a:lnTo>
                  <a:pt x="21653" y="383539"/>
                </a:lnTo>
                <a:lnTo>
                  <a:pt x="22771" y="386079"/>
                </a:lnTo>
                <a:lnTo>
                  <a:pt x="22606" y="386079"/>
                </a:lnTo>
                <a:lnTo>
                  <a:pt x="23876" y="388620"/>
                </a:lnTo>
                <a:lnTo>
                  <a:pt x="23698" y="388620"/>
                </a:lnTo>
                <a:lnTo>
                  <a:pt x="25120" y="392429"/>
                </a:lnTo>
                <a:lnTo>
                  <a:pt x="25450" y="392429"/>
                </a:lnTo>
                <a:lnTo>
                  <a:pt x="26492" y="394970"/>
                </a:lnTo>
                <a:lnTo>
                  <a:pt x="26847" y="394970"/>
                </a:lnTo>
                <a:lnTo>
                  <a:pt x="27990" y="397510"/>
                </a:lnTo>
                <a:lnTo>
                  <a:pt x="28367" y="397510"/>
                </a:lnTo>
                <a:lnTo>
                  <a:pt x="29603" y="400050"/>
                </a:lnTo>
                <a:lnTo>
                  <a:pt x="30030" y="400050"/>
                </a:lnTo>
                <a:lnTo>
                  <a:pt x="33312" y="405129"/>
                </a:lnTo>
                <a:lnTo>
                  <a:pt x="33889" y="405129"/>
                </a:lnTo>
                <a:lnTo>
                  <a:pt x="37337" y="408939"/>
                </a:lnTo>
                <a:lnTo>
                  <a:pt x="36690" y="408939"/>
                </a:lnTo>
                <a:lnTo>
                  <a:pt x="41744" y="412750"/>
                </a:lnTo>
                <a:lnTo>
                  <a:pt x="41046" y="412750"/>
                </a:lnTo>
                <a:lnTo>
                  <a:pt x="46532" y="416560"/>
                </a:lnTo>
                <a:close/>
              </a:path>
              <a:path w="4105910" h="445770">
                <a:moveTo>
                  <a:pt x="4057243" y="27939"/>
                </a:moveTo>
                <a:lnTo>
                  <a:pt x="4054259" y="25400"/>
                </a:lnTo>
                <a:lnTo>
                  <a:pt x="4054665" y="25400"/>
                </a:lnTo>
                <a:lnTo>
                  <a:pt x="4051592" y="24129"/>
                </a:lnTo>
                <a:lnTo>
                  <a:pt x="4052011" y="24129"/>
                </a:lnTo>
                <a:lnTo>
                  <a:pt x="4048861" y="22860"/>
                </a:lnTo>
                <a:lnTo>
                  <a:pt x="4082465" y="22860"/>
                </a:lnTo>
                <a:lnTo>
                  <a:pt x="4085913" y="26670"/>
                </a:lnTo>
                <a:lnTo>
                  <a:pt x="4056849" y="26670"/>
                </a:lnTo>
                <a:lnTo>
                  <a:pt x="4057243" y="27939"/>
                </a:lnTo>
                <a:close/>
              </a:path>
              <a:path w="4105910" h="445770">
                <a:moveTo>
                  <a:pt x="48463" y="27939"/>
                </a:moveTo>
                <a:lnTo>
                  <a:pt x="48856" y="26670"/>
                </a:lnTo>
                <a:lnTo>
                  <a:pt x="49955" y="26670"/>
                </a:lnTo>
                <a:lnTo>
                  <a:pt x="48463" y="27939"/>
                </a:lnTo>
                <a:close/>
              </a:path>
              <a:path w="4105910" h="445770">
                <a:moveTo>
                  <a:pt x="4064660" y="33020"/>
                </a:moveTo>
                <a:lnTo>
                  <a:pt x="4059174" y="29210"/>
                </a:lnTo>
                <a:lnTo>
                  <a:pt x="4059745" y="29210"/>
                </a:lnTo>
                <a:lnTo>
                  <a:pt x="4056849" y="26670"/>
                </a:lnTo>
                <a:lnTo>
                  <a:pt x="4085913" y="26670"/>
                </a:lnTo>
                <a:lnTo>
                  <a:pt x="4087063" y="27939"/>
                </a:lnTo>
                <a:lnTo>
                  <a:pt x="4087647" y="29210"/>
                </a:lnTo>
                <a:lnTo>
                  <a:pt x="4089698" y="31750"/>
                </a:lnTo>
                <a:lnTo>
                  <a:pt x="4063961" y="31750"/>
                </a:lnTo>
                <a:lnTo>
                  <a:pt x="4064660" y="33020"/>
                </a:lnTo>
                <a:close/>
              </a:path>
              <a:path w="4105910" h="445770">
                <a:moveTo>
                  <a:pt x="41046" y="33020"/>
                </a:moveTo>
                <a:lnTo>
                  <a:pt x="41744" y="31750"/>
                </a:lnTo>
                <a:lnTo>
                  <a:pt x="42875" y="31750"/>
                </a:lnTo>
                <a:lnTo>
                  <a:pt x="41046" y="33020"/>
                </a:lnTo>
                <a:close/>
              </a:path>
              <a:path w="4105910" h="445770">
                <a:moveTo>
                  <a:pt x="4069016" y="36829"/>
                </a:moveTo>
                <a:lnTo>
                  <a:pt x="4063961" y="31750"/>
                </a:lnTo>
                <a:lnTo>
                  <a:pt x="4089698" y="31750"/>
                </a:lnTo>
                <a:lnTo>
                  <a:pt x="4091749" y="34289"/>
                </a:lnTo>
                <a:lnTo>
                  <a:pt x="4092143" y="35560"/>
                </a:lnTo>
                <a:lnTo>
                  <a:pt x="4068368" y="35560"/>
                </a:lnTo>
                <a:lnTo>
                  <a:pt x="4069016" y="36829"/>
                </a:lnTo>
                <a:close/>
              </a:path>
              <a:path w="4105910" h="445770">
                <a:moveTo>
                  <a:pt x="36690" y="36829"/>
                </a:moveTo>
                <a:lnTo>
                  <a:pt x="37337" y="35560"/>
                </a:lnTo>
                <a:lnTo>
                  <a:pt x="37953" y="35560"/>
                </a:lnTo>
                <a:lnTo>
                  <a:pt x="36690" y="36829"/>
                </a:lnTo>
                <a:close/>
              </a:path>
              <a:path w="4105910" h="445770">
                <a:moveTo>
                  <a:pt x="4083100" y="59689"/>
                </a:moveTo>
                <a:lnTo>
                  <a:pt x="4081830" y="55879"/>
                </a:lnTo>
                <a:lnTo>
                  <a:pt x="4082008" y="55879"/>
                </a:lnTo>
                <a:lnTo>
                  <a:pt x="4080586" y="53339"/>
                </a:lnTo>
                <a:lnTo>
                  <a:pt x="4080776" y="53339"/>
                </a:lnTo>
                <a:lnTo>
                  <a:pt x="4079214" y="50800"/>
                </a:lnTo>
                <a:lnTo>
                  <a:pt x="4079430" y="50800"/>
                </a:lnTo>
                <a:lnTo>
                  <a:pt x="4077716" y="48260"/>
                </a:lnTo>
                <a:lnTo>
                  <a:pt x="4077957" y="48260"/>
                </a:lnTo>
                <a:lnTo>
                  <a:pt x="4076103" y="45720"/>
                </a:lnTo>
                <a:lnTo>
                  <a:pt x="4076496" y="45720"/>
                </a:lnTo>
                <a:lnTo>
                  <a:pt x="4072394" y="40639"/>
                </a:lnTo>
                <a:lnTo>
                  <a:pt x="4072966" y="40639"/>
                </a:lnTo>
                <a:lnTo>
                  <a:pt x="4068368" y="35560"/>
                </a:lnTo>
                <a:lnTo>
                  <a:pt x="4092143" y="35560"/>
                </a:lnTo>
                <a:lnTo>
                  <a:pt x="4094226" y="38100"/>
                </a:lnTo>
                <a:lnTo>
                  <a:pt x="4096169" y="41910"/>
                </a:lnTo>
                <a:lnTo>
                  <a:pt x="4097934" y="45720"/>
                </a:lnTo>
                <a:lnTo>
                  <a:pt x="4099369" y="48260"/>
                </a:lnTo>
                <a:lnTo>
                  <a:pt x="4100982" y="52070"/>
                </a:lnTo>
                <a:lnTo>
                  <a:pt x="4102239" y="55879"/>
                </a:lnTo>
                <a:lnTo>
                  <a:pt x="4102883" y="58420"/>
                </a:lnTo>
                <a:lnTo>
                  <a:pt x="4082935" y="58420"/>
                </a:lnTo>
                <a:lnTo>
                  <a:pt x="4083100" y="59689"/>
                </a:lnTo>
                <a:close/>
              </a:path>
              <a:path w="4105910" h="445770">
                <a:moveTo>
                  <a:pt x="22606" y="59689"/>
                </a:moveTo>
                <a:lnTo>
                  <a:pt x="22771" y="58420"/>
                </a:lnTo>
                <a:lnTo>
                  <a:pt x="23029" y="58420"/>
                </a:lnTo>
                <a:lnTo>
                  <a:pt x="22606" y="59689"/>
                </a:lnTo>
                <a:close/>
              </a:path>
              <a:path w="4105910" h="445770">
                <a:moveTo>
                  <a:pt x="4084053" y="62229"/>
                </a:moveTo>
                <a:lnTo>
                  <a:pt x="4082935" y="58420"/>
                </a:lnTo>
                <a:lnTo>
                  <a:pt x="4102883" y="58420"/>
                </a:lnTo>
                <a:lnTo>
                  <a:pt x="4103509" y="60960"/>
                </a:lnTo>
                <a:lnTo>
                  <a:pt x="4083913" y="60960"/>
                </a:lnTo>
                <a:lnTo>
                  <a:pt x="4084053" y="62229"/>
                </a:lnTo>
                <a:close/>
              </a:path>
              <a:path w="4105910" h="445770">
                <a:moveTo>
                  <a:pt x="21653" y="62229"/>
                </a:moveTo>
                <a:lnTo>
                  <a:pt x="21793" y="60960"/>
                </a:lnTo>
                <a:lnTo>
                  <a:pt x="22026" y="60960"/>
                </a:lnTo>
                <a:lnTo>
                  <a:pt x="21653" y="62229"/>
                </a:lnTo>
                <a:close/>
              </a:path>
              <a:path w="4105910" h="445770">
                <a:moveTo>
                  <a:pt x="4086085" y="71120"/>
                </a:moveTo>
                <a:lnTo>
                  <a:pt x="4085463" y="67310"/>
                </a:lnTo>
                <a:lnTo>
                  <a:pt x="4084764" y="64770"/>
                </a:lnTo>
                <a:lnTo>
                  <a:pt x="4083913" y="60960"/>
                </a:lnTo>
                <a:lnTo>
                  <a:pt x="4103509" y="60960"/>
                </a:lnTo>
                <a:lnTo>
                  <a:pt x="4104119" y="63500"/>
                </a:lnTo>
                <a:lnTo>
                  <a:pt x="4104843" y="67310"/>
                </a:lnTo>
                <a:lnTo>
                  <a:pt x="4105128" y="69850"/>
                </a:lnTo>
                <a:lnTo>
                  <a:pt x="4086009" y="69850"/>
                </a:lnTo>
                <a:lnTo>
                  <a:pt x="4086085" y="71120"/>
                </a:lnTo>
                <a:close/>
              </a:path>
              <a:path w="4105910" h="445770">
                <a:moveTo>
                  <a:pt x="19621" y="71120"/>
                </a:moveTo>
                <a:lnTo>
                  <a:pt x="19697" y="69850"/>
                </a:lnTo>
                <a:lnTo>
                  <a:pt x="19828" y="69850"/>
                </a:lnTo>
                <a:lnTo>
                  <a:pt x="19621" y="71120"/>
                </a:lnTo>
                <a:close/>
              </a:path>
              <a:path w="4105910" h="445770">
                <a:moveTo>
                  <a:pt x="4105473" y="372110"/>
                </a:moveTo>
                <a:lnTo>
                  <a:pt x="4086415" y="372110"/>
                </a:lnTo>
                <a:lnTo>
                  <a:pt x="4086694" y="368300"/>
                </a:lnTo>
                <a:lnTo>
                  <a:pt x="4086669" y="76200"/>
                </a:lnTo>
                <a:lnTo>
                  <a:pt x="4086415" y="73660"/>
                </a:lnTo>
                <a:lnTo>
                  <a:pt x="4086009" y="69850"/>
                </a:lnTo>
                <a:lnTo>
                  <a:pt x="4105128" y="69850"/>
                </a:lnTo>
                <a:lnTo>
                  <a:pt x="4105414" y="72389"/>
                </a:lnTo>
                <a:lnTo>
                  <a:pt x="4105694" y="76200"/>
                </a:lnTo>
                <a:lnTo>
                  <a:pt x="4105584" y="370839"/>
                </a:lnTo>
                <a:lnTo>
                  <a:pt x="4105473" y="372110"/>
                </a:lnTo>
                <a:close/>
              </a:path>
              <a:path w="4105910" h="445770">
                <a:moveTo>
                  <a:pt x="19011" y="77470"/>
                </a:moveTo>
                <a:lnTo>
                  <a:pt x="19037" y="76200"/>
                </a:lnTo>
                <a:lnTo>
                  <a:pt x="19011" y="77470"/>
                </a:lnTo>
                <a:close/>
              </a:path>
              <a:path w="4105910" h="445770">
                <a:moveTo>
                  <a:pt x="4086694" y="77470"/>
                </a:moveTo>
                <a:lnTo>
                  <a:pt x="4086601" y="76200"/>
                </a:lnTo>
                <a:lnTo>
                  <a:pt x="4086694" y="77470"/>
                </a:lnTo>
                <a:close/>
              </a:path>
              <a:path w="4105910" h="445770">
                <a:moveTo>
                  <a:pt x="19392" y="372110"/>
                </a:moveTo>
                <a:lnTo>
                  <a:pt x="19240" y="370839"/>
                </a:lnTo>
                <a:lnTo>
                  <a:pt x="19392" y="372110"/>
                </a:lnTo>
                <a:close/>
              </a:path>
              <a:path w="4105910" h="445770">
                <a:moveTo>
                  <a:pt x="4104119" y="381000"/>
                </a:moveTo>
                <a:lnTo>
                  <a:pt x="4084764" y="381000"/>
                </a:lnTo>
                <a:lnTo>
                  <a:pt x="4085551" y="377189"/>
                </a:lnTo>
                <a:lnTo>
                  <a:pt x="4086085" y="374650"/>
                </a:lnTo>
                <a:lnTo>
                  <a:pt x="4086466" y="370839"/>
                </a:lnTo>
                <a:lnTo>
                  <a:pt x="4086415" y="372110"/>
                </a:lnTo>
                <a:lnTo>
                  <a:pt x="4105473" y="372110"/>
                </a:lnTo>
                <a:lnTo>
                  <a:pt x="4105363" y="373379"/>
                </a:lnTo>
                <a:lnTo>
                  <a:pt x="4104843" y="377189"/>
                </a:lnTo>
                <a:lnTo>
                  <a:pt x="4104119" y="381000"/>
                </a:lnTo>
                <a:close/>
              </a:path>
              <a:path w="4105910" h="445770">
                <a:moveTo>
                  <a:pt x="21149" y="381000"/>
                </a:moveTo>
                <a:lnTo>
                  <a:pt x="20942" y="381000"/>
                </a:lnTo>
                <a:lnTo>
                  <a:pt x="20828" y="379729"/>
                </a:lnTo>
                <a:lnTo>
                  <a:pt x="21149" y="381000"/>
                </a:lnTo>
                <a:close/>
              </a:path>
              <a:path w="4105910" h="445770">
                <a:moveTo>
                  <a:pt x="4100817" y="392429"/>
                </a:moveTo>
                <a:lnTo>
                  <a:pt x="4080586" y="392429"/>
                </a:lnTo>
                <a:lnTo>
                  <a:pt x="4082008" y="388620"/>
                </a:lnTo>
                <a:lnTo>
                  <a:pt x="4081830" y="388620"/>
                </a:lnTo>
                <a:lnTo>
                  <a:pt x="4083100" y="386079"/>
                </a:lnTo>
                <a:lnTo>
                  <a:pt x="4082935" y="386079"/>
                </a:lnTo>
                <a:lnTo>
                  <a:pt x="4084053" y="383539"/>
                </a:lnTo>
                <a:lnTo>
                  <a:pt x="4083913" y="383539"/>
                </a:lnTo>
                <a:lnTo>
                  <a:pt x="4084878" y="379729"/>
                </a:lnTo>
                <a:lnTo>
                  <a:pt x="4084764" y="381000"/>
                </a:lnTo>
                <a:lnTo>
                  <a:pt x="4104119" y="381000"/>
                </a:lnTo>
                <a:lnTo>
                  <a:pt x="4103204" y="384810"/>
                </a:lnTo>
                <a:lnTo>
                  <a:pt x="4102100" y="388620"/>
                </a:lnTo>
                <a:lnTo>
                  <a:pt x="4100817" y="392429"/>
                </a:lnTo>
                <a:close/>
              </a:path>
              <a:path w="4105910" h="445770">
                <a:moveTo>
                  <a:pt x="25450" y="392429"/>
                </a:moveTo>
                <a:lnTo>
                  <a:pt x="25120" y="392429"/>
                </a:lnTo>
                <a:lnTo>
                  <a:pt x="24930" y="391160"/>
                </a:lnTo>
                <a:lnTo>
                  <a:pt x="25450" y="392429"/>
                </a:lnTo>
                <a:close/>
              </a:path>
              <a:path w="4105910" h="445770">
                <a:moveTo>
                  <a:pt x="4099852" y="394970"/>
                </a:moveTo>
                <a:lnTo>
                  <a:pt x="4079214" y="394970"/>
                </a:lnTo>
                <a:lnTo>
                  <a:pt x="4080776" y="391160"/>
                </a:lnTo>
                <a:lnTo>
                  <a:pt x="4080586" y="392429"/>
                </a:lnTo>
                <a:lnTo>
                  <a:pt x="4100817" y="392429"/>
                </a:lnTo>
                <a:lnTo>
                  <a:pt x="4099852" y="394970"/>
                </a:lnTo>
                <a:close/>
              </a:path>
              <a:path w="4105910" h="445770">
                <a:moveTo>
                  <a:pt x="26847" y="394970"/>
                </a:moveTo>
                <a:lnTo>
                  <a:pt x="26492" y="394970"/>
                </a:lnTo>
                <a:lnTo>
                  <a:pt x="26276" y="393700"/>
                </a:lnTo>
                <a:lnTo>
                  <a:pt x="26847" y="394970"/>
                </a:lnTo>
                <a:close/>
              </a:path>
              <a:path w="4105910" h="445770">
                <a:moveTo>
                  <a:pt x="4098823" y="397510"/>
                </a:moveTo>
                <a:lnTo>
                  <a:pt x="4077716" y="397510"/>
                </a:lnTo>
                <a:lnTo>
                  <a:pt x="4079430" y="393700"/>
                </a:lnTo>
                <a:lnTo>
                  <a:pt x="4079214" y="394970"/>
                </a:lnTo>
                <a:lnTo>
                  <a:pt x="4099852" y="394970"/>
                </a:lnTo>
                <a:lnTo>
                  <a:pt x="4099369" y="396239"/>
                </a:lnTo>
                <a:lnTo>
                  <a:pt x="4098823" y="397510"/>
                </a:lnTo>
                <a:close/>
              </a:path>
              <a:path w="4105910" h="445770">
                <a:moveTo>
                  <a:pt x="28367" y="397510"/>
                </a:moveTo>
                <a:lnTo>
                  <a:pt x="27990" y="397510"/>
                </a:lnTo>
                <a:lnTo>
                  <a:pt x="27749" y="396239"/>
                </a:lnTo>
                <a:lnTo>
                  <a:pt x="28367" y="397510"/>
                </a:lnTo>
                <a:close/>
              </a:path>
              <a:path w="4105910" h="445770">
                <a:moveTo>
                  <a:pt x="4097731" y="400050"/>
                </a:moveTo>
                <a:lnTo>
                  <a:pt x="4076103" y="400050"/>
                </a:lnTo>
                <a:lnTo>
                  <a:pt x="4077957" y="396239"/>
                </a:lnTo>
                <a:lnTo>
                  <a:pt x="4077716" y="397510"/>
                </a:lnTo>
                <a:lnTo>
                  <a:pt x="4098823" y="397510"/>
                </a:lnTo>
                <a:lnTo>
                  <a:pt x="4097731" y="400050"/>
                </a:lnTo>
                <a:close/>
              </a:path>
              <a:path w="4105910" h="445770">
                <a:moveTo>
                  <a:pt x="30030" y="400050"/>
                </a:moveTo>
                <a:lnTo>
                  <a:pt x="29603" y="400050"/>
                </a:lnTo>
                <a:lnTo>
                  <a:pt x="29210" y="398779"/>
                </a:lnTo>
                <a:lnTo>
                  <a:pt x="30030" y="400050"/>
                </a:lnTo>
                <a:close/>
              </a:path>
              <a:path w="4105910" h="445770">
                <a:moveTo>
                  <a:pt x="4095440" y="405129"/>
                </a:moveTo>
                <a:lnTo>
                  <a:pt x="4072394" y="405129"/>
                </a:lnTo>
                <a:lnTo>
                  <a:pt x="4076496" y="398779"/>
                </a:lnTo>
                <a:lnTo>
                  <a:pt x="4076103" y="400050"/>
                </a:lnTo>
                <a:lnTo>
                  <a:pt x="4097731" y="400050"/>
                </a:lnTo>
                <a:lnTo>
                  <a:pt x="4096169" y="403860"/>
                </a:lnTo>
                <a:lnTo>
                  <a:pt x="4095440" y="405129"/>
                </a:lnTo>
                <a:close/>
              </a:path>
              <a:path w="4105910" h="445770">
                <a:moveTo>
                  <a:pt x="33889" y="405129"/>
                </a:moveTo>
                <a:lnTo>
                  <a:pt x="33312" y="405129"/>
                </a:lnTo>
                <a:lnTo>
                  <a:pt x="32740" y="403860"/>
                </a:lnTo>
                <a:lnTo>
                  <a:pt x="33889" y="405129"/>
                </a:lnTo>
                <a:close/>
              </a:path>
              <a:path w="4105910" h="445770">
                <a:moveTo>
                  <a:pt x="4087647" y="416560"/>
                </a:moveTo>
                <a:lnTo>
                  <a:pt x="4059174" y="416560"/>
                </a:lnTo>
                <a:lnTo>
                  <a:pt x="4064660" y="412750"/>
                </a:lnTo>
                <a:lnTo>
                  <a:pt x="4063961" y="412750"/>
                </a:lnTo>
                <a:lnTo>
                  <a:pt x="4069016" y="408939"/>
                </a:lnTo>
                <a:lnTo>
                  <a:pt x="4068368" y="408939"/>
                </a:lnTo>
                <a:lnTo>
                  <a:pt x="4072966" y="403860"/>
                </a:lnTo>
                <a:lnTo>
                  <a:pt x="4072394" y="405129"/>
                </a:lnTo>
                <a:lnTo>
                  <a:pt x="4095440" y="405129"/>
                </a:lnTo>
                <a:lnTo>
                  <a:pt x="4093984" y="407670"/>
                </a:lnTo>
                <a:lnTo>
                  <a:pt x="4092143" y="410210"/>
                </a:lnTo>
                <a:lnTo>
                  <a:pt x="4091749" y="410210"/>
                </a:lnTo>
                <a:lnTo>
                  <a:pt x="4087647" y="416560"/>
                </a:lnTo>
                <a:close/>
              </a:path>
              <a:path w="4105910" h="445770">
                <a:moveTo>
                  <a:pt x="4070578" y="431800"/>
                </a:moveTo>
                <a:lnTo>
                  <a:pt x="35128" y="431800"/>
                </a:lnTo>
                <a:lnTo>
                  <a:pt x="29641" y="427989"/>
                </a:lnTo>
                <a:lnTo>
                  <a:pt x="28930" y="426720"/>
                </a:lnTo>
                <a:lnTo>
                  <a:pt x="23876" y="422910"/>
                </a:lnTo>
                <a:lnTo>
                  <a:pt x="23240" y="421639"/>
                </a:lnTo>
                <a:lnTo>
                  <a:pt x="18643" y="416560"/>
                </a:lnTo>
                <a:lnTo>
                  <a:pt x="45961" y="416560"/>
                </a:lnTo>
                <a:lnTo>
                  <a:pt x="48856" y="417829"/>
                </a:lnTo>
                <a:lnTo>
                  <a:pt x="48463" y="417829"/>
                </a:lnTo>
                <a:lnTo>
                  <a:pt x="51447" y="419100"/>
                </a:lnTo>
                <a:lnTo>
                  <a:pt x="51041" y="419100"/>
                </a:lnTo>
                <a:lnTo>
                  <a:pt x="54114" y="420370"/>
                </a:lnTo>
                <a:lnTo>
                  <a:pt x="53695" y="420370"/>
                </a:lnTo>
                <a:lnTo>
                  <a:pt x="56845" y="421639"/>
                </a:lnTo>
                <a:lnTo>
                  <a:pt x="56413" y="421639"/>
                </a:lnTo>
                <a:lnTo>
                  <a:pt x="59651" y="422910"/>
                </a:lnTo>
                <a:lnTo>
                  <a:pt x="59207" y="422910"/>
                </a:lnTo>
                <a:lnTo>
                  <a:pt x="62522" y="424179"/>
                </a:lnTo>
                <a:lnTo>
                  <a:pt x="62064" y="424179"/>
                </a:lnTo>
                <a:lnTo>
                  <a:pt x="65455" y="425450"/>
                </a:lnTo>
                <a:lnTo>
                  <a:pt x="71005" y="425450"/>
                </a:lnTo>
                <a:lnTo>
                  <a:pt x="74561" y="426720"/>
                </a:lnTo>
                <a:lnTo>
                  <a:pt x="4076776" y="426720"/>
                </a:lnTo>
                <a:lnTo>
                  <a:pt x="4076065" y="427989"/>
                </a:lnTo>
                <a:lnTo>
                  <a:pt x="4070578" y="431800"/>
                </a:lnTo>
                <a:close/>
              </a:path>
              <a:path w="4105910" h="445770">
                <a:moveTo>
                  <a:pt x="4076776" y="426720"/>
                </a:moveTo>
                <a:lnTo>
                  <a:pt x="4031145" y="426720"/>
                </a:lnTo>
                <a:lnTo>
                  <a:pt x="4034701" y="425450"/>
                </a:lnTo>
                <a:lnTo>
                  <a:pt x="4040251" y="425450"/>
                </a:lnTo>
                <a:lnTo>
                  <a:pt x="4043641" y="424179"/>
                </a:lnTo>
                <a:lnTo>
                  <a:pt x="4043184" y="424179"/>
                </a:lnTo>
                <a:lnTo>
                  <a:pt x="4046499" y="422910"/>
                </a:lnTo>
                <a:lnTo>
                  <a:pt x="4046054" y="422910"/>
                </a:lnTo>
                <a:lnTo>
                  <a:pt x="4049293" y="421639"/>
                </a:lnTo>
                <a:lnTo>
                  <a:pt x="4048861" y="421639"/>
                </a:lnTo>
                <a:lnTo>
                  <a:pt x="4052011" y="420370"/>
                </a:lnTo>
                <a:lnTo>
                  <a:pt x="4051592" y="420370"/>
                </a:lnTo>
                <a:lnTo>
                  <a:pt x="4054665" y="419100"/>
                </a:lnTo>
                <a:lnTo>
                  <a:pt x="4054259" y="419100"/>
                </a:lnTo>
                <a:lnTo>
                  <a:pt x="4057243" y="417829"/>
                </a:lnTo>
                <a:lnTo>
                  <a:pt x="4056849" y="417829"/>
                </a:lnTo>
                <a:lnTo>
                  <a:pt x="4059745" y="416560"/>
                </a:lnTo>
                <a:lnTo>
                  <a:pt x="4087063" y="416560"/>
                </a:lnTo>
                <a:lnTo>
                  <a:pt x="4082465" y="421639"/>
                </a:lnTo>
                <a:lnTo>
                  <a:pt x="4081830" y="422910"/>
                </a:lnTo>
                <a:lnTo>
                  <a:pt x="4076776" y="426720"/>
                </a:lnTo>
                <a:close/>
              </a:path>
              <a:path w="4105910" h="445770">
                <a:moveTo>
                  <a:pt x="68440" y="425450"/>
                </a:moveTo>
                <a:lnTo>
                  <a:pt x="65455" y="425450"/>
                </a:lnTo>
                <a:lnTo>
                  <a:pt x="64985" y="424179"/>
                </a:lnTo>
                <a:lnTo>
                  <a:pt x="68440" y="425450"/>
                </a:lnTo>
                <a:close/>
              </a:path>
              <a:path w="4105910" h="445770">
                <a:moveTo>
                  <a:pt x="4040251" y="425450"/>
                </a:moveTo>
                <a:lnTo>
                  <a:pt x="4037266" y="425450"/>
                </a:lnTo>
                <a:lnTo>
                  <a:pt x="4040720" y="424179"/>
                </a:lnTo>
                <a:lnTo>
                  <a:pt x="4040251" y="425450"/>
                </a:lnTo>
                <a:close/>
              </a:path>
              <a:path w="4105910" h="445770">
                <a:moveTo>
                  <a:pt x="4041559" y="444500"/>
                </a:moveTo>
                <a:lnTo>
                  <a:pt x="64147" y="444500"/>
                </a:lnTo>
                <a:lnTo>
                  <a:pt x="56413" y="441960"/>
                </a:lnTo>
                <a:lnTo>
                  <a:pt x="48996" y="439420"/>
                </a:lnTo>
                <a:lnTo>
                  <a:pt x="45427" y="438150"/>
                </a:lnTo>
                <a:lnTo>
                  <a:pt x="42354" y="435610"/>
                </a:lnTo>
                <a:lnTo>
                  <a:pt x="38569" y="434339"/>
                </a:lnTo>
                <a:lnTo>
                  <a:pt x="35687" y="431800"/>
                </a:lnTo>
                <a:lnTo>
                  <a:pt x="4070019" y="431800"/>
                </a:lnTo>
                <a:lnTo>
                  <a:pt x="4066743" y="434339"/>
                </a:lnTo>
                <a:lnTo>
                  <a:pt x="4063352" y="435610"/>
                </a:lnTo>
                <a:lnTo>
                  <a:pt x="4059859" y="438150"/>
                </a:lnTo>
                <a:lnTo>
                  <a:pt x="4056710" y="439420"/>
                </a:lnTo>
                <a:lnTo>
                  <a:pt x="4052595" y="440689"/>
                </a:lnTo>
                <a:lnTo>
                  <a:pt x="4048836" y="441960"/>
                </a:lnTo>
                <a:lnTo>
                  <a:pt x="4045458" y="443229"/>
                </a:lnTo>
                <a:lnTo>
                  <a:pt x="4041559" y="444500"/>
                </a:lnTo>
                <a:close/>
              </a:path>
              <a:path w="4105910" h="445770">
                <a:moveTo>
                  <a:pt x="4033062" y="445770"/>
                </a:moveTo>
                <a:lnTo>
                  <a:pt x="72161" y="445770"/>
                </a:lnTo>
                <a:lnTo>
                  <a:pt x="68122" y="444500"/>
                </a:lnTo>
                <a:lnTo>
                  <a:pt x="4037584" y="444500"/>
                </a:lnTo>
                <a:lnTo>
                  <a:pt x="4033062" y="445770"/>
                </a:lnTo>
                <a:close/>
              </a:path>
            </a:pathLst>
          </a:custGeom>
          <a:solidFill>
            <a:srgbClr val="BEBEBE"/>
          </a:solidFill>
        </p:spPr>
        <p:txBody>
          <a:bodyPr wrap="square" lIns="0" tIns="0" rIns="0" bIns="0" rtlCol="0"/>
          <a:lstStyle/>
          <a:p>
            <a:endParaRPr/>
          </a:p>
        </p:txBody>
      </p:sp>
      <p:sp>
        <p:nvSpPr>
          <p:cNvPr id="31" name="object 31"/>
          <p:cNvSpPr txBox="1"/>
          <p:nvPr/>
        </p:nvSpPr>
        <p:spPr>
          <a:xfrm>
            <a:off x="2602776" y="4031526"/>
            <a:ext cx="162941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深度整合的思维</a:t>
            </a:r>
            <a:endParaRPr sz="1800">
              <a:latin typeface="Microsoft JhengHei"/>
              <a:cs typeface="Microsoft JhengHei"/>
            </a:endParaRPr>
          </a:p>
        </p:txBody>
      </p:sp>
      <p:sp>
        <p:nvSpPr>
          <p:cNvPr id="32" name="object 32"/>
          <p:cNvSpPr txBox="1"/>
          <p:nvPr/>
        </p:nvSpPr>
        <p:spPr>
          <a:xfrm>
            <a:off x="4856340" y="6471145"/>
            <a:ext cx="230378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333333"/>
                </a:solidFill>
                <a:latin typeface="Microsoft JhengHei"/>
                <a:cs typeface="Microsoft JhengHei"/>
              </a:rPr>
              <a:t>从</a:t>
            </a:r>
            <a:r>
              <a:rPr sz="1200" b="1" dirty="0">
                <a:solidFill>
                  <a:srgbClr val="333333"/>
                </a:solidFill>
                <a:latin typeface="Arial"/>
                <a:cs typeface="Arial"/>
              </a:rPr>
              <a:t>"</a:t>
            </a:r>
            <a:r>
              <a:rPr sz="1200" b="1" dirty="0">
                <a:solidFill>
                  <a:srgbClr val="333333"/>
                </a:solidFill>
                <a:latin typeface="Microsoft JhengHei"/>
                <a:cs typeface="Microsoft JhengHei"/>
              </a:rPr>
              <a:t>使用者</a:t>
            </a:r>
            <a:r>
              <a:rPr sz="1200" b="1" dirty="0">
                <a:solidFill>
                  <a:srgbClr val="333333"/>
                </a:solidFill>
                <a:latin typeface="Arial"/>
                <a:cs typeface="Arial"/>
              </a:rPr>
              <a:t>"</a:t>
            </a:r>
            <a:r>
              <a:rPr sz="1200" b="1" dirty="0">
                <a:solidFill>
                  <a:srgbClr val="333333"/>
                </a:solidFill>
                <a:latin typeface="Microsoft JhengHei"/>
                <a:cs typeface="Microsoft JhengHei"/>
              </a:rPr>
              <a:t>到</a:t>
            </a:r>
            <a:r>
              <a:rPr sz="1200" b="1" dirty="0">
                <a:solidFill>
                  <a:srgbClr val="333333"/>
                </a:solidFill>
                <a:latin typeface="Arial"/>
                <a:cs typeface="Arial"/>
              </a:rPr>
              <a:t>"</a:t>
            </a:r>
            <a:r>
              <a:rPr sz="1200" b="1" dirty="0">
                <a:solidFill>
                  <a:srgbClr val="333333"/>
                </a:solidFill>
                <a:latin typeface="Microsoft JhengHei"/>
                <a:cs typeface="Microsoft JhengHei"/>
              </a:rPr>
              <a:t>创新者</a:t>
            </a:r>
            <a:r>
              <a:rPr sz="1200" b="1" dirty="0">
                <a:solidFill>
                  <a:srgbClr val="333333"/>
                </a:solidFill>
                <a:latin typeface="Arial"/>
                <a:cs typeface="Arial"/>
              </a:rPr>
              <a:t>"</a:t>
            </a:r>
            <a:r>
              <a:rPr sz="1200" b="1" spc="-10" dirty="0">
                <a:solidFill>
                  <a:srgbClr val="333333"/>
                </a:solidFill>
                <a:latin typeface="Microsoft JhengHei"/>
                <a:cs typeface="Microsoft JhengHei"/>
              </a:rPr>
              <a:t>的进阶之路</a:t>
            </a:r>
            <a:endParaRPr sz="1200">
              <a:latin typeface="Microsoft JhengHei"/>
              <a:cs typeface="Microsoft JhengHei"/>
            </a:endParaRPr>
          </a:p>
        </p:txBody>
      </p:sp>
      <p:grpSp>
        <p:nvGrpSpPr>
          <p:cNvPr id="33" name="object 33"/>
          <p:cNvGrpSpPr/>
          <p:nvPr/>
        </p:nvGrpSpPr>
        <p:grpSpPr>
          <a:xfrm>
            <a:off x="6972300" y="4418965"/>
            <a:ext cx="4119879" cy="1964055"/>
            <a:chOff x="6972300" y="4418965"/>
            <a:chExt cx="4119879" cy="1964055"/>
          </a:xfrm>
        </p:grpSpPr>
        <p:sp>
          <p:nvSpPr>
            <p:cNvPr id="34" name="object 34"/>
            <p:cNvSpPr/>
            <p:nvPr/>
          </p:nvSpPr>
          <p:spPr>
            <a:xfrm>
              <a:off x="6972300" y="5615940"/>
              <a:ext cx="4119879" cy="767080"/>
            </a:xfrm>
            <a:custGeom>
              <a:avLst/>
              <a:gdLst/>
              <a:ahLst/>
              <a:cxnLst/>
              <a:rect l="l" t="t" r="r" b="b"/>
              <a:pathLst>
                <a:path w="4119879" h="767079">
                  <a:moveTo>
                    <a:pt x="3979164" y="766572"/>
                  </a:moveTo>
                  <a:lnTo>
                    <a:pt x="0" y="766572"/>
                  </a:lnTo>
                  <a:lnTo>
                    <a:pt x="0" y="138684"/>
                  </a:lnTo>
                  <a:lnTo>
                    <a:pt x="7134" y="94753"/>
                  </a:lnTo>
                  <a:lnTo>
                    <a:pt x="27012" y="56557"/>
                  </a:lnTo>
                  <a:lnTo>
                    <a:pt x="57343" y="26457"/>
                  </a:lnTo>
                  <a:lnTo>
                    <a:pt x="95838" y="6817"/>
                  </a:lnTo>
                  <a:lnTo>
                    <a:pt x="140207" y="0"/>
                  </a:lnTo>
                  <a:lnTo>
                    <a:pt x="4119372" y="0"/>
                  </a:lnTo>
                  <a:lnTo>
                    <a:pt x="4119372" y="626363"/>
                  </a:lnTo>
                  <a:lnTo>
                    <a:pt x="4111871" y="670367"/>
                  </a:lnTo>
                  <a:lnTo>
                    <a:pt x="4091810" y="708679"/>
                  </a:lnTo>
                  <a:lnTo>
                    <a:pt x="4061479" y="739010"/>
                  </a:lnTo>
                  <a:lnTo>
                    <a:pt x="4023167" y="759071"/>
                  </a:lnTo>
                  <a:lnTo>
                    <a:pt x="3979164" y="766572"/>
                  </a:lnTo>
                  <a:close/>
                </a:path>
              </a:pathLst>
            </a:custGeom>
            <a:solidFill>
              <a:srgbClr val="DFEAF9"/>
            </a:solidFill>
          </p:spPr>
          <p:txBody>
            <a:bodyPr wrap="square" lIns="0" tIns="0" rIns="0" bIns="0" rtlCol="0"/>
            <a:lstStyle/>
            <a:p>
              <a:endParaRPr/>
            </a:p>
          </p:txBody>
        </p:sp>
        <p:pic>
          <p:nvPicPr>
            <p:cNvPr id="35" name="object 35"/>
            <p:cNvPicPr/>
            <p:nvPr/>
          </p:nvPicPr>
          <p:blipFill>
            <a:blip r:embed="rId5" cstate="print"/>
            <a:stretch>
              <a:fillRect/>
            </a:stretch>
          </p:blipFill>
          <p:spPr>
            <a:xfrm>
              <a:off x="6981825" y="4418965"/>
              <a:ext cx="4100195" cy="1192530"/>
            </a:xfrm>
            <a:prstGeom prst="rect">
              <a:avLst/>
            </a:prstGeom>
          </p:spPr>
        </p:pic>
      </p:grpSp>
      <p:sp>
        <p:nvSpPr>
          <p:cNvPr id="36" name="object 36"/>
          <p:cNvSpPr txBox="1"/>
          <p:nvPr/>
        </p:nvSpPr>
        <p:spPr>
          <a:xfrm>
            <a:off x="7174865" y="4533772"/>
            <a:ext cx="1936114" cy="901700"/>
          </a:xfrm>
          <a:prstGeom prst="rect">
            <a:avLst/>
          </a:prstGeom>
        </p:spPr>
        <p:txBody>
          <a:bodyPr vert="horz" wrap="square" lIns="0" tIns="60960" rIns="0" bIns="0" rtlCol="0">
            <a:spAutoFit/>
          </a:bodyPr>
          <a:lstStyle/>
          <a:p>
            <a:pPr marL="298450" indent="-285750">
              <a:lnSpc>
                <a:spcPct val="100000"/>
              </a:lnSpc>
              <a:spcBef>
                <a:spcPts val="480"/>
              </a:spcBef>
              <a:buFont typeface="Arial"/>
              <a:buChar char="•"/>
              <a:tabLst>
                <a:tab pos="297815" algn="l"/>
                <a:tab pos="298450" algn="l"/>
              </a:tabLst>
            </a:pPr>
            <a:r>
              <a:rPr sz="1600" spc="-25" dirty="0">
                <a:latin typeface="宋体"/>
                <a:cs typeface="宋体"/>
              </a:rPr>
              <a:t>发展个人方法论</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创造专属工具组合</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形成难复制优势</a:t>
            </a:r>
            <a:endParaRPr sz="1600">
              <a:latin typeface="宋体"/>
              <a:cs typeface="宋体"/>
            </a:endParaRPr>
          </a:p>
        </p:txBody>
      </p:sp>
      <p:sp>
        <p:nvSpPr>
          <p:cNvPr id="37" name="object 37"/>
          <p:cNvSpPr txBox="1"/>
          <p:nvPr/>
        </p:nvSpPr>
        <p:spPr>
          <a:xfrm>
            <a:off x="7700009" y="5642483"/>
            <a:ext cx="2664460" cy="609600"/>
          </a:xfrm>
          <a:prstGeom prst="rect">
            <a:avLst/>
          </a:prstGeom>
        </p:spPr>
        <p:txBody>
          <a:bodyPr vert="horz" wrap="square" lIns="0" tIns="12700" rIns="0" bIns="0" rtlCol="0">
            <a:spAutoFit/>
          </a:bodyPr>
          <a:lstStyle/>
          <a:p>
            <a:pPr marL="114935" marR="5080" indent="-102235">
              <a:lnSpc>
                <a:spcPct val="119800"/>
              </a:lnSpc>
              <a:spcBef>
                <a:spcPts val="100"/>
              </a:spcBef>
            </a:pPr>
            <a:r>
              <a:rPr sz="1600" b="1" spc="-10" dirty="0">
                <a:latin typeface="Arial"/>
                <a:cs typeface="Arial"/>
              </a:rPr>
              <a:t>"</a:t>
            </a:r>
            <a:r>
              <a:rPr sz="1600" b="1" spc="-10" dirty="0">
                <a:latin typeface="Microsoft JhengHei"/>
                <a:cs typeface="Microsoft JhengHei"/>
              </a:rPr>
              <a:t>与众不同才是真正的竞争力</a:t>
            </a:r>
            <a:r>
              <a:rPr sz="1600" b="1" spc="-50" dirty="0">
                <a:latin typeface="Arial"/>
                <a:cs typeface="Arial"/>
              </a:rPr>
              <a:t>" </a:t>
            </a:r>
            <a:r>
              <a:rPr sz="1600" b="1" spc="-10" dirty="0">
                <a:latin typeface="Arial"/>
                <a:cs typeface="Arial"/>
              </a:rPr>
              <a:t>"</a:t>
            </a:r>
            <a:r>
              <a:rPr sz="1600" b="1" spc="-10" dirty="0">
                <a:latin typeface="Microsoft JhengHei"/>
                <a:cs typeface="Microsoft JhengHei"/>
              </a:rPr>
              <a:t>打造个人特色是制胜关键</a:t>
            </a:r>
            <a:r>
              <a:rPr sz="1600" b="1" spc="-50" dirty="0">
                <a:latin typeface="Arial"/>
                <a:cs typeface="Arial"/>
              </a:rPr>
              <a:t>"</a:t>
            </a:r>
            <a:endParaRPr sz="1600">
              <a:latin typeface="Arial"/>
              <a:cs typeface="Arial"/>
            </a:endParaRPr>
          </a:p>
        </p:txBody>
      </p:sp>
      <p:sp>
        <p:nvSpPr>
          <p:cNvPr id="38" name="object 38"/>
          <p:cNvSpPr/>
          <p:nvPr/>
        </p:nvSpPr>
        <p:spPr>
          <a:xfrm>
            <a:off x="6979373" y="3945254"/>
            <a:ext cx="4105910" cy="445770"/>
          </a:xfrm>
          <a:custGeom>
            <a:avLst/>
            <a:gdLst/>
            <a:ahLst/>
            <a:cxnLst/>
            <a:rect l="l" t="t" r="r" b="b"/>
            <a:pathLst>
              <a:path w="4105909" h="445770">
                <a:moveTo>
                  <a:pt x="4045470" y="2539"/>
                </a:moveTo>
                <a:lnTo>
                  <a:pt x="60261" y="2539"/>
                </a:lnTo>
                <a:lnTo>
                  <a:pt x="68135" y="0"/>
                </a:lnTo>
                <a:lnTo>
                  <a:pt x="4037596" y="0"/>
                </a:lnTo>
                <a:lnTo>
                  <a:pt x="4045470" y="2539"/>
                </a:lnTo>
                <a:close/>
              </a:path>
              <a:path w="4105909" h="445770">
                <a:moveTo>
                  <a:pt x="4076077" y="17779"/>
                </a:moveTo>
                <a:lnTo>
                  <a:pt x="29654" y="17779"/>
                </a:lnTo>
                <a:lnTo>
                  <a:pt x="35128" y="13970"/>
                </a:lnTo>
                <a:lnTo>
                  <a:pt x="35699" y="12700"/>
                </a:lnTo>
                <a:lnTo>
                  <a:pt x="38976" y="11429"/>
                </a:lnTo>
                <a:lnTo>
                  <a:pt x="42367" y="8889"/>
                </a:lnTo>
                <a:lnTo>
                  <a:pt x="45440" y="7620"/>
                </a:lnTo>
                <a:lnTo>
                  <a:pt x="49009" y="6350"/>
                </a:lnTo>
                <a:lnTo>
                  <a:pt x="53124" y="3810"/>
                </a:lnTo>
                <a:lnTo>
                  <a:pt x="56883" y="2539"/>
                </a:lnTo>
                <a:lnTo>
                  <a:pt x="4049306" y="2539"/>
                </a:lnTo>
                <a:lnTo>
                  <a:pt x="4053052" y="3810"/>
                </a:lnTo>
                <a:lnTo>
                  <a:pt x="4056722" y="6350"/>
                </a:lnTo>
                <a:lnTo>
                  <a:pt x="4060291" y="7620"/>
                </a:lnTo>
                <a:lnTo>
                  <a:pt x="4063364" y="8889"/>
                </a:lnTo>
                <a:lnTo>
                  <a:pt x="4067149" y="11429"/>
                </a:lnTo>
                <a:lnTo>
                  <a:pt x="4070032" y="12700"/>
                </a:lnTo>
                <a:lnTo>
                  <a:pt x="4070591" y="13970"/>
                </a:lnTo>
                <a:lnTo>
                  <a:pt x="4076077" y="17779"/>
                </a:lnTo>
                <a:close/>
              </a:path>
              <a:path w="4105909" h="445770">
                <a:moveTo>
                  <a:pt x="56426" y="22860"/>
                </a:moveTo>
                <a:lnTo>
                  <a:pt x="23888" y="22860"/>
                </a:lnTo>
                <a:lnTo>
                  <a:pt x="28943" y="17779"/>
                </a:lnTo>
                <a:lnTo>
                  <a:pt x="4076776" y="17779"/>
                </a:lnTo>
                <a:lnTo>
                  <a:pt x="4078043" y="19050"/>
                </a:lnTo>
                <a:lnTo>
                  <a:pt x="68452" y="19050"/>
                </a:lnTo>
                <a:lnTo>
                  <a:pt x="64998" y="20320"/>
                </a:lnTo>
                <a:lnTo>
                  <a:pt x="65468" y="20320"/>
                </a:lnTo>
                <a:lnTo>
                  <a:pt x="62077" y="21589"/>
                </a:lnTo>
                <a:lnTo>
                  <a:pt x="59664" y="21589"/>
                </a:lnTo>
                <a:lnTo>
                  <a:pt x="56426" y="22860"/>
                </a:lnTo>
                <a:close/>
              </a:path>
              <a:path w="4105909" h="445770">
                <a:moveTo>
                  <a:pt x="67983" y="20320"/>
                </a:moveTo>
                <a:lnTo>
                  <a:pt x="68452" y="19050"/>
                </a:lnTo>
                <a:lnTo>
                  <a:pt x="71488" y="19050"/>
                </a:lnTo>
                <a:lnTo>
                  <a:pt x="67983" y="20320"/>
                </a:lnTo>
                <a:close/>
              </a:path>
              <a:path w="4105909" h="445770">
                <a:moveTo>
                  <a:pt x="4037749" y="20320"/>
                </a:moveTo>
                <a:lnTo>
                  <a:pt x="4034243" y="19050"/>
                </a:lnTo>
                <a:lnTo>
                  <a:pt x="4037279" y="19050"/>
                </a:lnTo>
                <a:lnTo>
                  <a:pt x="4037749" y="20320"/>
                </a:lnTo>
                <a:close/>
              </a:path>
              <a:path w="4105909" h="445770">
                <a:moveTo>
                  <a:pt x="4081843" y="22860"/>
                </a:moveTo>
                <a:lnTo>
                  <a:pt x="4049306" y="22860"/>
                </a:lnTo>
                <a:lnTo>
                  <a:pt x="4046067" y="21589"/>
                </a:lnTo>
                <a:lnTo>
                  <a:pt x="4043641" y="21589"/>
                </a:lnTo>
                <a:lnTo>
                  <a:pt x="4040263" y="20320"/>
                </a:lnTo>
                <a:lnTo>
                  <a:pt x="4040733" y="20320"/>
                </a:lnTo>
                <a:lnTo>
                  <a:pt x="4037279" y="19050"/>
                </a:lnTo>
                <a:lnTo>
                  <a:pt x="4078043" y="19050"/>
                </a:lnTo>
                <a:lnTo>
                  <a:pt x="4081843" y="22860"/>
                </a:lnTo>
                <a:close/>
              </a:path>
              <a:path w="4105909" h="445770">
                <a:moveTo>
                  <a:pt x="59220" y="22860"/>
                </a:moveTo>
                <a:lnTo>
                  <a:pt x="59664" y="21589"/>
                </a:lnTo>
                <a:lnTo>
                  <a:pt x="62534" y="21589"/>
                </a:lnTo>
                <a:lnTo>
                  <a:pt x="59220" y="22860"/>
                </a:lnTo>
                <a:close/>
              </a:path>
              <a:path w="4105909" h="445770">
                <a:moveTo>
                  <a:pt x="4046512" y="22860"/>
                </a:moveTo>
                <a:lnTo>
                  <a:pt x="4043197" y="21589"/>
                </a:lnTo>
                <a:lnTo>
                  <a:pt x="4046067" y="21589"/>
                </a:lnTo>
                <a:lnTo>
                  <a:pt x="4046512" y="22860"/>
                </a:lnTo>
                <a:close/>
              </a:path>
              <a:path w="4105909" h="445770">
                <a:moveTo>
                  <a:pt x="46545" y="416560"/>
                </a:moveTo>
                <a:lnTo>
                  <a:pt x="18072" y="416560"/>
                </a:lnTo>
                <a:lnTo>
                  <a:pt x="13970" y="410210"/>
                </a:lnTo>
                <a:lnTo>
                  <a:pt x="13576" y="410210"/>
                </a:lnTo>
                <a:lnTo>
                  <a:pt x="11493" y="406400"/>
                </a:lnTo>
                <a:lnTo>
                  <a:pt x="9550" y="403860"/>
                </a:lnTo>
                <a:lnTo>
                  <a:pt x="7975" y="400050"/>
                </a:lnTo>
                <a:lnTo>
                  <a:pt x="0" y="76200"/>
                </a:lnTo>
                <a:lnTo>
                  <a:pt x="304" y="72389"/>
                </a:lnTo>
                <a:lnTo>
                  <a:pt x="9550" y="41910"/>
                </a:lnTo>
                <a:lnTo>
                  <a:pt x="11734" y="38100"/>
                </a:lnTo>
                <a:lnTo>
                  <a:pt x="13576" y="35560"/>
                </a:lnTo>
                <a:lnTo>
                  <a:pt x="13970" y="34289"/>
                </a:lnTo>
                <a:lnTo>
                  <a:pt x="18072" y="29210"/>
                </a:lnTo>
                <a:lnTo>
                  <a:pt x="18656" y="27939"/>
                </a:lnTo>
                <a:lnTo>
                  <a:pt x="23253" y="22860"/>
                </a:lnTo>
                <a:lnTo>
                  <a:pt x="56857" y="22860"/>
                </a:lnTo>
                <a:lnTo>
                  <a:pt x="53708" y="24129"/>
                </a:lnTo>
                <a:lnTo>
                  <a:pt x="54127" y="24129"/>
                </a:lnTo>
                <a:lnTo>
                  <a:pt x="51053" y="25400"/>
                </a:lnTo>
                <a:lnTo>
                  <a:pt x="51460" y="25400"/>
                </a:lnTo>
                <a:lnTo>
                  <a:pt x="49968" y="26670"/>
                </a:lnTo>
                <a:lnTo>
                  <a:pt x="48869" y="26670"/>
                </a:lnTo>
                <a:lnTo>
                  <a:pt x="45974" y="29210"/>
                </a:lnTo>
                <a:lnTo>
                  <a:pt x="46545" y="29210"/>
                </a:lnTo>
                <a:lnTo>
                  <a:pt x="42887" y="31750"/>
                </a:lnTo>
                <a:lnTo>
                  <a:pt x="41757" y="31750"/>
                </a:lnTo>
                <a:lnTo>
                  <a:pt x="37966" y="35560"/>
                </a:lnTo>
                <a:lnTo>
                  <a:pt x="37350" y="35560"/>
                </a:lnTo>
                <a:lnTo>
                  <a:pt x="32753" y="40639"/>
                </a:lnTo>
                <a:lnTo>
                  <a:pt x="33324" y="40639"/>
                </a:lnTo>
                <a:lnTo>
                  <a:pt x="29222" y="45720"/>
                </a:lnTo>
                <a:lnTo>
                  <a:pt x="29616" y="45720"/>
                </a:lnTo>
                <a:lnTo>
                  <a:pt x="27762" y="48260"/>
                </a:lnTo>
                <a:lnTo>
                  <a:pt x="28003" y="48260"/>
                </a:lnTo>
                <a:lnTo>
                  <a:pt x="26288" y="50800"/>
                </a:lnTo>
                <a:lnTo>
                  <a:pt x="26504" y="50800"/>
                </a:lnTo>
                <a:lnTo>
                  <a:pt x="24942" y="53339"/>
                </a:lnTo>
                <a:lnTo>
                  <a:pt x="25133" y="53339"/>
                </a:lnTo>
                <a:lnTo>
                  <a:pt x="23710" y="55879"/>
                </a:lnTo>
                <a:lnTo>
                  <a:pt x="23888" y="55879"/>
                </a:lnTo>
                <a:lnTo>
                  <a:pt x="23042" y="58420"/>
                </a:lnTo>
                <a:lnTo>
                  <a:pt x="22783" y="58420"/>
                </a:lnTo>
                <a:lnTo>
                  <a:pt x="22038" y="60960"/>
                </a:lnTo>
                <a:lnTo>
                  <a:pt x="21805" y="60960"/>
                </a:lnTo>
                <a:lnTo>
                  <a:pt x="20840" y="64770"/>
                </a:lnTo>
                <a:lnTo>
                  <a:pt x="20167" y="67310"/>
                </a:lnTo>
                <a:lnTo>
                  <a:pt x="19841" y="69850"/>
                </a:lnTo>
                <a:lnTo>
                  <a:pt x="19710" y="69850"/>
                </a:lnTo>
                <a:lnTo>
                  <a:pt x="19253" y="73660"/>
                </a:lnTo>
                <a:lnTo>
                  <a:pt x="19117" y="76200"/>
                </a:lnTo>
                <a:lnTo>
                  <a:pt x="19024" y="368300"/>
                </a:lnTo>
                <a:lnTo>
                  <a:pt x="19303" y="372110"/>
                </a:lnTo>
                <a:lnTo>
                  <a:pt x="19710" y="374650"/>
                </a:lnTo>
                <a:lnTo>
                  <a:pt x="20256" y="377189"/>
                </a:lnTo>
                <a:lnTo>
                  <a:pt x="20954" y="381000"/>
                </a:lnTo>
                <a:lnTo>
                  <a:pt x="21162" y="381000"/>
                </a:lnTo>
                <a:lnTo>
                  <a:pt x="21805" y="383539"/>
                </a:lnTo>
                <a:lnTo>
                  <a:pt x="21666" y="383539"/>
                </a:lnTo>
                <a:lnTo>
                  <a:pt x="22783" y="386079"/>
                </a:lnTo>
                <a:lnTo>
                  <a:pt x="22618" y="386079"/>
                </a:lnTo>
                <a:lnTo>
                  <a:pt x="23888" y="389889"/>
                </a:lnTo>
                <a:lnTo>
                  <a:pt x="24185" y="389889"/>
                </a:lnTo>
                <a:lnTo>
                  <a:pt x="25133" y="392429"/>
                </a:lnTo>
                <a:lnTo>
                  <a:pt x="25463" y="392429"/>
                </a:lnTo>
                <a:lnTo>
                  <a:pt x="26504" y="394970"/>
                </a:lnTo>
                <a:lnTo>
                  <a:pt x="26860" y="394970"/>
                </a:lnTo>
                <a:lnTo>
                  <a:pt x="28003" y="397510"/>
                </a:lnTo>
                <a:lnTo>
                  <a:pt x="28380" y="397510"/>
                </a:lnTo>
                <a:lnTo>
                  <a:pt x="29616" y="400050"/>
                </a:lnTo>
                <a:lnTo>
                  <a:pt x="30043" y="400050"/>
                </a:lnTo>
                <a:lnTo>
                  <a:pt x="33324" y="405129"/>
                </a:lnTo>
                <a:lnTo>
                  <a:pt x="33902" y="405129"/>
                </a:lnTo>
                <a:lnTo>
                  <a:pt x="37350" y="408939"/>
                </a:lnTo>
                <a:lnTo>
                  <a:pt x="36702" y="408939"/>
                </a:lnTo>
                <a:lnTo>
                  <a:pt x="41757" y="412750"/>
                </a:lnTo>
                <a:lnTo>
                  <a:pt x="41059" y="412750"/>
                </a:lnTo>
                <a:lnTo>
                  <a:pt x="46545" y="416560"/>
                </a:lnTo>
                <a:close/>
              </a:path>
              <a:path w="4105909" h="445770">
                <a:moveTo>
                  <a:pt x="4057256" y="27939"/>
                </a:moveTo>
                <a:lnTo>
                  <a:pt x="4054271" y="25400"/>
                </a:lnTo>
                <a:lnTo>
                  <a:pt x="4054678" y="25400"/>
                </a:lnTo>
                <a:lnTo>
                  <a:pt x="4051604" y="24129"/>
                </a:lnTo>
                <a:lnTo>
                  <a:pt x="4052023" y="24129"/>
                </a:lnTo>
                <a:lnTo>
                  <a:pt x="4048874" y="22860"/>
                </a:lnTo>
                <a:lnTo>
                  <a:pt x="4082478" y="22860"/>
                </a:lnTo>
                <a:lnTo>
                  <a:pt x="4085926" y="26670"/>
                </a:lnTo>
                <a:lnTo>
                  <a:pt x="4056862" y="26670"/>
                </a:lnTo>
                <a:lnTo>
                  <a:pt x="4057256" y="27939"/>
                </a:lnTo>
                <a:close/>
              </a:path>
              <a:path w="4105909" h="445770">
                <a:moveTo>
                  <a:pt x="48475" y="27939"/>
                </a:moveTo>
                <a:lnTo>
                  <a:pt x="48869" y="26670"/>
                </a:lnTo>
                <a:lnTo>
                  <a:pt x="49968" y="26670"/>
                </a:lnTo>
                <a:lnTo>
                  <a:pt x="48475" y="27939"/>
                </a:lnTo>
                <a:close/>
              </a:path>
              <a:path w="4105909" h="445770">
                <a:moveTo>
                  <a:pt x="4064673" y="33020"/>
                </a:moveTo>
                <a:lnTo>
                  <a:pt x="4059186" y="29210"/>
                </a:lnTo>
                <a:lnTo>
                  <a:pt x="4059758" y="29210"/>
                </a:lnTo>
                <a:lnTo>
                  <a:pt x="4056862" y="26670"/>
                </a:lnTo>
                <a:lnTo>
                  <a:pt x="4085926" y="26670"/>
                </a:lnTo>
                <a:lnTo>
                  <a:pt x="4087075" y="27939"/>
                </a:lnTo>
                <a:lnTo>
                  <a:pt x="4087660" y="29210"/>
                </a:lnTo>
                <a:lnTo>
                  <a:pt x="4089711" y="31750"/>
                </a:lnTo>
                <a:lnTo>
                  <a:pt x="4063974" y="31750"/>
                </a:lnTo>
                <a:lnTo>
                  <a:pt x="4064673" y="33020"/>
                </a:lnTo>
                <a:close/>
              </a:path>
              <a:path w="4105909" h="445770">
                <a:moveTo>
                  <a:pt x="41059" y="33020"/>
                </a:moveTo>
                <a:lnTo>
                  <a:pt x="41757" y="31750"/>
                </a:lnTo>
                <a:lnTo>
                  <a:pt x="42887" y="31750"/>
                </a:lnTo>
                <a:lnTo>
                  <a:pt x="41059" y="33020"/>
                </a:lnTo>
                <a:close/>
              </a:path>
              <a:path w="4105909" h="445770">
                <a:moveTo>
                  <a:pt x="4069029" y="36829"/>
                </a:moveTo>
                <a:lnTo>
                  <a:pt x="4063974" y="31750"/>
                </a:lnTo>
                <a:lnTo>
                  <a:pt x="4089711" y="31750"/>
                </a:lnTo>
                <a:lnTo>
                  <a:pt x="4091762" y="34289"/>
                </a:lnTo>
                <a:lnTo>
                  <a:pt x="4092155" y="35560"/>
                </a:lnTo>
                <a:lnTo>
                  <a:pt x="4068381" y="35560"/>
                </a:lnTo>
                <a:lnTo>
                  <a:pt x="4069029" y="36829"/>
                </a:lnTo>
                <a:close/>
              </a:path>
              <a:path w="4105909" h="445770">
                <a:moveTo>
                  <a:pt x="36702" y="36829"/>
                </a:moveTo>
                <a:lnTo>
                  <a:pt x="37350" y="35560"/>
                </a:lnTo>
                <a:lnTo>
                  <a:pt x="37966" y="35560"/>
                </a:lnTo>
                <a:lnTo>
                  <a:pt x="36702" y="36829"/>
                </a:lnTo>
                <a:close/>
              </a:path>
              <a:path w="4105909" h="445770">
                <a:moveTo>
                  <a:pt x="4083113" y="59689"/>
                </a:moveTo>
                <a:lnTo>
                  <a:pt x="4081843" y="55879"/>
                </a:lnTo>
                <a:lnTo>
                  <a:pt x="4082021" y="55879"/>
                </a:lnTo>
                <a:lnTo>
                  <a:pt x="4080598" y="53339"/>
                </a:lnTo>
                <a:lnTo>
                  <a:pt x="4080789" y="53339"/>
                </a:lnTo>
                <a:lnTo>
                  <a:pt x="4079214" y="50800"/>
                </a:lnTo>
                <a:lnTo>
                  <a:pt x="4079443" y="50800"/>
                </a:lnTo>
                <a:lnTo>
                  <a:pt x="4077728" y="48260"/>
                </a:lnTo>
                <a:lnTo>
                  <a:pt x="4077970" y="48260"/>
                </a:lnTo>
                <a:lnTo>
                  <a:pt x="4076115" y="45720"/>
                </a:lnTo>
                <a:lnTo>
                  <a:pt x="4076509" y="45720"/>
                </a:lnTo>
                <a:lnTo>
                  <a:pt x="4072407" y="40639"/>
                </a:lnTo>
                <a:lnTo>
                  <a:pt x="4072978" y="40639"/>
                </a:lnTo>
                <a:lnTo>
                  <a:pt x="4068381" y="35560"/>
                </a:lnTo>
                <a:lnTo>
                  <a:pt x="4092155" y="35560"/>
                </a:lnTo>
                <a:lnTo>
                  <a:pt x="4094238" y="38100"/>
                </a:lnTo>
                <a:lnTo>
                  <a:pt x="4096181" y="41910"/>
                </a:lnTo>
                <a:lnTo>
                  <a:pt x="4097947" y="45720"/>
                </a:lnTo>
                <a:lnTo>
                  <a:pt x="4099382" y="48260"/>
                </a:lnTo>
                <a:lnTo>
                  <a:pt x="4100995" y="52070"/>
                </a:lnTo>
                <a:lnTo>
                  <a:pt x="4102252" y="55879"/>
                </a:lnTo>
                <a:lnTo>
                  <a:pt x="4102895" y="58420"/>
                </a:lnTo>
                <a:lnTo>
                  <a:pt x="4082948" y="58420"/>
                </a:lnTo>
                <a:lnTo>
                  <a:pt x="4083113" y="59689"/>
                </a:lnTo>
                <a:close/>
              </a:path>
              <a:path w="4105909" h="445770">
                <a:moveTo>
                  <a:pt x="22618" y="59689"/>
                </a:moveTo>
                <a:lnTo>
                  <a:pt x="22783" y="58420"/>
                </a:lnTo>
                <a:lnTo>
                  <a:pt x="23042" y="58420"/>
                </a:lnTo>
                <a:lnTo>
                  <a:pt x="22618" y="59689"/>
                </a:lnTo>
                <a:close/>
              </a:path>
              <a:path w="4105909" h="445770">
                <a:moveTo>
                  <a:pt x="4084065" y="62229"/>
                </a:moveTo>
                <a:lnTo>
                  <a:pt x="4082948" y="58420"/>
                </a:lnTo>
                <a:lnTo>
                  <a:pt x="4102895" y="58420"/>
                </a:lnTo>
                <a:lnTo>
                  <a:pt x="4103522" y="60960"/>
                </a:lnTo>
                <a:lnTo>
                  <a:pt x="4083926" y="60960"/>
                </a:lnTo>
                <a:lnTo>
                  <a:pt x="4084065" y="62229"/>
                </a:lnTo>
                <a:close/>
              </a:path>
              <a:path w="4105909" h="445770">
                <a:moveTo>
                  <a:pt x="21666" y="62229"/>
                </a:moveTo>
                <a:lnTo>
                  <a:pt x="21805" y="60960"/>
                </a:lnTo>
                <a:lnTo>
                  <a:pt x="22038" y="60960"/>
                </a:lnTo>
                <a:lnTo>
                  <a:pt x="21666" y="62229"/>
                </a:lnTo>
                <a:close/>
              </a:path>
              <a:path w="4105909" h="445770">
                <a:moveTo>
                  <a:pt x="4086098" y="71120"/>
                </a:moveTo>
                <a:lnTo>
                  <a:pt x="4085475" y="67310"/>
                </a:lnTo>
                <a:lnTo>
                  <a:pt x="4084777" y="64770"/>
                </a:lnTo>
                <a:lnTo>
                  <a:pt x="4083926" y="60960"/>
                </a:lnTo>
                <a:lnTo>
                  <a:pt x="4103522" y="60960"/>
                </a:lnTo>
                <a:lnTo>
                  <a:pt x="4104131" y="63500"/>
                </a:lnTo>
                <a:lnTo>
                  <a:pt x="4104855" y="67310"/>
                </a:lnTo>
                <a:lnTo>
                  <a:pt x="4105141" y="69850"/>
                </a:lnTo>
                <a:lnTo>
                  <a:pt x="4086021" y="69850"/>
                </a:lnTo>
                <a:lnTo>
                  <a:pt x="4086098" y="71120"/>
                </a:lnTo>
                <a:close/>
              </a:path>
              <a:path w="4105909" h="445770">
                <a:moveTo>
                  <a:pt x="19634" y="71120"/>
                </a:moveTo>
                <a:lnTo>
                  <a:pt x="19710" y="69850"/>
                </a:lnTo>
                <a:lnTo>
                  <a:pt x="19841" y="69850"/>
                </a:lnTo>
                <a:lnTo>
                  <a:pt x="19634" y="71120"/>
                </a:lnTo>
                <a:close/>
              </a:path>
              <a:path w="4105909" h="445770">
                <a:moveTo>
                  <a:pt x="4105486" y="372110"/>
                </a:moveTo>
                <a:lnTo>
                  <a:pt x="4086428" y="372110"/>
                </a:lnTo>
                <a:lnTo>
                  <a:pt x="4086707" y="368300"/>
                </a:lnTo>
                <a:lnTo>
                  <a:pt x="4086682" y="76200"/>
                </a:lnTo>
                <a:lnTo>
                  <a:pt x="4086428" y="73660"/>
                </a:lnTo>
                <a:lnTo>
                  <a:pt x="4086021" y="69850"/>
                </a:lnTo>
                <a:lnTo>
                  <a:pt x="4105141" y="69850"/>
                </a:lnTo>
                <a:lnTo>
                  <a:pt x="4105427" y="72389"/>
                </a:lnTo>
                <a:lnTo>
                  <a:pt x="4105706" y="76200"/>
                </a:lnTo>
                <a:lnTo>
                  <a:pt x="4105596" y="370839"/>
                </a:lnTo>
                <a:lnTo>
                  <a:pt x="4105486" y="372110"/>
                </a:lnTo>
                <a:close/>
              </a:path>
              <a:path w="4105909" h="445770">
                <a:moveTo>
                  <a:pt x="19024" y="77470"/>
                </a:moveTo>
                <a:lnTo>
                  <a:pt x="19050" y="76200"/>
                </a:lnTo>
                <a:lnTo>
                  <a:pt x="19024" y="77470"/>
                </a:lnTo>
                <a:close/>
              </a:path>
              <a:path w="4105909" h="445770">
                <a:moveTo>
                  <a:pt x="4086707" y="77470"/>
                </a:moveTo>
                <a:lnTo>
                  <a:pt x="4086614" y="76200"/>
                </a:lnTo>
                <a:lnTo>
                  <a:pt x="4086707" y="77470"/>
                </a:lnTo>
                <a:close/>
              </a:path>
              <a:path w="4105909" h="445770">
                <a:moveTo>
                  <a:pt x="19405" y="372110"/>
                </a:moveTo>
                <a:lnTo>
                  <a:pt x="19253" y="370839"/>
                </a:lnTo>
                <a:lnTo>
                  <a:pt x="19405" y="372110"/>
                </a:lnTo>
                <a:close/>
              </a:path>
              <a:path w="4105909" h="445770">
                <a:moveTo>
                  <a:pt x="4104131" y="381000"/>
                </a:moveTo>
                <a:lnTo>
                  <a:pt x="4084777" y="381000"/>
                </a:lnTo>
                <a:lnTo>
                  <a:pt x="4085564" y="377189"/>
                </a:lnTo>
                <a:lnTo>
                  <a:pt x="4086098" y="374650"/>
                </a:lnTo>
                <a:lnTo>
                  <a:pt x="4086479" y="370839"/>
                </a:lnTo>
                <a:lnTo>
                  <a:pt x="4086428" y="372110"/>
                </a:lnTo>
                <a:lnTo>
                  <a:pt x="4105486" y="372110"/>
                </a:lnTo>
                <a:lnTo>
                  <a:pt x="4105376" y="373379"/>
                </a:lnTo>
                <a:lnTo>
                  <a:pt x="4104855" y="377189"/>
                </a:lnTo>
                <a:lnTo>
                  <a:pt x="4104131" y="381000"/>
                </a:lnTo>
                <a:close/>
              </a:path>
              <a:path w="4105909" h="445770">
                <a:moveTo>
                  <a:pt x="21162" y="381000"/>
                </a:moveTo>
                <a:lnTo>
                  <a:pt x="20954" y="381000"/>
                </a:lnTo>
                <a:lnTo>
                  <a:pt x="20840" y="379729"/>
                </a:lnTo>
                <a:lnTo>
                  <a:pt x="21162" y="381000"/>
                </a:lnTo>
                <a:close/>
              </a:path>
              <a:path w="4105909" h="445770">
                <a:moveTo>
                  <a:pt x="4102112" y="389889"/>
                </a:moveTo>
                <a:lnTo>
                  <a:pt x="4081843" y="389889"/>
                </a:lnTo>
                <a:lnTo>
                  <a:pt x="4083113" y="386079"/>
                </a:lnTo>
                <a:lnTo>
                  <a:pt x="4082948" y="386079"/>
                </a:lnTo>
                <a:lnTo>
                  <a:pt x="4084065" y="383539"/>
                </a:lnTo>
                <a:lnTo>
                  <a:pt x="4083926" y="383539"/>
                </a:lnTo>
                <a:lnTo>
                  <a:pt x="4084891" y="379729"/>
                </a:lnTo>
                <a:lnTo>
                  <a:pt x="4084777" y="381000"/>
                </a:lnTo>
                <a:lnTo>
                  <a:pt x="4104131" y="381000"/>
                </a:lnTo>
                <a:lnTo>
                  <a:pt x="4103217" y="384810"/>
                </a:lnTo>
                <a:lnTo>
                  <a:pt x="4102112" y="389889"/>
                </a:lnTo>
                <a:close/>
              </a:path>
              <a:path w="4105909" h="445770">
                <a:moveTo>
                  <a:pt x="24185" y="389889"/>
                </a:moveTo>
                <a:lnTo>
                  <a:pt x="23888" y="389889"/>
                </a:lnTo>
                <a:lnTo>
                  <a:pt x="23710" y="388620"/>
                </a:lnTo>
                <a:lnTo>
                  <a:pt x="24185" y="389889"/>
                </a:lnTo>
                <a:close/>
              </a:path>
              <a:path w="4105909" h="445770">
                <a:moveTo>
                  <a:pt x="4100829" y="392429"/>
                </a:moveTo>
                <a:lnTo>
                  <a:pt x="4080598" y="392429"/>
                </a:lnTo>
                <a:lnTo>
                  <a:pt x="4082021" y="388620"/>
                </a:lnTo>
                <a:lnTo>
                  <a:pt x="4081843" y="389889"/>
                </a:lnTo>
                <a:lnTo>
                  <a:pt x="4102112" y="389889"/>
                </a:lnTo>
                <a:lnTo>
                  <a:pt x="4100829" y="392429"/>
                </a:lnTo>
                <a:close/>
              </a:path>
              <a:path w="4105909" h="445770">
                <a:moveTo>
                  <a:pt x="25463" y="392429"/>
                </a:moveTo>
                <a:lnTo>
                  <a:pt x="25133" y="392429"/>
                </a:lnTo>
                <a:lnTo>
                  <a:pt x="24942" y="391160"/>
                </a:lnTo>
                <a:lnTo>
                  <a:pt x="25463" y="392429"/>
                </a:lnTo>
                <a:close/>
              </a:path>
              <a:path w="4105909" h="445770">
                <a:moveTo>
                  <a:pt x="4099864" y="394970"/>
                </a:moveTo>
                <a:lnTo>
                  <a:pt x="4079214" y="394970"/>
                </a:lnTo>
                <a:lnTo>
                  <a:pt x="4080789" y="391160"/>
                </a:lnTo>
                <a:lnTo>
                  <a:pt x="4080598" y="392429"/>
                </a:lnTo>
                <a:lnTo>
                  <a:pt x="4100829" y="392429"/>
                </a:lnTo>
                <a:lnTo>
                  <a:pt x="4099864" y="394970"/>
                </a:lnTo>
                <a:close/>
              </a:path>
              <a:path w="4105909" h="445770">
                <a:moveTo>
                  <a:pt x="26860" y="394970"/>
                </a:moveTo>
                <a:lnTo>
                  <a:pt x="26504" y="394970"/>
                </a:lnTo>
                <a:lnTo>
                  <a:pt x="26288" y="393700"/>
                </a:lnTo>
                <a:lnTo>
                  <a:pt x="26860" y="394970"/>
                </a:lnTo>
                <a:close/>
              </a:path>
              <a:path w="4105909" h="445770">
                <a:moveTo>
                  <a:pt x="4098836" y="397510"/>
                </a:moveTo>
                <a:lnTo>
                  <a:pt x="4077728" y="397510"/>
                </a:lnTo>
                <a:lnTo>
                  <a:pt x="4079443" y="393700"/>
                </a:lnTo>
                <a:lnTo>
                  <a:pt x="4079214" y="394970"/>
                </a:lnTo>
                <a:lnTo>
                  <a:pt x="4099864" y="394970"/>
                </a:lnTo>
                <a:lnTo>
                  <a:pt x="4099382" y="396239"/>
                </a:lnTo>
                <a:lnTo>
                  <a:pt x="4098836" y="397510"/>
                </a:lnTo>
                <a:close/>
              </a:path>
              <a:path w="4105909" h="445770">
                <a:moveTo>
                  <a:pt x="28380" y="397510"/>
                </a:moveTo>
                <a:lnTo>
                  <a:pt x="28003" y="397510"/>
                </a:lnTo>
                <a:lnTo>
                  <a:pt x="27762" y="396239"/>
                </a:lnTo>
                <a:lnTo>
                  <a:pt x="28380" y="397510"/>
                </a:lnTo>
                <a:close/>
              </a:path>
              <a:path w="4105909" h="445770">
                <a:moveTo>
                  <a:pt x="4097743" y="400050"/>
                </a:moveTo>
                <a:lnTo>
                  <a:pt x="4076115" y="400050"/>
                </a:lnTo>
                <a:lnTo>
                  <a:pt x="4077970" y="396239"/>
                </a:lnTo>
                <a:lnTo>
                  <a:pt x="4077728" y="397510"/>
                </a:lnTo>
                <a:lnTo>
                  <a:pt x="4098836" y="397510"/>
                </a:lnTo>
                <a:lnTo>
                  <a:pt x="4097743" y="400050"/>
                </a:lnTo>
                <a:close/>
              </a:path>
              <a:path w="4105909" h="445770">
                <a:moveTo>
                  <a:pt x="30043" y="400050"/>
                </a:moveTo>
                <a:lnTo>
                  <a:pt x="29616" y="400050"/>
                </a:lnTo>
                <a:lnTo>
                  <a:pt x="29222" y="398779"/>
                </a:lnTo>
                <a:lnTo>
                  <a:pt x="30043" y="400050"/>
                </a:lnTo>
                <a:close/>
              </a:path>
              <a:path w="4105909" h="445770">
                <a:moveTo>
                  <a:pt x="4095453" y="405129"/>
                </a:moveTo>
                <a:lnTo>
                  <a:pt x="4072407" y="405129"/>
                </a:lnTo>
                <a:lnTo>
                  <a:pt x="4076509" y="398779"/>
                </a:lnTo>
                <a:lnTo>
                  <a:pt x="4076115" y="400050"/>
                </a:lnTo>
                <a:lnTo>
                  <a:pt x="4097743" y="400050"/>
                </a:lnTo>
                <a:lnTo>
                  <a:pt x="4096181" y="403860"/>
                </a:lnTo>
                <a:lnTo>
                  <a:pt x="4095453" y="405129"/>
                </a:lnTo>
                <a:close/>
              </a:path>
              <a:path w="4105909" h="445770">
                <a:moveTo>
                  <a:pt x="33902" y="405129"/>
                </a:moveTo>
                <a:lnTo>
                  <a:pt x="33324" y="405129"/>
                </a:lnTo>
                <a:lnTo>
                  <a:pt x="32753" y="403860"/>
                </a:lnTo>
                <a:lnTo>
                  <a:pt x="33902" y="405129"/>
                </a:lnTo>
                <a:close/>
              </a:path>
              <a:path w="4105909" h="445770">
                <a:moveTo>
                  <a:pt x="4087660" y="416560"/>
                </a:moveTo>
                <a:lnTo>
                  <a:pt x="4059186" y="416560"/>
                </a:lnTo>
                <a:lnTo>
                  <a:pt x="4064673" y="412750"/>
                </a:lnTo>
                <a:lnTo>
                  <a:pt x="4063974" y="412750"/>
                </a:lnTo>
                <a:lnTo>
                  <a:pt x="4069029" y="408939"/>
                </a:lnTo>
                <a:lnTo>
                  <a:pt x="4068381" y="408939"/>
                </a:lnTo>
                <a:lnTo>
                  <a:pt x="4072978" y="403860"/>
                </a:lnTo>
                <a:lnTo>
                  <a:pt x="4072407" y="405129"/>
                </a:lnTo>
                <a:lnTo>
                  <a:pt x="4095453" y="405129"/>
                </a:lnTo>
                <a:lnTo>
                  <a:pt x="4093997" y="407670"/>
                </a:lnTo>
                <a:lnTo>
                  <a:pt x="4092155" y="410210"/>
                </a:lnTo>
                <a:lnTo>
                  <a:pt x="4091762" y="410210"/>
                </a:lnTo>
                <a:lnTo>
                  <a:pt x="4087660" y="416560"/>
                </a:lnTo>
                <a:close/>
              </a:path>
              <a:path w="4105909" h="445770">
                <a:moveTo>
                  <a:pt x="4070591" y="431800"/>
                </a:moveTo>
                <a:lnTo>
                  <a:pt x="35128" y="431800"/>
                </a:lnTo>
                <a:lnTo>
                  <a:pt x="29654" y="427989"/>
                </a:lnTo>
                <a:lnTo>
                  <a:pt x="28943" y="426720"/>
                </a:lnTo>
                <a:lnTo>
                  <a:pt x="23888" y="422910"/>
                </a:lnTo>
                <a:lnTo>
                  <a:pt x="23253" y="421639"/>
                </a:lnTo>
                <a:lnTo>
                  <a:pt x="18656" y="416560"/>
                </a:lnTo>
                <a:lnTo>
                  <a:pt x="45974" y="416560"/>
                </a:lnTo>
                <a:lnTo>
                  <a:pt x="48869" y="417829"/>
                </a:lnTo>
                <a:lnTo>
                  <a:pt x="48475" y="417829"/>
                </a:lnTo>
                <a:lnTo>
                  <a:pt x="51460" y="419100"/>
                </a:lnTo>
                <a:lnTo>
                  <a:pt x="51053" y="419100"/>
                </a:lnTo>
                <a:lnTo>
                  <a:pt x="54127" y="420370"/>
                </a:lnTo>
                <a:lnTo>
                  <a:pt x="53708" y="420370"/>
                </a:lnTo>
                <a:lnTo>
                  <a:pt x="56857" y="421639"/>
                </a:lnTo>
                <a:lnTo>
                  <a:pt x="56426" y="421639"/>
                </a:lnTo>
                <a:lnTo>
                  <a:pt x="59664" y="422910"/>
                </a:lnTo>
                <a:lnTo>
                  <a:pt x="59220" y="422910"/>
                </a:lnTo>
                <a:lnTo>
                  <a:pt x="62534" y="424179"/>
                </a:lnTo>
                <a:lnTo>
                  <a:pt x="62077" y="424179"/>
                </a:lnTo>
                <a:lnTo>
                  <a:pt x="65468" y="425450"/>
                </a:lnTo>
                <a:lnTo>
                  <a:pt x="71018" y="425450"/>
                </a:lnTo>
                <a:lnTo>
                  <a:pt x="74574" y="426720"/>
                </a:lnTo>
                <a:lnTo>
                  <a:pt x="4076776" y="426720"/>
                </a:lnTo>
                <a:lnTo>
                  <a:pt x="4076077" y="427989"/>
                </a:lnTo>
                <a:lnTo>
                  <a:pt x="4070591" y="431800"/>
                </a:lnTo>
                <a:close/>
              </a:path>
              <a:path w="4105909" h="445770">
                <a:moveTo>
                  <a:pt x="4076776" y="426720"/>
                </a:moveTo>
                <a:lnTo>
                  <a:pt x="4031145" y="426720"/>
                </a:lnTo>
                <a:lnTo>
                  <a:pt x="4034713" y="425450"/>
                </a:lnTo>
                <a:lnTo>
                  <a:pt x="4040263" y="425450"/>
                </a:lnTo>
                <a:lnTo>
                  <a:pt x="4043641" y="424179"/>
                </a:lnTo>
                <a:lnTo>
                  <a:pt x="4043197" y="424179"/>
                </a:lnTo>
                <a:lnTo>
                  <a:pt x="4046512" y="422910"/>
                </a:lnTo>
                <a:lnTo>
                  <a:pt x="4046067" y="422910"/>
                </a:lnTo>
                <a:lnTo>
                  <a:pt x="4049306" y="421639"/>
                </a:lnTo>
                <a:lnTo>
                  <a:pt x="4048874" y="421639"/>
                </a:lnTo>
                <a:lnTo>
                  <a:pt x="4052023" y="420370"/>
                </a:lnTo>
                <a:lnTo>
                  <a:pt x="4051604" y="420370"/>
                </a:lnTo>
                <a:lnTo>
                  <a:pt x="4054678" y="419100"/>
                </a:lnTo>
                <a:lnTo>
                  <a:pt x="4054271" y="419100"/>
                </a:lnTo>
                <a:lnTo>
                  <a:pt x="4057256" y="417829"/>
                </a:lnTo>
                <a:lnTo>
                  <a:pt x="4056862" y="417829"/>
                </a:lnTo>
                <a:lnTo>
                  <a:pt x="4059758" y="416560"/>
                </a:lnTo>
                <a:lnTo>
                  <a:pt x="4087075" y="416560"/>
                </a:lnTo>
                <a:lnTo>
                  <a:pt x="4082478" y="421639"/>
                </a:lnTo>
                <a:lnTo>
                  <a:pt x="4081843" y="422910"/>
                </a:lnTo>
                <a:lnTo>
                  <a:pt x="4076776" y="426720"/>
                </a:lnTo>
                <a:close/>
              </a:path>
              <a:path w="4105909" h="445770">
                <a:moveTo>
                  <a:pt x="68452" y="425450"/>
                </a:moveTo>
                <a:lnTo>
                  <a:pt x="65468" y="425450"/>
                </a:lnTo>
                <a:lnTo>
                  <a:pt x="64998" y="424179"/>
                </a:lnTo>
                <a:lnTo>
                  <a:pt x="68452" y="425450"/>
                </a:lnTo>
                <a:close/>
              </a:path>
              <a:path w="4105909" h="445770">
                <a:moveTo>
                  <a:pt x="4040263" y="425450"/>
                </a:moveTo>
                <a:lnTo>
                  <a:pt x="4037279" y="425450"/>
                </a:lnTo>
                <a:lnTo>
                  <a:pt x="4040733" y="424179"/>
                </a:lnTo>
                <a:lnTo>
                  <a:pt x="4040263" y="425450"/>
                </a:lnTo>
                <a:close/>
              </a:path>
              <a:path w="4105909" h="445770">
                <a:moveTo>
                  <a:pt x="4041571" y="444500"/>
                </a:moveTo>
                <a:lnTo>
                  <a:pt x="64160" y="444500"/>
                </a:lnTo>
                <a:lnTo>
                  <a:pt x="56426" y="441960"/>
                </a:lnTo>
                <a:lnTo>
                  <a:pt x="49009" y="439420"/>
                </a:lnTo>
                <a:lnTo>
                  <a:pt x="45440" y="438150"/>
                </a:lnTo>
                <a:lnTo>
                  <a:pt x="42367" y="435610"/>
                </a:lnTo>
                <a:lnTo>
                  <a:pt x="38582" y="434339"/>
                </a:lnTo>
                <a:lnTo>
                  <a:pt x="35699" y="431800"/>
                </a:lnTo>
                <a:lnTo>
                  <a:pt x="4070032" y="431800"/>
                </a:lnTo>
                <a:lnTo>
                  <a:pt x="4066755" y="434339"/>
                </a:lnTo>
                <a:lnTo>
                  <a:pt x="4063364" y="435610"/>
                </a:lnTo>
                <a:lnTo>
                  <a:pt x="4059872" y="438150"/>
                </a:lnTo>
                <a:lnTo>
                  <a:pt x="4056722" y="439420"/>
                </a:lnTo>
                <a:lnTo>
                  <a:pt x="4052608" y="440689"/>
                </a:lnTo>
                <a:lnTo>
                  <a:pt x="4048848" y="441960"/>
                </a:lnTo>
                <a:lnTo>
                  <a:pt x="4045470" y="443229"/>
                </a:lnTo>
                <a:lnTo>
                  <a:pt x="4041571" y="444500"/>
                </a:lnTo>
                <a:close/>
              </a:path>
              <a:path w="4105909" h="445770">
                <a:moveTo>
                  <a:pt x="4033075" y="445770"/>
                </a:moveTo>
                <a:lnTo>
                  <a:pt x="72174" y="445770"/>
                </a:lnTo>
                <a:lnTo>
                  <a:pt x="68135" y="444500"/>
                </a:lnTo>
                <a:lnTo>
                  <a:pt x="4037596" y="444500"/>
                </a:lnTo>
                <a:lnTo>
                  <a:pt x="4033075" y="445770"/>
                </a:lnTo>
                <a:close/>
              </a:path>
            </a:pathLst>
          </a:custGeom>
          <a:solidFill>
            <a:srgbClr val="BEBEBE"/>
          </a:solidFill>
        </p:spPr>
        <p:txBody>
          <a:bodyPr wrap="square" lIns="0" tIns="0" rIns="0" bIns="0" rtlCol="0"/>
          <a:lstStyle/>
          <a:p>
            <a:endParaRPr/>
          </a:p>
        </p:txBody>
      </p:sp>
      <p:sp>
        <p:nvSpPr>
          <p:cNvPr id="39" name="object 39"/>
          <p:cNvSpPr txBox="1"/>
          <p:nvPr/>
        </p:nvSpPr>
        <p:spPr>
          <a:xfrm>
            <a:off x="8216810" y="4020731"/>
            <a:ext cx="162941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个人特色的打造</a:t>
            </a:r>
            <a:endParaRPr sz="1800">
              <a:latin typeface="Microsoft JhengHei"/>
              <a:cs typeface="Microsoft JhengHe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9375140" cy="634365"/>
          </a:xfrm>
          <a:prstGeom prst="rect">
            <a:avLst/>
          </a:prstGeom>
        </p:spPr>
        <p:txBody>
          <a:bodyPr vert="horz" wrap="square" lIns="0" tIns="12065" rIns="0" bIns="0" rtlCol="0">
            <a:spAutoFit/>
          </a:bodyPr>
          <a:lstStyle/>
          <a:p>
            <a:pPr marL="12700">
              <a:lnSpc>
                <a:spcPct val="100000"/>
              </a:lnSpc>
              <a:spcBef>
                <a:spcPts val="95"/>
              </a:spcBef>
            </a:pPr>
            <a:r>
              <a:rPr sz="4000" spc="270" dirty="0"/>
              <a:t>人机共生质量影响因素分析：人</a:t>
            </a:r>
            <a:r>
              <a:rPr sz="4000" spc="275" dirty="0">
                <a:latin typeface="Arial"/>
                <a:cs typeface="Arial"/>
              </a:rPr>
              <a:t>vs</a:t>
            </a:r>
            <a:r>
              <a:rPr sz="4000" spc="110" dirty="0"/>
              <a:t>机器</a:t>
            </a:r>
            <a:endParaRPr sz="4000">
              <a:latin typeface="Arial"/>
              <a:cs typeface="Arial"/>
            </a:endParaRPr>
          </a:p>
        </p:txBody>
      </p:sp>
      <p:grpSp>
        <p:nvGrpSpPr>
          <p:cNvPr id="3" name="object 3"/>
          <p:cNvGrpSpPr/>
          <p:nvPr/>
        </p:nvGrpSpPr>
        <p:grpSpPr>
          <a:xfrm>
            <a:off x="638175" y="1525269"/>
            <a:ext cx="10923905" cy="1473200"/>
            <a:chOff x="638175" y="1525269"/>
            <a:chExt cx="10923905" cy="1473200"/>
          </a:xfrm>
        </p:grpSpPr>
        <p:sp>
          <p:nvSpPr>
            <p:cNvPr id="4" name="object 4"/>
            <p:cNvSpPr/>
            <p:nvPr/>
          </p:nvSpPr>
          <p:spPr>
            <a:xfrm>
              <a:off x="638175" y="1525269"/>
              <a:ext cx="10923905" cy="1473200"/>
            </a:xfrm>
            <a:custGeom>
              <a:avLst/>
              <a:gdLst/>
              <a:ahLst/>
              <a:cxnLst/>
              <a:rect l="l" t="t" r="r" b="b"/>
              <a:pathLst>
                <a:path w="10923905" h="1473200">
                  <a:moveTo>
                    <a:pt x="10920095" y="1473199"/>
                  </a:moveTo>
                  <a:lnTo>
                    <a:pt x="3809" y="1473199"/>
                  </a:lnTo>
                  <a:lnTo>
                    <a:pt x="2349" y="1472907"/>
                  </a:lnTo>
                  <a:lnTo>
                    <a:pt x="1117" y="1472082"/>
                  </a:lnTo>
                  <a:lnTo>
                    <a:pt x="292" y="1470850"/>
                  </a:lnTo>
                  <a:lnTo>
                    <a:pt x="0" y="1469389"/>
                  </a:lnTo>
                  <a:lnTo>
                    <a:pt x="0" y="3809"/>
                  </a:lnTo>
                  <a:lnTo>
                    <a:pt x="292" y="2349"/>
                  </a:lnTo>
                  <a:lnTo>
                    <a:pt x="1117" y="1117"/>
                  </a:lnTo>
                  <a:lnTo>
                    <a:pt x="2349" y="292"/>
                  </a:lnTo>
                  <a:lnTo>
                    <a:pt x="3809" y="0"/>
                  </a:lnTo>
                  <a:lnTo>
                    <a:pt x="10920095" y="0"/>
                  </a:lnTo>
                  <a:lnTo>
                    <a:pt x="10921555" y="292"/>
                  </a:lnTo>
                  <a:lnTo>
                    <a:pt x="10922787" y="1117"/>
                  </a:lnTo>
                  <a:lnTo>
                    <a:pt x="10923612" y="2349"/>
                  </a:lnTo>
                  <a:lnTo>
                    <a:pt x="10923905" y="3809"/>
                  </a:lnTo>
                  <a:lnTo>
                    <a:pt x="7620" y="3809"/>
                  </a:lnTo>
                  <a:lnTo>
                    <a:pt x="3810" y="7619"/>
                  </a:lnTo>
                  <a:lnTo>
                    <a:pt x="7620" y="7619"/>
                  </a:lnTo>
                  <a:lnTo>
                    <a:pt x="7620" y="1465579"/>
                  </a:lnTo>
                  <a:lnTo>
                    <a:pt x="3809" y="1465579"/>
                  </a:lnTo>
                  <a:lnTo>
                    <a:pt x="7620" y="1469389"/>
                  </a:lnTo>
                  <a:lnTo>
                    <a:pt x="10923905" y="1469389"/>
                  </a:lnTo>
                  <a:lnTo>
                    <a:pt x="10923612" y="1470850"/>
                  </a:lnTo>
                  <a:lnTo>
                    <a:pt x="10922787" y="1472082"/>
                  </a:lnTo>
                  <a:lnTo>
                    <a:pt x="10921555" y="1472907"/>
                  </a:lnTo>
                  <a:lnTo>
                    <a:pt x="10920095" y="1473199"/>
                  </a:lnTo>
                  <a:close/>
                </a:path>
                <a:path w="10923905" h="1473200">
                  <a:moveTo>
                    <a:pt x="7620" y="7619"/>
                  </a:moveTo>
                  <a:lnTo>
                    <a:pt x="3810" y="7619"/>
                  </a:lnTo>
                  <a:lnTo>
                    <a:pt x="7620" y="3809"/>
                  </a:lnTo>
                  <a:lnTo>
                    <a:pt x="7620" y="7619"/>
                  </a:lnTo>
                  <a:close/>
                </a:path>
                <a:path w="10923905" h="1473200">
                  <a:moveTo>
                    <a:pt x="10916285" y="7619"/>
                  </a:moveTo>
                  <a:lnTo>
                    <a:pt x="7620" y="7619"/>
                  </a:lnTo>
                  <a:lnTo>
                    <a:pt x="7620" y="3809"/>
                  </a:lnTo>
                  <a:lnTo>
                    <a:pt x="10916285" y="3809"/>
                  </a:lnTo>
                  <a:lnTo>
                    <a:pt x="10916285" y="7619"/>
                  </a:lnTo>
                  <a:close/>
                </a:path>
                <a:path w="10923905" h="1473200">
                  <a:moveTo>
                    <a:pt x="10916285" y="1469389"/>
                  </a:moveTo>
                  <a:lnTo>
                    <a:pt x="10916285" y="3809"/>
                  </a:lnTo>
                  <a:lnTo>
                    <a:pt x="10920095" y="7619"/>
                  </a:lnTo>
                  <a:lnTo>
                    <a:pt x="10923905" y="7619"/>
                  </a:lnTo>
                  <a:lnTo>
                    <a:pt x="10923905" y="1465579"/>
                  </a:lnTo>
                  <a:lnTo>
                    <a:pt x="10920095" y="1465579"/>
                  </a:lnTo>
                  <a:lnTo>
                    <a:pt x="10916285" y="1469389"/>
                  </a:lnTo>
                  <a:close/>
                </a:path>
                <a:path w="10923905" h="1473200">
                  <a:moveTo>
                    <a:pt x="10923905" y="7619"/>
                  </a:moveTo>
                  <a:lnTo>
                    <a:pt x="10920095" y="7619"/>
                  </a:lnTo>
                  <a:lnTo>
                    <a:pt x="10916285" y="3809"/>
                  </a:lnTo>
                  <a:lnTo>
                    <a:pt x="10923905" y="3809"/>
                  </a:lnTo>
                  <a:lnTo>
                    <a:pt x="10923905" y="7619"/>
                  </a:lnTo>
                  <a:close/>
                </a:path>
                <a:path w="10923905" h="1473200">
                  <a:moveTo>
                    <a:pt x="7620" y="1469389"/>
                  </a:moveTo>
                  <a:lnTo>
                    <a:pt x="3809" y="1465579"/>
                  </a:lnTo>
                  <a:lnTo>
                    <a:pt x="7620" y="1465579"/>
                  </a:lnTo>
                  <a:lnTo>
                    <a:pt x="7620" y="1469389"/>
                  </a:lnTo>
                  <a:close/>
                </a:path>
                <a:path w="10923905" h="1473200">
                  <a:moveTo>
                    <a:pt x="10916285" y="1469389"/>
                  </a:moveTo>
                  <a:lnTo>
                    <a:pt x="7620" y="1469389"/>
                  </a:lnTo>
                  <a:lnTo>
                    <a:pt x="7620" y="1465579"/>
                  </a:lnTo>
                  <a:lnTo>
                    <a:pt x="10916285" y="1465579"/>
                  </a:lnTo>
                  <a:lnTo>
                    <a:pt x="10916285" y="1469389"/>
                  </a:lnTo>
                  <a:close/>
                </a:path>
                <a:path w="10923905" h="1473200">
                  <a:moveTo>
                    <a:pt x="10923905" y="1469389"/>
                  </a:moveTo>
                  <a:lnTo>
                    <a:pt x="10916285" y="1469389"/>
                  </a:lnTo>
                  <a:lnTo>
                    <a:pt x="10920095" y="1465579"/>
                  </a:lnTo>
                  <a:lnTo>
                    <a:pt x="10923905" y="1465579"/>
                  </a:lnTo>
                  <a:lnTo>
                    <a:pt x="10923905" y="1469389"/>
                  </a:lnTo>
                  <a:close/>
                </a:path>
              </a:pathLst>
            </a:custGeom>
            <a:solidFill>
              <a:srgbClr val="E6E6E6"/>
            </a:solidFill>
          </p:spPr>
          <p:txBody>
            <a:bodyPr wrap="square" lIns="0" tIns="0" rIns="0" bIns="0" rtlCol="0"/>
            <a:lstStyle/>
            <a:p>
              <a:endParaRPr/>
            </a:p>
          </p:txBody>
        </p:sp>
        <p:sp>
          <p:nvSpPr>
            <p:cNvPr id="5" name="object 5"/>
            <p:cNvSpPr/>
            <p:nvPr/>
          </p:nvSpPr>
          <p:spPr>
            <a:xfrm>
              <a:off x="4774691" y="1694002"/>
              <a:ext cx="278765" cy="278765"/>
            </a:xfrm>
            <a:custGeom>
              <a:avLst/>
              <a:gdLst/>
              <a:ahLst/>
              <a:cxnLst/>
              <a:rect l="l" t="t" r="r" b="b"/>
              <a:pathLst>
                <a:path w="278764" h="278764">
                  <a:moveTo>
                    <a:pt x="139090" y="278549"/>
                  </a:moveTo>
                  <a:lnTo>
                    <a:pt x="95074" y="271449"/>
                  </a:lnTo>
                  <a:lnTo>
                    <a:pt x="56853" y="251682"/>
                  </a:lnTo>
                  <a:lnTo>
                    <a:pt x="26732" y="221548"/>
                  </a:lnTo>
                  <a:lnTo>
                    <a:pt x="7013" y="183344"/>
                  </a:lnTo>
                  <a:lnTo>
                    <a:pt x="0" y="139369"/>
                  </a:lnTo>
                  <a:lnTo>
                    <a:pt x="7013" y="95302"/>
                  </a:lnTo>
                  <a:lnTo>
                    <a:pt x="26732" y="57042"/>
                  </a:lnTo>
                  <a:lnTo>
                    <a:pt x="56853" y="26878"/>
                  </a:lnTo>
                  <a:lnTo>
                    <a:pt x="95074" y="7101"/>
                  </a:lnTo>
                  <a:lnTo>
                    <a:pt x="139090" y="0"/>
                  </a:lnTo>
                  <a:lnTo>
                    <a:pt x="183114" y="7100"/>
                  </a:lnTo>
                  <a:lnTo>
                    <a:pt x="221348" y="26871"/>
                  </a:lnTo>
                  <a:lnTo>
                    <a:pt x="251498" y="57020"/>
                  </a:lnTo>
                  <a:lnTo>
                    <a:pt x="271270" y="95250"/>
                  </a:lnTo>
                  <a:lnTo>
                    <a:pt x="278371" y="139268"/>
                  </a:lnTo>
                  <a:lnTo>
                    <a:pt x="271270" y="183292"/>
                  </a:lnTo>
                  <a:lnTo>
                    <a:pt x="251498" y="221526"/>
                  </a:lnTo>
                  <a:lnTo>
                    <a:pt x="221348" y="251676"/>
                  </a:lnTo>
                  <a:lnTo>
                    <a:pt x="183114" y="271448"/>
                  </a:lnTo>
                  <a:lnTo>
                    <a:pt x="139090" y="278549"/>
                  </a:lnTo>
                  <a:close/>
                </a:path>
              </a:pathLst>
            </a:custGeom>
            <a:solidFill>
              <a:srgbClr val="4471C4"/>
            </a:solidFill>
          </p:spPr>
          <p:txBody>
            <a:bodyPr wrap="square" lIns="0" tIns="0" rIns="0" bIns="0" rtlCol="0"/>
            <a:lstStyle/>
            <a:p>
              <a:endParaRPr/>
            </a:p>
          </p:txBody>
        </p:sp>
        <p:sp>
          <p:nvSpPr>
            <p:cNvPr id="6" name="object 6"/>
            <p:cNvSpPr/>
            <p:nvPr/>
          </p:nvSpPr>
          <p:spPr>
            <a:xfrm>
              <a:off x="8698992" y="1687652"/>
              <a:ext cx="278765" cy="278765"/>
            </a:xfrm>
            <a:custGeom>
              <a:avLst/>
              <a:gdLst/>
              <a:ahLst/>
              <a:cxnLst/>
              <a:rect l="l" t="t" r="r" b="b"/>
              <a:pathLst>
                <a:path w="278765" h="278764">
                  <a:moveTo>
                    <a:pt x="138963" y="278549"/>
                  </a:moveTo>
                  <a:lnTo>
                    <a:pt x="94941" y="271451"/>
                  </a:lnTo>
                  <a:lnTo>
                    <a:pt x="56725" y="251699"/>
                  </a:lnTo>
                  <a:lnTo>
                    <a:pt x="26623" y="221603"/>
                  </a:lnTo>
                  <a:lnTo>
                    <a:pt x="6945" y="183474"/>
                  </a:lnTo>
                  <a:lnTo>
                    <a:pt x="0" y="139623"/>
                  </a:lnTo>
                  <a:lnTo>
                    <a:pt x="6945" y="95432"/>
                  </a:lnTo>
                  <a:lnTo>
                    <a:pt x="26623" y="57096"/>
                  </a:lnTo>
                  <a:lnTo>
                    <a:pt x="56725" y="26894"/>
                  </a:lnTo>
                  <a:lnTo>
                    <a:pt x="94941" y="7103"/>
                  </a:lnTo>
                  <a:lnTo>
                    <a:pt x="138963" y="0"/>
                  </a:lnTo>
                  <a:lnTo>
                    <a:pt x="182981" y="7100"/>
                  </a:lnTo>
                  <a:lnTo>
                    <a:pt x="221211" y="26871"/>
                  </a:lnTo>
                  <a:lnTo>
                    <a:pt x="251359" y="57020"/>
                  </a:lnTo>
                  <a:lnTo>
                    <a:pt x="271131" y="95250"/>
                  </a:lnTo>
                  <a:lnTo>
                    <a:pt x="278231" y="139268"/>
                  </a:lnTo>
                  <a:lnTo>
                    <a:pt x="271131" y="183292"/>
                  </a:lnTo>
                  <a:lnTo>
                    <a:pt x="251359" y="221526"/>
                  </a:lnTo>
                  <a:lnTo>
                    <a:pt x="221211" y="251676"/>
                  </a:lnTo>
                  <a:lnTo>
                    <a:pt x="182981" y="271448"/>
                  </a:lnTo>
                  <a:lnTo>
                    <a:pt x="138963" y="278549"/>
                  </a:lnTo>
                  <a:close/>
                </a:path>
              </a:pathLst>
            </a:custGeom>
            <a:solidFill>
              <a:srgbClr val="00AFEF"/>
            </a:solidFill>
          </p:spPr>
          <p:txBody>
            <a:bodyPr wrap="square" lIns="0" tIns="0" rIns="0" bIns="0" rtlCol="0"/>
            <a:lstStyle/>
            <a:p>
              <a:endParaRPr/>
            </a:p>
          </p:txBody>
        </p:sp>
        <p:sp>
          <p:nvSpPr>
            <p:cNvPr id="7" name="object 7"/>
            <p:cNvSpPr/>
            <p:nvPr/>
          </p:nvSpPr>
          <p:spPr>
            <a:xfrm>
              <a:off x="1071372" y="1694002"/>
              <a:ext cx="278130" cy="278765"/>
            </a:xfrm>
            <a:custGeom>
              <a:avLst/>
              <a:gdLst/>
              <a:ahLst/>
              <a:cxnLst/>
              <a:rect l="l" t="t" r="r" b="b"/>
              <a:pathLst>
                <a:path w="278130" h="278764">
                  <a:moveTo>
                    <a:pt x="138823" y="278549"/>
                  </a:moveTo>
                  <a:lnTo>
                    <a:pt x="94809" y="271449"/>
                  </a:lnTo>
                  <a:lnTo>
                    <a:pt x="56604" y="251682"/>
                  </a:lnTo>
                  <a:lnTo>
                    <a:pt x="26523" y="221548"/>
                  </a:lnTo>
                  <a:lnTo>
                    <a:pt x="6883" y="183344"/>
                  </a:lnTo>
                  <a:lnTo>
                    <a:pt x="0" y="139369"/>
                  </a:lnTo>
                  <a:lnTo>
                    <a:pt x="6883" y="95302"/>
                  </a:lnTo>
                  <a:lnTo>
                    <a:pt x="26523" y="57042"/>
                  </a:lnTo>
                  <a:lnTo>
                    <a:pt x="56604" y="26878"/>
                  </a:lnTo>
                  <a:lnTo>
                    <a:pt x="94809" y="7101"/>
                  </a:lnTo>
                  <a:lnTo>
                    <a:pt x="138823" y="0"/>
                  </a:lnTo>
                  <a:lnTo>
                    <a:pt x="182847" y="7100"/>
                  </a:lnTo>
                  <a:lnTo>
                    <a:pt x="221081" y="26871"/>
                  </a:lnTo>
                  <a:lnTo>
                    <a:pt x="251231" y="57020"/>
                  </a:lnTo>
                  <a:lnTo>
                    <a:pt x="271004" y="95250"/>
                  </a:lnTo>
                  <a:lnTo>
                    <a:pt x="278104" y="139268"/>
                  </a:lnTo>
                  <a:lnTo>
                    <a:pt x="271004" y="183292"/>
                  </a:lnTo>
                  <a:lnTo>
                    <a:pt x="251231" y="221526"/>
                  </a:lnTo>
                  <a:lnTo>
                    <a:pt x="221081" y="251676"/>
                  </a:lnTo>
                  <a:lnTo>
                    <a:pt x="182847" y="271448"/>
                  </a:lnTo>
                  <a:lnTo>
                    <a:pt x="138823" y="278549"/>
                  </a:lnTo>
                  <a:close/>
                </a:path>
              </a:pathLst>
            </a:custGeom>
            <a:solidFill>
              <a:srgbClr val="04918A"/>
            </a:solidFill>
          </p:spPr>
          <p:txBody>
            <a:bodyPr wrap="square" lIns="0" tIns="0" rIns="0" bIns="0" rtlCol="0"/>
            <a:lstStyle/>
            <a:p>
              <a:endParaRPr/>
            </a:p>
          </p:txBody>
        </p:sp>
      </p:grpSp>
      <p:sp>
        <p:nvSpPr>
          <p:cNvPr id="8" name="object 8"/>
          <p:cNvSpPr txBox="1"/>
          <p:nvPr/>
        </p:nvSpPr>
        <p:spPr>
          <a:xfrm>
            <a:off x="881316" y="1104836"/>
            <a:ext cx="10227310" cy="83439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生成质量的关键影响</a:t>
            </a:r>
            <a:endParaRPr sz="1800">
              <a:latin typeface="Microsoft JhengHei"/>
              <a:cs typeface="Microsoft JhengHei"/>
            </a:endParaRPr>
          </a:p>
          <a:p>
            <a:pPr>
              <a:lnSpc>
                <a:spcPct val="100000"/>
              </a:lnSpc>
              <a:spcBef>
                <a:spcPts val="40"/>
              </a:spcBef>
            </a:pPr>
            <a:endParaRPr sz="1350">
              <a:latin typeface="Microsoft JhengHei"/>
              <a:cs typeface="Microsoft JhengHei"/>
            </a:endParaRPr>
          </a:p>
          <a:p>
            <a:pPr marL="604520">
              <a:lnSpc>
                <a:spcPct val="100000"/>
              </a:lnSpc>
              <a:tabLst>
                <a:tab pos="4324350" algn="l"/>
                <a:tab pos="8242934" algn="l"/>
              </a:tabLst>
            </a:pPr>
            <a:r>
              <a:rPr sz="2100" spc="-15" baseline="1984" dirty="0">
                <a:solidFill>
                  <a:srgbClr val="808080"/>
                </a:solidFill>
                <a:latin typeface="宋体"/>
                <a:cs typeface="宋体"/>
              </a:rPr>
              <a:t>输入质量</a:t>
            </a:r>
            <a:r>
              <a:rPr sz="2100" spc="-509" baseline="1984" dirty="0">
                <a:solidFill>
                  <a:srgbClr val="808080"/>
                </a:solidFill>
                <a:latin typeface="宋体"/>
                <a:cs typeface="宋体"/>
              </a:rPr>
              <a:t>:</a:t>
            </a:r>
            <a:r>
              <a:rPr sz="2100" spc="-337" baseline="1984" dirty="0">
                <a:solidFill>
                  <a:srgbClr val="808080"/>
                </a:solidFill>
                <a:latin typeface="宋体"/>
                <a:cs typeface="宋体"/>
              </a:rPr>
              <a:t> </a:t>
            </a:r>
            <a:r>
              <a:rPr sz="2100" spc="457" baseline="1984" dirty="0">
                <a:solidFill>
                  <a:srgbClr val="808080"/>
                </a:solidFill>
                <a:latin typeface="宋体"/>
                <a:cs typeface="宋体"/>
              </a:rPr>
              <a:t>70%</a:t>
            </a:r>
            <a:r>
              <a:rPr sz="2100" spc="-337" baseline="1984" dirty="0">
                <a:solidFill>
                  <a:srgbClr val="808080"/>
                </a:solidFill>
                <a:latin typeface="宋体"/>
                <a:cs typeface="宋体"/>
              </a:rPr>
              <a:t> </a:t>
            </a:r>
            <a:r>
              <a:rPr sz="2100" spc="-15" baseline="1984" dirty="0">
                <a:solidFill>
                  <a:srgbClr val="808080"/>
                </a:solidFill>
                <a:latin typeface="宋体"/>
                <a:cs typeface="宋体"/>
              </a:rPr>
              <a:t>人的影</a:t>
            </a:r>
            <a:r>
              <a:rPr sz="2100" spc="-75" baseline="1984" dirty="0">
                <a:solidFill>
                  <a:srgbClr val="808080"/>
                </a:solidFill>
                <a:latin typeface="宋体"/>
                <a:cs typeface="宋体"/>
              </a:rPr>
              <a:t>响</a:t>
            </a:r>
            <a:r>
              <a:rPr sz="2100" baseline="1984" dirty="0">
                <a:solidFill>
                  <a:srgbClr val="808080"/>
                </a:solidFill>
                <a:latin typeface="宋体"/>
                <a:cs typeface="宋体"/>
              </a:rPr>
              <a:t>	</a:t>
            </a:r>
            <a:r>
              <a:rPr sz="1400" spc="-10" dirty="0">
                <a:solidFill>
                  <a:srgbClr val="808080"/>
                </a:solidFill>
                <a:latin typeface="宋体"/>
                <a:cs typeface="宋体"/>
              </a:rPr>
              <a:t>基础能力</a:t>
            </a:r>
            <a:r>
              <a:rPr sz="1400" spc="-340" dirty="0">
                <a:solidFill>
                  <a:srgbClr val="808080"/>
                </a:solidFill>
                <a:latin typeface="宋体"/>
                <a:cs typeface="宋体"/>
              </a:rPr>
              <a:t>:</a:t>
            </a:r>
            <a:r>
              <a:rPr sz="1400" spc="-225" dirty="0">
                <a:solidFill>
                  <a:srgbClr val="808080"/>
                </a:solidFill>
                <a:latin typeface="宋体"/>
                <a:cs typeface="宋体"/>
              </a:rPr>
              <a:t> </a:t>
            </a:r>
            <a:r>
              <a:rPr sz="1400" spc="305" dirty="0">
                <a:solidFill>
                  <a:srgbClr val="808080"/>
                </a:solidFill>
                <a:latin typeface="宋体"/>
                <a:cs typeface="宋体"/>
              </a:rPr>
              <a:t>80%</a:t>
            </a:r>
            <a:r>
              <a:rPr sz="1400" spc="-220" dirty="0">
                <a:solidFill>
                  <a:srgbClr val="808080"/>
                </a:solidFill>
                <a:latin typeface="宋体"/>
                <a:cs typeface="宋体"/>
              </a:rPr>
              <a:t> </a:t>
            </a:r>
            <a:r>
              <a:rPr sz="1400" spc="-10" dirty="0">
                <a:solidFill>
                  <a:srgbClr val="808080"/>
                </a:solidFill>
                <a:latin typeface="宋体"/>
                <a:cs typeface="宋体"/>
              </a:rPr>
              <a:t>机器的影</a:t>
            </a:r>
            <a:r>
              <a:rPr sz="1400" spc="-50" dirty="0">
                <a:solidFill>
                  <a:srgbClr val="808080"/>
                </a:solidFill>
                <a:latin typeface="宋体"/>
                <a:cs typeface="宋体"/>
              </a:rPr>
              <a:t>响</a:t>
            </a:r>
            <a:r>
              <a:rPr sz="1400" dirty="0">
                <a:solidFill>
                  <a:srgbClr val="808080"/>
                </a:solidFill>
                <a:latin typeface="宋体"/>
                <a:cs typeface="宋体"/>
              </a:rPr>
              <a:t>	</a:t>
            </a:r>
            <a:r>
              <a:rPr sz="2100" spc="-15" baseline="1984" dirty="0">
                <a:solidFill>
                  <a:srgbClr val="808080"/>
                </a:solidFill>
                <a:latin typeface="宋体"/>
                <a:cs typeface="宋体"/>
              </a:rPr>
              <a:t>迭代优化</a:t>
            </a:r>
            <a:r>
              <a:rPr sz="2100" spc="-509" baseline="1984" dirty="0">
                <a:solidFill>
                  <a:srgbClr val="808080"/>
                </a:solidFill>
                <a:latin typeface="宋体"/>
                <a:cs typeface="宋体"/>
              </a:rPr>
              <a:t>:</a:t>
            </a:r>
            <a:r>
              <a:rPr sz="2100" spc="-337" baseline="1984" dirty="0">
                <a:solidFill>
                  <a:srgbClr val="808080"/>
                </a:solidFill>
                <a:latin typeface="宋体"/>
                <a:cs typeface="宋体"/>
              </a:rPr>
              <a:t> </a:t>
            </a:r>
            <a:r>
              <a:rPr sz="2100" spc="457" baseline="1984" dirty="0">
                <a:solidFill>
                  <a:srgbClr val="808080"/>
                </a:solidFill>
                <a:latin typeface="宋体"/>
                <a:cs typeface="宋体"/>
              </a:rPr>
              <a:t>90%</a:t>
            </a:r>
            <a:r>
              <a:rPr sz="2100" spc="-337" baseline="1984" dirty="0">
                <a:solidFill>
                  <a:srgbClr val="808080"/>
                </a:solidFill>
                <a:latin typeface="宋体"/>
                <a:cs typeface="宋体"/>
              </a:rPr>
              <a:t> </a:t>
            </a:r>
            <a:r>
              <a:rPr sz="2100" spc="-15" baseline="1984" dirty="0">
                <a:solidFill>
                  <a:srgbClr val="808080"/>
                </a:solidFill>
                <a:latin typeface="宋体"/>
                <a:cs typeface="宋体"/>
              </a:rPr>
              <a:t>人的影</a:t>
            </a:r>
            <a:r>
              <a:rPr sz="2100" spc="-75" baseline="1984" dirty="0">
                <a:solidFill>
                  <a:srgbClr val="808080"/>
                </a:solidFill>
                <a:latin typeface="宋体"/>
                <a:cs typeface="宋体"/>
              </a:rPr>
              <a:t>响</a:t>
            </a:r>
            <a:endParaRPr sz="2100" baseline="1984">
              <a:latin typeface="宋体"/>
              <a:cs typeface="宋体"/>
            </a:endParaRPr>
          </a:p>
        </p:txBody>
      </p:sp>
      <p:sp>
        <p:nvSpPr>
          <p:cNvPr id="9" name="object 9"/>
          <p:cNvSpPr txBox="1"/>
          <p:nvPr/>
        </p:nvSpPr>
        <p:spPr>
          <a:xfrm>
            <a:off x="1163955" y="2046731"/>
            <a:ext cx="2267585" cy="665480"/>
          </a:xfrm>
          <a:prstGeom prst="rect">
            <a:avLst/>
          </a:prstGeom>
        </p:spPr>
        <p:txBody>
          <a:bodyPr vert="horz" wrap="square" lIns="0" tIns="119380" rIns="0" bIns="0" rtlCol="0">
            <a:spAutoFit/>
          </a:bodyPr>
          <a:lstStyle/>
          <a:p>
            <a:pPr marL="298450" indent="-285750">
              <a:lnSpc>
                <a:spcPct val="100000"/>
              </a:lnSpc>
              <a:spcBef>
                <a:spcPts val="940"/>
              </a:spcBef>
              <a:buFont typeface="Arial"/>
              <a:buChar char="•"/>
              <a:tabLst>
                <a:tab pos="297815" algn="l"/>
                <a:tab pos="298450" algn="l"/>
              </a:tabLst>
            </a:pPr>
            <a:r>
              <a:rPr sz="1400" spc="-15" dirty="0">
                <a:latin typeface="宋体"/>
                <a:cs typeface="宋体"/>
              </a:rPr>
              <a:t>提示词的准确性和完整性</a:t>
            </a:r>
            <a:endParaRPr sz="1400">
              <a:latin typeface="宋体"/>
              <a:cs typeface="宋体"/>
            </a:endParaRPr>
          </a:p>
          <a:p>
            <a:pPr marL="298450" indent="-285750">
              <a:lnSpc>
                <a:spcPct val="100000"/>
              </a:lnSpc>
              <a:spcBef>
                <a:spcPts val="840"/>
              </a:spcBef>
              <a:buFont typeface="Arial"/>
              <a:buChar char="•"/>
              <a:tabLst>
                <a:tab pos="297815" algn="l"/>
                <a:tab pos="298450" algn="l"/>
              </a:tabLst>
            </a:pPr>
            <a:r>
              <a:rPr sz="1400" spc="-20" dirty="0">
                <a:latin typeface="宋体"/>
                <a:cs typeface="宋体"/>
              </a:rPr>
              <a:t>需求描述的清晰度</a:t>
            </a:r>
            <a:endParaRPr sz="1400">
              <a:latin typeface="宋体"/>
              <a:cs typeface="宋体"/>
            </a:endParaRPr>
          </a:p>
        </p:txBody>
      </p:sp>
      <p:sp>
        <p:nvSpPr>
          <p:cNvPr id="10" name="object 10"/>
          <p:cNvSpPr txBox="1"/>
          <p:nvPr/>
        </p:nvSpPr>
        <p:spPr>
          <a:xfrm>
            <a:off x="4874259" y="2046731"/>
            <a:ext cx="1724660" cy="665480"/>
          </a:xfrm>
          <a:prstGeom prst="rect">
            <a:avLst/>
          </a:prstGeom>
        </p:spPr>
        <p:txBody>
          <a:bodyPr vert="horz" wrap="square" lIns="0" tIns="119380" rIns="0" bIns="0" rtlCol="0">
            <a:spAutoFit/>
          </a:bodyPr>
          <a:lstStyle/>
          <a:p>
            <a:pPr marL="298450" indent="-285750">
              <a:lnSpc>
                <a:spcPct val="100000"/>
              </a:lnSpc>
              <a:spcBef>
                <a:spcPts val="940"/>
              </a:spcBef>
              <a:buChar char="•"/>
              <a:tabLst>
                <a:tab pos="297815" algn="l"/>
                <a:tab pos="298450" algn="l"/>
              </a:tabLst>
            </a:pPr>
            <a:r>
              <a:rPr sz="1400" spc="-10" dirty="0">
                <a:latin typeface="Arial"/>
                <a:cs typeface="Arial"/>
              </a:rPr>
              <a:t>AI</a:t>
            </a:r>
            <a:r>
              <a:rPr sz="1400" spc="-20" dirty="0">
                <a:latin typeface="宋体"/>
                <a:cs typeface="宋体"/>
              </a:rPr>
              <a:t>模型的能力边界</a:t>
            </a:r>
            <a:endParaRPr sz="1400">
              <a:latin typeface="宋体"/>
              <a:cs typeface="宋体"/>
            </a:endParaRPr>
          </a:p>
          <a:p>
            <a:pPr marL="298450" indent="-285750">
              <a:lnSpc>
                <a:spcPct val="100000"/>
              </a:lnSpc>
              <a:spcBef>
                <a:spcPts val="840"/>
              </a:spcBef>
              <a:buFont typeface="Arial"/>
              <a:buChar char="•"/>
              <a:tabLst>
                <a:tab pos="297815" algn="l"/>
                <a:tab pos="298450" algn="l"/>
              </a:tabLst>
            </a:pPr>
            <a:r>
              <a:rPr sz="1400" spc="-20" dirty="0">
                <a:latin typeface="宋体"/>
                <a:cs typeface="宋体"/>
              </a:rPr>
              <a:t>训练数据的质量</a:t>
            </a:r>
            <a:endParaRPr sz="1400">
              <a:latin typeface="宋体"/>
              <a:cs typeface="宋体"/>
            </a:endParaRPr>
          </a:p>
        </p:txBody>
      </p:sp>
      <p:sp>
        <p:nvSpPr>
          <p:cNvPr id="11" name="object 11"/>
          <p:cNvSpPr txBox="1"/>
          <p:nvPr/>
        </p:nvSpPr>
        <p:spPr>
          <a:xfrm>
            <a:off x="8793480" y="2046731"/>
            <a:ext cx="1556385" cy="665480"/>
          </a:xfrm>
          <a:prstGeom prst="rect">
            <a:avLst/>
          </a:prstGeom>
        </p:spPr>
        <p:txBody>
          <a:bodyPr vert="horz" wrap="square" lIns="0" tIns="119380" rIns="0" bIns="0" rtlCol="0">
            <a:spAutoFit/>
          </a:bodyPr>
          <a:lstStyle/>
          <a:p>
            <a:pPr marL="298450" indent="-285750">
              <a:lnSpc>
                <a:spcPct val="100000"/>
              </a:lnSpc>
              <a:spcBef>
                <a:spcPts val="940"/>
              </a:spcBef>
              <a:buFont typeface="Arial"/>
              <a:buChar char="•"/>
              <a:tabLst>
                <a:tab pos="297815" algn="l"/>
                <a:tab pos="298450" algn="l"/>
              </a:tabLst>
            </a:pPr>
            <a:r>
              <a:rPr sz="1400" spc="-20" dirty="0">
                <a:latin typeface="宋体"/>
                <a:cs typeface="宋体"/>
              </a:rPr>
              <a:t>反馈的精准度</a:t>
            </a:r>
            <a:endParaRPr sz="1400">
              <a:latin typeface="宋体"/>
              <a:cs typeface="宋体"/>
            </a:endParaRPr>
          </a:p>
          <a:p>
            <a:pPr marL="298450" indent="-285750">
              <a:lnSpc>
                <a:spcPct val="100000"/>
              </a:lnSpc>
              <a:spcBef>
                <a:spcPts val="840"/>
              </a:spcBef>
              <a:buFont typeface="Arial"/>
              <a:buChar char="•"/>
              <a:tabLst>
                <a:tab pos="297815" algn="l"/>
                <a:tab pos="298450" algn="l"/>
              </a:tabLst>
            </a:pPr>
            <a:r>
              <a:rPr sz="1400" spc="-20" dirty="0">
                <a:latin typeface="宋体"/>
                <a:cs typeface="宋体"/>
              </a:rPr>
              <a:t>优化的方向把控</a:t>
            </a:r>
            <a:endParaRPr sz="1400">
              <a:latin typeface="宋体"/>
              <a:cs typeface="宋体"/>
            </a:endParaRPr>
          </a:p>
        </p:txBody>
      </p:sp>
      <p:pic>
        <p:nvPicPr>
          <p:cNvPr id="12" name="object 12"/>
          <p:cNvPicPr/>
          <p:nvPr/>
        </p:nvPicPr>
        <p:blipFill>
          <a:blip r:embed="rId2" cstate="print"/>
          <a:stretch>
            <a:fillRect/>
          </a:stretch>
        </p:blipFill>
        <p:spPr>
          <a:xfrm>
            <a:off x="631825" y="3086735"/>
            <a:ext cx="4336415" cy="3418840"/>
          </a:xfrm>
          <a:prstGeom prst="rect">
            <a:avLst/>
          </a:prstGeom>
        </p:spPr>
      </p:pic>
      <p:sp>
        <p:nvSpPr>
          <p:cNvPr id="13" name="object 13"/>
          <p:cNvSpPr txBox="1"/>
          <p:nvPr/>
        </p:nvSpPr>
        <p:spPr>
          <a:xfrm>
            <a:off x="828039" y="3173666"/>
            <a:ext cx="2757170" cy="3263265"/>
          </a:xfrm>
          <a:prstGeom prst="rect">
            <a:avLst/>
          </a:prstGeom>
        </p:spPr>
        <p:txBody>
          <a:bodyPr vert="horz" wrap="square" lIns="0" tIns="12700" rIns="0" bIns="0" rtlCol="0">
            <a:spAutoFit/>
          </a:bodyPr>
          <a:lstStyle/>
          <a:p>
            <a:pPr marL="910590">
              <a:lnSpc>
                <a:spcPct val="100000"/>
              </a:lnSpc>
              <a:spcBef>
                <a:spcPts val="100"/>
              </a:spcBef>
            </a:pPr>
            <a:r>
              <a:rPr sz="1800" b="1" spc="-10" dirty="0">
                <a:latin typeface="Microsoft JhengHei"/>
                <a:cs typeface="Microsoft JhengHei"/>
              </a:rPr>
              <a:t>人的关键影响路径</a:t>
            </a:r>
            <a:endParaRPr sz="1800">
              <a:latin typeface="Microsoft JhengHei"/>
              <a:cs typeface="Microsoft JhengHei"/>
            </a:endParaRPr>
          </a:p>
          <a:p>
            <a:pPr marL="288290" indent="-275590">
              <a:lnSpc>
                <a:spcPct val="100000"/>
              </a:lnSpc>
              <a:spcBef>
                <a:spcPts val="1500"/>
              </a:spcBef>
              <a:buAutoNum type="arabicPeriod"/>
              <a:tabLst>
                <a:tab pos="288290" algn="l"/>
              </a:tabLst>
            </a:pPr>
            <a:r>
              <a:rPr sz="1400" b="1" dirty="0">
                <a:latin typeface="Microsoft JhengHei"/>
                <a:cs typeface="Microsoft JhengHei"/>
              </a:rPr>
              <a:t>提示工程（决定性</a:t>
            </a:r>
            <a:r>
              <a:rPr sz="1400" b="1" spc="-50" dirty="0">
                <a:latin typeface="Microsoft JhengHei"/>
                <a:cs typeface="Microsoft JhengHei"/>
              </a:rPr>
              <a:t>）</a:t>
            </a:r>
            <a:endParaRPr sz="1400">
              <a:latin typeface="Microsoft JhengHei"/>
              <a:cs typeface="Microsoft JhengHei"/>
            </a:endParaRPr>
          </a:p>
          <a:p>
            <a:pPr marL="405130" lvl="1" indent="-150495">
              <a:lnSpc>
                <a:spcPct val="100000"/>
              </a:lnSpc>
              <a:spcBef>
                <a:spcPts val="335"/>
              </a:spcBef>
              <a:buFont typeface="Arial"/>
              <a:buChar char="•"/>
              <a:tabLst>
                <a:tab pos="405130" algn="l"/>
              </a:tabLst>
            </a:pPr>
            <a:r>
              <a:rPr sz="1400" spc="-20" dirty="0">
                <a:latin typeface="宋体"/>
                <a:cs typeface="宋体"/>
              </a:rPr>
              <a:t>清晰的目标定义</a:t>
            </a:r>
            <a:endParaRPr sz="1400">
              <a:latin typeface="宋体"/>
              <a:cs typeface="宋体"/>
            </a:endParaRPr>
          </a:p>
          <a:p>
            <a:pPr marL="405130" lvl="1" indent="-150495">
              <a:lnSpc>
                <a:spcPct val="100000"/>
              </a:lnSpc>
              <a:spcBef>
                <a:spcPts val="335"/>
              </a:spcBef>
              <a:buFont typeface="Arial"/>
              <a:buChar char="•"/>
              <a:tabLst>
                <a:tab pos="405130" algn="l"/>
              </a:tabLst>
            </a:pPr>
            <a:r>
              <a:rPr sz="1400" spc="-20" dirty="0">
                <a:latin typeface="宋体"/>
                <a:cs typeface="宋体"/>
              </a:rPr>
              <a:t>准确的约束条件</a:t>
            </a:r>
            <a:endParaRPr sz="1400">
              <a:latin typeface="宋体"/>
              <a:cs typeface="宋体"/>
            </a:endParaRPr>
          </a:p>
          <a:p>
            <a:pPr marL="405130" lvl="1" indent="-150495">
              <a:lnSpc>
                <a:spcPct val="100000"/>
              </a:lnSpc>
              <a:spcBef>
                <a:spcPts val="335"/>
              </a:spcBef>
              <a:buFont typeface="Arial"/>
              <a:buChar char="•"/>
              <a:tabLst>
                <a:tab pos="405130" algn="l"/>
              </a:tabLst>
            </a:pPr>
            <a:r>
              <a:rPr sz="1400" spc="-20" dirty="0">
                <a:latin typeface="宋体"/>
                <a:cs typeface="宋体"/>
              </a:rPr>
              <a:t>结构化的需求描述</a:t>
            </a:r>
            <a:endParaRPr sz="1400">
              <a:latin typeface="宋体"/>
              <a:cs typeface="宋体"/>
            </a:endParaRPr>
          </a:p>
          <a:p>
            <a:pPr marL="297180" indent="-275590">
              <a:lnSpc>
                <a:spcPct val="100000"/>
              </a:lnSpc>
              <a:spcBef>
                <a:spcPts val="335"/>
              </a:spcBef>
              <a:buAutoNum type="arabicPeriod"/>
              <a:tabLst>
                <a:tab pos="297180" algn="l"/>
              </a:tabLst>
            </a:pPr>
            <a:r>
              <a:rPr sz="1400" b="1" spc="-15" dirty="0">
                <a:latin typeface="Microsoft JhengHei"/>
                <a:cs typeface="Microsoft JhengHei"/>
              </a:rPr>
              <a:t>质量控制</a:t>
            </a:r>
            <a:endParaRPr sz="1400">
              <a:latin typeface="Microsoft JhengHei"/>
              <a:cs typeface="Microsoft JhengHei"/>
            </a:endParaRPr>
          </a:p>
          <a:p>
            <a:pPr marL="431165" lvl="1" indent="-150495">
              <a:lnSpc>
                <a:spcPct val="100000"/>
              </a:lnSpc>
              <a:spcBef>
                <a:spcPts val="335"/>
              </a:spcBef>
              <a:buFont typeface="Arial"/>
              <a:buChar char="•"/>
              <a:tabLst>
                <a:tab pos="431165" algn="l"/>
              </a:tabLst>
            </a:pPr>
            <a:r>
              <a:rPr sz="1400" spc="-20" dirty="0">
                <a:latin typeface="宋体"/>
                <a:cs typeface="宋体"/>
              </a:rPr>
              <a:t>结果评估</a:t>
            </a:r>
            <a:endParaRPr sz="1400">
              <a:latin typeface="宋体"/>
              <a:cs typeface="宋体"/>
            </a:endParaRPr>
          </a:p>
          <a:p>
            <a:pPr marL="431165" lvl="1" indent="-150495">
              <a:lnSpc>
                <a:spcPct val="100000"/>
              </a:lnSpc>
              <a:spcBef>
                <a:spcPts val="335"/>
              </a:spcBef>
              <a:buFont typeface="Arial"/>
              <a:buChar char="•"/>
              <a:tabLst>
                <a:tab pos="431165" algn="l"/>
              </a:tabLst>
            </a:pPr>
            <a:r>
              <a:rPr sz="1400" spc="-20" dirty="0">
                <a:latin typeface="宋体"/>
                <a:cs typeface="宋体"/>
              </a:rPr>
              <a:t>方向调整</a:t>
            </a:r>
            <a:endParaRPr sz="1400">
              <a:latin typeface="宋体"/>
              <a:cs typeface="宋体"/>
            </a:endParaRPr>
          </a:p>
          <a:p>
            <a:pPr marL="431165" lvl="1" indent="-150495">
              <a:lnSpc>
                <a:spcPct val="100000"/>
              </a:lnSpc>
              <a:spcBef>
                <a:spcPts val="335"/>
              </a:spcBef>
              <a:buFont typeface="Arial"/>
              <a:buChar char="•"/>
              <a:tabLst>
                <a:tab pos="431165" algn="l"/>
              </a:tabLst>
            </a:pPr>
            <a:r>
              <a:rPr sz="1400" spc="-20" dirty="0">
                <a:latin typeface="宋体"/>
                <a:cs typeface="宋体"/>
              </a:rPr>
              <a:t>标准制定</a:t>
            </a:r>
            <a:endParaRPr sz="1400">
              <a:latin typeface="宋体"/>
              <a:cs typeface="宋体"/>
            </a:endParaRPr>
          </a:p>
          <a:p>
            <a:pPr marL="297180" indent="-275590">
              <a:lnSpc>
                <a:spcPct val="100000"/>
              </a:lnSpc>
              <a:spcBef>
                <a:spcPts val="335"/>
              </a:spcBef>
              <a:buAutoNum type="arabicPeriod"/>
              <a:tabLst>
                <a:tab pos="297180" algn="l"/>
              </a:tabLst>
            </a:pPr>
            <a:r>
              <a:rPr sz="1400" b="1" spc="-15" dirty="0">
                <a:latin typeface="Microsoft JhengHei"/>
                <a:cs typeface="Microsoft JhengHei"/>
              </a:rPr>
              <a:t>创意引导</a:t>
            </a:r>
            <a:endParaRPr sz="1400">
              <a:latin typeface="Microsoft JhengHei"/>
              <a:cs typeface="Microsoft JhengHei"/>
            </a:endParaRPr>
          </a:p>
          <a:p>
            <a:pPr marL="431165" lvl="1" indent="-150495">
              <a:lnSpc>
                <a:spcPct val="100000"/>
              </a:lnSpc>
              <a:spcBef>
                <a:spcPts val="335"/>
              </a:spcBef>
              <a:buFont typeface="Arial"/>
              <a:buChar char="•"/>
              <a:tabLst>
                <a:tab pos="431165" algn="l"/>
              </a:tabLst>
            </a:pPr>
            <a:r>
              <a:rPr sz="1400" spc="-20" dirty="0">
                <a:latin typeface="宋体"/>
                <a:cs typeface="宋体"/>
              </a:rPr>
              <a:t>创意输入</a:t>
            </a:r>
            <a:endParaRPr sz="1400">
              <a:latin typeface="宋体"/>
              <a:cs typeface="宋体"/>
            </a:endParaRPr>
          </a:p>
          <a:p>
            <a:pPr marL="431165" lvl="1" indent="-150495">
              <a:lnSpc>
                <a:spcPct val="100000"/>
              </a:lnSpc>
              <a:spcBef>
                <a:spcPts val="335"/>
              </a:spcBef>
              <a:buFont typeface="Arial"/>
              <a:buChar char="•"/>
              <a:tabLst>
                <a:tab pos="431165" algn="l"/>
              </a:tabLst>
            </a:pPr>
            <a:r>
              <a:rPr sz="1400" spc="-20" dirty="0">
                <a:latin typeface="宋体"/>
                <a:cs typeface="宋体"/>
              </a:rPr>
              <a:t>风格定义</a:t>
            </a:r>
            <a:endParaRPr sz="1400">
              <a:latin typeface="宋体"/>
              <a:cs typeface="宋体"/>
            </a:endParaRPr>
          </a:p>
        </p:txBody>
      </p:sp>
      <p:pic>
        <p:nvPicPr>
          <p:cNvPr id="14" name="object 14"/>
          <p:cNvPicPr/>
          <p:nvPr/>
        </p:nvPicPr>
        <p:blipFill>
          <a:blip r:embed="rId3" cstate="print"/>
          <a:stretch>
            <a:fillRect/>
          </a:stretch>
        </p:blipFill>
        <p:spPr>
          <a:xfrm>
            <a:off x="5192395" y="3086735"/>
            <a:ext cx="4336414" cy="3418840"/>
          </a:xfrm>
          <a:prstGeom prst="rect">
            <a:avLst/>
          </a:prstGeom>
        </p:spPr>
      </p:pic>
      <p:sp>
        <p:nvSpPr>
          <p:cNvPr id="15" name="object 15"/>
          <p:cNvSpPr txBox="1"/>
          <p:nvPr/>
        </p:nvSpPr>
        <p:spPr>
          <a:xfrm>
            <a:off x="5388609" y="3173666"/>
            <a:ext cx="3007360" cy="3007360"/>
          </a:xfrm>
          <a:prstGeom prst="rect">
            <a:avLst/>
          </a:prstGeom>
        </p:spPr>
        <p:txBody>
          <a:bodyPr vert="horz" wrap="square" lIns="0" tIns="12700" rIns="0" bIns="0" rtlCol="0">
            <a:spAutoFit/>
          </a:bodyPr>
          <a:lstStyle/>
          <a:p>
            <a:pPr marL="931544">
              <a:lnSpc>
                <a:spcPct val="100000"/>
              </a:lnSpc>
              <a:spcBef>
                <a:spcPts val="100"/>
              </a:spcBef>
            </a:pPr>
            <a:r>
              <a:rPr sz="1800" b="1" spc="-10" dirty="0">
                <a:latin typeface="Microsoft JhengHei"/>
                <a:cs typeface="Microsoft JhengHei"/>
              </a:rPr>
              <a:t>机器的关键影响路径</a:t>
            </a:r>
            <a:endParaRPr sz="1800">
              <a:latin typeface="Microsoft JhengHei"/>
              <a:cs typeface="Microsoft JhengHei"/>
            </a:endParaRPr>
          </a:p>
          <a:p>
            <a:pPr marL="229870" indent="-217170">
              <a:lnSpc>
                <a:spcPct val="100000"/>
              </a:lnSpc>
              <a:spcBef>
                <a:spcPts val="1500"/>
              </a:spcBef>
              <a:buAutoNum type="arabicPeriod"/>
              <a:tabLst>
                <a:tab pos="229870" algn="l"/>
              </a:tabLst>
            </a:pPr>
            <a:r>
              <a:rPr sz="1400" b="1" spc="-10" dirty="0">
                <a:latin typeface="Microsoft JhengHei"/>
                <a:cs typeface="Microsoft JhengHei"/>
              </a:rPr>
              <a:t>基础生成能力</a:t>
            </a:r>
            <a:endParaRPr sz="1400">
              <a:latin typeface="Microsoft JhengHei"/>
              <a:cs typeface="Microsoft JhengHei"/>
            </a:endParaRPr>
          </a:p>
          <a:p>
            <a:pPr marL="405130" lvl="1" indent="-150495">
              <a:lnSpc>
                <a:spcPct val="100000"/>
              </a:lnSpc>
              <a:spcBef>
                <a:spcPts val="335"/>
              </a:spcBef>
              <a:buFont typeface="Arial"/>
              <a:buChar char="•"/>
              <a:tabLst>
                <a:tab pos="405130" algn="l"/>
              </a:tabLst>
            </a:pPr>
            <a:r>
              <a:rPr sz="1400" spc="-20" dirty="0">
                <a:latin typeface="宋体"/>
                <a:cs typeface="宋体"/>
              </a:rPr>
              <a:t>模型性能</a:t>
            </a:r>
            <a:endParaRPr sz="1400">
              <a:latin typeface="宋体"/>
              <a:cs typeface="宋体"/>
            </a:endParaRPr>
          </a:p>
          <a:p>
            <a:pPr marL="405130" lvl="1" indent="-150495">
              <a:lnSpc>
                <a:spcPct val="100000"/>
              </a:lnSpc>
              <a:spcBef>
                <a:spcPts val="335"/>
              </a:spcBef>
              <a:buFont typeface="Arial"/>
              <a:buChar char="•"/>
              <a:tabLst>
                <a:tab pos="405130" algn="l"/>
              </a:tabLst>
            </a:pPr>
            <a:r>
              <a:rPr sz="1400" spc="-20" dirty="0">
                <a:latin typeface="宋体"/>
                <a:cs typeface="宋体"/>
              </a:rPr>
              <a:t>训练质量</a:t>
            </a:r>
            <a:endParaRPr sz="1400">
              <a:latin typeface="宋体"/>
              <a:cs typeface="宋体"/>
            </a:endParaRPr>
          </a:p>
          <a:p>
            <a:pPr marL="405130" lvl="1" indent="-150495">
              <a:lnSpc>
                <a:spcPct val="100000"/>
              </a:lnSpc>
              <a:spcBef>
                <a:spcPts val="335"/>
              </a:spcBef>
              <a:buFont typeface="Arial"/>
              <a:buChar char="•"/>
              <a:tabLst>
                <a:tab pos="405130" algn="l"/>
              </a:tabLst>
            </a:pPr>
            <a:r>
              <a:rPr sz="1400" spc="-20" dirty="0">
                <a:latin typeface="宋体"/>
                <a:cs typeface="宋体"/>
              </a:rPr>
              <a:t>算法优化</a:t>
            </a:r>
            <a:endParaRPr sz="1400">
              <a:latin typeface="宋体"/>
              <a:cs typeface="宋体"/>
            </a:endParaRPr>
          </a:p>
          <a:p>
            <a:pPr marL="297180" indent="-276225">
              <a:lnSpc>
                <a:spcPct val="100000"/>
              </a:lnSpc>
              <a:spcBef>
                <a:spcPts val="335"/>
              </a:spcBef>
              <a:buAutoNum type="arabicPeriod"/>
              <a:tabLst>
                <a:tab pos="297180" algn="l"/>
              </a:tabLst>
            </a:pPr>
            <a:r>
              <a:rPr sz="1400" b="1" spc="-10" dirty="0">
                <a:latin typeface="Microsoft JhengHei"/>
                <a:cs typeface="Microsoft JhengHei"/>
              </a:rPr>
              <a:t>理解准确度</a:t>
            </a:r>
            <a:endParaRPr sz="1400">
              <a:latin typeface="Microsoft JhengHei"/>
              <a:cs typeface="Microsoft JhengHei"/>
            </a:endParaRPr>
          </a:p>
          <a:p>
            <a:pPr marL="431165" lvl="1" indent="-150495">
              <a:lnSpc>
                <a:spcPct val="100000"/>
              </a:lnSpc>
              <a:spcBef>
                <a:spcPts val="335"/>
              </a:spcBef>
              <a:buFont typeface="Arial"/>
              <a:buChar char="•"/>
              <a:tabLst>
                <a:tab pos="431165" algn="l"/>
              </a:tabLst>
            </a:pPr>
            <a:r>
              <a:rPr sz="1400" spc="-20" dirty="0">
                <a:latin typeface="宋体"/>
                <a:cs typeface="宋体"/>
              </a:rPr>
              <a:t>语义理解</a:t>
            </a:r>
            <a:endParaRPr sz="1400">
              <a:latin typeface="宋体"/>
              <a:cs typeface="宋体"/>
            </a:endParaRPr>
          </a:p>
          <a:p>
            <a:pPr marL="431165" lvl="1" indent="-150495">
              <a:lnSpc>
                <a:spcPct val="100000"/>
              </a:lnSpc>
              <a:spcBef>
                <a:spcPts val="335"/>
              </a:spcBef>
              <a:buFont typeface="Arial"/>
              <a:buChar char="•"/>
              <a:tabLst>
                <a:tab pos="431165" algn="l"/>
              </a:tabLst>
            </a:pPr>
            <a:r>
              <a:rPr sz="1400" spc="-20" dirty="0">
                <a:latin typeface="宋体"/>
                <a:cs typeface="宋体"/>
              </a:rPr>
              <a:t>上下文把握</a:t>
            </a:r>
            <a:endParaRPr sz="1400">
              <a:latin typeface="宋体"/>
              <a:cs typeface="宋体"/>
            </a:endParaRPr>
          </a:p>
          <a:p>
            <a:pPr marL="297180" indent="-275590">
              <a:lnSpc>
                <a:spcPct val="100000"/>
              </a:lnSpc>
              <a:spcBef>
                <a:spcPts val="335"/>
              </a:spcBef>
              <a:buAutoNum type="arabicPeriod"/>
              <a:tabLst>
                <a:tab pos="297180" algn="l"/>
              </a:tabLst>
            </a:pPr>
            <a:r>
              <a:rPr sz="1400" b="1" spc="-10" dirty="0">
                <a:latin typeface="Microsoft JhengHei"/>
                <a:cs typeface="Microsoft JhengHei"/>
              </a:rPr>
              <a:t>一致性保证</a:t>
            </a:r>
            <a:endParaRPr sz="1400">
              <a:latin typeface="Microsoft JhengHei"/>
              <a:cs typeface="Microsoft JhengHei"/>
            </a:endParaRPr>
          </a:p>
          <a:p>
            <a:pPr marL="431165" lvl="1" indent="-150495">
              <a:lnSpc>
                <a:spcPct val="100000"/>
              </a:lnSpc>
              <a:spcBef>
                <a:spcPts val="335"/>
              </a:spcBef>
              <a:buFont typeface="Arial"/>
              <a:buChar char="•"/>
              <a:tabLst>
                <a:tab pos="431165" algn="l"/>
              </a:tabLst>
            </a:pPr>
            <a:r>
              <a:rPr sz="1400" spc="-20" dirty="0">
                <a:latin typeface="宋体"/>
                <a:cs typeface="宋体"/>
              </a:rPr>
              <a:t>输出稳定性</a:t>
            </a:r>
            <a:endParaRPr sz="1400">
              <a:latin typeface="宋体"/>
              <a:cs typeface="宋体"/>
            </a:endParaRPr>
          </a:p>
          <a:p>
            <a:pPr marL="431165" lvl="1" indent="-150495">
              <a:lnSpc>
                <a:spcPct val="100000"/>
              </a:lnSpc>
              <a:spcBef>
                <a:spcPts val="335"/>
              </a:spcBef>
              <a:buFont typeface="Arial"/>
              <a:buChar char="•"/>
              <a:tabLst>
                <a:tab pos="431165" algn="l"/>
              </a:tabLst>
            </a:pPr>
            <a:r>
              <a:rPr sz="1400" spc="-20" dirty="0">
                <a:latin typeface="宋体"/>
                <a:cs typeface="宋体"/>
              </a:rPr>
              <a:t>质量基线</a:t>
            </a:r>
            <a:endParaRPr sz="1400">
              <a:latin typeface="宋体"/>
              <a:cs typeface="宋体"/>
            </a:endParaRPr>
          </a:p>
        </p:txBody>
      </p:sp>
      <p:sp>
        <p:nvSpPr>
          <p:cNvPr id="16" name="object 16"/>
          <p:cNvSpPr/>
          <p:nvPr/>
        </p:nvSpPr>
        <p:spPr>
          <a:xfrm>
            <a:off x="9744075" y="3077209"/>
            <a:ext cx="1833245" cy="3438525"/>
          </a:xfrm>
          <a:custGeom>
            <a:avLst/>
            <a:gdLst/>
            <a:ahLst/>
            <a:cxnLst/>
            <a:rect l="l" t="t" r="r" b="b"/>
            <a:pathLst>
              <a:path w="1833245" h="3438525">
                <a:moveTo>
                  <a:pt x="1833245" y="0"/>
                </a:moveTo>
                <a:lnTo>
                  <a:pt x="0" y="0"/>
                </a:lnTo>
                <a:lnTo>
                  <a:pt x="0" y="3438525"/>
                </a:lnTo>
                <a:lnTo>
                  <a:pt x="1833245" y="3438525"/>
                </a:lnTo>
                <a:lnTo>
                  <a:pt x="1833245" y="3419475"/>
                </a:lnTo>
                <a:lnTo>
                  <a:pt x="1833245" y="3400437"/>
                </a:lnTo>
                <a:lnTo>
                  <a:pt x="1833245" y="38100"/>
                </a:lnTo>
                <a:lnTo>
                  <a:pt x="1833245" y="19050"/>
                </a:lnTo>
                <a:lnTo>
                  <a:pt x="1833245" y="0"/>
                </a:lnTo>
                <a:close/>
              </a:path>
            </a:pathLst>
          </a:custGeom>
          <a:solidFill>
            <a:srgbClr val="DFEAF9"/>
          </a:solidFill>
        </p:spPr>
        <p:txBody>
          <a:bodyPr wrap="square" lIns="0" tIns="0" rIns="0" bIns="0" rtlCol="0"/>
          <a:lstStyle/>
          <a:p>
            <a:endParaRPr/>
          </a:p>
        </p:txBody>
      </p:sp>
      <p:sp>
        <p:nvSpPr>
          <p:cNvPr id="17" name="object 17"/>
          <p:cNvSpPr txBox="1"/>
          <p:nvPr/>
        </p:nvSpPr>
        <p:spPr>
          <a:xfrm>
            <a:off x="9762743" y="3096767"/>
            <a:ext cx="1795780" cy="3400425"/>
          </a:xfrm>
          <a:prstGeom prst="rect">
            <a:avLst/>
          </a:prstGeom>
        </p:spPr>
        <p:txBody>
          <a:bodyPr vert="horz" wrap="square" lIns="0" tIns="0" rIns="0" bIns="0" rtlCol="0">
            <a:spAutoFit/>
          </a:bodyPr>
          <a:lstStyle/>
          <a:p>
            <a:pPr>
              <a:lnSpc>
                <a:spcPct val="100000"/>
              </a:lnSpc>
            </a:pPr>
            <a:endParaRPr sz="1700">
              <a:latin typeface="Times New Roman"/>
              <a:cs typeface="Times New Roman"/>
            </a:endParaRPr>
          </a:p>
          <a:p>
            <a:pPr>
              <a:lnSpc>
                <a:spcPct val="100000"/>
              </a:lnSpc>
              <a:spcBef>
                <a:spcPts val="10"/>
              </a:spcBef>
            </a:pPr>
            <a:endParaRPr sz="2000">
              <a:latin typeface="Times New Roman"/>
              <a:cs typeface="Times New Roman"/>
            </a:endParaRPr>
          </a:p>
          <a:p>
            <a:pPr marL="91440" marR="94615">
              <a:lnSpc>
                <a:spcPct val="150000"/>
              </a:lnSpc>
            </a:pPr>
            <a:r>
              <a:rPr sz="1400" spc="-15" dirty="0">
                <a:latin typeface="宋体"/>
                <a:cs typeface="宋体"/>
              </a:rPr>
              <a:t>结论：对生成质量的影响，人的主导作用</a:t>
            </a:r>
            <a:r>
              <a:rPr sz="1400" spc="-10" dirty="0">
                <a:latin typeface="宋体"/>
                <a:cs typeface="宋体"/>
              </a:rPr>
              <a:t>更大（约占</a:t>
            </a:r>
            <a:r>
              <a:rPr sz="1400" spc="-20" dirty="0">
                <a:latin typeface="Arial"/>
                <a:cs typeface="Arial"/>
              </a:rPr>
              <a:t>65%</a:t>
            </a:r>
            <a:r>
              <a:rPr sz="1400" spc="-20" dirty="0">
                <a:latin typeface="宋体"/>
                <a:cs typeface="宋体"/>
              </a:rPr>
              <a:t>） </a:t>
            </a:r>
            <a:r>
              <a:rPr sz="1400" spc="-15" dirty="0">
                <a:solidFill>
                  <a:srgbClr val="4362AC"/>
                </a:solidFill>
                <a:latin typeface="宋体"/>
                <a:cs typeface="宋体"/>
              </a:rPr>
              <a:t>原因：提示工程的质量和迭代优化的精准度是决定最终输出质</a:t>
            </a:r>
            <a:r>
              <a:rPr sz="1400" spc="-20" dirty="0">
                <a:solidFill>
                  <a:srgbClr val="4362AC"/>
                </a:solidFill>
                <a:latin typeface="宋体"/>
                <a:cs typeface="宋体"/>
              </a:rPr>
              <a:t>量的关键</a:t>
            </a:r>
            <a:endParaRPr sz="1400">
              <a:latin typeface="宋体"/>
              <a:cs typeface="宋体"/>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2757170" cy="634365"/>
          </a:xfrm>
          <a:prstGeom prst="rect">
            <a:avLst/>
          </a:prstGeom>
        </p:spPr>
        <p:txBody>
          <a:bodyPr vert="horz" wrap="square" lIns="0" tIns="12065" rIns="0" bIns="0" rtlCol="0">
            <a:spAutoFit/>
          </a:bodyPr>
          <a:lstStyle/>
          <a:p>
            <a:pPr marL="12700">
              <a:lnSpc>
                <a:spcPct val="100000"/>
              </a:lnSpc>
              <a:spcBef>
                <a:spcPts val="95"/>
              </a:spcBef>
            </a:pPr>
            <a:r>
              <a:rPr sz="4000" spc="280" dirty="0">
                <a:latin typeface="Arial"/>
                <a:cs typeface="Arial"/>
              </a:rPr>
              <a:t>AI</a:t>
            </a:r>
            <a:r>
              <a:rPr sz="4000" spc="270" dirty="0"/>
              <a:t>进阶使</a:t>
            </a:r>
            <a:r>
              <a:rPr sz="4000" spc="-50" dirty="0"/>
              <a:t>用</a:t>
            </a:r>
            <a:endParaRPr sz="4000">
              <a:latin typeface="Arial"/>
              <a:cs typeface="Arial"/>
            </a:endParaRPr>
          </a:p>
        </p:txBody>
      </p:sp>
      <p:sp>
        <p:nvSpPr>
          <p:cNvPr id="3" name="object 3"/>
          <p:cNvSpPr/>
          <p:nvPr/>
        </p:nvSpPr>
        <p:spPr>
          <a:xfrm>
            <a:off x="2177529" y="1807946"/>
            <a:ext cx="1786255" cy="1731645"/>
          </a:xfrm>
          <a:custGeom>
            <a:avLst/>
            <a:gdLst/>
            <a:ahLst/>
            <a:cxnLst/>
            <a:rect l="l" t="t" r="r" b="b"/>
            <a:pathLst>
              <a:path w="1786254" h="1731645">
                <a:moveTo>
                  <a:pt x="893063" y="1731645"/>
                </a:moveTo>
                <a:lnTo>
                  <a:pt x="844063" y="1730363"/>
                </a:lnTo>
                <a:lnTo>
                  <a:pt x="795754" y="1726564"/>
                </a:lnTo>
                <a:lnTo>
                  <a:pt x="748203" y="1720312"/>
                </a:lnTo>
                <a:lnTo>
                  <a:pt x="701479" y="1711675"/>
                </a:lnTo>
                <a:lnTo>
                  <a:pt x="655650" y="1700716"/>
                </a:lnTo>
                <a:lnTo>
                  <a:pt x="610785" y="1687504"/>
                </a:lnTo>
                <a:lnTo>
                  <a:pt x="566950" y="1672104"/>
                </a:lnTo>
                <a:lnTo>
                  <a:pt x="524215" y="1654581"/>
                </a:lnTo>
                <a:lnTo>
                  <a:pt x="482647" y="1635003"/>
                </a:lnTo>
                <a:lnTo>
                  <a:pt x="442315" y="1613434"/>
                </a:lnTo>
                <a:lnTo>
                  <a:pt x="403287" y="1589942"/>
                </a:lnTo>
                <a:lnTo>
                  <a:pt x="365630" y="1564591"/>
                </a:lnTo>
                <a:lnTo>
                  <a:pt x="329413" y="1537448"/>
                </a:lnTo>
                <a:lnTo>
                  <a:pt x="294703" y="1508580"/>
                </a:lnTo>
                <a:lnTo>
                  <a:pt x="261570" y="1478051"/>
                </a:lnTo>
                <a:lnTo>
                  <a:pt x="230081" y="1445928"/>
                </a:lnTo>
                <a:lnTo>
                  <a:pt x="200304" y="1412278"/>
                </a:lnTo>
                <a:lnTo>
                  <a:pt x="172308" y="1377165"/>
                </a:lnTo>
                <a:lnTo>
                  <a:pt x="146160" y="1340657"/>
                </a:lnTo>
                <a:lnTo>
                  <a:pt x="121928" y="1302819"/>
                </a:lnTo>
                <a:lnTo>
                  <a:pt x="99681" y="1263717"/>
                </a:lnTo>
                <a:lnTo>
                  <a:pt x="79486" y="1223418"/>
                </a:lnTo>
                <a:lnTo>
                  <a:pt x="61413" y="1181986"/>
                </a:lnTo>
                <a:lnTo>
                  <a:pt x="45528" y="1139489"/>
                </a:lnTo>
                <a:lnTo>
                  <a:pt x="31900" y="1095992"/>
                </a:lnTo>
                <a:lnTo>
                  <a:pt x="20598" y="1051561"/>
                </a:lnTo>
                <a:lnTo>
                  <a:pt x="11688" y="1006263"/>
                </a:lnTo>
                <a:lnTo>
                  <a:pt x="5240" y="960163"/>
                </a:lnTo>
                <a:lnTo>
                  <a:pt x="1321" y="913327"/>
                </a:lnTo>
                <a:lnTo>
                  <a:pt x="0" y="865822"/>
                </a:lnTo>
                <a:lnTo>
                  <a:pt x="1321" y="818317"/>
                </a:lnTo>
                <a:lnTo>
                  <a:pt x="5240" y="771481"/>
                </a:lnTo>
                <a:lnTo>
                  <a:pt x="11688" y="725381"/>
                </a:lnTo>
                <a:lnTo>
                  <a:pt x="20598" y="680083"/>
                </a:lnTo>
                <a:lnTo>
                  <a:pt x="31900" y="635652"/>
                </a:lnTo>
                <a:lnTo>
                  <a:pt x="45528" y="592155"/>
                </a:lnTo>
                <a:lnTo>
                  <a:pt x="61413" y="549658"/>
                </a:lnTo>
                <a:lnTo>
                  <a:pt x="79486" y="508226"/>
                </a:lnTo>
                <a:lnTo>
                  <a:pt x="99681" y="467927"/>
                </a:lnTo>
                <a:lnTo>
                  <a:pt x="121928" y="428825"/>
                </a:lnTo>
                <a:lnTo>
                  <a:pt x="146160" y="390987"/>
                </a:lnTo>
                <a:lnTo>
                  <a:pt x="172308" y="354479"/>
                </a:lnTo>
                <a:lnTo>
                  <a:pt x="200304" y="319366"/>
                </a:lnTo>
                <a:lnTo>
                  <a:pt x="230081" y="285716"/>
                </a:lnTo>
                <a:lnTo>
                  <a:pt x="261570" y="253593"/>
                </a:lnTo>
                <a:lnTo>
                  <a:pt x="294703" y="223064"/>
                </a:lnTo>
                <a:lnTo>
                  <a:pt x="329413" y="194196"/>
                </a:lnTo>
                <a:lnTo>
                  <a:pt x="365630" y="167053"/>
                </a:lnTo>
                <a:lnTo>
                  <a:pt x="403287" y="141702"/>
                </a:lnTo>
                <a:lnTo>
                  <a:pt x="442315" y="118210"/>
                </a:lnTo>
                <a:lnTo>
                  <a:pt x="482647" y="96641"/>
                </a:lnTo>
                <a:lnTo>
                  <a:pt x="524215" y="77063"/>
                </a:lnTo>
                <a:lnTo>
                  <a:pt x="566950" y="59540"/>
                </a:lnTo>
                <a:lnTo>
                  <a:pt x="610785" y="44140"/>
                </a:lnTo>
                <a:lnTo>
                  <a:pt x="655650" y="30928"/>
                </a:lnTo>
                <a:lnTo>
                  <a:pt x="701479" y="19969"/>
                </a:lnTo>
                <a:lnTo>
                  <a:pt x="748203" y="11332"/>
                </a:lnTo>
                <a:lnTo>
                  <a:pt x="795754" y="5080"/>
                </a:lnTo>
                <a:lnTo>
                  <a:pt x="844063" y="1281"/>
                </a:lnTo>
                <a:lnTo>
                  <a:pt x="893063" y="0"/>
                </a:lnTo>
                <a:lnTo>
                  <a:pt x="942064" y="1281"/>
                </a:lnTo>
                <a:lnTo>
                  <a:pt x="990373" y="5080"/>
                </a:lnTo>
                <a:lnTo>
                  <a:pt x="1037924" y="11332"/>
                </a:lnTo>
                <a:lnTo>
                  <a:pt x="1084648" y="19969"/>
                </a:lnTo>
                <a:lnTo>
                  <a:pt x="1130477" y="30928"/>
                </a:lnTo>
                <a:lnTo>
                  <a:pt x="1175342" y="44140"/>
                </a:lnTo>
                <a:lnTo>
                  <a:pt x="1219177" y="59540"/>
                </a:lnTo>
                <a:lnTo>
                  <a:pt x="1261912" y="77063"/>
                </a:lnTo>
                <a:lnTo>
                  <a:pt x="1303480" y="96641"/>
                </a:lnTo>
                <a:lnTo>
                  <a:pt x="1343812" y="118210"/>
                </a:lnTo>
                <a:lnTo>
                  <a:pt x="1382840" y="141702"/>
                </a:lnTo>
                <a:lnTo>
                  <a:pt x="1420497" y="167053"/>
                </a:lnTo>
                <a:lnTo>
                  <a:pt x="1456714" y="194196"/>
                </a:lnTo>
                <a:lnTo>
                  <a:pt x="1491424" y="223064"/>
                </a:lnTo>
                <a:lnTo>
                  <a:pt x="1524557" y="253593"/>
                </a:lnTo>
                <a:lnTo>
                  <a:pt x="1556046" y="285716"/>
                </a:lnTo>
                <a:lnTo>
                  <a:pt x="1585823" y="319366"/>
                </a:lnTo>
                <a:lnTo>
                  <a:pt x="1613819" y="354479"/>
                </a:lnTo>
                <a:lnTo>
                  <a:pt x="1639967" y="390987"/>
                </a:lnTo>
                <a:lnTo>
                  <a:pt x="1664199" y="428825"/>
                </a:lnTo>
                <a:lnTo>
                  <a:pt x="1686446" y="467927"/>
                </a:lnTo>
                <a:lnTo>
                  <a:pt x="1706641" y="508226"/>
                </a:lnTo>
                <a:lnTo>
                  <a:pt x="1724714" y="549658"/>
                </a:lnTo>
                <a:lnTo>
                  <a:pt x="1740599" y="592155"/>
                </a:lnTo>
                <a:lnTo>
                  <a:pt x="1754227" y="635652"/>
                </a:lnTo>
                <a:lnTo>
                  <a:pt x="1765529" y="680083"/>
                </a:lnTo>
                <a:lnTo>
                  <a:pt x="1774439" y="725381"/>
                </a:lnTo>
                <a:lnTo>
                  <a:pt x="1780887" y="771481"/>
                </a:lnTo>
                <a:lnTo>
                  <a:pt x="1784806" y="818317"/>
                </a:lnTo>
                <a:lnTo>
                  <a:pt x="1786127" y="865822"/>
                </a:lnTo>
                <a:lnTo>
                  <a:pt x="1784806" y="913327"/>
                </a:lnTo>
                <a:lnTo>
                  <a:pt x="1780887" y="960163"/>
                </a:lnTo>
                <a:lnTo>
                  <a:pt x="1774439" y="1006263"/>
                </a:lnTo>
                <a:lnTo>
                  <a:pt x="1765529" y="1051561"/>
                </a:lnTo>
                <a:lnTo>
                  <a:pt x="1754227" y="1095992"/>
                </a:lnTo>
                <a:lnTo>
                  <a:pt x="1740599" y="1139489"/>
                </a:lnTo>
                <a:lnTo>
                  <a:pt x="1724714" y="1181986"/>
                </a:lnTo>
                <a:lnTo>
                  <a:pt x="1706641" y="1223418"/>
                </a:lnTo>
                <a:lnTo>
                  <a:pt x="1686446" y="1263717"/>
                </a:lnTo>
                <a:lnTo>
                  <a:pt x="1664199" y="1302819"/>
                </a:lnTo>
                <a:lnTo>
                  <a:pt x="1639967" y="1340657"/>
                </a:lnTo>
                <a:lnTo>
                  <a:pt x="1613819" y="1377165"/>
                </a:lnTo>
                <a:lnTo>
                  <a:pt x="1585823" y="1412278"/>
                </a:lnTo>
                <a:lnTo>
                  <a:pt x="1556046" y="1445928"/>
                </a:lnTo>
                <a:lnTo>
                  <a:pt x="1524557" y="1478051"/>
                </a:lnTo>
                <a:lnTo>
                  <a:pt x="1491424" y="1508580"/>
                </a:lnTo>
                <a:lnTo>
                  <a:pt x="1456714" y="1537448"/>
                </a:lnTo>
                <a:lnTo>
                  <a:pt x="1420497" y="1564591"/>
                </a:lnTo>
                <a:lnTo>
                  <a:pt x="1382840" y="1589942"/>
                </a:lnTo>
                <a:lnTo>
                  <a:pt x="1343812" y="1613434"/>
                </a:lnTo>
                <a:lnTo>
                  <a:pt x="1303480" y="1635003"/>
                </a:lnTo>
                <a:lnTo>
                  <a:pt x="1261912" y="1654581"/>
                </a:lnTo>
                <a:lnTo>
                  <a:pt x="1219177" y="1672104"/>
                </a:lnTo>
                <a:lnTo>
                  <a:pt x="1175342" y="1687504"/>
                </a:lnTo>
                <a:lnTo>
                  <a:pt x="1130477" y="1700716"/>
                </a:lnTo>
                <a:lnTo>
                  <a:pt x="1084648" y="1711675"/>
                </a:lnTo>
                <a:lnTo>
                  <a:pt x="1037924" y="1720312"/>
                </a:lnTo>
                <a:lnTo>
                  <a:pt x="990373" y="1726564"/>
                </a:lnTo>
                <a:lnTo>
                  <a:pt x="942064" y="1730363"/>
                </a:lnTo>
                <a:lnTo>
                  <a:pt x="893063" y="1731645"/>
                </a:lnTo>
                <a:close/>
              </a:path>
            </a:pathLst>
          </a:custGeom>
          <a:solidFill>
            <a:srgbClr val="4990E1">
              <a:alpha val="90199"/>
            </a:srgbClr>
          </a:solidFill>
        </p:spPr>
        <p:txBody>
          <a:bodyPr wrap="square" lIns="0" tIns="0" rIns="0" bIns="0" rtlCol="0"/>
          <a:lstStyle/>
          <a:p>
            <a:endParaRPr/>
          </a:p>
        </p:txBody>
      </p:sp>
      <p:sp>
        <p:nvSpPr>
          <p:cNvPr id="4" name="object 4"/>
          <p:cNvSpPr txBox="1"/>
          <p:nvPr/>
        </p:nvSpPr>
        <p:spPr>
          <a:xfrm>
            <a:off x="2364739" y="2324100"/>
            <a:ext cx="1438275" cy="731520"/>
          </a:xfrm>
          <a:prstGeom prst="rect">
            <a:avLst/>
          </a:prstGeom>
        </p:spPr>
        <p:txBody>
          <a:bodyPr vert="horz" wrap="square" lIns="0" tIns="12700" rIns="0" bIns="0" rtlCol="0">
            <a:spAutoFit/>
          </a:bodyPr>
          <a:lstStyle/>
          <a:p>
            <a:pPr marL="48895">
              <a:lnSpc>
                <a:spcPct val="100000"/>
              </a:lnSpc>
              <a:spcBef>
                <a:spcPts val="100"/>
              </a:spcBef>
            </a:pPr>
            <a:r>
              <a:rPr sz="1800" b="1" dirty="0">
                <a:solidFill>
                  <a:srgbClr val="FFFFFF"/>
                </a:solidFill>
                <a:latin typeface="Microsoft JhengHei"/>
                <a:cs typeface="Microsoft JhengHei"/>
              </a:rPr>
              <a:t>1</a:t>
            </a:r>
            <a:r>
              <a:rPr sz="1800" b="1" spc="25" dirty="0">
                <a:solidFill>
                  <a:srgbClr val="FFFFFF"/>
                </a:solidFill>
                <a:latin typeface="Microsoft JhengHei"/>
                <a:cs typeface="Microsoft JhengHei"/>
              </a:rPr>
              <a:t>. 知识唤醒</a:t>
            </a:r>
            <a:endParaRPr sz="1800">
              <a:latin typeface="Microsoft JhengHei"/>
              <a:cs typeface="Microsoft JhengHei"/>
            </a:endParaRPr>
          </a:p>
          <a:p>
            <a:pPr marL="12700">
              <a:lnSpc>
                <a:spcPct val="100000"/>
              </a:lnSpc>
              <a:spcBef>
                <a:spcPts val="1480"/>
              </a:spcBef>
            </a:pPr>
            <a:r>
              <a:rPr sz="1600" spc="-40" dirty="0">
                <a:solidFill>
                  <a:srgbClr val="FFFFFF"/>
                </a:solidFill>
                <a:latin typeface="宋体"/>
                <a:cs typeface="宋体"/>
              </a:rPr>
              <a:t>AI</a:t>
            </a:r>
            <a:r>
              <a:rPr sz="1600" spc="-20" dirty="0">
                <a:solidFill>
                  <a:srgbClr val="FFFFFF"/>
                </a:solidFill>
                <a:latin typeface="宋体"/>
                <a:cs typeface="宋体"/>
              </a:rPr>
              <a:t>辅助头脑风</a:t>
            </a:r>
            <a:r>
              <a:rPr sz="1600" spc="-50" dirty="0">
                <a:solidFill>
                  <a:srgbClr val="FFFFFF"/>
                </a:solidFill>
                <a:latin typeface="宋体"/>
                <a:cs typeface="宋体"/>
              </a:rPr>
              <a:t>暴</a:t>
            </a:r>
            <a:endParaRPr sz="1600">
              <a:latin typeface="宋体"/>
              <a:cs typeface="宋体"/>
            </a:endParaRPr>
          </a:p>
        </p:txBody>
      </p:sp>
      <p:grpSp>
        <p:nvGrpSpPr>
          <p:cNvPr id="5" name="object 5"/>
          <p:cNvGrpSpPr/>
          <p:nvPr/>
        </p:nvGrpSpPr>
        <p:grpSpPr>
          <a:xfrm>
            <a:off x="3963657" y="1807946"/>
            <a:ext cx="2800350" cy="1731645"/>
            <a:chOff x="3963657" y="1807946"/>
            <a:chExt cx="2800350" cy="1731645"/>
          </a:xfrm>
        </p:grpSpPr>
        <p:sp>
          <p:nvSpPr>
            <p:cNvPr id="6" name="object 6"/>
            <p:cNvSpPr/>
            <p:nvPr/>
          </p:nvSpPr>
          <p:spPr>
            <a:xfrm>
              <a:off x="3963657" y="2673769"/>
              <a:ext cx="1005205" cy="0"/>
            </a:xfrm>
            <a:custGeom>
              <a:avLst/>
              <a:gdLst/>
              <a:ahLst/>
              <a:cxnLst/>
              <a:rect l="l" t="t" r="r" b="b"/>
              <a:pathLst>
                <a:path w="1005204">
                  <a:moveTo>
                    <a:pt x="1004697" y="0"/>
                  </a:moveTo>
                  <a:lnTo>
                    <a:pt x="0" y="0"/>
                  </a:lnTo>
                </a:path>
              </a:pathLst>
            </a:custGeom>
            <a:solidFill>
              <a:srgbClr val="000000"/>
            </a:solidFill>
          </p:spPr>
          <p:txBody>
            <a:bodyPr wrap="square" lIns="0" tIns="0" rIns="0" bIns="0" rtlCol="0"/>
            <a:lstStyle/>
            <a:p>
              <a:endParaRPr/>
            </a:p>
          </p:txBody>
        </p:sp>
        <p:sp>
          <p:nvSpPr>
            <p:cNvPr id="7" name="object 7"/>
            <p:cNvSpPr/>
            <p:nvPr/>
          </p:nvSpPr>
          <p:spPr>
            <a:xfrm>
              <a:off x="3963657" y="2664028"/>
              <a:ext cx="1005205" cy="19685"/>
            </a:xfrm>
            <a:custGeom>
              <a:avLst/>
              <a:gdLst/>
              <a:ahLst/>
              <a:cxnLst/>
              <a:rect l="l" t="t" r="r" b="b"/>
              <a:pathLst>
                <a:path w="1005204" h="19685">
                  <a:moveTo>
                    <a:pt x="1004697" y="19469"/>
                  </a:moveTo>
                  <a:lnTo>
                    <a:pt x="0" y="19469"/>
                  </a:lnTo>
                  <a:lnTo>
                    <a:pt x="0" y="0"/>
                  </a:lnTo>
                  <a:lnTo>
                    <a:pt x="1004697" y="0"/>
                  </a:lnTo>
                  <a:lnTo>
                    <a:pt x="1004697" y="19469"/>
                  </a:lnTo>
                  <a:close/>
                </a:path>
              </a:pathLst>
            </a:custGeom>
            <a:solidFill>
              <a:srgbClr val="333333"/>
            </a:solidFill>
          </p:spPr>
          <p:txBody>
            <a:bodyPr wrap="square" lIns="0" tIns="0" rIns="0" bIns="0" rtlCol="0"/>
            <a:lstStyle/>
            <a:p>
              <a:endParaRPr/>
            </a:p>
          </p:txBody>
        </p:sp>
        <p:sp>
          <p:nvSpPr>
            <p:cNvPr id="8" name="object 8"/>
            <p:cNvSpPr/>
            <p:nvPr/>
          </p:nvSpPr>
          <p:spPr>
            <a:xfrm>
              <a:off x="4977536" y="1807946"/>
              <a:ext cx="1786255" cy="1731645"/>
            </a:xfrm>
            <a:custGeom>
              <a:avLst/>
              <a:gdLst/>
              <a:ahLst/>
              <a:cxnLst/>
              <a:rect l="l" t="t" r="r" b="b"/>
              <a:pathLst>
                <a:path w="1786254" h="1731645">
                  <a:moveTo>
                    <a:pt x="893063" y="1731645"/>
                  </a:moveTo>
                  <a:lnTo>
                    <a:pt x="844063" y="1730363"/>
                  </a:lnTo>
                  <a:lnTo>
                    <a:pt x="795754" y="1726564"/>
                  </a:lnTo>
                  <a:lnTo>
                    <a:pt x="748203" y="1720312"/>
                  </a:lnTo>
                  <a:lnTo>
                    <a:pt x="701479" y="1711675"/>
                  </a:lnTo>
                  <a:lnTo>
                    <a:pt x="655650" y="1700716"/>
                  </a:lnTo>
                  <a:lnTo>
                    <a:pt x="610785" y="1687504"/>
                  </a:lnTo>
                  <a:lnTo>
                    <a:pt x="566950" y="1672104"/>
                  </a:lnTo>
                  <a:lnTo>
                    <a:pt x="524215" y="1654581"/>
                  </a:lnTo>
                  <a:lnTo>
                    <a:pt x="482647" y="1635003"/>
                  </a:lnTo>
                  <a:lnTo>
                    <a:pt x="442315" y="1613434"/>
                  </a:lnTo>
                  <a:lnTo>
                    <a:pt x="403287" y="1589942"/>
                  </a:lnTo>
                  <a:lnTo>
                    <a:pt x="365630" y="1564591"/>
                  </a:lnTo>
                  <a:lnTo>
                    <a:pt x="329413" y="1537448"/>
                  </a:lnTo>
                  <a:lnTo>
                    <a:pt x="294703" y="1508580"/>
                  </a:lnTo>
                  <a:lnTo>
                    <a:pt x="261570" y="1478051"/>
                  </a:lnTo>
                  <a:lnTo>
                    <a:pt x="230081" y="1445928"/>
                  </a:lnTo>
                  <a:lnTo>
                    <a:pt x="200304" y="1412278"/>
                  </a:lnTo>
                  <a:lnTo>
                    <a:pt x="172308" y="1377165"/>
                  </a:lnTo>
                  <a:lnTo>
                    <a:pt x="146160" y="1340657"/>
                  </a:lnTo>
                  <a:lnTo>
                    <a:pt x="121928" y="1302819"/>
                  </a:lnTo>
                  <a:lnTo>
                    <a:pt x="99681" y="1263717"/>
                  </a:lnTo>
                  <a:lnTo>
                    <a:pt x="79486" y="1223418"/>
                  </a:lnTo>
                  <a:lnTo>
                    <a:pt x="61413" y="1181986"/>
                  </a:lnTo>
                  <a:lnTo>
                    <a:pt x="45528" y="1139489"/>
                  </a:lnTo>
                  <a:lnTo>
                    <a:pt x="31900" y="1095992"/>
                  </a:lnTo>
                  <a:lnTo>
                    <a:pt x="20598" y="1051561"/>
                  </a:lnTo>
                  <a:lnTo>
                    <a:pt x="11688" y="1006263"/>
                  </a:lnTo>
                  <a:lnTo>
                    <a:pt x="5240" y="960163"/>
                  </a:lnTo>
                  <a:lnTo>
                    <a:pt x="1321" y="913327"/>
                  </a:lnTo>
                  <a:lnTo>
                    <a:pt x="0" y="865822"/>
                  </a:lnTo>
                  <a:lnTo>
                    <a:pt x="1321" y="818317"/>
                  </a:lnTo>
                  <a:lnTo>
                    <a:pt x="5240" y="771481"/>
                  </a:lnTo>
                  <a:lnTo>
                    <a:pt x="11688" y="725381"/>
                  </a:lnTo>
                  <a:lnTo>
                    <a:pt x="20598" y="680083"/>
                  </a:lnTo>
                  <a:lnTo>
                    <a:pt x="31900" y="635652"/>
                  </a:lnTo>
                  <a:lnTo>
                    <a:pt x="45528" y="592155"/>
                  </a:lnTo>
                  <a:lnTo>
                    <a:pt x="61413" y="549658"/>
                  </a:lnTo>
                  <a:lnTo>
                    <a:pt x="79486" y="508226"/>
                  </a:lnTo>
                  <a:lnTo>
                    <a:pt x="99681" y="467927"/>
                  </a:lnTo>
                  <a:lnTo>
                    <a:pt x="121928" y="428825"/>
                  </a:lnTo>
                  <a:lnTo>
                    <a:pt x="146160" y="390987"/>
                  </a:lnTo>
                  <a:lnTo>
                    <a:pt x="172308" y="354479"/>
                  </a:lnTo>
                  <a:lnTo>
                    <a:pt x="200304" y="319366"/>
                  </a:lnTo>
                  <a:lnTo>
                    <a:pt x="230081" y="285716"/>
                  </a:lnTo>
                  <a:lnTo>
                    <a:pt x="261570" y="253593"/>
                  </a:lnTo>
                  <a:lnTo>
                    <a:pt x="294703" y="223064"/>
                  </a:lnTo>
                  <a:lnTo>
                    <a:pt x="329413" y="194196"/>
                  </a:lnTo>
                  <a:lnTo>
                    <a:pt x="365630" y="167053"/>
                  </a:lnTo>
                  <a:lnTo>
                    <a:pt x="403287" y="141702"/>
                  </a:lnTo>
                  <a:lnTo>
                    <a:pt x="442315" y="118210"/>
                  </a:lnTo>
                  <a:lnTo>
                    <a:pt x="482647" y="96641"/>
                  </a:lnTo>
                  <a:lnTo>
                    <a:pt x="524215" y="77063"/>
                  </a:lnTo>
                  <a:lnTo>
                    <a:pt x="566950" y="59540"/>
                  </a:lnTo>
                  <a:lnTo>
                    <a:pt x="610785" y="44140"/>
                  </a:lnTo>
                  <a:lnTo>
                    <a:pt x="655650" y="30928"/>
                  </a:lnTo>
                  <a:lnTo>
                    <a:pt x="701479" y="19969"/>
                  </a:lnTo>
                  <a:lnTo>
                    <a:pt x="748203" y="11332"/>
                  </a:lnTo>
                  <a:lnTo>
                    <a:pt x="795754" y="5080"/>
                  </a:lnTo>
                  <a:lnTo>
                    <a:pt x="844063" y="1281"/>
                  </a:lnTo>
                  <a:lnTo>
                    <a:pt x="893063" y="0"/>
                  </a:lnTo>
                  <a:lnTo>
                    <a:pt x="942063" y="1281"/>
                  </a:lnTo>
                  <a:lnTo>
                    <a:pt x="990371" y="5080"/>
                  </a:lnTo>
                  <a:lnTo>
                    <a:pt x="1037921" y="11332"/>
                  </a:lnTo>
                  <a:lnTo>
                    <a:pt x="1084644" y="19969"/>
                  </a:lnTo>
                  <a:lnTo>
                    <a:pt x="1130472" y="30928"/>
                  </a:lnTo>
                  <a:lnTo>
                    <a:pt x="1175338" y="44140"/>
                  </a:lnTo>
                  <a:lnTo>
                    <a:pt x="1219172" y="59540"/>
                  </a:lnTo>
                  <a:lnTo>
                    <a:pt x="1261907" y="77063"/>
                  </a:lnTo>
                  <a:lnTo>
                    <a:pt x="1303474" y="96641"/>
                  </a:lnTo>
                  <a:lnTo>
                    <a:pt x="1343806" y="118210"/>
                  </a:lnTo>
                  <a:lnTo>
                    <a:pt x="1382835" y="141702"/>
                  </a:lnTo>
                  <a:lnTo>
                    <a:pt x="1420492" y="167053"/>
                  </a:lnTo>
                  <a:lnTo>
                    <a:pt x="1456709" y="194196"/>
                  </a:lnTo>
                  <a:lnTo>
                    <a:pt x="1491419" y="223064"/>
                  </a:lnTo>
                  <a:lnTo>
                    <a:pt x="1524552" y="253593"/>
                  </a:lnTo>
                  <a:lnTo>
                    <a:pt x="1556041" y="285716"/>
                  </a:lnTo>
                  <a:lnTo>
                    <a:pt x="1585819" y="319366"/>
                  </a:lnTo>
                  <a:lnTo>
                    <a:pt x="1613816" y="354479"/>
                  </a:lnTo>
                  <a:lnTo>
                    <a:pt x="1639964" y="390987"/>
                  </a:lnTo>
                  <a:lnTo>
                    <a:pt x="1664196" y="428825"/>
                  </a:lnTo>
                  <a:lnTo>
                    <a:pt x="1686444" y="467927"/>
                  </a:lnTo>
                  <a:lnTo>
                    <a:pt x="1706639" y="508226"/>
                  </a:lnTo>
                  <a:lnTo>
                    <a:pt x="1724713" y="549658"/>
                  </a:lnTo>
                  <a:lnTo>
                    <a:pt x="1740598" y="592155"/>
                  </a:lnTo>
                  <a:lnTo>
                    <a:pt x="1754226" y="635652"/>
                  </a:lnTo>
                  <a:lnTo>
                    <a:pt x="1765529" y="680083"/>
                  </a:lnTo>
                  <a:lnTo>
                    <a:pt x="1774439" y="725381"/>
                  </a:lnTo>
                  <a:lnTo>
                    <a:pt x="1780887" y="771481"/>
                  </a:lnTo>
                  <a:lnTo>
                    <a:pt x="1784806" y="818317"/>
                  </a:lnTo>
                  <a:lnTo>
                    <a:pt x="1786127" y="865822"/>
                  </a:lnTo>
                  <a:lnTo>
                    <a:pt x="1784806" y="913327"/>
                  </a:lnTo>
                  <a:lnTo>
                    <a:pt x="1780887" y="960163"/>
                  </a:lnTo>
                  <a:lnTo>
                    <a:pt x="1774439" y="1006263"/>
                  </a:lnTo>
                  <a:lnTo>
                    <a:pt x="1765529" y="1051561"/>
                  </a:lnTo>
                  <a:lnTo>
                    <a:pt x="1754226" y="1095992"/>
                  </a:lnTo>
                  <a:lnTo>
                    <a:pt x="1740598" y="1139489"/>
                  </a:lnTo>
                  <a:lnTo>
                    <a:pt x="1724713" y="1181986"/>
                  </a:lnTo>
                  <a:lnTo>
                    <a:pt x="1706639" y="1223418"/>
                  </a:lnTo>
                  <a:lnTo>
                    <a:pt x="1686444" y="1263717"/>
                  </a:lnTo>
                  <a:lnTo>
                    <a:pt x="1664196" y="1302819"/>
                  </a:lnTo>
                  <a:lnTo>
                    <a:pt x="1639964" y="1340657"/>
                  </a:lnTo>
                  <a:lnTo>
                    <a:pt x="1613816" y="1377165"/>
                  </a:lnTo>
                  <a:lnTo>
                    <a:pt x="1585819" y="1412278"/>
                  </a:lnTo>
                  <a:lnTo>
                    <a:pt x="1556041" y="1445928"/>
                  </a:lnTo>
                  <a:lnTo>
                    <a:pt x="1524552" y="1478051"/>
                  </a:lnTo>
                  <a:lnTo>
                    <a:pt x="1491419" y="1508580"/>
                  </a:lnTo>
                  <a:lnTo>
                    <a:pt x="1456709" y="1537448"/>
                  </a:lnTo>
                  <a:lnTo>
                    <a:pt x="1420492" y="1564591"/>
                  </a:lnTo>
                  <a:lnTo>
                    <a:pt x="1382835" y="1589942"/>
                  </a:lnTo>
                  <a:lnTo>
                    <a:pt x="1343806" y="1613434"/>
                  </a:lnTo>
                  <a:lnTo>
                    <a:pt x="1303474" y="1635003"/>
                  </a:lnTo>
                  <a:lnTo>
                    <a:pt x="1261907" y="1654581"/>
                  </a:lnTo>
                  <a:lnTo>
                    <a:pt x="1219172" y="1672104"/>
                  </a:lnTo>
                  <a:lnTo>
                    <a:pt x="1175338" y="1687504"/>
                  </a:lnTo>
                  <a:lnTo>
                    <a:pt x="1130472" y="1700716"/>
                  </a:lnTo>
                  <a:lnTo>
                    <a:pt x="1084644" y="1711675"/>
                  </a:lnTo>
                  <a:lnTo>
                    <a:pt x="1037921" y="1720312"/>
                  </a:lnTo>
                  <a:lnTo>
                    <a:pt x="990371" y="1726564"/>
                  </a:lnTo>
                  <a:lnTo>
                    <a:pt x="942063" y="1730363"/>
                  </a:lnTo>
                  <a:lnTo>
                    <a:pt x="893063" y="1731645"/>
                  </a:lnTo>
                  <a:close/>
                </a:path>
              </a:pathLst>
            </a:custGeom>
            <a:solidFill>
              <a:srgbClr val="50B7C1">
                <a:alpha val="90199"/>
              </a:srgbClr>
            </a:solidFill>
          </p:spPr>
          <p:txBody>
            <a:bodyPr wrap="square" lIns="0" tIns="0" rIns="0" bIns="0" rtlCol="0"/>
            <a:lstStyle/>
            <a:p>
              <a:endParaRPr/>
            </a:p>
          </p:txBody>
        </p:sp>
      </p:grpSp>
      <p:sp>
        <p:nvSpPr>
          <p:cNvPr id="9" name="object 9"/>
          <p:cNvSpPr txBox="1"/>
          <p:nvPr/>
        </p:nvSpPr>
        <p:spPr>
          <a:xfrm>
            <a:off x="5180965" y="2324100"/>
            <a:ext cx="1438275" cy="737870"/>
          </a:xfrm>
          <a:prstGeom prst="rect">
            <a:avLst/>
          </a:prstGeom>
        </p:spPr>
        <p:txBody>
          <a:bodyPr vert="horz" wrap="square" lIns="0" tIns="12700" rIns="0" bIns="0" rtlCol="0">
            <a:spAutoFit/>
          </a:bodyPr>
          <a:lstStyle/>
          <a:p>
            <a:pPr marL="65405">
              <a:lnSpc>
                <a:spcPct val="100000"/>
              </a:lnSpc>
              <a:spcBef>
                <a:spcPts val="100"/>
              </a:spcBef>
            </a:pPr>
            <a:r>
              <a:rPr sz="1800" b="1" dirty="0">
                <a:solidFill>
                  <a:srgbClr val="FFFFFF"/>
                </a:solidFill>
                <a:latin typeface="Microsoft JhengHei"/>
                <a:cs typeface="Microsoft JhengHei"/>
              </a:rPr>
              <a:t>2</a:t>
            </a:r>
            <a:r>
              <a:rPr sz="1800" b="1" spc="25" dirty="0">
                <a:solidFill>
                  <a:srgbClr val="FFFFFF"/>
                </a:solidFill>
                <a:latin typeface="Microsoft JhengHei"/>
                <a:cs typeface="Microsoft JhengHei"/>
              </a:rPr>
              <a:t>. 知识整合</a:t>
            </a:r>
            <a:endParaRPr sz="1800">
              <a:latin typeface="Microsoft JhengHei"/>
              <a:cs typeface="Microsoft JhengHei"/>
            </a:endParaRPr>
          </a:p>
          <a:p>
            <a:pPr marL="12700">
              <a:lnSpc>
                <a:spcPct val="100000"/>
              </a:lnSpc>
              <a:spcBef>
                <a:spcPts val="1530"/>
              </a:spcBef>
            </a:pPr>
            <a:r>
              <a:rPr sz="1600" spc="-40" dirty="0">
                <a:solidFill>
                  <a:srgbClr val="FFFFFF"/>
                </a:solidFill>
                <a:latin typeface="宋体"/>
                <a:cs typeface="宋体"/>
              </a:rPr>
              <a:t>AI</a:t>
            </a:r>
            <a:r>
              <a:rPr sz="1600" spc="-20" dirty="0">
                <a:solidFill>
                  <a:srgbClr val="FFFFFF"/>
                </a:solidFill>
                <a:latin typeface="宋体"/>
                <a:cs typeface="宋体"/>
              </a:rPr>
              <a:t>辅助关联分</a:t>
            </a:r>
            <a:r>
              <a:rPr sz="1600" spc="-50" dirty="0">
                <a:solidFill>
                  <a:srgbClr val="FFFFFF"/>
                </a:solidFill>
                <a:latin typeface="宋体"/>
                <a:cs typeface="宋体"/>
              </a:rPr>
              <a:t>析</a:t>
            </a:r>
            <a:endParaRPr sz="1600">
              <a:latin typeface="宋体"/>
              <a:cs typeface="宋体"/>
            </a:endParaRPr>
          </a:p>
        </p:txBody>
      </p:sp>
      <p:grpSp>
        <p:nvGrpSpPr>
          <p:cNvPr id="10" name="object 10"/>
          <p:cNvGrpSpPr/>
          <p:nvPr/>
        </p:nvGrpSpPr>
        <p:grpSpPr>
          <a:xfrm>
            <a:off x="6763664" y="1807946"/>
            <a:ext cx="2795905" cy="1731645"/>
            <a:chOff x="6763664" y="1807946"/>
            <a:chExt cx="2795905" cy="1731645"/>
          </a:xfrm>
        </p:grpSpPr>
        <p:sp>
          <p:nvSpPr>
            <p:cNvPr id="11" name="object 11"/>
            <p:cNvSpPr/>
            <p:nvPr/>
          </p:nvSpPr>
          <p:spPr>
            <a:xfrm>
              <a:off x="6763664" y="2673769"/>
              <a:ext cx="1005205" cy="0"/>
            </a:xfrm>
            <a:custGeom>
              <a:avLst/>
              <a:gdLst/>
              <a:ahLst/>
              <a:cxnLst/>
              <a:rect l="l" t="t" r="r" b="b"/>
              <a:pathLst>
                <a:path w="1005204">
                  <a:moveTo>
                    <a:pt x="1004697" y="0"/>
                  </a:moveTo>
                  <a:lnTo>
                    <a:pt x="0" y="0"/>
                  </a:lnTo>
                </a:path>
              </a:pathLst>
            </a:custGeom>
            <a:solidFill>
              <a:srgbClr val="000000"/>
            </a:solidFill>
          </p:spPr>
          <p:txBody>
            <a:bodyPr wrap="square" lIns="0" tIns="0" rIns="0" bIns="0" rtlCol="0"/>
            <a:lstStyle/>
            <a:p>
              <a:endParaRPr/>
            </a:p>
          </p:txBody>
        </p:sp>
        <p:sp>
          <p:nvSpPr>
            <p:cNvPr id="12" name="object 12"/>
            <p:cNvSpPr/>
            <p:nvPr/>
          </p:nvSpPr>
          <p:spPr>
            <a:xfrm>
              <a:off x="6763664" y="2664028"/>
              <a:ext cx="1005205" cy="19685"/>
            </a:xfrm>
            <a:custGeom>
              <a:avLst/>
              <a:gdLst/>
              <a:ahLst/>
              <a:cxnLst/>
              <a:rect l="l" t="t" r="r" b="b"/>
              <a:pathLst>
                <a:path w="1005204" h="19685">
                  <a:moveTo>
                    <a:pt x="1004697" y="19469"/>
                  </a:moveTo>
                  <a:lnTo>
                    <a:pt x="0" y="19469"/>
                  </a:lnTo>
                  <a:lnTo>
                    <a:pt x="0" y="0"/>
                  </a:lnTo>
                  <a:lnTo>
                    <a:pt x="1004697" y="0"/>
                  </a:lnTo>
                  <a:lnTo>
                    <a:pt x="1004697" y="19469"/>
                  </a:lnTo>
                  <a:close/>
                </a:path>
              </a:pathLst>
            </a:custGeom>
            <a:solidFill>
              <a:srgbClr val="333333"/>
            </a:solidFill>
          </p:spPr>
          <p:txBody>
            <a:bodyPr wrap="square" lIns="0" tIns="0" rIns="0" bIns="0" rtlCol="0"/>
            <a:lstStyle/>
            <a:p>
              <a:endParaRPr/>
            </a:p>
          </p:txBody>
        </p:sp>
        <p:sp>
          <p:nvSpPr>
            <p:cNvPr id="13" name="object 13"/>
            <p:cNvSpPr/>
            <p:nvPr/>
          </p:nvSpPr>
          <p:spPr>
            <a:xfrm>
              <a:off x="7773086" y="1807946"/>
              <a:ext cx="1786255" cy="1731645"/>
            </a:xfrm>
            <a:custGeom>
              <a:avLst/>
              <a:gdLst/>
              <a:ahLst/>
              <a:cxnLst/>
              <a:rect l="l" t="t" r="r" b="b"/>
              <a:pathLst>
                <a:path w="1786254" h="1731645">
                  <a:moveTo>
                    <a:pt x="893127" y="1731645"/>
                  </a:moveTo>
                  <a:lnTo>
                    <a:pt x="844124" y="1730363"/>
                  </a:lnTo>
                  <a:lnTo>
                    <a:pt x="795812" y="1726564"/>
                  </a:lnTo>
                  <a:lnTo>
                    <a:pt x="748258" y="1720312"/>
                  </a:lnTo>
                  <a:lnTo>
                    <a:pt x="701532" y="1711675"/>
                  </a:lnTo>
                  <a:lnTo>
                    <a:pt x="655700" y="1700716"/>
                  </a:lnTo>
                  <a:lnTo>
                    <a:pt x="610832" y="1687504"/>
                  </a:lnTo>
                  <a:lnTo>
                    <a:pt x="566994" y="1672104"/>
                  </a:lnTo>
                  <a:lnTo>
                    <a:pt x="524256" y="1654581"/>
                  </a:lnTo>
                  <a:lnTo>
                    <a:pt x="482686" y="1635003"/>
                  </a:lnTo>
                  <a:lnTo>
                    <a:pt x="442351" y="1613434"/>
                  </a:lnTo>
                  <a:lnTo>
                    <a:pt x="403319" y="1589942"/>
                  </a:lnTo>
                  <a:lnTo>
                    <a:pt x="365660" y="1564591"/>
                  </a:lnTo>
                  <a:lnTo>
                    <a:pt x="329440" y="1537448"/>
                  </a:lnTo>
                  <a:lnTo>
                    <a:pt x="294728" y="1508580"/>
                  </a:lnTo>
                  <a:lnTo>
                    <a:pt x="261593" y="1478051"/>
                  </a:lnTo>
                  <a:lnTo>
                    <a:pt x="230101" y="1445928"/>
                  </a:lnTo>
                  <a:lnTo>
                    <a:pt x="200322" y="1412278"/>
                  </a:lnTo>
                  <a:lnTo>
                    <a:pt x="172323" y="1377165"/>
                  </a:lnTo>
                  <a:lnTo>
                    <a:pt x="146173" y="1340657"/>
                  </a:lnTo>
                  <a:lnTo>
                    <a:pt x="121939" y="1302819"/>
                  </a:lnTo>
                  <a:lnTo>
                    <a:pt x="99690" y="1263717"/>
                  </a:lnTo>
                  <a:lnTo>
                    <a:pt x="79494" y="1223418"/>
                  </a:lnTo>
                  <a:lnTo>
                    <a:pt x="61418" y="1181986"/>
                  </a:lnTo>
                  <a:lnTo>
                    <a:pt x="45532" y="1139489"/>
                  </a:lnTo>
                  <a:lnTo>
                    <a:pt x="31903" y="1095992"/>
                  </a:lnTo>
                  <a:lnTo>
                    <a:pt x="20600" y="1051561"/>
                  </a:lnTo>
                  <a:lnTo>
                    <a:pt x="11689" y="1006263"/>
                  </a:lnTo>
                  <a:lnTo>
                    <a:pt x="5240" y="960163"/>
                  </a:lnTo>
                  <a:lnTo>
                    <a:pt x="1321" y="913327"/>
                  </a:lnTo>
                  <a:lnTo>
                    <a:pt x="0" y="865822"/>
                  </a:lnTo>
                  <a:lnTo>
                    <a:pt x="1321" y="818317"/>
                  </a:lnTo>
                  <a:lnTo>
                    <a:pt x="5240" y="771481"/>
                  </a:lnTo>
                  <a:lnTo>
                    <a:pt x="11689" y="725381"/>
                  </a:lnTo>
                  <a:lnTo>
                    <a:pt x="20600" y="680083"/>
                  </a:lnTo>
                  <a:lnTo>
                    <a:pt x="31903" y="635652"/>
                  </a:lnTo>
                  <a:lnTo>
                    <a:pt x="45532" y="592155"/>
                  </a:lnTo>
                  <a:lnTo>
                    <a:pt x="61418" y="549658"/>
                  </a:lnTo>
                  <a:lnTo>
                    <a:pt x="79494" y="508226"/>
                  </a:lnTo>
                  <a:lnTo>
                    <a:pt x="99690" y="467927"/>
                  </a:lnTo>
                  <a:lnTo>
                    <a:pt x="121939" y="428825"/>
                  </a:lnTo>
                  <a:lnTo>
                    <a:pt x="146173" y="390987"/>
                  </a:lnTo>
                  <a:lnTo>
                    <a:pt x="172323" y="354479"/>
                  </a:lnTo>
                  <a:lnTo>
                    <a:pt x="200322" y="319366"/>
                  </a:lnTo>
                  <a:lnTo>
                    <a:pt x="230101" y="285716"/>
                  </a:lnTo>
                  <a:lnTo>
                    <a:pt x="261593" y="253593"/>
                  </a:lnTo>
                  <a:lnTo>
                    <a:pt x="294728" y="223064"/>
                  </a:lnTo>
                  <a:lnTo>
                    <a:pt x="329440" y="194196"/>
                  </a:lnTo>
                  <a:lnTo>
                    <a:pt x="365660" y="167053"/>
                  </a:lnTo>
                  <a:lnTo>
                    <a:pt x="403319" y="141702"/>
                  </a:lnTo>
                  <a:lnTo>
                    <a:pt x="442351" y="118210"/>
                  </a:lnTo>
                  <a:lnTo>
                    <a:pt x="482686" y="96641"/>
                  </a:lnTo>
                  <a:lnTo>
                    <a:pt x="524256" y="77063"/>
                  </a:lnTo>
                  <a:lnTo>
                    <a:pt x="566994" y="59540"/>
                  </a:lnTo>
                  <a:lnTo>
                    <a:pt x="610832" y="44140"/>
                  </a:lnTo>
                  <a:lnTo>
                    <a:pt x="655700" y="30928"/>
                  </a:lnTo>
                  <a:lnTo>
                    <a:pt x="701532" y="19969"/>
                  </a:lnTo>
                  <a:lnTo>
                    <a:pt x="748258" y="11332"/>
                  </a:lnTo>
                  <a:lnTo>
                    <a:pt x="795812" y="5080"/>
                  </a:lnTo>
                  <a:lnTo>
                    <a:pt x="844124" y="1281"/>
                  </a:lnTo>
                  <a:lnTo>
                    <a:pt x="893127" y="0"/>
                  </a:lnTo>
                  <a:lnTo>
                    <a:pt x="942131" y="1281"/>
                  </a:lnTo>
                  <a:lnTo>
                    <a:pt x="990444" y="5080"/>
                  </a:lnTo>
                  <a:lnTo>
                    <a:pt x="1037999" y="11332"/>
                  </a:lnTo>
                  <a:lnTo>
                    <a:pt x="1084726" y="19969"/>
                  </a:lnTo>
                  <a:lnTo>
                    <a:pt x="1130558" y="30928"/>
                  </a:lnTo>
                  <a:lnTo>
                    <a:pt x="1175427" y="44140"/>
                  </a:lnTo>
                  <a:lnTo>
                    <a:pt x="1219265" y="59540"/>
                  </a:lnTo>
                  <a:lnTo>
                    <a:pt x="1262003" y="77063"/>
                  </a:lnTo>
                  <a:lnTo>
                    <a:pt x="1303574" y="96641"/>
                  </a:lnTo>
                  <a:lnTo>
                    <a:pt x="1343909" y="118210"/>
                  </a:lnTo>
                  <a:lnTo>
                    <a:pt x="1382940" y="141702"/>
                  </a:lnTo>
                  <a:lnTo>
                    <a:pt x="1420600" y="167053"/>
                  </a:lnTo>
                  <a:lnTo>
                    <a:pt x="1456819" y="194196"/>
                  </a:lnTo>
                  <a:lnTo>
                    <a:pt x="1491531" y="223064"/>
                  </a:lnTo>
                  <a:lnTo>
                    <a:pt x="1524666" y="253593"/>
                  </a:lnTo>
                  <a:lnTo>
                    <a:pt x="1556157" y="285716"/>
                  </a:lnTo>
                  <a:lnTo>
                    <a:pt x="1585936" y="319366"/>
                  </a:lnTo>
                  <a:lnTo>
                    <a:pt x="1613935" y="354479"/>
                  </a:lnTo>
                  <a:lnTo>
                    <a:pt x="1640085" y="390987"/>
                  </a:lnTo>
                  <a:lnTo>
                    <a:pt x="1664318" y="428825"/>
                  </a:lnTo>
                  <a:lnTo>
                    <a:pt x="1686567" y="467927"/>
                  </a:lnTo>
                  <a:lnTo>
                    <a:pt x="1706762" y="508226"/>
                  </a:lnTo>
                  <a:lnTo>
                    <a:pt x="1724837" y="549658"/>
                  </a:lnTo>
                  <a:lnTo>
                    <a:pt x="1740723" y="592155"/>
                  </a:lnTo>
                  <a:lnTo>
                    <a:pt x="1754352" y="635652"/>
                  </a:lnTo>
                  <a:lnTo>
                    <a:pt x="1765655" y="680083"/>
                  </a:lnTo>
                  <a:lnTo>
                    <a:pt x="1774565" y="725381"/>
                  </a:lnTo>
                  <a:lnTo>
                    <a:pt x="1781014" y="771481"/>
                  </a:lnTo>
                  <a:lnTo>
                    <a:pt x="1784933" y="818317"/>
                  </a:lnTo>
                  <a:lnTo>
                    <a:pt x="1786254" y="865822"/>
                  </a:lnTo>
                  <a:lnTo>
                    <a:pt x="1784933" y="913327"/>
                  </a:lnTo>
                  <a:lnTo>
                    <a:pt x="1781014" y="960163"/>
                  </a:lnTo>
                  <a:lnTo>
                    <a:pt x="1774565" y="1006263"/>
                  </a:lnTo>
                  <a:lnTo>
                    <a:pt x="1765655" y="1051561"/>
                  </a:lnTo>
                  <a:lnTo>
                    <a:pt x="1754352" y="1095992"/>
                  </a:lnTo>
                  <a:lnTo>
                    <a:pt x="1740723" y="1139489"/>
                  </a:lnTo>
                  <a:lnTo>
                    <a:pt x="1724837" y="1181986"/>
                  </a:lnTo>
                  <a:lnTo>
                    <a:pt x="1706762" y="1223418"/>
                  </a:lnTo>
                  <a:lnTo>
                    <a:pt x="1686567" y="1263717"/>
                  </a:lnTo>
                  <a:lnTo>
                    <a:pt x="1664318" y="1302819"/>
                  </a:lnTo>
                  <a:lnTo>
                    <a:pt x="1640085" y="1340657"/>
                  </a:lnTo>
                  <a:lnTo>
                    <a:pt x="1613935" y="1377165"/>
                  </a:lnTo>
                  <a:lnTo>
                    <a:pt x="1585936" y="1412278"/>
                  </a:lnTo>
                  <a:lnTo>
                    <a:pt x="1556157" y="1445928"/>
                  </a:lnTo>
                  <a:lnTo>
                    <a:pt x="1524666" y="1478051"/>
                  </a:lnTo>
                  <a:lnTo>
                    <a:pt x="1491531" y="1508580"/>
                  </a:lnTo>
                  <a:lnTo>
                    <a:pt x="1456819" y="1537448"/>
                  </a:lnTo>
                  <a:lnTo>
                    <a:pt x="1420600" y="1564591"/>
                  </a:lnTo>
                  <a:lnTo>
                    <a:pt x="1382940" y="1589942"/>
                  </a:lnTo>
                  <a:lnTo>
                    <a:pt x="1343909" y="1613434"/>
                  </a:lnTo>
                  <a:lnTo>
                    <a:pt x="1303574" y="1635003"/>
                  </a:lnTo>
                  <a:lnTo>
                    <a:pt x="1262003" y="1654581"/>
                  </a:lnTo>
                  <a:lnTo>
                    <a:pt x="1219265" y="1672104"/>
                  </a:lnTo>
                  <a:lnTo>
                    <a:pt x="1175427" y="1687504"/>
                  </a:lnTo>
                  <a:lnTo>
                    <a:pt x="1130558" y="1700716"/>
                  </a:lnTo>
                  <a:lnTo>
                    <a:pt x="1084726" y="1711675"/>
                  </a:lnTo>
                  <a:lnTo>
                    <a:pt x="1037999" y="1720312"/>
                  </a:lnTo>
                  <a:lnTo>
                    <a:pt x="990444" y="1726564"/>
                  </a:lnTo>
                  <a:lnTo>
                    <a:pt x="942131" y="1730363"/>
                  </a:lnTo>
                  <a:lnTo>
                    <a:pt x="893127" y="1731645"/>
                  </a:lnTo>
                  <a:close/>
                </a:path>
              </a:pathLst>
            </a:custGeom>
            <a:solidFill>
              <a:srgbClr val="86D068">
                <a:alpha val="90199"/>
              </a:srgbClr>
            </a:solidFill>
          </p:spPr>
          <p:txBody>
            <a:bodyPr wrap="square" lIns="0" tIns="0" rIns="0" bIns="0" rtlCol="0"/>
            <a:lstStyle/>
            <a:p>
              <a:endParaRPr/>
            </a:p>
          </p:txBody>
        </p:sp>
      </p:grpSp>
      <p:sp>
        <p:nvSpPr>
          <p:cNvPr id="14" name="object 14"/>
          <p:cNvSpPr txBox="1"/>
          <p:nvPr/>
        </p:nvSpPr>
        <p:spPr>
          <a:xfrm>
            <a:off x="7947659" y="2299970"/>
            <a:ext cx="1447165" cy="777240"/>
          </a:xfrm>
          <a:prstGeom prst="rect">
            <a:avLst/>
          </a:prstGeom>
        </p:spPr>
        <p:txBody>
          <a:bodyPr vert="horz" wrap="square" lIns="0" tIns="12700" rIns="0" bIns="0" rtlCol="0">
            <a:spAutoFit/>
          </a:bodyPr>
          <a:lstStyle/>
          <a:p>
            <a:pPr marL="107950">
              <a:lnSpc>
                <a:spcPct val="100000"/>
              </a:lnSpc>
              <a:spcBef>
                <a:spcPts val="100"/>
              </a:spcBef>
            </a:pPr>
            <a:r>
              <a:rPr sz="1800" b="1" dirty="0">
                <a:solidFill>
                  <a:srgbClr val="FFFFFF"/>
                </a:solidFill>
                <a:latin typeface="Microsoft JhengHei"/>
                <a:cs typeface="Microsoft JhengHei"/>
              </a:rPr>
              <a:t>3</a:t>
            </a:r>
            <a:r>
              <a:rPr sz="1800" b="1" spc="25" dirty="0">
                <a:solidFill>
                  <a:srgbClr val="FFFFFF"/>
                </a:solidFill>
                <a:latin typeface="Microsoft JhengHei"/>
                <a:cs typeface="Microsoft JhengHei"/>
              </a:rPr>
              <a:t>. 提示构建</a:t>
            </a:r>
            <a:endParaRPr sz="1800">
              <a:latin typeface="Microsoft JhengHei"/>
              <a:cs typeface="Microsoft JhengHei"/>
            </a:endParaRPr>
          </a:p>
          <a:p>
            <a:pPr marL="12700">
              <a:lnSpc>
                <a:spcPct val="100000"/>
              </a:lnSpc>
              <a:spcBef>
                <a:spcPts val="1840"/>
              </a:spcBef>
            </a:pPr>
            <a:r>
              <a:rPr sz="1600" spc="-20" dirty="0">
                <a:solidFill>
                  <a:srgbClr val="FFFFFF"/>
                </a:solidFill>
                <a:latin typeface="宋体"/>
                <a:cs typeface="宋体"/>
              </a:rPr>
              <a:t>形成结构化提</a:t>
            </a:r>
            <a:r>
              <a:rPr sz="1600" spc="-50" dirty="0">
                <a:solidFill>
                  <a:srgbClr val="FFFFFF"/>
                </a:solidFill>
                <a:latin typeface="宋体"/>
                <a:cs typeface="宋体"/>
              </a:rPr>
              <a:t>示</a:t>
            </a:r>
            <a:endParaRPr sz="1600">
              <a:latin typeface="宋体"/>
              <a:cs typeface="宋体"/>
            </a:endParaRPr>
          </a:p>
        </p:txBody>
      </p:sp>
      <p:sp>
        <p:nvSpPr>
          <p:cNvPr id="15" name="object 15"/>
          <p:cNvSpPr txBox="1"/>
          <p:nvPr/>
        </p:nvSpPr>
        <p:spPr>
          <a:xfrm>
            <a:off x="1950085" y="4446777"/>
            <a:ext cx="2331085" cy="901700"/>
          </a:xfrm>
          <a:prstGeom prst="rect">
            <a:avLst/>
          </a:prstGeom>
        </p:spPr>
        <p:txBody>
          <a:bodyPr vert="horz" wrap="square" lIns="0" tIns="60960" rIns="0" bIns="0" rtlCol="0">
            <a:spAutoFit/>
          </a:bodyPr>
          <a:lstStyle/>
          <a:p>
            <a:pPr marL="298450" indent="-285750">
              <a:lnSpc>
                <a:spcPct val="100000"/>
              </a:lnSpc>
              <a:spcBef>
                <a:spcPts val="480"/>
              </a:spcBef>
              <a:buFont typeface="Arial"/>
              <a:buChar char="•"/>
              <a:tabLst>
                <a:tab pos="297815" algn="l"/>
                <a:tab pos="298450" algn="l"/>
              </a:tabLst>
            </a:pPr>
            <a:r>
              <a:rPr sz="1600" spc="-20" dirty="0">
                <a:latin typeface="宋体"/>
                <a:cs typeface="宋体"/>
              </a:rPr>
              <a:t>让</a:t>
            </a:r>
            <a:r>
              <a:rPr sz="1600" spc="-10" dirty="0">
                <a:latin typeface="Arial"/>
                <a:cs typeface="Arial"/>
              </a:rPr>
              <a:t>AI</a:t>
            </a:r>
            <a:r>
              <a:rPr sz="1600" spc="-25" dirty="0">
                <a:latin typeface="宋体"/>
                <a:cs typeface="宋体"/>
              </a:rPr>
              <a:t>列出关键概念清单</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0" dirty="0">
                <a:latin typeface="宋体"/>
                <a:cs typeface="宋体"/>
              </a:rPr>
              <a:t>通过</a:t>
            </a:r>
            <a:r>
              <a:rPr sz="1600" spc="-10" dirty="0">
                <a:latin typeface="Arial"/>
                <a:cs typeface="Arial"/>
              </a:rPr>
              <a:t>AI</a:t>
            </a:r>
            <a:r>
              <a:rPr sz="1600" spc="-30" dirty="0">
                <a:latin typeface="宋体"/>
                <a:cs typeface="宋体"/>
              </a:rPr>
              <a:t>提问激发思考</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0" dirty="0">
                <a:latin typeface="宋体"/>
                <a:cs typeface="宋体"/>
              </a:rPr>
              <a:t>用</a:t>
            </a:r>
            <a:r>
              <a:rPr sz="1600" spc="-10" dirty="0">
                <a:latin typeface="Arial"/>
                <a:cs typeface="Arial"/>
              </a:rPr>
              <a:t>AI</a:t>
            </a:r>
            <a:r>
              <a:rPr sz="1600" spc="-25" dirty="0">
                <a:latin typeface="宋体"/>
                <a:cs typeface="宋体"/>
              </a:rPr>
              <a:t>拓展思维维度</a:t>
            </a:r>
            <a:endParaRPr sz="1600">
              <a:latin typeface="宋体"/>
              <a:cs typeface="宋体"/>
            </a:endParaRPr>
          </a:p>
        </p:txBody>
      </p:sp>
      <p:sp>
        <p:nvSpPr>
          <p:cNvPr id="16" name="object 16"/>
          <p:cNvSpPr txBox="1"/>
          <p:nvPr/>
        </p:nvSpPr>
        <p:spPr>
          <a:xfrm>
            <a:off x="2410396" y="3889946"/>
            <a:ext cx="140017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知识唤醒阶段</a:t>
            </a:r>
            <a:endParaRPr sz="1800">
              <a:latin typeface="Microsoft JhengHei"/>
              <a:cs typeface="Microsoft JhengHei"/>
            </a:endParaRPr>
          </a:p>
        </p:txBody>
      </p:sp>
      <p:sp>
        <p:nvSpPr>
          <p:cNvPr id="17" name="object 17"/>
          <p:cNvSpPr txBox="1"/>
          <p:nvPr/>
        </p:nvSpPr>
        <p:spPr>
          <a:xfrm>
            <a:off x="5194236" y="3889946"/>
            <a:ext cx="140017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知识整合阶段</a:t>
            </a:r>
            <a:endParaRPr sz="1800">
              <a:latin typeface="Microsoft JhengHei"/>
              <a:cs typeface="Microsoft JhengHei"/>
            </a:endParaRPr>
          </a:p>
        </p:txBody>
      </p:sp>
      <p:sp>
        <p:nvSpPr>
          <p:cNvPr id="18" name="object 18"/>
          <p:cNvSpPr txBox="1"/>
          <p:nvPr/>
        </p:nvSpPr>
        <p:spPr>
          <a:xfrm>
            <a:off x="4876165" y="4460113"/>
            <a:ext cx="2127885" cy="901700"/>
          </a:xfrm>
          <a:prstGeom prst="rect">
            <a:avLst/>
          </a:prstGeom>
        </p:spPr>
        <p:txBody>
          <a:bodyPr vert="horz" wrap="square" lIns="0" tIns="60960" rIns="0" bIns="0" rtlCol="0">
            <a:spAutoFit/>
          </a:bodyPr>
          <a:lstStyle/>
          <a:p>
            <a:pPr marL="298450" indent="-285750">
              <a:lnSpc>
                <a:spcPct val="100000"/>
              </a:lnSpc>
              <a:spcBef>
                <a:spcPts val="480"/>
              </a:spcBef>
              <a:buChar char="•"/>
              <a:tabLst>
                <a:tab pos="297815" algn="l"/>
                <a:tab pos="298450" algn="l"/>
              </a:tabLst>
            </a:pPr>
            <a:r>
              <a:rPr sz="1600" spc="-10" dirty="0">
                <a:latin typeface="Arial"/>
                <a:cs typeface="Arial"/>
              </a:rPr>
              <a:t>AI</a:t>
            </a:r>
            <a:r>
              <a:rPr sz="1600" spc="-25" dirty="0">
                <a:latin typeface="宋体"/>
                <a:cs typeface="宋体"/>
              </a:rPr>
              <a:t>协助建立知识关联</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发现知识应用场景</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形成系统化观点</a:t>
            </a:r>
            <a:endParaRPr sz="1600">
              <a:latin typeface="宋体"/>
              <a:cs typeface="宋体"/>
            </a:endParaRPr>
          </a:p>
        </p:txBody>
      </p:sp>
      <p:sp>
        <p:nvSpPr>
          <p:cNvPr id="19" name="object 19"/>
          <p:cNvSpPr txBox="1"/>
          <p:nvPr/>
        </p:nvSpPr>
        <p:spPr>
          <a:xfrm>
            <a:off x="8009826" y="3889946"/>
            <a:ext cx="140017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提示构建阶段</a:t>
            </a:r>
            <a:endParaRPr sz="1800">
              <a:latin typeface="Microsoft JhengHei"/>
              <a:cs typeface="Microsoft JhengHei"/>
            </a:endParaRPr>
          </a:p>
        </p:txBody>
      </p:sp>
      <p:sp>
        <p:nvSpPr>
          <p:cNvPr id="20" name="object 20"/>
          <p:cNvSpPr txBox="1"/>
          <p:nvPr/>
        </p:nvSpPr>
        <p:spPr>
          <a:xfrm>
            <a:off x="7771765" y="4460113"/>
            <a:ext cx="1936114" cy="901700"/>
          </a:xfrm>
          <a:prstGeom prst="rect">
            <a:avLst/>
          </a:prstGeom>
        </p:spPr>
        <p:txBody>
          <a:bodyPr vert="horz" wrap="square" lIns="0" tIns="60960" rIns="0" bIns="0" rtlCol="0">
            <a:spAutoFit/>
          </a:bodyPr>
          <a:lstStyle/>
          <a:p>
            <a:pPr marL="298450" indent="-285750">
              <a:lnSpc>
                <a:spcPct val="100000"/>
              </a:lnSpc>
              <a:spcBef>
                <a:spcPts val="480"/>
              </a:spcBef>
              <a:buFont typeface="Arial"/>
              <a:buChar char="•"/>
              <a:tabLst>
                <a:tab pos="297815" algn="l"/>
                <a:tab pos="298450" algn="l"/>
              </a:tabLst>
            </a:pPr>
            <a:r>
              <a:rPr sz="1600" spc="-25" dirty="0">
                <a:latin typeface="宋体"/>
                <a:cs typeface="宋体"/>
              </a:rPr>
              <a:t>整合关键信息要素</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构建清晰的结构</a:t>
            </a:r>
            <a:endParaRPr sz="1600">
              <a:latin typeface="宋体"/>
              <a:cs typeface="宋体"/>
            </a:endParaRPr>
          </a:p>
          <a:p>
            <a:pPr marL="298450" indent="-285750">
              <a:lnSpc>
                <a:spcPct val="100000"/>
              </a:lnSpc>
              <a:spcBef>
                <a:spcPts val="380"/>
              </a:spcBef>
              <a:buFont typeface="Arial"/>
              <a:buChar char="•"/>
              <a:tabLst>
                <a:tab pos="297815" algn="l"/>
                <a:tab pos="298450" algn="l"/>
              </a:tabLst>
            </a:pPr>
            <a:r>
              <a:rPr sz="1600" spc="-25" dirty="0">
                <a:latin typeface="宋体"/>
                <a:cs typeface="宋体"/>
              </a:rPr>
              <a:t>设定具体的约束</a:t>
            </a:r>
            <a:endParaRPr sz="1600">
              <a:latin typeface="宋体"/>
              <a:cs typeface="宋体"/>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4944110" cy="634365"/>
          </a:xfrm>
          <a:prstGeom prst="rect">
            <a:avLst/>
          </a:prstGeom>
        </p:spPr>
        <p:txBody>
          <a:bodyPr vert="horz" wrap="square" lIns="0" tIns="12065" rIns="0" bIns="0" rtlCol="0">
            <a:spAutoFit/>
          </a:bodyPr>
          <a:lstStyle/>
          <a:p>
            <a:pPr marL="12700">
              <a:lnSpc>
                <a:spcPct val="100000"/>
              </a:lnSpc>
              <a:spcBef>
                <a:spcPts val="95"/>
              </a:spcBef>
            </a:pPr>
            <a:r>
              <a:rPr sz="4000" spc="280" dirty="0">
                <a:latin typeface="Arial"/>
                <a:cs typeface="Arial"/>
              </a:rPr>
              <a:t>AI</a:t>
            </a:r>
            <a:r>
              <a:rPr sz="4000" spc="270" dirty="0"/>
              <a:t>辅助知识生成进</a:t>
            </a:r>
            <a:r>
              <a:rPr sz="4000" spc="-50" dirty="0"/>
              <a:t>化</a:t>
            </a:r>
            <a:endParaRPr sz="4000">
              <a:latin typeface="Arial"/>
              <a:cs typeface="Arial"/>
            </a:endParaRPr>
          </a:p>
        </p:txBody>
      </p:sp>
      <p:pic>
        <p:nvPicPr>
          <p:cNvPr id="3" name="object 3"/>
          <p:cNvPicPr/>
          <p:nvPr/>
        </p:nvPicPr>
        <p:blipFill>
          <a:blip r:embed="rId2" cstate="print"/>
          <a:stretch>
            <a:fillRect/>
          </a:stretch>
        </p:blipFill>
        <p:spPr>
          <a:xfrm>
            <a:off x="584978" y="1411393"/>
            <a:ext cx="2289876" cy="1490274"/>
          </a:xfrm>
          <a:prstGeom prst="rect">
            <a:avLst/>
          </a:prstGeom>
        </p:spPr>
      </p:pic>
      <p:sp>
        <p:nvSpPr>
          <p:cNvPr id="4" name="object 4"/>
          <p:cNvSpPr txBox="1"/>
          <p:nvPr/>
        </p:nvSpPr>
        <p:spPr>
          <a:xfrm>
            <a:off x="887869" y="1756549"/>
            <a:ext cx="1678939"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Microsoft JhengHei"/>
                <a:cs typeface="Microsoft JhengHei"/>
              </a:rPr>
              <a:t>1</a:t>
            </a:r>
            <a:r>
              <a:rPr sz="1800" b="1" spc="15" dirty="0">
                <a:latin typeface="Microsoft JhengHei"/>
                <a:cs typeface="Microsoft JhengHei"/>
              </a:rPr>
              <a:t>. 知识获取增强</a:t>
            </a:r>
            <a:endParaRPr sz="1800">
              <a:latin typeface="Microsoft JhengHei"/>
              <a:cs typeface="Microsoft JhengHei"/>
            </a:endParaRPr>
          </a:p>
        </p:txBody>
      </p:sp>
      <p:grpSp>
        <p:nvGrpSpPr>
          <p:cNvPr id="5" name="object 5"/>
          <p:cNvGrpSpPr/>
          <p:nvPr/>
        </p:nvGrpSpPr>
        <p:grpSpPr>
          <a:xfrm>
            <a:off x="3039808" y="1407858"/>
            <a:ext cx="8317865" cy="1085850"/>
            <a:chOff x="3039808" y="1407858"/>
            <a:chExt cx="8317865" cy="1085850"/>
          </a:xfrm>
        </p:grpSpPr>
        <p:sp>
          <p:nvSpPr>
            <p:cNvPr id="6" name="object 6"/>
            <p:cNvSpPr/>
            <p:nvPr/>
          </p:nvSpPr>
          <p:spPr>
            <a:xfrm>
              <a:off x="3039808" y="1407858"/>
              <a:ext cx="8317865" cy="1085850"/>
            </a:xfrm>
            <a:custGeom>
              <a:avLst/>
              <a:gdLst/>
              <a:ahLst/>
              <a:cxnLst/>
              <a:rect l="l" t="t" r="r" b="b"/>
              <a:pathLst>
                <a:path w="8317865" h="1085850">
                  <a:moveTo>
                    <a:pt x="8317864" y="1085849"/>
                  </a:moveTo>
                  <a:lnTo>
                    <a:pt x="0" y="1085849"/>
                  </a:lnTo>
                  <a:lnTo>
                    <a:pt x="0" y="0"/>
                  </a:lnTo>
                  <a:lnTo>
                    <a:pt x="8317864" y="0"/>
                  </a:lnTo>
                  <a:lnTo>
                    <a:pt x="8317864" y="6349"/>
                  </a:lnTo>
                  <a:lnTo>
                    <a:pt x="12700" y="6349"/>
                  </a:lnTo>
                  <a:lnTo>
                    <a:pt x="6350" y="12699"/>
                  </a:lnTo>
                  <a:lnTo>
                    <a:pt x="12700" y="12699"/>
                  </a:lnTo>
                  <a:lnTo>
                    <a:pt x="12700" y="1073149"/>
                  </a:lnTo>
                  <a:lnTo>
                    <a:pt x="6350" y="1073149"/>
                  </a:lnTo>
                  <a:lnTo>
                    <a:pt x="12700" y="1079499"/>
                  </a:lnTo>
                  <a:lnTo>
                    <a:pt x="8317864" y="1079499"/>
                  </a:lnTo>
                  <a:lnTo>
                    <a:pt x="8317864" y="1085849"/>
                  </a:lnTo>
                  <a:close/>
                </a:path>
                <a:path w="8317865" h="1085850">
                  <a:moveTo>
                    <a:pt x="12700" y="12699"/>
                  </a:moveTo>
                  <a:lnTo>
                    <a:pt x="6350" y="12699"/>
                  </a:lnTo>
                  <a:lnTo>
                    <a:pt x="12700" y="6349"/>
                  </a:lnTo>
                  <a:lnTo>
                    <a:pt x="12700" y="12699"/>
                  </a:lnTo>
                  <a:close/>
                </a:path>
                <a:path w="8317865" h="1085850">
                  <a:moveTo>
                    <a:pt x="8305164" y="12699"/>
                  </a:moveTo>
                  <a:lnTo>
                    <a:pt x="12700" y="12699"/>
                  </a:lnTo>
                  <a:lnTo>
                    <a:pt x="12700" y="6349"/>
                  </a:lnTo>
                  <a:lnTo>
                    <a:pt x="8305164" y="6349"/>
                  </a:lnTo>
                  <a:lnTo>
                    <a:pt x="8305164" y="12699"/>
                  </a:lnTo>
                  <a:close/>
                </a:path>
                <a:path w="8317865" h="1085850">
                  <a:moveTo>
                    <a:pt x="8305164" y="1079499"/>
                  </a:moveTo>
                  <a:lnTo>
                    <a:pt x="8305164" y="6349"/>
                  </a:lnTo>
                  <a:lnTo>
                    <a:pt x="8311514" y="12699"/>
                  </a:lnTo>
                  <a:lnTo>
                    <a:pt x="8317864" y="12699"/>
                  </a:lnTo>
                  <a:lnTo>
                    <a:pt x="8317864" y="1073149"/>
                  </a:lnTo>
                  <a:lnTo>
                    <a:pt x="8311514" y="1073149"/>
                  </a:lnTo>
                  <a:lnTo>
                    <a:pt x="8305164" y="1079499"/>
                  </a:lnTo>
                  <a:close/>
                </a:path>
                <a:path w="8317865" h="1085850">
                  <a:moveTo>
                    <a:pt x="8317864" y="12699"/>
                  </a:moveTo>
                  <a:lnTo>
                    <a:pt x="8311514" y="12699"/>
                  </a:lnTo>
                  <a:lnTo>
                    <a:pt x="8305164" y="6349"/>
                  </a:lnTo>
                  <a:lnTo>
                    <a:pt x="8317864" y="6349"/>
                  </a:lnTo>
                  <a:lnTo>
                    <a:pt x="8317864" y="12699"/>
                  </a:lnTo>
                  <a:close/>
                </a:path>
                <a:path w="8317865" h="1085850">
                  <a:moveTo>
                    <a:pt x="12700" y="1079499"/>
                  </a:moveTo>
                  <a:lnTo>
                    <a:pt x="6350" y="1073149"/>
                  </a:lnTo>
                  <a:lnTo>
                    <a:pt x="12700" y="1073149"/>
                  </a:lnTo>
                  <a:lnTo>
                    <a:pt x="12700" y="1079499"/>
                  </a:lnTo>
                  <a:close/>
                </a:path>
                <a:path w="8317865" h="1085850">
                  <a:moveTo>
                    <a:pt x="8305164" y="1079499"/>
                  </a:moveTo>
                  <a:lnTo>
                    <a:pt x="12700" y="1079499"/>
                  </a:lnTo>
                  <a:lnTo>
                    <a:pt x="12700" y="1073149"/>
                  </a:lnTo>
                  <a:lnTo>
                    <a:pt x="8305164" y="1073149"/>
                  </a:lnTo>
                  <a:lnTo>
                    <a:pt x="8305164" y="1079499"/>
                  </a:lnTo>
                  <a:close/>
                </a:path>
                <a:path w="8317865" h="1085850">
                  <a:moveTo>
                    <a:pt x="8317864" y="1079499"/>
                  </a:moveTo>
                  <a:lnTo>
                    <a:pt x="8305164" y="1079499"/>
                  </a:lnTo>
                  <a:lnTo>
                    <a:pt x="8311514" y="1073149"/>
                  </a:lnTo>
                  <a:lnTo>
                    <a:pt x="8317864" y="1073149"/>
                  </a:lnTo>
                  <a:lnTo>
                    <a:pt x="8317864" y="1079499"/>
                  </a:lnTo>
                  <a:close/>
                </a:path>
              </a:pathLst>
            </a:custGeom>
            <a:solidFill>
              <a:srgbClr val="D9D9D9"/>
            </a:solidFill>
          </p:spPr>
          <p:txBody>
            <a:bodyPr wrap="square" lIns="0" tIns="0" rIns="0" bIns="0" rtlCol="0"/>
            <a:lstStyle/>
            <a:p>
              <a:endParaRPr/>
            </a:p>
          </p:txBody>
        </p:sp>
        <p:pic>
          <p:nvPicPr>
            <p:cNvPr id="7" name="object 7"/>
            <p:cNvPicPr/>
            <p:nvPr/>
          </p:nvPicPr>
          <p:blipFill>
            <a:blip r:embed="rId3" cstate="print"/>
            <a:stretch>
              <a:fillRect/>
            </a:stretch>
          </p:blipFill>
          <p:spPr>
            <a:xfrm>
              <a:off x="3553752" y="1917319"/>
              <a:ext cx="92278" cy="67068"/>
            </a:xfrm>
            <a:prstGeom prst="rect">
              <a:avLst/>
            </a:prstGeom>
          </p:spPr>
        </p:pic>
      </p:grpSp>
      <p:sp>
        <p:nvSpPr>
          <p:cNvPr id="8" name="object 8"/>
          <p:cNvSpPr txBox="1"/>
          <p:nvPr/>
        </p:nvSpPr>
        <p:spPr>
          <a:xfrm>
            <a:off x="3369068" y="1401970"/>
            <a:ext cx="1862455" cy="995044"/>
          </a:xfrm>
          <a:prstGeom prst="rect">
            <a:avLst/>
          </a:prstGeom>
        </p:spPr>
        <p:txBody>
          <a:bodyPr vert="horz" wrap="square" lIns="0" tIns="121285" rIns="0" bIns="0" rtlCol="0">
            <a:spAutoFit/>
          </a:bodyPr>
          <a:lstStyle/>
          <a:p>
            <a:pPr marL="12700">
              <a:lnSpc>
                <a:spcPct val="100000"/>
              </a:lnSpc>
              <a:spcBef>
                <a:spcPts val="955"/>
              </a:spcBef>
            </a:pPr>
            <a:r>
              <a:rPr sz="1600" spc="-20" dirty="0">
                <a:latin typeface="宋体"/>
                <a:cs typeface="宋体"/>
              </a:rPr>
              <a:t>概念图谱构</a:t>
            </a:r>
            <a:r>
              <a:rPr sz="1600" spc="-50" dirty="0">
                <a:latin typeface="宋体"/>
                <a:cs typeface="宋体"/>
              </a:rPr>
              <a:t>建</a:t>
            </a:r>
            <a:endParaRPr sz="1600">
              <a:latin typeface="宋体"/>
              <a:cs typeface="宋体"/>
            </a:endParaRPr>
          </a:p>
          <a:p>
            <a:pPr marL="248285" indent="-236220">
              <a:lnSpc>
                <a:spcPct val="100000"/>
              </a:lnSpc>
              <a:spcBef>
                <a:spcPts val="760"/>
              </a:spcBef>
              <a:buChar char="•"/>
              <a:tabLst>
                <a:tab pos="248920" algn="l"/>
              </a:tabLst>
            </a:pPr>
            <a:r>
              <a:rPr sz="1400" spc="-45" dirty="0">
                <a:latin typeface="宋体"/>
                <a:cs typeface="宋体"/>
              </a:rPr>
              <a:t>AI</a:t>
            </a:r>
            <a:r>
              <a:rPr sz="1400" spc="-20" dirty="0">
                <a:latin typeface="宋体"/>
                <a:cs typeface="宋体"/>
              </a:rPr>
              <a:t>辅助绘制知识地图</a:t>
            </a:r>
            <a:endParaRPr sz="1400">
              <a:latin typeface="宋体"/>
              <a:cs typeface="宋体"/>
            </a:endParaRPr>
          </a:p>
          <a:p>
            <a:pPr marL="248285" indent="-236220">
              <a:lnSpc>
                <a:spcPct val="100000"/>
              </a:lnSpc>
              <a:spcBef>
                <a:spcPts val="735"/>
              </a:spcBef>
              <a:buChar char="•"/>
              <a:tabLst>
                <a:tab pos="248920" algn="l"/>
              </a:tabLst>
            </a:pPr>
            <a:r>
              <a:rPr sz="1400" spc="-15" dirty="0">
                <a:latin typeface="宋体"/>
                <a:cs typeface="宋体"/>
              </a:rPr>
              <a:t>识别知识关联和缺口</a:t>
            </a:r>
            <a:endParaRPr sz="1400">
              <a:latin typeface="宋体"/>
              <a:cs typeface="宋体"/>
            </a:endParaRPr>
          </a:p>
        </p:txBody>
      </p:sp>
      <p:grpSp>
        <p:nvGrpSpPr>
          <p:cNvPr id="9" name="object 9"/>
          <p:cNvGrpSpPr/>
          <p:nvPr/>
        </p:nvGrpSpPr>
        <p:grpSpPr>
          <a:xfrm>
            <a:off x="6322491" y="1917319"/>
            <a:ext cx="2861310" cy="67310"/>
            <a:chOff x="6322491" y="1917319"/>
            <a:chExt cx="2861310" cy="67310"/>
          </a:xfrm>
        </p:grpSpPr>
        <p:pic>
          <p:nvPicPr>
            <p:cNvPr id="10" name="object 10"/>
            <p:cNvPicPr/>
            <p:nvPr/>
          </p:nvPicPr>
          <p:blipFill>
            <a:blip r:embed="rId4" cstate="print"/>
            <a:stretch>
              <a:fillRect/>
            </a:stretch>
          </p:blipFill>
          <p:spPr>
            <a:xfrm>
              <a:off x="6322491" y="1917319"/>
              <a:ext cx="92278" cy="67068"/>
            </a:xfrm>
            <a:prstGeom prst="rect">
              <a:avLst/>
            </a:prstGeom>
          </p:spPr>
        </p:pic>
        <p:pic>
          <p:nvPicPr>
            <p:cNvPr id="11" name="object 11"/>
            <p:cNvPicPr/>
            <p:nvPr/>
          </p:nvPicPr>
          <p:blipFill>
            <a:blip r:embed="rId4" cstate="print"/>
            <a:stretch>
              <a:fillRect/>
            </a:stretch>
          </p:blipFill>
          <p:spPr>
            <a:xfrm>
              <a:off x="9091244" y="1917319"/>
              <a:ext cx="92278" cy="67068"/>
            </a:xfrm>
            <a:prstGeom prst="rect">
              <a:avLst/>
            </a:prstGeom>
          </p:spPr>
        </p:pic>
      </p:grpSp>
      <p:sp>
        <p:nvSpPr>
          <p:cNvPr id="12" name="object 12"/>
          <p:cNvSpPr txBox="1"/>
          <p:nvPr/>
        </p:nvSpPr>
        <p:spPr>
          <a:xfrm>
            <a:off x="6551472" y="1401970"/>
            <a:ext cx="1243965" cy="995044"/>
          </a:xfrm>
          <a:prstGeom prst="rect">
            <a:avLst/>
          </a:prstGeom>
        </p:spPr>
        <p:txBody>
          <a:bodyPr vert="horz" wrap="square" lIns="0" tIns="121285" rIns="0" bIns="0" rtlCol="0">
            <a:spAutoFit/>
          </a:bodyPr>
          <a:lstStyle/>
          <a:p>
            <a:pPr marL="12700">
              <a:lnSpc>
                <a:spcPct val="100000"/>
              </a:lnSpc>
              <a:spcBef>
                <a:spcPts val="955"/>
              </a:spcBef>
            </a:pPr>
            <a:r>
              <a:rPr sz="1600" spc="-20" dirty="0">
                <a:latin typeface="宋体"/>
                <a:cs typeface="宋体"/>
              </a:rPr>
              <a:t>深度学习对</a:t>
            </a:r>
            <a:r>
              <a:rPr sz="1600" spc="-50" dirty="0">
                <a:latin typeface="宋体"/>
                <a:cs typeface="宋体"/>
              </a:rPr>
              <a:t>话</a:t>
            </a:r>
            <a:endParaRPr sz="1600">
              <a:latin typeface="宋体"/>
              <a:cs typeface="宋体"/>
            </a:endParaRPr>
          </a:p>
          <a:p>
            <a:pPr marL="265430" indent="-236220">
              <a:lnSpc>
                <a:spcPct val="100000"/>
              </a:lnSpc>
              <a:spcBef>
                <a:spcPts val="760"/>
              </a:spcBef>
              <a:buChar char="•"/>
              <a:tabLst>
                <a:tab pos="266065" algn="l"/>
              </a:tabLst>
            </a:pPr>
            <a:r>
              <a:rPr sz="1400" spc="-20" dirty="0">
                <a:latin typeface="宋体"/>
                <a:cs typeface="宋体"/>
              </a:rPr>
              <a:t>主题式探讨</a:t>
            </a:r>
            <a:endParaRPr sz="1400">
              <a:latin typeface="宋体"/>
              <a:cs typeface="宋体"/>
            </a:endParaRPr>
          </a:p>
          <a:p>
            <a:pPr marL="262890" indent="-236220">
              <a:lnSpc>
                <a:spcPct val="100000"/>
              </a:lnSpc>
              <a:spcBef>
                <a:spcPts val="735"/>
              </a:spcBef>
              <a:buChar char="•"/>
              <a:tabLst>
                <a:tab pos="263525" algn="l"/>
              </a:tabLst>
            </a:pPr>
            <a:r>
              <a:rPr sz="1400" spc="-20" dirty="0">
                <a:latin typeface="宋体"/>
                <a:cs typeface="宋体"/>
              </a:rPr>
              <a:t>多角度理解</a:t>
            </a:r>
            <a:endParaRPr sz="1400">
              <a:latin typeface="宋体"/>
              <a:cs typeface="宋体"/>
            </a:endParaRPr>
          </a:p>
        </p:txBody>
      </p:sp>
      <p:sp>
        <p:nvSpPr>
          <p:cNvPr id="13" name="object 13"/>
          <p:cNvSpPr txBox="1"/>
          <p:nvPr/>
        </p:nvSpPr>
        <p:spPr>
          <a:xfrm>
            <a:off x="9291281" y="1401970"/>
            <a:ext cx="1518285" cy="978535"/>
          </a:xfrm>
          <a:prstGeom prst="rect">
            <a:avLst/>
          </a:prstGeom>
        </p:spPr>
        <p:txBody>
          <a:bodyPr vert="horz" wrap="square" lIns="0" tIns="121285" rIns="0" bIns="0" rtlCol="0">
            <a:spAutoFit/>
          </a:bodyPr>
          <a:lstStyle/>
          <a:p>
            <a:pPr marL="12700">
              <a:lnSpc>
                <a:spcPct val="100000"/>
              </a:lnSpc>
              <a:spcBef>
                <a:spcPts val="955"/>
              </a:spcBef>
            </a:pPr>
            <a:r>
              <a:rPr sz="1600" spc="-20" dirty="0">
                <a:latin typeface="宋体"/>
                <a:cs typeface="宋体"/>
              </a:rPr>
              <a:t>知识验</a:t>
            </a:r>
            <a:r>
              <a:rPr sz="1600" spc="-50" dirty="0">
                <a:latin typeface="宋体"/>
                <a:cs typeface="宋体"/>
              </a:rPr>
              <a:t>证</a:t>
            </a:r>
            <a:endParaRPr sz="1600">
              <a:latin typeface="宋体"/>
              <a:cs typeface="宋体"/>
            </a:endParaRPr>
          </a:p>
          <a:p>
            <a:pPr marL="259715" indent="-236220">
              <a:lnSpc>
                <a:spcPct val="100000"/>
              </a:lnSpc>
              <a:spcBef>
                <a:spcPts val="760"/>
              </a:spcBef>
              <a:buChar char="•"/>
              <a:tabLst>
                <a:tab pos="260350" algn="l"/>
              </a:tabLst>
            </a:pPr>
            <a:r>
              <a:rPr sz="1400" spc="-20" dirty="0">
                <a:latin typeface="宋体"/>
                <a:cs typeface="宋体"/>
              </a:rPr>
              <a:t>概念准确性验证</a:t>
            </a:r>
            <a:endParaRPr sz="1400">
              <a:latin typeface="宋体"/>
              <a:cs typeface="宋体"/>
            </a:endParaRPr>
          </a:p>
          <a:p>
            <a:pPr marL="263525" indent="-236220">
              <a:lnSpc>
                <a:spcPct val="100000"/>
              </a:lnSpc>
              <a:spcBef>
                <a:spcPts val="605"/>
              </a:spcBef>
              <a:buChar char="•"/>
              <a:tabLst>
                <a:tab pos="264160" algn="l"/>
              </a:tabLst>
            </a:pPr>
            <a:r>
              <a:rPr sz="1400" spc="-20" dirty="0">
                <a:latin typeface="宋体"/>
                <a:cs typeface="宋体"/>
              </a:rPr>
              <a:t>理解深度测试</a:t>
            </a:r>
            <a:endParaRPr sz="1400">
              <a:latin typeface="宋体"/>
              <a:cs typeface="宋体"/>
            </a:endParaRPr>
          </a:p>
        </p:txBody>
      </p:sp>
      <p:grpSp>
        <p:nvGrpSpPr>
          <p:cNvPr id="14" name="object 14"/>
          <p:cNvGrpSpPr/>
          <p:nvPr/>
        </p:nvGrpSpPr>
        <p:grpSpPr>
          <a:xfrm>
            <a:off x="3042272" y="2731287"/>
            <a:ext cx="8313420" cy="1095375"/>
            <a:chOff x="3042272" y="2731287"/>
            <a:chExt cx="8313420" cy="1095375"/>
          </a:xfrm>
        </p:grpSpPr>
        <p:sp>
          <p:nvSpPr>
            <p:cNvPr id="15" name="object 15"/>
            <p:cNvSpPr/>
            <p:nvPr/>
          </p:nvSpPr>
          <p:spPr>
            <a:xfrm>
              <a:off x="3042272" y="2731287"/>
              <a:ext cx="8313420" cy="1095375"/>
            </a:xfrm>
            <a:custGeom>
              <a:avLst/>
              <a:gdLst/>
              <a:ahLst/>
              <a:cxnLst/>
              <a:rect l="l" t="t" r="r" b="b"/>
              <a:pathLst>
                <a:path w="8313420" h="1095375">
                  <a:moveTo>
                    <a:pt x="8312937" y="1094968"/>
                  </a:moveTo>
                  <a:lnTo>
                    <a:pt x="0" y="1094968"/>
                  </a:lnTo>
                  <a:lnTo>
                    <a:pt x="0" y="0"/>
                  </a:lnTo>
                  <a:lnTo>
                    <a:pt x="8312937" y="0"/>
                  </a:lnTo>
                  <a:lnTo>
                    <a:pt x="8312937" y="3886"/>
                  </a:lnTo>
                  <a:lnTo>
                    <a:pt x="7772" y="3886"/>
                  </a:lnTo>
                  <a:lnTo>
                    <a:pt x="3886" y="7772"/>
                  </a:lnTo>
                  <a:lnTo>
                    <a:pt x="7772" y="7772"/>
                  </a:lnTo>
                  <a:lnTo>
                    <a:pt x="7772" y="1087196"/>
                  </a:lnTo>
                  <a:lnTo>
                    <a:pt x="3886" y="1087196"/>
                  </a:lnTo>
                  <a:lnTo>
                    <a:pt x="7772" y="1091082"/>
                  </a:lnTo>
                  <a:lnTo>
                    <a:pt x="8312937" y="1091082"/>
                  </a:lnTo>
                  <a:lnTo>
                    <a:pt x="8312937" y="1094968"/>
                  </a:lnTo>
                  <a:close/>
                </a:path>
                <a:path w="8313420" h="1095375">
                  <a:moveTo>
                    <a:pt x="7772" y="7772"/>
                  </a:moveTo>
                  <a:lnTo>
                    <a:pt x="3886" y="7772"/>
                  </a:lnTo>
                  <a:lnTo>
                    <a:pt x="7772" y="3886"/>
                  </a:lnTo>
                  <a:lnTo>
                    <a:pt x="7772" y="7772"/>
                  </a:lnTo>
                  <a:close/>
                </a:path>
                <a:path w="8313420" h="1095375">
                  <a:moveTo>
                    <a:pt x="8305165" y="7772"/>
                  </a:moveTo>
                  <a:lnTo>
                    <a:pt x="7772" y="7772"/>
                  </a:lnTo>
                  <a:lnTo>
                    <a:pt x="7772" y="3886"/>
                  </a:lnTo>
                  <a:lnTo>
                    <a:pt x="8305165" y="3886"/>
                  </a:lnTo>
                  <a:lnTo>
                    <a:pt x="8305165" y="7772"/>
                  </a:lnTo>
                  <a:close/>
                </a:path>
                <a:path w="8313420" h="1095375">
                  <a:moveTo>
                    <a:pt x="8305165" y="1091082"/>
                  </a:moveTo>
                  <a:lnTo>
                    <a:pt x="8305165" y="3886"/>
                  </a:lnTo>
                  <a:lnTo>
                    <a:pt x="8309051" y="7772"/>
                  </a:lnTo>
                  <a:lnTo>
                    <a:pt x="8312937" y="7772"/>
                  </a:lnTo>
                  <a:lnTo>
                    <a:pt x="8312937" y="1087196"/>
                  </a:lnTo>
                  <a:lnTo>
                    <a:pt x="8309051" y="1087196"/>
                  </a:lnTo>
                  <a:lnTo>
                    <a:pt x="8305165" y="1091082"/>
                  </a:lnTo>
                  <a:close/>
                </a:path>
                <a:path w="8313420" h="1095375">
                  <a:moveTo>
                    <a:pt x="8312937" y="7772"/>
                  </a:moveTo>
                  <a:lnTo>
                    <a:pt x="8309051" y="7772"/>
                  </a:lnTo>
                  <a:lnTo>
                    <a:pt x="8305165" y="3886"/>
                  </a:lnTo>
                  <a:lnTo>
                    <a:pt x="8312937" y="3886"/>
                  </a:lnTo>
                  <a:lnTo>
                    <a:pt x="8312937" y="7772"/>
                  </a:lnTo>
                  <a:close/>
                </a:path>
                <a:path w="8313420" h="1095375">
                  <a:moveTo>
                    <a:pt x="7772" y="1091082"/>
                  </a:moveTo>
                  <a:lnTo>
                    <a:pt x="3886" y="1087196"/>
                  </a:lnTo>
                  <a:lnTo>
                    <a:pt x="7772" y="1087196"/>
                  </a:lnTo>
                  <a:lnTo>
                    <a:pt x="7772" y="1091082"/>
                  </a:lnTo>
                  <a:close/>
                </a:path>
                <a:path w="8313420" h="1095375">
                  <a:moveTo>
                    <a:pt x="8305165" y="1091082"/>
                  </a:moveTo>
                  <a:lnTo>
                    <a:pt x="7772" y="1091082"/>
                  </a:lnTo>
                  <a:lnTo>
                    <a:pt x="7772" y="1087196"/>
                  </a:lnTo>
                  <a:lnTo>
                    <a:pt x="8305165" y="1087196"/>
                  </a:lnTo>
                  <a:lnTo>
                    <a:pt x="8305165" y="1091082"/>
                  </a:lnTo>
                  <a:close/>
                </a:path>
                <a:path w="8313420" h="1095375">
                  <a:moveTo>
                    <a:pt x="8312937" y="1091082"/>
                  </a:moveTo>
                  <a:lnTo>
                    <a:pt x="8305165" y="1091082"/>
                  </a:lnTo>
                  <a:lnTo>
                    <a:pt x="8309051" y="1087196"/>
                  </a:lnTo>
                  <a:lnTo>
                    <a:pt x="8312937" y="1087196"/>
                  </a:lnTo>
                  <a:lnTo>
                    <a:pt x="8312937" y="1091082"/>
                  </a:lnTo>
                  <a:close/>
                </a:path>
              </a:pathLst>
            </a:custGeom>
            <a:solidFill>
              <a:srgbClr val="D9D9D9"/>
            </a:solidFill>
          </p:spPr>
          <p:txBody>
            <a:bodyPr wrap="square" lIns="0" tIns="0" rIns="0" bIns="0" rtlCol="0"/>
            <a:lstStyle/>
            <a:p>
              <a:endParaRPr/>
            </a:p>
          </p:txBody>
        </p:sp>
        <p:pic>
          <p:nvPicPr>
            <p:cNvPr id="16" name="object 16"/>
            <p:cNvPicPr/>
            <p:nvPr/>
          </p:nvPicPr>
          <p:blipFill>
            <a:blip r:embed="rId5" cstate="print"/>
            <a:stretch>
              <a:fillRect/>
            </a:stretch>
          </p:blipFill>
          <p:spPr>
            <a:xfrm>
              <a:off x="3553752" y="3244849"/>
              <a:ext cx="92278" cy="67957"/>
            </a:xfrm>
            <a:prstGeom prst="rect">
              <a:avLst/>
            </a:prstGeom>
          </p:spPr>
        </p:pic>
      </p:grpSp>
      <p:sp>
        <p:nvSpPr>
          <p:cNvPr id="17" name="object 17"/>
          <p:cNvSpPr txBox="1"/>
          <p:nvPr/>
        </p:nvSpPr>
        <p:spPr>
          <a:xfrm>
            <a:off x="3379863" y="2750473"/>
            <a:ext cx="1339850" cy="960119"/>
          </a:xfrm>
          <a:prstGeom prst="rect">
            <a:avLst/>
          </a:prstGeom>
        </p:spPr>
        <p:txBody>
          <a:bodyPr vert="horz" wrap="square" lIns="0" tIns="120650" rIns="0" bIns="0" rtlCol="0">
            <a:spAutoFit/>
          </a:bodyPr>
          <a:lstStyle/>
          <a:p>
            <a:pPr marL="12700">
              <a:lnSpc>
                <a:spcPct val="100000"/>
              </a:lnSpc>
              <a:spcBef>
                <a:spcPts val="950"/>
              </a:spcBef>
            </a:pPr>
            <a:r>
              <a:rPr sz="1600" spc="-20" dirty="0">
                <a:latin typeface="宋体"/>
                <a:cs typeface="宋体"/>
              </a:rPr>
              <a:t>跨领域关</a:t>
            </a:r>
            <a:r>
              <a:rPr sz="1600" spc="-50" dirty="0">
                <a:latin typeface="宋体"/>
                <a:cs typeface="宋体"/>
              </a:rPr>
              <a:t>联</a:t>
            </a:r>
            <a:endParaRPr sz="1600">
              <a:latin typeface="宋体"/>
              <a:cs typeface="宋体"/>
            </a:endParaRPr>
          </a:p>
          <a:p>
            <a:pPr marL="259079" indent="-236220">
              <a:lnSpc>
                <a:spcPct val="100000"/>
              </a:lnSpc>
              <a:spcBef>
                <a:spcPts val="760"/>
              </a:spcBef>
              <a:buChar char="•"/>
              <a:tabLst>
                <a:tab pos="259715" algn="l"/>
              </a:tabLst>
            </a:pPr>
            <a:r>
              <a:rPr sz="1400" spc="-20" dirty="0">
                <a:latin typeface="宋体"/>
                <a:cs typeface="宋体"/>
              </a:rPr>
              <a:t>建立知识连接</a:t>
            </a:r>
            <a:endParaRPr sz="1400">
              <a:latin typeface="宋体"/>
              <a:cs typeface="宋体"/>
            </a:endParaRPr>
          </a:p>
          <a:p>
            <a:pPr marL="258445" indent="-236220">
              <a:lnSpc>
                <a:spcPct val="100000"/>
              </a:lnSpc>
              <a:spcBef>
                <a:spcPts val="465"/>
              </a:spcBef>
              <a:buChar char="•"/>
              <a:tabLst>
                <a:tab pos="259079" algn="l"/>
              </a:tabLst>
            </a:pPr>
            <a:r>
              <a:rPr sz="1400" spc="-20" dirty="0">
                <a:latin typeface="宋体"/>
                <a:cs typeface="宋体"/>
              </a:rPr>
              <a:t>发现创新点</a:t>
            </a:r>
            <a:endParaRPr sz="1400">
              <a:latin typeface="宋体"/>
              <a:cs typeface="宋体"/>
            </a:endParaRPr>
          </a:p>
        </p:txBody>
      </p:sp>
      <p:grpSp>
        <p:nvGrpSpPr>
          <p:cNvPr id="18" name="object 18"/>
          <p:cNvGrpSpPr/>
          <p:nvPr/>
        </p:nvGrpSpPr>
        <p:grpSpPr>
          <a:xfrm>
            <a:off x="6322491" y="3244850"/>
            <a:ext cx="2861310" cy="68580"/>
            <a:chOff x="6322491" y="3244850"/>
            <a:chExt cx="2861310" cy="68580"/>
          </a:xfrm>
        </p:grpSpPr>
        <p:pic>
          <p:nvPicPr>
            <p:cNvPr id="19" name="object 19"/>
            <p:cNvPicPr/>
            <p:nvPr/>
          </p:nvPicPr>
          <p:blipFill>
            <a:blip r:embed="rId6" cstate="print"/>
            <a:stretch>
              <a:fillRect/>
            </a:stretch>
          </p:blipFill>
          <p:spPr>
            <a:xfrm>
              <a:off x="6322491" y="3244850"/>
              <a:ext cx="92278" cy="67957"/>
            </a:xfrm>
            <a:prstGeom prst="rect">
              <a:avLst/>
            </a:prstGeom>
          </p:spPr>
        </p:pic>
        <p:pic>
          <p:nvPicPr>
            <p:cNvPr id="20" name="object 20"/>
            <p:cNvPicPr/>
            <p:nvPr/>
          </p:nvPicPr>
          <p:blipFill>
            <a:blip r:embed="rId6" cstate="print"/>
            <a:stretch>
              <a:fillRect/>
            </a:stretch>
          </p:blipFill>
          <p:spPr>
            <a:xfrm>
              <a:off x="9091244" y="3244850"/>
              <a:ext cx="92278" cy="67957"/>
            </a:xfrm>
            <a:prstGeom prst="rect">
              <a:avLst/>
            </a:prstGeom>
          </p:spPr>
        </p:pic>
      </p:grpSp>
      <p:sp>
        <p:nvSpPr>
          <p:cNvPr id="21" name="object 21"/>
          <p:cNvSpPr txBox="1"/>
          <p:nvPr/>
        </p:nvSpPr>
        <p:spPr>
          <a:xfrm>
            <a:off x="6535381" y="2750662"/>
            <a:ext cx="1328420" cy="960119"/>
          </a:xfrm>
          <a:prstGeom prst="rect">
            <a:avLst/>
          </a:prstGeom>
        </p:spPr>
        <p:txBody>
          <a:bodyPr vert="horz" wrap="square" lIns="0" tIns="120650" rIns="0" bIns="0" rtlCol="0">
            <a:spAutoFit/>
          </a:bodyPr>
          <a:lstStyle/>
          <a:p>
            <a:pPr marL="26670">
              <a:lnSpc>
                <a:spcPct val="100000"/>
              </a:lnSpc>
              <a:spcBef>
                <a:spcPts val="950"/>
              </a:spcBef>
            </a:pPr>
            <a:r>
              <a:rPr sz="1600" spc="-20" dirty="0">
                <a:latin typeface="宋体"/>
                <a:cs typeface="宋体"/>
              </a:rPr>
              <a:t>系统化重</a:t>
            </a:r>
            <a:r>
              <a:rPr sz="1600" spc="-50" dirty="0">
                <a:latin typeface="宋体"/>
                <a:cs typeface="宋体"/>
              </a:rPr>
              <a:t>构</a:t>
            </a:r>
            <a:endParaRPr sz="1600">
              <a:latin typeface="宋体"/>
              <a:cs typeface="宋体"/>
            </a:endParaRPr>
          </a:p>
          <a:p>
            <a:pPr marL="248285" indent="-235585">
              <a:lnSpc>
                <a:spcPct val="100000"/>
              </a:lnSpc>
              <a:spcBef>
                <a:spcPts val="760"/>
              </a:spcBef>
              <a:buChar char="•"/>
              <a:tabLst>
                <a:tab pos="248285" algn="l"/>
              </a:tabLst>
            </a:pPr>
            <a:r>
              <a:rPr sz="1400" spc="-20" dirty="0">
                <a:latin typeface="宋体"/>
                <a:cs typeface="宋体"/>
              </a:rPr>
              <a:t>构建知识体系</a:t>
            </a:r>
            <a:endParaRPr sz="1400">
              <a:latin typeface="宋体"/>
              <a:cs typeface="宋体"/>
            </a:endParaRPr>
          </a:p>
          <a:p>
            <a:pPr marL="261620" indent="-235585">
              <a:lnSpc>
                <a:spcPct val="100000"/>
              </a:lnSpc>
              <a:spcBef>
                <a:spcPts val="465"/>
              </a:spcBef>
              <a:buChar char="•"/>
              <a:tabLst>
                <a:tab pos="261620" algn="l"/>
              </a:tabLst>
            </a:pPr>
            <a:r>
              <a:rPr sz="1400" spc="-20" dirty="0">
                <a:latin typeface="宋体"/>
                <a:cs typeface="宋体"/>
              </a:rPr>
              <a:t>形成新框架</a:t>
            </a:r>
            <a:endParaRPr sz="1400">
              <a:latin typeface="宋体"/>
              <a:cs typeface="宋体"/>
            </a:endParaRPr>
          </a:p>
        </p:txBody>
      </p:sp>
      <p:sp>
        <p:nvSpPr>
          <p:cNvPr id="22" name="object 22"/>
          <p:cNvSpPr txBox="1"/>
          <p:nvPr/>
        </p:nvSpPr>
        <p:spPr>
          <a:xfrm>
            <a:off x="9305035" y="2765377"/>
            <a:ext cx="1042035" cy="945515"/>
          </a:xfrm>
          <a:prstGeom prst="rect">
            <a:avLst/>
          </a:prstGeom>
        </p:spPr>
        <p:txBody>
          <a:bodyPr vert="horz" wrap="square" lIns="0" tIns="106045" rIns="0" bIns="0" rtlCol="0">
            <a:spAutoFit/>
          </a:bodyPr>
          <a:lstStyle/>
          <a:p>
            <a:pPr marL="13970">
              <a:lnSpc>
                <a:spcPct val="100000"/>
              </a:lnSpc>
              <a:spcBef>
                <a:spcPts val="835"/>
              </a:spcBef>
            </a:pPr>
            <a:r>
              <a:rPr sz="1600" spc="-20" dirty="0">
                <a:latin typeface="宋体"/>
                <a:cs typeface="宋体"/>
              </a:rPr>
              <a:t>情境化应</a:t>
            </a:r>
            <a:r>
              <a:rPr sz="1600" spc="-50" dirty="0">
                <a:latin typeface="宋体"/>
                <a:cs typeface="宋体"/>
              </a:rPr>
              <a:t>用</a:t>
            </a:r>
            <a:endParaRPr sz="1600">
              <a:latin typeface="宋体"/>
              <a:cs typeface="宋体"/>
            </a:endParaRPr>
          </a:p>
          <a:p>
            <a:pPr marL="248285" indent="-235585">
              <a:lnSpc>
                <a:spcPct val="100000"/>
              </a:lnSpc>
              <a:spcBef>
                <a:spcPts val="655"/>
              </a:spcBef>
              <a:buChar char="•"/>
              <a:tabLst>
                <a:tab pos="248285" algn="l"/>
              </a:tabLst>
            </a:pPr>
            <a:r>
              <a:rPr sz="1400" spc="-20" dirty="0">
                <a:latin typeface="宋体"/>
                <a:cs typeface="宋体"/>
              </a:rPr>
              <a:t>场景模拟</a:t>
            </a:r>
            <a:endParaRPr sz="1400">
              <a:latin typeface="宋体"/>
              <a:cs typeface="宋体"/>
            </a:endParaRPr>
          </a:p>
          <a:p>
            <a:pPr marL="248285" indent="-235585">
              <a:lnSpc>
                <a:spcPct val="100000"/>
              </a:lnSpc>
              <a:spcBef>
                <a:spcPts val="570"/>
              </a:spcBef>
              <a:buChar char="•"/>
              <a:tabLst>
                <a:tab pos="248285" algn="l"/>
              </a:tabLst>
            </a:pPr>
            <a:r>
              <a:rPr sz="1400" spc="-20" dirty="0">
                <a:latin typeface="宋体"/>
                <a:cs typeface="宋体"/>
              </a:rPr>
              <a:t>实践验证</a:t>
            </a:r>
            <a:endParaRPr sz="1400">
              <a:latin typeface="宋体"/>
              <a:cs typeface="宋体"/>
            </a:endParaRPr>
          </a:p>
        </p:txBody>
      </p:sp>
      <p:grpSp>
        <p:nvGrpSpPr>
          <p:cNvPr id="23" name="object 23"/>
          <p:cNvGrpSpPr/>
          <p:nvPr/>
        </p:nvGrpSpPr>
        <p:grpSpPr>
          <a:xfrm>
            <a:off x="3042272" y="4038269"/>
            <a:ext cx="8313420" cy="1075055"/>
            <a:chOff x="3042272" y="4038269"/>
            <a:chExt cx="8313420" cy="1075055"/>
          </a:xfrm>
        </p:grpSpPr>
        <p:sp>
          <p:nvSpPr>
            <p:cNvPr id="24" name="object 24"/>
            <p:cNvSpPr/>
            <p:nvPr/>
          </p:nvSpPr>
          <p:spPr>
            <a:xfrm>
              <a:off x="3042272" y="4038269"/>
              <a:ext cx="8313420" cy="1075055"/>
            </a:xfrm>
            <a:custGeom>
              <a:avLst/>
              <a:gdLst/>
              <a:ahLst/>
              <a:cxnLst/>
              <a:rect l="l" t="t" r="r" b="b"/>
              <a:pathLst>
                <a:path w="8313420" h="1075054">
                  <a:moveTo>
                    <a:pt x="8312937" y="1074572"/>
                  </a:moveTo>
                  <a:lnTo>
                    <a:pt x="0" y="1074572"/>
                  </a:lnTo>
                  <a:lnTo>
                    <a:pt x="0" y="0"/>
                  </a:lnTo>
                  <a:lnTo>
                    <a:pt x="8312937" y="0"/>
                  </a:lnTo>
                  <a:lnTo>
                    <a:pt x="8312937" y="3886"/>
                  </a:lnTo>
                  <a:lnTo>
                    <a:pt x="7772" y="3886"/>
                  </a:lnTo>
                  <a:lnTo>
                    <a:pt x="3886" y="7772"/>
                  </a:lnTo>
                  <a:lnTo>
                    <a:pt x="7772" y="7772"/>
                  </a:lnTo>
                  <a:lnTo>
                    <a:pt x="7772" y="1066800"/>
                  </a:lnTo>
                  <a:lnTo>
                    <a:pt x="3886" y="1066800"/>
                  </a:lnTo>
                  <a:lnTo>
                    <a:pt x="7772" y="1070686"/>
                  </a:lnTo>
                  <a:lnTo>
                    <a:pt x="8312937" y="1070686"/>
                  </a:lnTo>
                  <a:lnTo>
                    <a:pt x="8312937" y="1074572"/>
                  </a:lnTo>
                  <a:close/>
                </a:path>
                <a:path w="8313420" h="1075054">
                  <a:moveTo>
                    <a:pt x="7772" y="7772"/>
                  </a:moveTo>
                  <a:lnTo>
                    <a:pt x="3886" y="7772"/>
                  </a:lnTo>
                  <a:lnTo>
                    <a:pt x="7772" y="3886"/>
                  </a:lnTo>
                  <a:lnTo>
                    <a:pt x="7772" y="7772"/>
                  </a:lnTo>
                  <a:close/>
                </a:path>
                <a:path w="8313420" h="1075054">
                  <a:moveTo>
                    <a:pt x="8305165" y="7772"/>
                  </a:moveTo>
                  <a:lnTo>
                    <a:pt x="7772" y="7772"/>
                  </a:lnTo>
                  <a:lnTo>
                    <a:pt x="7772" y="3886"/>
                  </a:lnTo>
                  <a:lnTo>
                    <a:pt x="8305165" y="3886"/>
                  </a:lnTo>
                  <a:lnTo>
                    <a:pt x="8305165" y="7772"/>
                  </a:lnTo>
                  <a:close/>
                </a:path>
                <a:path w="8313420" h="1075054">
                  <a:moveTo>
                    <a:pt x="8305165" y="1070686"/>
                  </a:moveTo>
                  <a:lnTo>
                    <a:pt x="8305165" y="3886"/>
                  </a:lnTo>
                  <a:lnTo>
                    <a:pt x="8309051" y="7772"/>
                  </a:lnTo>
                  <a:lnTo>
                    <a:pt x="8312937" y="7772"/>
                  </a:lnTo>
                  <a:lnTo>
                    <a:pt x="8312937" y="1066800"/>
                  </a:lnTo>
                  <a:lnTo>
                    <a:pt x="8309051" y="1066800"/>
                  </a:lnTo>
                  <a:lnTo>
                    <a:pt x="8305165" y="1070686"/>
                  </a:lnTo>
                  <a:close/>
                </a:path>
                <a:path w="8313420" h="1075054">
                  <a:moveTo>
                    <a:pt x="8312937" y="7772"/>
                  </a:moveTo>
                  <a:lnTo>
                    <a:pt x="8309051" y="7772"/>
                  </a:lnTo>
                  <a:lnTo>
                    <a:pt x="8305165" y="3886"/>
                  </a:lnTo>
                  <a:lnTo>
                    <a:pt x="8312937" y="3886"/>
                  </a:lnTo>
                  <a:lnTo>
                    <a:pt x="8312937" y="7772"/>
                  </a:lnTo>
                  <a:close/>
                </a:path>
                <a:path w="8313420" h="1075054">
                  <a:moveTo>
                    <a:pt x="7772" y="1070686"/>
                  </a:moveTo>
                  <a:lnTo>
                    <a:pt x="3886" y="1066800"/>
                  </a:lnTo>
                  <a:lnTo>
                    <a:pt x="7772" y="1066800"/>
                  </a:lnTo>
                  <a:lnTo>
                    <a:pt x="7772" y="1070686"/>
                  </a:lnTo>
                  <a:close/>
                </a:path>
                <a:path w="8313420" h="1075054">
                  <a:moveTo>
                    <a:pt x="8305165" y="1070686"/>
                  </a:moveTo>
                  <a:lnTo>
                    <a:pt x="7772" y="1070686"/>
                  </a:lnTo>
                  <a:lnTo>
                    <a:pt x="7772" y="1066800"/>
                  </a:lnTo>
                  <a:lnTo>
                    <a:pt x="8305165" y="1066800"/>
                  </a:lnTo>
                  <a:lnTo>
                    <a:pt x="8305165" y="1070686"/>
                  </a:lnTo>
                  <a:close/>
                </a:path>
                <a:path w="8313420" h="1075054">
                  <a:moveTo>
                    <a:pt x="8312937" y="1070686"/>
                  </a:moveTo>
                  <a:lnTo>
                    <a:pt x="8305165" y="1070686"/>
                  </a:lnTo>
                  <a:lnTo>
                    <a:pt x="8309051" y="1066800"/>
                  </a:lnTo>
                  <a:lnTo>
                    <a:pt x="8312937" y="1066800"/>
                  </a:lnTo>
                  <a:lnTo>
                    <a:pt x="8312937" y="1070686"/>
                  </a:lnTo>
                  <a:close/>
                </a:path>
              </a:pathLst>
            </a:custGeom>
            <a:solidFill>
              <a:srgbClr val="D9D9D9"/>
            </a:solidFill>
          </p:spPr>
          <p:txBody>
            <a:bodyPr wrap="square" lIns="0" tIns="0" rIns="0" bIns="0" rtlCol="0"/>
            <a:lstStyle/>
            <a:p>
              <a:endParaRPr/>
            </a:p>
          </p:txBody>
        </p:sp>
        <p:pic>
          <p:nvPicPr>
            <p:cNvPr id="25" name="object 25"/>
            <p:cNvPicPr/>
            <p:nvPr/>
          </p:nvPicPr>
          <p:blipFill>
            <a:blip r:embed="rId7" cstate="print"/>
            <a:stretch>
              <a:fillRect/>
            </a:stretch>
          </p:blipFill>
          <p:spPr>
            <a:xfrm>
              <a:off x="3553752" y="4542269"/>
              <a:ext cx="92278" cy="66675"/>
            </a:xfrm>
            <a:prstGeom prst="rect">
              <a:avLst/>
            </a:prstGeom>
          </p:spPr>
        </p:pic>
      </p:grpSp>
      <p:sp>
        <p:nvSpPr>
          <p:cNvPr id="26" name="object 26"/>
          <p:cNvSpPr txBox="1"/>
          <p:nvPr/>
        </p:nvSpPr>
        <p:spPr>
          <a:xfrm>
            <a:off x="3383991" y="4027228"/>
            <a:ext cx="1157605" cy="991235"/>
          </a:xfrm>
          <a:prstGeom prst="rect">
            <a:avLst/>
          </a:prstGeom>
        </p:spPr>
        <p:txBody>
          <a:bodyPr vert="horz" wrap="square" lIns="0" tIns="120650" rIns="0" bIns="0" rtlCol="0">
            <a:spAutoFit/>
          </a:bodyPr>
          <a:lstStyle/>
          <a:p>
            <a:pPr marL="19050">
              <a:lnSpc>
                <a:spcPct val="100000"/>
              </a:lnSpc>
              <a:spcBef>
                <a:spcPts val="950"/>
              </a:spcBef>
            </a:pPr>
            <a:r>
              <a:rPr sz="1600" spc="-20" dirty="0">
                <a:latin typeface="宋体"/>
                <a:cs typeface="宋体"/>
              </a:rPr>
              <a:t>观点生</a:t>
            </a:r>
            <a:r>
              <a:rPr sz="1600" spc="-50" dirty="0">
                <a:latin typeface="宋体"/>
                <a:cs typeface="宋体"/>
              </a:rPr>
              <a:t>成</a:t>
            </a:r>
            <a:endParaRPr sz="1600">
              <a:latin typeface="宋体"/>
              <a:cs typeface="宋体"/>
            </a:endParaRPr>
          </a:p>
          <a:p>
            <a:pPr marL="254635" indent="-236220">
              <a:lnSpc>
                <a:spcPct val="100000"/>
              </a:lnSpc>
              <a:spcBef>
                <a:spcPts val="760"/>
              </a:spcBef>
              <a:buChar char="•"/>
              <a:tabLst>
                <a:tab pos="255270" algn="l"/>
              </a:tabLst>
            </a:pPr>
            <a:r>
              <a:rPr sz="1400" spc="-20" dirty="0">
                <a:latin typeface="宋体"/>
                <a:cs typeface="宋体"/>
              </a:rPr>
              <a:t>新观点构建</a:t>
            </a:r>
            <a:endParaRPr sz="1400">
              <a:latin typeface="宋体"/>
              <a:cs typeface="宋体"/>
            </a:endParaRPr>
          </a:p>
          <a:p>
            <a:pPr marL="248285" indent="-235585">
              <a:lnSpc>
                <a:spcPct val="100000"/>
              </a:lnSpc>
              <a:spcBef>
                <a:spcPts val="710"/>
              </a:spcBef>
              <a:buChar char="•"/>
              <a:tabLst>
                <a:tab pos="248285" algn="l"/>
              </a:tabLst>
            </a:pPr>
            <a:r>
              <a:rPr sz="1400" spc="-20" dirty="0">
                <a:latin typeface="宋体"/>
                <a:cs typeface="宋体"/>
              </a:rPr>
              <a:t>创新性验证</a:t>
            </a:r>
            <a:endParaRPr sz="1400">
              <a:latin typeface="宋体"/>
              <a:cs typeface="宋体"/>
            </a:endParaRPr>
          </a:p>
        </p:txBody>
      </p:sp>
      <p:grpSp>
        <p:nvGrpSpPr>
          <p:cNvPr id="27" name="object 27"/>
          <p:cNvGrpSpPr/>
          <p:nvPr/>
        </p:nvGrpSpPr>
        <p:grpSpPr>
          <a:xfrm>
            <a:off x="6322491" y="4542269"/>
            <a:ext cx="2861310" cy="66675"/>
            <a:chOff x="6322491" y="4542269"/>
            <a:chExt cx="2861310" cy="66675"/>
          </a:xfrm>
        </p:grpSpPr>
        <p:pic>
          <p:nvPicPr>
            <p:cNvPr id="28" name="object 28"/>
            <p:cNvPicPr/>
            <p:nvPr/>
          </p:nvPicPr>
          <p:blipFill>
            <a:blip r:embed="rId4" cstate="print"/>
            <a:stretch>
              <a:fillRect/>
            </a:stretch>
          </p:blipFill>
          <p:spPr>
            <a:xfrm>
              <a:off x="6322491" y="4542269"/>
              <a:ext cx="92278" cy="66675"/>
            </a:xfrm>
            <a:prstGeom prst="rect">
              <a:avLst/>
            </a:prstGeom>
          </p:spPr>
        </p:pic>
        <p:pic>
          <p:nvPicPr>
            <p:cNvPr id="29" name="object 29"/>
            <p:cNvPicPr/>
            <p:nvPr/>
          </p:nvPicPr>
          <p:blipFill>
            <a:blip r:embed="rId4" cstate="print"/>
            <a:stretch>
              <a:fillRect/>
            </a:stretch>
          </p:blipFill>
          <p:spPr>
            <a:xfrm>
              <a:off x="9091244" y="4542269"/>
              <a:ext cx="92278" cy="66675"/>
            </a:xfrm>
            <a:prstGeom prst="rect">
              <a:avLst/>
            </a:prstGeom>
          </p:spPr>
        </p:pic>
      </p:grpSp>
      <p:sp>
        <p:nvSpPr>
          <p:cNvPr id="30" name="object 30"/>
          <p:cNvSpPr txBox="1"/>
          <p:nvPr/>
        </p:nvSpPr>
        <p:spPr>
          <a:xfrm>
            <a:off x="6569037" y="4027228"/>
            <a:ext cx="1329690" cy="976630"/>
          </a:xfrm>
          <a:prstGeom prst="rect">
            <a:avLst/>
          </a:prstGeom>
        </p:spPr>
        <p:txBody>
          <a:bodyPr vert="horz" wrap="square" lIns="0" tIns="120650" rIns="0" bIns="0" rtlCol="0">
            <a:spAutoFit/>
          </a:bodyPr>
          <a:lstStyle/>
          <a:p>
            <a:pPr marL="12700">
              <a:lnSpc>
                <a:spcPct val="100000"/>
              </a:lnSpc>
              <a:spcBef>
                <a:spcPts val="950"/>
              </a:spcBef>
            </a:pPr>
            <a:r>
              <a:rPr sz="1600" spc="-20" dirty="0">
                <a:latin typeface="宋体"/>
                <a:cs typeface="宋体"/>
              </a:rPr>
              <a:t>方法创</a:t>
            </a:r>
            <a:r>
              <a:rPr sz="1600" spc="-50" dirty="0">
                <a:latin typeface="宋体"/>
                <a:cs typeface="宋体"/>
              </a:rPr>
              <a:t>新</a:t>
            </a:r>
            <a:endParaRPr sz="1600">
              <a:latin typeface="宋体"/>
              <a:cs typeface="宋体"/>
            </a:endParaRPr>
          </a:p>
          <a:p>
            <a:pPr marL="249554" indent="-235585">
              <a:lnSpc>
                <a:spcPct val="100000"/>
              </a:lnSpc>
              <a:spcBef>
                <a:spcPts val="760"/>
              </a:spcBef>
              <a:buChar char="•"/>
              <a:tabLst>
                <a:tab pos="249554" algn="l"/>
              </a:tabLst>
            </a:pPr>
            <a:r>
              <a:rPr sz="1400" spc="-20" dirty="0">
                <a:latin typeface="宋体"/>
                <a:cs typeface="宋体"/>
              </a:rPr>
              <a:t>解决方案设计</a:t>
            </a:r>
            <a:endParaRPr sz="1400">
              <a:latin typeface="宋体"/>
              <a:cs typeface="宋体"/>
            </a:endParaRPr>
          </a:p>
          <a:p>
            <a:pPr marL="258445" indent="-235585">
              <a:lnSpc>
                <a:spcPct val="100000"/>
              </a:lnSpc>
              <a:spcBef>
                <a:spcPts val="595"/>
              </a:spcBef>
              <a:buChar char="•"/>
              <a:tabLst>
                <a:tab pos="258445" algn="l"/>
              </a:tabLst>
            </a:pPr>
            <a:r>
              <a:rPr sz="1400" spc="-20" dirty="0">
                <a:latin typeface="宋体"/>
                <a:cs typeface="宋体"/>
              </a:rPr>
              <a:t>方法论构建</a:t>
            </a:r>
            <a:endParaRPr sz="1400">
              <a:latin typeface="宋体"/>
              <a:cs typeface="宋体"/>
            </a:endParaRPr>
          </a:p>
        </p:txBody>
      </p:sp>
      <p:sp>
        <p:nvSpPr>
          <p:cNvPr id="31" name="object 31"/>
          <p:cNvSpPr txBox="1"/>
          <p:nvPr/>
        </p:nvSpPr>
        <p:spPr>
          <a:xfrm>
            <a:off x="9306941" y="4013532"/>
            <a:ext cx="975994" cy="1020444"/>
          </a:xfrm>
          <a:prstGeom prst="rect">
            <a:avLst/>
          </a:prstGeom>
        </p:spPr>
        <p:txBody>
          <a:bodyPr vert="horz" wrap="square" lIns="0" tIns="134620" rIns="0" bIns="0" rtlCol="0">
            <a:spAutoFit/>
          </a:bodyPr>
          <a:lstStyle/>
          <a:p>
            <a:pPr marL="12700">
              <a:lnSpc>
                <a:spcPct val="100000"/>
              </a:lnSpc>
              <a:spcBef>
                <a:spcPts val="1060"/>
              </a:spcBef>
            </a:pPr>
            <a:r>
              <a:rPr sz="1600" spc="-20" dirty="0">
                <a:latin typeface="宋体"/>
                <a:cs typeface="宋体"/>
              </a:rPr>
              <a:t>价值创</a:t>
            </a:r>
            <a:r>
              <a:rPr sz="1600" spc="-50" dirty="0">
                <a:latin typeface="宋体"/>
                <a:cs typeface="宋体"/>
              </a:rPr>
              <a:t>造</a:t>
            </a:r>
            <a:endParaRPr sz="1600">
              <a:latin typeface="宋体"/>
              <a:cs typeface="宋体"/>
            </a:endParaRPr>
          </a:p>
          <a:p>
            <a:pPr marL="248285" indent="-235585">
              <a:lnSpc>
                <a:spcPct val="100000"/>
              </a:lnSpc>
              <a:spcBef>
                <a:spcPts val="855"/>
              </a:spcBef>
              <a:buChar char="•"/>
              <a:tabLst>
                <a:tab pos="248285" algn="l"/>
              </a:tabLst>
            </a:pPr>
            <a:r>
              <a:rPr sz="1400" spc="-20" dirty="0">
                <a:latin typeface="宋体"/>
                <a:cs typeface="宋体"/>
              </a:rPr>
              <a:t>实践应用</a:t>
            </a:r>
            <a:endParaRPr sz="1400">
              <a:latin typeface="宋体"/>
              <a:cs typeface="宋体"/>
            </a:endParaRPr>
          </a:p>
          <a:p>
            <a:pPr marL="251460" indent="-235585">
              <a:lnSpc>
                <a:spcPct val="100000"/>
              </a:lnSpc>
              <a:spcBef>
                <a:spcPts val="735"/>
              </a:spcBef>
              <a:buChar char="•"/>
              <a:tabLst>
                <a:tab pos="251460" algn="l"/>
              </a:tabLst>
            </a:pPr>
            <a:r>
              <a:rPr sz="1400" spc="-20" dirty="0">
                <a:latin typeface="宋体"/>
                <a:cs typeface="宋体"/>
              </a:rPr>
              <a:t>价值验证</a:t>
            </a:r>
            <a:endParaRPr sz="1400">
              <a:latin typeface="宋体"/>
              <a:cs typeface="宋体"/>
            </a:endParaRPr>
          </a:p>
        </p:txBody>
      </p:sp>
      <p:pic>
        <p:nvPicPr>
          <p:cNvPr id="32" name="object 32"/>
          <p:cNvPicPr/>
          <p:nvPr/>
        </p:nvPicPr>
        <p:blipFill>
          <a:blip r:embed="rId8" cstate="print"/>
          <a:stretch>
            <a:fillRect/>
          </a:stretch>
        </p:blipFill>
        <p:spPr>
          <a:xfrm>
            <a:off x="568325" y="2723514"/>
            <a:ext cx="2319020" cy="2172969"/>
          </a:xfrm>
          <a:prstGeom prst="rect">
            <a:avLst/>
          </a:prstGeom>
        </p:spPr>
      </p:pic>
      <p:sp>
        <p:nvSpPr>
          <p:cNvPr id="33" name="object 33"/>
          <p:cNvSpPr txBox="1"/>
          <p:nvPr/>
        </p:nvSpPr>
        <p:spPr>
          <a:xfrm>
            <a:off x="887869" y="3081159"/>
            <a:ext cx="1678939"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Microsoft JhengHei"/>
                <a:cs typeface="Microsoft JhengHei"/>
              </a:rPr>
              <a:t>2</a:t>
            </a:r>
            <a:r>
              <a:rPr sz="1800" b="1" spc="15" dirty="0">
                <a:latin typeface="Microsoft JhengHei"/>
                <a:cs typeface="Microsoft JhengHei"/>
              </a:rPr>
              <a:t>. 知识整合升级</a:t>
            </a:r>
            <a:endParaRPr sz="1800">
              <a:latin typeface="Microsoft JhengHei"/>
              <a:cs typeface="Microsoft JhengHei"/>
            </a:endParaRPr>
          </a:p>
        </p:txBody>
      </p:sp>
      <p:pic>
        <p:nvPicPr>
          <p:cNvPr id="34" name="object 34"/>
          <p:cNvPicPr/>
          <p:nvPr/>
        </p:nvPicPr>
        <p:blipFill>
          <a:blip r:embed="rId9" cstate="print"/>
          <a:stretch>
            <a:fillRect/>
          </a:stretch>
        </p:blipFill>
        <p:spPr>
          <a:xfrm>
            <a:off x="568325" y="4030345"/>
            <a:ext cx="2319020" cy="2172970"/>
          </a:xfrm>
          <a:prstGeom prst="rect">
            <a:avLst/>
          </a:prstGeom>
        </p:spPr>
      </p:pic>
      <p:sp>
        <p:nvSpPr>
          <p:cNvPr id="35" name="object 35"/>
          <p:cNvSpPr txBox="1"/>
          <p:nvPr/>
        </p:nvSpPr>
        <p:spPr>
          <a:xfrm>
            <a:off x="887869" y="4387989"/>
            <a:ext cx="1678939"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Microsoft JhengHei"/>
                <a:cs typeface="Microsoft JhengHei"/>
              </a:rPr>
              <a:t>3</a:t>
            </a:r>
            <a:r>
              <a:rPr sz="1800" b="1" spc="15" dirty="0">
                <a:latin typeface="Microsoft JhengHei"/>
                <a:cs typeface="Microsoft JhengHei"/>
              </a:rPr>
              <a:t>. 知识创新突破</a:t>
            </a:r>
            <a:endParaRPr sz="1800">
              <a:latin typeface="Microsoft JhengHei"/>
              <a:cs typeface="Microsoft JhengHei"/>
            </a:endParaRPr>
          </a:p>
        </p:txBody>
      </p:sp>
      <p:pic>
        <p:nvPicPr>
          <p:cNvPr id="36" name="object 36"/>
          <p:cNvPicPr/>
          <p:nvPr/>
        </p:nvPicPr>
        <p:blipFill>
          <a:blip r:embed="rId10" cstate="print"/>
          <a:stretch>
            <a:fillRect/>
          </a:stretch>
        </p:blipFill>
        <p:spPr>
          <a:xfrm>
            <a:off x="594359" y="5263832"/>
            <a:ext cx="10771187" cy="1183004"/>
          </a:xfrm>
          <a:prstGeom prst="rect">
            <a:avLst/>
          </a:prstGeom>
        </p:spPr>
      </p:pic>
      <p:sp>
        <p:nvSpPr>
          <p:cNvPr id="37" name="object 37"/>
          <p:cNvSpPr txBox="1"/>
          <p:nvPr/>
        </p:nvSpPr>
        <p:spPr>
          <a:xfrm>
            <a:off x="1583055" y="5373877"/>
            <a:ext cx="3287395" cy="901700"/>
          </a:xfrm>
          <a:prstGeom prst="rect">
            <a:avLst/>
          </a:prstGeom>
        </p:spPr>
        <p:txBody>
          <a:bodyPr vert="horz" wrap="square" lIns="0" tIns="60960" rIns="0" bIns="0" rtlCol="0">
            <a:spAutoFit/>
          </a:bodyPr>
          <a:lstStyle/>
          <a:p>
            <a:pPr marL="12700">
              <a:lnSpc>
                <a:spcPct val="100000"/>
              </a:lnSpc>
              <a:spcBef>
                <a:spcPts val="480"/>
              </a:spcBef>
            </a:pPr>
            <a:r>
              <a:rPr sz="1600" spc="-20" dirty="0">
                <a:latin typeface="宋体"/>
                <a:cs typeface="宋体"/>
              </a:rPr>
              <a:t>循环提升策略</a:t>
            </a:r>
            <a:r>
              <a:rPr sz="1600" spc="-50" dirty="0">
                <a:latin typeface="宋体"/>
                <a:cs typeface="宋体"/>
              </a:rPr>
              <a:t>：</a:t>
            </a:r>
            <a:endParaRPr sz="1600">
              <a:latin typeface="宋体"/>
              <a:cs typeface="宋体"/>
            </a:endParaRPr>
          </a:p>
          <a:p>
            <a:pPr marL="238760" indent="-226060">
              <a:lnSpc>
                <a:spcPct val="100000"/>
              </a:lnSpc>
              <a:spcBef>
                <a:spcPts val="380"/>
              </a:spcBef>
              <a:buFont typeface="Arial"/>
              <a:buAutoNum type="arabicPeriod"/>
              <a:tabLst>
                <a:tab pos="238760" algn="l"/>
              </a:tabLst>
            </a:pPr>
            <a:r>
              <a:rPr sz="1600" spc="-25" dirty="0">
                <a:latin typeface="宋体"/>
                <a:cs typeface="宋体"/>
              </a:rPr>
              <a:t>每循环设定明确的知识提升目标</a:t>
            </a:r>
            <a:endParaRPr sz="1600">
              <a:latin typeface="宋体"/>
              <a:cs typeface="宋体"/>
            </a:endParaRPr>
          </a:p>
          <a:p>
            <a:pPr marL="238760" indent="-226060">
              <a:lnSpc>
                <a:spcPct val="100000"/>
              </a:lnSpc>
              <a:spcBef>
                <a:spcPts val="380"/>
              </a:spcBef>
              <a:buFont typeface="Arial"/>
              <a:buAutoNum type="arabicPeriod"/>
              <a:tabLst>
                <a:tab pos="238760" algn="l"/>
              </a:tabLst>
            </a:pPr>
            <a:r>
              <a:rPr sz="1600" spc="-20" dirty="0">
                <a:latin typeface="宋体"/>
                <a:cs typeface="宋体"/>
              </a:rPr>
              <a:t>通过</a:t>
            </a:r>
            <a:r>
              <a:rPr sz="1600" spc="-10" dirty="0">
                <a:latin typeface="Arial"/>
                <a:cs typeface="Arial"/>
              </a:rPr>
              <a:t>AI</a:t>
            </a:r>
            <a:r>
              <a:rPr sz="1600" spc="-25" dirty="0">
                <a:latin typeface="宋体"/>
                <a:cs typeface="宋体"/>
              </a:rPr>
              <a:t>辅助，持续深化理解和应用</a:t>
            </a:r>
            <a:endParaRPr sz="1600">
              <a:latin typeface="宋体"/>
              <a:cs typeface="宋体"/>
            </a:endParaRPr>
          </a:p>
        </p:txBody>
      </p:sp>
      <p:sp>
        <p:nvSpPr>
          <p:cNvPr id="38" name="object 38"/>
          <p:cNvSpPr txBox="1"/>
          <p:nvPr/>
        </p:nvSpPr>
        <p:spPr>
          <a:xfrm>
            <a:off x="6631940" y="5665977"/>
            <a:ext cx="2892425" cy="609600"/>
          </a:xfrm>
          <a:prstGeom prst="rect">
            <a:avLst/>
          </a:prstGeom>
        </p:spPr>
        <p:txBody>
          <a:bodyPr vert="horz" wrap="square" lIns="0" tIns="60960" rIns="0" bIns="0" rtlCol="0">
            <a:spAutoFit/>
          </a:bodyPr>
          <a:lstStyle/>
          <a:p>
            <a:pPr marL="238760" indent="-226060">
              <a:lnSpc>
                <a:spcPct val="100000"/>
              </a:lnSpc>
              <a:spcBef>
                <a:spcPts val="480"/>
              </a:spcBef>
              <a:buFont typeface="Arial"/>
              <a:buAutoNum type="arabicPeriod" startAt="3"/>
              <a:tabLst>
                <a:tab pos="238760" algn="l"/>
              </a:tabLst>
            </a:pPr>
            <a:r>
              <a:rPr sz="1600" spc="-25" dirty="0">
                <a:latin typeface="宋体"/>
                <a:cs typeface="宋体"/>
              </a:rPr>
              <a:t>定期进行知识整合和创新尝试</a:t>
            </a:r>
            <a:endParaRPr sz="1600">
              <a:latin typeface="宋体"/>
              <a:cs typeface="宋体"/>
            </a:endParaRPr>
          </a:p>
          <a:p>
            <a:pPr marL="260985" indent="-226060">
              <a:lnSpc>
                <a:spcPct val="100000"/>
              </a:lnSpc>
              <a:spcBef>
                <a:spcPts val="380"/>
              </a:spcBef>
              <a:buFont typeface="Arial"/>
              <a:buAutoNum type="arabicPeriod" startAt="3"/>
              <a:tabLst>
                <a:tab pos="260985" algn="l"/>
              </a:tabLst>
            </a:pPr>
            <a:r>
              <a:rPr sz="1600" spc="-25" dirty="0">
                <a:latin typeface="宋体"/>
                <a:cs typeface="宋体"/>
              </a:rPr>
              <a:t>建立个人知识管理系统</a:t>
            </a:r>
            <a:endParaRPr sz="1600">
              <a:latin typeface="宋体"/>
              <a:cs typeface="宋体"/>
            </a:endParaRPr>
          </a:p>
        </p:txBody>
      </p:sp>
      <p:sp>
        <p:nvSpPr>
          <p:cNvPr id="39" name="object 39"/>
          <p:cNvSpPr txBox="1"/>
          <p:nvPr/>
        </p:nvSpPr>
        <p:spPr>
          <a:xfrm>
            <a:off x="753491" y="5446776"/>
            <a:ext cx="483234" cy="737870"/>
          </a:xfrm>
          <a:prstGeom prst="rect">
            <a:avLst/>
          </a:prstGeom>
        </p:spPr>
        <p:txBody>
          <a:bodyPr vert="horz" wrap="square" lIns="0" tIns="12700" rIns="0" bIns="0" rtlCol="0">
            <a:spAutoFit/>
          </a:bodyPr>
          <a:lstStyle/>
          <a:p>
            <a:pPr marL="12700" marR="5080">
              <a:lnSpc>
                <a:spcPct val="129900"/>
              </a:lnSpc>
              <a:spcBef>
                <a:spcPts val="100"/>
              </a:spcBef>
            </a:pPr>
            <a:r>
              <a:rPr sz="1800" b="1" spc="-25" dirty="0">
                <a:solidFill>
                  <a:srgbClr val="FFFFFF"/>
                </a:solidFill>
                <a:latin typeface="Microsoft JhengHei"/>
                <a:cs typeface="Microsoft JhengHei"/>
              </a:rPr>
              <a:t>实践路径</a:t>
            </a:r>
            <a:endParaRPr sz="1800">
              <a:latin typeface="Microsoft JhengHei"/>
              <a:cs typeface="Microsoft JhengHe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7640320" cy="634365"/>
          </a:xfrm>
          <a:prstGeom prst="rect">
            <a:avLst/>
          </a:prstGeom>
        </p:spPr>
        <p:txBody>
          <a:bodyPr vert="horz" wrap="square" lIns="0" tIns="12065" rIns="0" bIns="0" rtlCol="0">
            <a:spAutoFit/>
          </a:bodyPr>
          <a:lstStyle/>
          <a:p>
            <a:pPr marL="12700">
              <a:lnSpc>
                <a:spcPct val="100000"/>
              </a:lnSpc>
              <a:spcBef>
                <a:spcPts val="95"/>
              </a:spcBef>
            </a:pPr>
            <a:r>
              <a:rPr sz="4000" spc="270" dirty="0"/>
              <a:t>关于“知识唤醒”的第一性问</a:t>
            </a:r>
            <a:r>
              <a:rPr sz="4000" spc="-50" dirty="0"/>
              <a:t>题</a:t>
            </a:r>
            <a:endParaRPr sz="4000"/>
          </a:p>
        </p:txBody>
      </p:sp>
      <p:pic>
        <p:nvPicPr>
          <p:cNvPr id="3" name="object 3"/>
          <p:cNvPicPr/>
          <p:nvPr/>
        </p:nvPicPr>
        <p:blipFill>
          <a:blip r:embed="rId2" cstate="print"/>
          <a:stretch>
            <a:fillRect/>
          </a:stretch>
        </p:blipFill>
        <p:spPr>
          <a:xfrm>
            <a:off x="4925910" y="1610867"/>
            <a:ext cx="6022505" cy="3797807"/>
          </a:xfrm>
          <a:prstGeom prst="rect">
            <a:avLst/>
          </a:prstGeom>
        </p:spPr>
      </p:pic>
      <p:sp>
        <p:nvSpPr>
          <p:cNvPr id="4" name="object 4"/>
          <p:cNvSpPr txBox="1"/>
          <p:nvPr/>
        </p:nvSpPr>
        <p:spPr>
          <a:xfrm>
            <a:off x="7754721" y="1581833"/>
            <a:ext cx="2191385" cy="3758565"/>
          </a:xfrm>
          <a:prstGeom prst="rect">
            <a:avLst/>
          </a:prstGeom>
        </p:spPr>
        <p:txBody>
          <a:bodyPr vert="horz" wrap="square" lIns="0" tIns="121920" rIns="0" bIns="0" rtlCol="0">
            <a:spAutoFit/>
          </a:bodyPr>
          <a:lstStyle/>
          <a:p>
            <a:pPr marL="1189990">
              <a:lnSpc>
                <a:spcPct val="100000"/>
              </a:lnSpc>
              <a:spcBef>
                <a:spcPts val="960"/>
              </a:spcBef>
            </a:pPr>
            <a:r>
              <a:rPr sz="1400" b="1" spc="-15" dirty="0">
                <a:solidFill>
                  <a:srgbClr val="FFFFFF"/>
                </a:solidFill>
                <a:latin typeface="Microsoft JhengHei"/>
                <a:cs typeface="Microsoft JhengHei"/>
              </a:rPr>
              <a:t>基本原理</a:t>
            </a:r>
            <a:endParaRPr sz="1400">
              <a:latin typeface="Microsoft JhengHei"/>
              <a:cs typeface="Microsoft JhengHei"/>
            </a:endParaRPr>
          </a:p>
          <a:p>
            <a:pPr marL="197485" indent="-184785">
              <a:lnSpc>
                <a:spcPct val="100000"/>
              </a:lnSpc>
              <a:spcBef>
                <a:spcPts val="735"/>
              </a:spcBef>
              <a:buAutoNum type="arabicPeriod"/>
              <a:tabLst>
                <a:tab pos="197485" algn="l"/>
              </a:tabLst>
            </a:pPr>
            <a:r>
              <a:rPr sz="1200" spc="-5" dirty="0">
                <a:solidFill>
                  <a:srgbClr val="FFFFFF"/>
                </a:solidFill>
                <a:latin typeface="宋体"/>
                <a:cs typeface="宋体"/>
              </a:rPr>
              <a:t>知识源于认知主体的主动建构</a:t>
            </a:r>
            <a:endParaRPr sz="1200">
              <a:latin typeface="宋体"/>
              <a:cs typeface="宋体"/>
            </a:endParaRPr>
          </a:p>
          <a:p>
            <a:pPr marL="197485" indent="-184785">
              <a:lnSpc>
                <a:spcPct val="100000"/>
              </a:lnSpc>
              <a:spcBef>
                <a:spcPts val="430"/>
              </a:spcBef>
              <a:buAutoNum type="arabicPeriod"/>
              <a:tabLst>
                <a:tab pos="197485" algn="l"/>
              </a:tabLst>
            </a:pPr>
            <a:r>
              <a:rPr sz="1200" spc="-10" dirty="0">
                <a:solidFill>
                  <a:srgbClr val="FFFFFF"/>
                </a:solidFill>
                <a:latin typeface="宋体"/>
                <a:cs typeface="宋体"/>
              </a:rPr>
              <a:t>知识系统是有机整体</a:t>
            </a:r>
            <a:endParaRPr sz="1200">
              <a:latin typeface="宋体"/>
              <a:cs typeface="宋体"/>
            </a:endParaRPr>
          </a:p>
          <a:p>
            <a:pPr marL="197485" indent="-184785">
              <a:lnSpc>
                <a:spcPct val="100000"/>
              </a:lnSpc>
              <a:spcBef>
                <a:spcPts val="425"/>
              </a:spcBef>
              <a:buAutoNum type="arabicPeriod"/>
              <a:tabLst>
                <a:tab pos="197485" algn="l"/>
              </a:tabLst>
            </a:pPr>
            <a:r>
              <a:rPr sz="1200" spc="-35" dirty="0">
                <a:solidFill>
                  <a:srgbClr val="FFFFFF"/>
                </a:solidFill>
                <a:latin typeface="宋体"/>
                <a:cs typeface="宋体"/>
              </a:rPr>
              <a:t>AI</a:t>
            </a:r>
            <a:r>
              <a:rPr sz="1200" spc="-10" dirty="0">
                <a:solidFill>
                  <a:srgbClr val="FFFFFF"/>
                </a:solidFill>
                <a:latin typeface="宋体"/>
                <a:cs typeface="宋体"/>
              </a:rPr>
              <a:t>作为外部辅助系统</a:t>
            </a:r>
            <a:endParaRPr sz="1200">
              <a:latin typeface="宋体"/>
              <a:cs typeface="宋体"/>
            </a:endParaRPr>
          </a:p>
          <a:p>
            <a:pPr>
              <a:lnSpc>
                <a:spcPct val="100000"/>
              </a:lnSpc>
            </a:pPr>
            <a:endParaRPr sz="1400">
              <a:latin typeface="宋体"/>
              <a:cs typeface="宋体"/>
            </a:endParaRPr>
          </a:p>
          <a:p>
            <a:pPr marL="1189990">
              <a:lnSpc>
                <a:spcPct val="100000"/>
              </a:lnSpc>
              <a:spcBef>
                <a:spcPts val="1085"/>
              </a:spcBef>
            </a:pPr>
            <a:r>
              <a:rPr sz="1400" b="1" spc="-15" dirty="0">
                <a:solidFill>
                  <a:srgbClr val="FFFFFF"/>
                </a:solidFill>
                <a:latin typeface="Microsoft JhengHei"/>
                <a:cs typeface="Microsoft JhengHei"/>
              </a:rPr>
              <a:t>作用机制</a:t>
            </a:r>
            <a:endParaRPr sz="1400">
              <a:latin typeface="Microsoft JhengHei"/>
              <a:cs typeface="Microsoft JhengHei"/>
            </a:endParaRPr>
          </a:p>
          <a:p>
            <a:pPr marL="197485" indent="-184785">
              <a:lnSpc>
                <a:spcPct val="100000"/>
              </a:lnSpc>
              <a:spcBef>
                <a:spcPts val="735"/>
              </a:spcBef>
              <a:buAutoNum type="arabicPeriod"/>
              <a:tabLst>
                <a:tab pos="197485" algn="l"/>
              </a:tabLst>
            </a:pPr>
            <a:r>
              <a:rPr sz="1200" spc="-5" dirty="0">
                <a:solidFill>
                  <a:srgbClr val="FFFFFF"/>
                </a:solidFill>
                <a:latin typeface="宋体"/>
                <a:cs typeface="宋体"/>
              </a:rPr>
              <a:t>认知触发：创造认知失衡</a:t>
            </a:r>
            <a:endParaRPr sz="1200">
              <a:latin typeface="宋体"/>
              <a:cs typeface="宋体"/>
            </a:endParaRPr>
          </a:p>
          <a:p>
            <a:pPr marL="197485" indent="-184785">
              <a:lnSpc>
                <a:spcPct val="100000"/>
              </a:lnSpc>
              <a:spcBef>
                <a:spcPts val="425"/>
              </a:spcBef>
              <a:buAutoNum type="arabicPeriod"/>
              <a:tabLst>
                <a:tab pos="197485" algn="l"/>
              </a:tabLst>
            </a:pPr>
            <a:r>
              <a:rPr sz="1200" spc="-5" dirty="0">
                <a:solidFill>
                  <a:srgbClr val="FFFFFF"/>
                </a:solidFill>
                <a:latin typeface="宋体"/>
                <a:cs typeface="宋体"/>
              </a:rPr>
              <a:t>系统激活：唤醒知识网络</a:t>
            </a:r>
            <a:endParaRPr sz="1200">
              <a:latin typeface="宋体"/>
              <a:cs typeface="宋体"/>
            </a:endParaRPr>
          </a:p>
          <a:p>
            <a:pPr marL="197485" indent="-184785">
              <a:lnSpc>
                <a:spcPct val="100000"/>
              </a:lnSpc>
              <a:spcBef>
                <a:spcPts val="430"/>
              </a:spcBef>
              <a:buAutoNum type="arabicPeriod"/>
              <a:tabLst>
                <a:tab pos="197485" algn="l"/>
              </a:tabLst>
            </a:pPr>
            <a:r>
              <a:rPr sz="1200" spc="-5" dirty="0">
                <a:solidFill>
                  <a:srgbClr val="FFFFFF"/>
                </a:solidFill>
                <a:latin typeface="宋体"/>
                <a:cs typeface="宋体"/>
              </a:rPr>
              <a:t>整体重构：形成新的认知结构</a:t>
            </a:r>
            <a:endParaRPr sz="1200">
              <a:latin typeface="宋体"/>
              <a:cs typeface="宋体"/>
            </a:endParaRPr>
          </a:p>
          <a:p>
            <a:pPr>
              <a:lnSpc>
                <a:spcPct val="100000"/>
              </a:lnSpc>
            </a:pPr>
            <a:endParaRPr sz="1400">
              <a:latin typeface="宋体"/>
              <a:cs typeface="宋体"/>
            </a:endParaRPr>
          </a:p>
          <a:p>
            <a:pPr marL="1189990">
              <a:lnSpc>
                <a:spcPct val="100000"/>
              </a:lnSpc>
              <a:spcBef>
                <a:spcPts val="1085"/>
              </a:spcBef>
            </a:pPr>
            <a:r>
              <a:rPr sz="1400" b="1" spc="-15" dirty="0">
                <a:solidFill>
                  <a:srgbClr val="FFFFFF"/>
                </a:solidFill>
                <a:latin typeface="Microsoft JhengHei"/>
                <a:cs typeface="Microsoft JhengHei"/>
              </a:rPr>
              <a:t>实践路径</a:t>
            </a:r>
            <a:endParaRPr sz="1400">
              <a:latin typeface="Microsoft JhengHei"/>
              <a:cs typeface="Microsoft JhengHei"/>
            </a:endParaRPr>
          </a:p>
          <a:p>
            <a:pPr marL="197485" indent="-184785">
              <a:lnSpc>
                <a:spcPct val="100000"/>
              </a:lnSpc>
              <a:spcBef>
                <a:spcPts val="735"/>
              </a:spcBef>
              <a:buAutoNum type="arabicPeriod"/>
              <a:tabLst>
                <a:tab pos="197485" algn="l"/>
              </a:tabLst>
            </a:pPr>
            <a:r>
              <a:rPr sz="1200" spc="-10" dirty="0">
                <a:solidFill>
                  <a:srgbClr val="FFFFFF"/>
                </a:solidFill>
                <a:latin typeface="宋体"/>
                <a:cs typeface="宋体"/>
              </a:rPr>
              <a:t>问题激发→知识唤醒</a:t>
            </a:r>
            <a:endParaRPr sz="1200">
              <a:latin typeface="宋体"/>
              <a:cs typeface="宋体"/>
            </a:endParaRPr>
          </a:p>
          <a:p>
            <a:pPr marL="197485" indent="-184785">
              <a:lnSpc>
                <a:spcPct val="100000"/>
              </a:lnSpc>
              <a:spcBef>
                <a:spcPts val="425"/>
              </a:spcBef>
              <a:buAutoNum type="arabicPeriod"/>
              <a:tabLst>
                <a:tab pos="197485" algn="l"/>
              </a:tabLst>
            </a:pPr>
            <a:r>
              <a:rPr sz="1200" spc="-10" dirty="0">
                <a:solidFill>
                  <a:srgbClr val="FFFFFF"/>
                </a:solidFill>
                <a:latin typeface="宋体"/>
                <a:cs typeface="宋体"/>
              </a:rPr>
              <a:t>关联建立→系统整合</a:t>
            </a:r>
            <a:endParaRPr sz="1200">
              <a:latin typeface="宋体"/>
              <a:cs typeface="宋体"/>
            </a:endParaRPr>
          </a:p>
          <a:p>
            <a:pPr marL="197485" indent="-184785">
              <a:lnSpc>
                <a:spcPct val="100000"/>
              </a:lnSpc>
              <a:spcBef>
                <a:spcPts val="430"/>
              </a:spcBef>
              <a:buAutoNum type="arabicPeriod"/>
              <a:tabLst>
                <a:tab pos="197485" algn="l"/>
              </a:tabLst>
            </a:pPr>
            <a:r>
              <a:rPr sz="1200" spc="-10" dirty="0">
                <a:solidFill>
                  <a:srgbClr val="FFFFFF"/>
                </a:solidFill>
                <a:latin typeface="宋体"/>
                <a:cs typeface="宋体"/>
              </a:rPr>
              <a:t>提示构建→知识生成</a:t>
            </a:r>
            <a:endParaRPr sz="1200">
              <a:latin typeface="宋体"/>
              <a:cs typeface="宋体"/>
            </a:endParaRPr>
          </a:p>
        </p:txBody>
      </p:sp>
      <p:graphicFrame>
        <p:nvGraphicFramePr>
          <p:cNvPr id="5" name="object 5"/>
          <p:cNvGraphicFramePr>
            <a:graphicFrameLocks noGrp="1"/>
          </p:cNvGraphicFramePr>
          <p:nvPr/>
        </p:nvGraphicFramePr>
        <p:xfrm>
          <a:off x="1104264" y="1785137"/>
          <a:ext cx="6050280" cy="3481704"/>
        </p:xfrm>
        <a:graphic>
          <a:graphicData uri="http://schemas.openxmlformats.org/drawingml/2006/table">
            <a:tbl>
              <a:tblPr firstRow="1" bandRow="1">
                <a:tableStyleId>{2D5ABB26-0587-4C30-8999-92F81FD0307C}</a:tableStyleId>
              </a:tblPr>
              <a:tblGrid>
                <a:gridCol w="269875">
                  <a:extLst>
                    <a:ext uri="{9D8B030D-6E8A-4147-A177-3AD203B41FA5}">
                      <a16:colId xmlns:a16="http://schemas.microsoft.com/office/drawing/2014/main" val="20000"/>
                    </a:ext>
                  </a:extLst>
                </a:gridCol>
                <a:gridCol w="3720465">
                  <a:extLst>
                    <a:ext uri="{9D8B030D-6E8A-4147-A177-3AD203B41FA5}">
                      <a16:colId xmlns:a16="http://schemas.microsoft.com/office/drawing/2014/main" val="20001"/>
                    </a:ext>
                  </a:extLst>
                </a:gridCol>
                <a:gridCol w="2059939">
                  <a:extLst>
                    <a:ext uri="{9D8B030D-6E8A-4147-A177-3AD203B41FA5}">
                      <a16:colId xmlns:a16="http://schemas.microsoft.com/office/drawing/2014/main" val="20002"/>
                    </a:ext>
                  </a:extLst>
                </a:gridCol>
              </a:tblGrid>
              <a:tr h="302260">
                <a:tc>
                  <a:txBody>
                    <a:bodyPr/>
                    <a:lstStyle/>
                    <a:p>
                      <a:pPr marL="31750">
                        <a:lnSpc>
                          <a:spcPts val="2010"/>
                        </a:lnSpc>
                      </a:pPr>
                      <a:r>
                        <a:rPr sz="1800" b="1" spc="-25" dirty="0">
                          <a:latin typeface="Arial"/>
                          <a:cs typeface="Arial"/>
                        </a:rPr>
                        <a:t>1.</a:t>
                      </a:r>
                      <a:endParaRPr sz="1800">
                        <a:latin typeface="Arial"/>
                        <a:cs typeface="Arial"/>
                      </a:endParaRPr>
                    </a:p>
                  </a:txBody>
                  <a:tcPr marL="0" marR="0" marT="0" marB="0"/>
                </a:tc>
                <a:tc>
                  <a:txBody>
                    <a:bodyPr/>
                    <a:lstStyle/>
                    <a:p>
                      <a:pPr marL="142240">
                        <a:lnSpc>
                          <a:spcPts val="2010"/>
                        </a:lnSpc>
                      </a:pPr>
                      <a:r>
                        <a:rPr sz="1800" b="1" spc="-10" dirty="0">
                          <a:latin typeface="Microsoft JhengHei"/>
                          <a:cs typeface="Microsoft JhengHei"/>
                        </a:rPr>
                        <a:t>什么是知识？</a:t>
                      </a:r>
                      <a:endParaRPr sz="1800">
                        <a:latin typeface="Microsoft JhengHei"/>
                        <a:cs typeface="Microsoft JhengHei"/>
                      </a:endParaRPr>
                    </a:p>
                  </a:txBody>
                  <a:tcPr marL="0" marR="0" marT="0" marB="0"/>
                </a:tc>
                <a:tc>
                  <a:txBody>
                    <a:bodyPr/>
                    <a:lstStyle/>
                    <a:p>
                      <a:pPr marL="1115695" algn="ctr">
                        <a:lnSpc>
                          <a:spcPct val="100000"/>
                        </a:lnSpc>
                        <a:spcBef>
                          <a:spcPts val="585"/>
                        </a:spcBef>
                      </a:pPr>
                      <a:r>
                        <a:rPr sz="1400" b="1" spc="-55" dirty="0">
                          <a:solidFill>
                            <a:srgbClr val="333333"/>
                          </a:solidFill>
                          <a:latin typeface="Microsoft JhengHei"/>
                          <a:cs typeface="Microsoft JhengHei"/>
                        </a:rPr>
                        <a:t>AI</a:t>
                      </a:r>
                      <a:r>
                        <a:rPr sz="1400" b="1" spc="-20" dirty="0">
                          <a:solidFill>
                            <a:srgbClr val="333333"/>
                          </a:solidFill>
                          <a:latin typeface="Microsoft JhengHei"/>
                          <a:cs typeface="Microsoft JhengHei"/>
                        </a:rPr>
                        <a:t>辅助层</a:t>
                      </a:r>
                      <a:endParaRPr sz="1400">
                        <a:latin typeface="Microsoft JhengHei"/>
                        <a:cs typeface="Microsoft JhengHei"/>
                      </a:endParaRPr>
                    </a:p>
                  </a:txBody>
                  <a:tcPr marL="0" marR="0" marT="74295" marB="0"/>
                </a:tc>
                <a:extLst>
                  <a:ext uri="{0D108BD9-81ED-4DB2-BD59-A6C34878D82A}">
                    <a16:rowId xmlns:a16="http://schemas.microsoft.com/office/drawing/2014/main" val="10000"/>
                  </a:ext>
                </a:extLst>
              </a:tr>
              <a:tr h="370840">
                <a:tc>
                  <a:txBody>
                    <a:bodyPr/>
                    <a:lstStyle/>
                    <a:p>
                      <a:pPr marL="31750">
                        <a:lnSpc>
                          <a:spcPct val="100000"/>
                        </a:lnSpc>
                        <a:spcBef>
                          <a:spcPts val="270"/>
                        </a:spcBef>
                      </a:pPr>
                      <a:r>
                        <a:rPr sz="1800" dirty="0">
                          <a:latin typeface="Arial"/>
                          <a:cs typeface="Arial"/>
                        </a:rPr>
                        <a:t>•</a:t>
                      </a:r>
                      <a:endParaRPr sz="1800">
                        <a:latin typeface="Arial"/>
                        <a:cs typeface="Arial"/>
                      </a:endParaRPr>
                    </a:p>
                  </a:txBody>
                  <a:tcPr marL="0" marR="0" marT="34290" marB="0"/>
                </a:tc>
                <a:tc>
                  <a:txBody>
                    <a:bodyPr/>
                    <a:lstStyle/>
                    <a:p>
                      <a:pPr marL="46990">
                        <a:lnSpc>
                          <a:spcPct val="100000"/>
                        </a:lnSpc>
                        <a:spcBef>
                          <a:spcPts val="270"/>
                        </a:spcBef>
                      </a:pPr>
                      <a:r>
                        <a:rPr sz="1800" spc="-10" dirty="0">
                          <a:latin typeface="宋体"/>
                          <a:cs typeface="宋体"/>
                        </a:rPr>
                        <a:t>已有的认知积累</a:t>
                      </a:r>
                      <a:endParaRPr sz="1800">
                        <a:latin typeface="宋体"/>
                        <a:cs typeface="宋体"/>
                      </a:endParaRPr>
                    </a:p>
                  </a:txBody>
                  <a:tcPr marL="0" marR="0" marT="34290" marB="0"/>
                </a:tc>
                <a:tc>
                  <a:txBody>
                    <a:bodyPr/>
                    <a:lstStyle/>
                    <a:p>
                      <a:pPr marL="1125855" algn="ctr">
                        <a:lnSpc>
                          <a:spcPts val="1310"/>
                        </a:lnSpc>
                      </a:pPr>
                      <a:r>
                        <a:rPr sz="1200" spc="-180" dirty="0">
                          <a:solidFill>
                            <a:srgbClr val="333333"/>
                          </a:solidFill>
                          <a:latin typeface="宋体"/>
                          <a:cs typeface="宋体"/>
                        </a:rPr>
                        <a:t>(</a:t>
                      </a:r>
                      <a:r>
                        <a:rPr sz="1200" spc="-10" dirty="0">
                          <a:solidFill>
                            <a:srgbClr val="333333"/>
                          </a:solidFill>
                          <a:latin typeface="宋体"/>
                          <a:cs typeface="宋体"/>
                        </a:rPr>
                        <a:t>工具与触发)</a:t>
                      </a:r>
                      <a:endParaRPr sz="1200">
                        <a:latin typeface="宋体"/>
                        <a:cs typeface="宋体"/>
                      </a:endParaRPr>
                    </a:p>
                  </a:txBody>
                  <a:tcPr marL="0" marR="0" marT="0" marB="0"/>
                </a:tc>
                <a:extLst>
                  <a:ext uri="{0D108BD9-81ED-4DB2-BD59-A6C34878D82A}">
                    <a16:rowId xmlns:a16="http://schemas.microsoft.com/office/drawing/2014/main" val="10001"/>
                  </a:ext>
                </a:extLst>
              </a:tr>
              <a:tr h="387985">
                <a:tc>
                  <a:txBody>
                    <a:bodyPr/>
                    <a:lstStyle/>
                    <a:p>
                      <a:pPr marL="31750">
                        <a:lnSpc>
                          <a:spcPct val="100000"/>
                        </a:lnSpc>
                        <a:spcBef>
                          <a:spcPts val="155"/>
                        </a:spcBef>
                      </a:pPr>
                      <a:r>
                        <a:rPr sz="1800" dirty="0">
                          <a:latin typeface="Arial"/>
                          <a:cs typeface="Arial"/>
                        </a:rPr>
                        <a:t>•</a:t>
                      </a:r>
                      <a:endParaRPr sz="1800">
                        <a:latin typeface="Arial"/>
                        <a:cs typeface="Arial"/>
                      </a:endParaRPr>
                    </a:p>
                  </a:txBody>
                  <a:tcPr marL="0" marR="0" marT="19685" marB="0"/>
                </a:tc>
                <a:tc>
                  <a:txBody>
                    <a:bodyPr/>
                    <a:lstStyle/>
                    <a:p>
                      <a:pPr marL="46990">
                        <a:lnSpc>
                          <a:spcPct val="100000"/>
                        </a:lnSpc>
                        <a:spcBef>
                          <a:spcPts val="155"/>
                        </a:spcBef>
                      </a:pPr>
                      <a:r>
                        <a:rPr sz="1800" spc="-10" dirty="0">
                          <a:latin typeface="宋体"/>
                          <a:cs typeface="宋体"/>
                        </a:rPr>
                        <a:t>过往的经验总结</a:t>
                      </a:r>
                      <a:endParaRPr sz="1800">
                        <a:latin typeface="宋体"/>
                        <a:cs typeface="宋体"/>
                      </a:endParaRPr>
                    </a:p>
                  </a:txBody>
                  <a:tcPr marL="0" marR="0" marT="19685" marB="0"/>
                </a:tc>
                <a:tc>
                  <a:txBody>
                    <a:bodyPr/>
                    <a:lstStyle/>
                    <a:p>
                      <a:pPr marL="1122680" algn="ctr">
                        <a:lnSpc>
                          <a:spcPct val="100000"/>
                        </a:lnSpc>
                        <a:spcBef>
                          <a:spcPts val="1265"/>
                        </a:spcBef>
                      </a:pPr>
                      <a:r>
                        <a:rPr sz="1400" b="1" spc="-15" dirty="0">
                          <a:solidFill>
                            <a:srgbClr val="333333"/>
                          </a:solidFill>
                          <a:latin typeface="Microsoft JhengHei"/>
                          <a:cs typeface="Microsoft JhengHei"/>
                        </a:rPr>
                        <a:t>知识系统</a:t>
                      </a:r>
                      <a:endParaRPr sz="1400">
                        <a:latin typeface="Microsoft JhengHei"/>
                        <a:cs typeface="Microsoft JhengHei"/>
                      </a:endParaRPr>
                    </a:p>
                  </a:txBody>
                  <a:tcPr marL="0" marR="0" marT="160655" marB="0"/>
                </a:tc>
                <a:extLst>
                  <a:ext uri="{0D108BD9-81ED-4DB2-BD59-A6C34878D82A}">
                    <a16:rowId xmlns:a16="http://schemas.microsoft.com/office/drawing/2014/main" val="10002"/>
                  </a:ext>
                </a:extLst>
              </a:tr>
              <a:tr h="284480">
                <a:tc>
                  <a:txBody>
                    <a:bodyPr/>
                    <a:lstStyle/>
                    <a:p>
                      <a:pPr marL="31750">
                        <a:lnSpc>
                          <a:spcPts val="2060"/>
                        </a:lnSpc>
                      </a:pPr>
                      <a:r>
                        <a:rPr sz="1800" dirty="0">
                          <a:latin typeface="Arial"/>
                          <a:cs typeface="Arial"/>
                        </a:rPr>
                        <a:t>•</a:t>
                      </a:r>
                      <a:endParaRPr sz="1800">
                        <a:latin typeface="Arial"/>
                        <a:cs typeface="Arial"/>
                      </a:endParaRPr>
                    </a:p>
                  </a:txBody>
                  <a:tcPr marL="0" marR="0" marT="0" marB="0"/>
                </a:tc>
                <a:tc>
                  <a:txBody>
                    <a:bodyPr/>
                    <a:lstStyle/>
                    <a:p>
                      <a:pPr marL="46990">
                        <a:lnSpc>
                          <a:spcPts val="2060"/>
                        </a:lnSpc>
                      </a:pPr>
                      <a:r>
                        <a:rPr sz="1800" spc="-10" dirty="0">
                          <a:latin typeface="宋体"/>
                          <a:cs typeface="宋体"/>
                        </a:rPr>
                        <a:t>潜在的思维模式</a:t>
                      </a:r>
                      <a:endParaRPr sz="1800">
                        <a:latin typeface="宋体"/>
                        <a:cs typeface="宋体"/>
                      </a:endParaRPr>
                    </a:p>
                  </a:txBody>
                  <a:tcPr marL="0" marR="0" marT="0" marB="0"/>
                </a:tc>
                <a:tc>
                  <a:txBody>
                    <a:bodyPr/>
                    <a:lstStyle/>
                    <a:p>
                      <a:pPr marL="1125855" algn="ctr">
                        <a:lnSpc>
                          <a:spcPts val="1310"/>
                        </a:lnSpc>
                      </a:pPr>
                      <a:r>
                        <a:rPr sz="1200" spc="-180" dirty="0">
                          <a:solidFill>
                            <a:srgbClr val="333333"/>
                          </a:solidFill>
                          <a:latin typeface="宋体"/>
                          <a:cs typeface="宋体"/>
                        </a:rPr>
                        <a:t>(</a:t>
                      </a:r>
                      <a:r>
                        <a:rPr sz="1200" spc="-10" dirty="0">
                          <a:solidFill>
                            <a:srgbClr val="333333"/>
                          </a:solidFill>
                          <a:latin typeface="宋体"/>
                          <a:cs typeface="宋体"/>
                        </a:rPr>
                        <a:t>结构化储备)</a:t>
                      </a:r>
                      <a:endParaRPr sz="1200">
                        <a:latin typeface="宋体"/>
                        <a:cs typeface="宋体"/>
                      </a:endParaRPr>
                    </a:p>
                  </a:txBody>
                  <a:tcPr marL="0" marR="0" marT="0" marB="0"/>
                </a:tc>
                <a:extLst>
                  <a:ext uri="{0D108BD9-81ED-4DB2-BD59-A6C34878D82A}">
                    <a16:rowId xmlns:a16="http://schemas.microsoft.com/office/drawing/2014/main" val="10003"/>
                  </a:ext>
                </a:extLst>
              </a:tr>
              <a:tr h="652145">
                <a:tc>
                  <a:txBody>
                    <a:bodyPr/>
                    <a:lstStyle/>
                    <a:p>
                      <a:pPr marL="31750">
                        <a:lnSpc>
                          <a:spcPct val="100000"/>
                        </a:lnSpc>
                        <a:spcBef>
                          <a:spcPts val="459"/>
                        </a:spcBef>
                      </a:pPr>
                      <a:r>
                        <a:rPr sz="1800" dirty="0">
                          <a:latin typeface="Arial"/>
                          <a:cs typeface="Arial"/>
                        </a:rPr>
                        <a:t>•</a:t>
                      </a:r>
                      <a:endParaRPr sz="1800">
                        <a:latin typeface="Arial"/>
                        <a:cs typeface="Arial"/>
                      </a:endParaRPr>
                    </a:p>
                  </a:txBody>
                  <a:tcPr marL="0" marR="0" marT="58419" marB="0"/>
                </a:tc>
                <a:tc>
                  <a:txBody>
                    <a:bodyPr/>
                    <a:lstStyle/>
                    <a:p>
                      <a:pPr marL="46990">
                        <a:lnSpc>
                          <a:spcPct val="100000"/>
                        </a:lnSpc>
                        <a:spcBef>
                          <a:spcPts val="459"/>
                        </a:spcBef>
                      </a:pPr>
                      <a:r>
                        <a:rPr sz="1800" spc="-10" dirty="0">
                          <a:latin typeface="宋体"/>
                          <a:cs typeface="宋体"/>
                        </a:rPr>
                        <a:t>隐性的行为模式</a:t>
                      </a:r>
                      <a:endParaRPr sz="1800">
                        <a:latin typeface="宋体"/>
                        <a:cs typeface="宋体"/>
                      </a:endParaRPr>
                    </a:p>
                  </a:txBody>
                  <a:tcPr marL="0" marR="0" marT="58419" marB="0"/>
                </a:tc>
                <a:tc>
                  <a:txBody>
                    <a:bodyPr/>
                    <a:lstStyle/>
                    <a:p>
                      <a:pPr marL="1234440">
                        <a:lnSpc>
                          <a:spcPts val="1675"/>
                        </a:lnSpc>
                        <a:spcBef>
                          <a:spcPts val="819"/>
                        </a:spcBef>
                      </a:pPr>
                      <a:r>
                        <a:rPr sz="1400" b="1" spc="-15" dirty="0">
                          <a:solidFill>
                            <a:srgbClr val="333333"/>
                          </a:solidFill>
                          <a:latin typeface="Microsoft JhengHei"/>
                          <a:cs typeface="Microsoft JhengHei"/>
                        </a:rPr>
                        <a:t>认知主体</a:t>
                      </a:r>
                      <a:endParaRPr sz="1400">
                        <a:latin typeface="Microsoft JhengHei"/>
                        <a:cs typeface="Microsoft JhengHei"/>
                      </a:endParaRPr>
                    </a:p>
                    <a:p>
                      <a:pPr marR="365125" algn="r">
                        <a:lnSpc>
                          <a:spcPts val="1435"/>
                        </a:lnSpc>
                      </a:pPr>
                      <a:r>
                        <a:rPr sz="1200" spc="-80" dirty="0">
                          <a:solidFill>
                            <a:srgbClr val="333333"/>
                          </a:solidFill>
                          <a:latin typeface="宋体"/>
                          <a:cs typeface="宋体"/>
                        </a:rPr>
                        <a:t>(人)</a:t>
                      </a:r>
                      <a:endParaRPr sz="1200">
                        <a:latin typeface="宋体"/>
                        <a:cs typeface="宋体"/>
                      </a:endParaRPr>
                    </a:p>
                  </a:txBody>
                  <a:tcPr marL="0" marR="0" marT="104139" marB="0"/>
                </a:tc>
                <a:extLst>
                  <a:ext uri="{0D108BD9-81ED-4DB2-BD59-A6C34878D82A}">
                    <a16:rowId xmlns:a16="http://schemas.microsoft.com/office/drawing/2014/main" val="10004"/>
                  </a:ext>
                </a:extLst>
              </a:tr>
              <a:tr h="455295">
                <a:tc>
                  <a:txBody>
                    <a:bodyPr/>
                    <a:lstStyle/>
                    <a:p>
                      <a:pPr marL="31750">
                        <a:lnSpc>
                          <a:spcPct val="100000"/>
                        </a:lnSpc>
                        <a:spcBef>
                          <a:spcPts val="935"/>
                        </a:spcBef>
                      </a:pPr>
                      <a:r>
                        <a:rPr sz="1800" b="1" spc="-25" dirty="0">
                          <a:latin typeface="Arial"/>
                          <a:cs typeface="Arial"/>
                        </a:rPr>
                        <a:t>2.</a:t>
                      </a:r>
                      <a:endParaRPr sz="1800">
                        <a:latin typeface="Arial"/>
                        <a:cs typeface="Arial"/>
                      </a:endParaRPr>
                    </a:p>
                  </a:txBody>
                  <a:tcPr marL="0" marR="0" marT="118745" marB="0"/>
                </a:tc>
                <a:tc>
                  <a:txBody>
                    <a:bodyPr/>
                    <a:lstStyle/>
                    <a:p>
                      <a:pPr marL="142240">
                        <a:lnSpc>
                          <a:spcPct val="100000"/>
                        </a:lnSpc>
                        <a:spcBef>
                          <a:spcPts val="935"/>
                        </a:spcBef>
                      </a:pPr>
                      <a:r>
                        <a:rPr sz="1800" b="1" spc="-10" dirty="0">
                          <a:latin typeface="Microsoft JhengHei"/>
                          <a:cs typeface="Microsoft JhengHei"/>
                        </a:rPr>
                        <a:t>为什么需要“唤醒”？</a:t>
                      </a:r>
                      <a:endParaRPr sz="1800">
                        <a:latin typeface="Microsoft JhengHei"/>
                        <a:cs typeface="Microsoft JhengHei"/>
                      </a:endParaRPr>
                    </a:p>
                  </a:txBody>
                  <a:tcPr marL="0" marR="0" marT="118745" marB="0"/>
                </a:tc>
                <a:tc>
                  <a:txBody>
                    <a:bodyPr/>
                    <a:lstStyle/>
                    <a:p>
                      <a:pPr>
                        <a:lnSpc>
                          <a:spcPct val="100000"/>
                        </a:lnSpc>
                      </a:pPr>
                      <a:endParaRPr sz="1500">
                        <a:latin typeface="Times New Roman"/>
                        <a:cs typeface="Times New Roman"/>
                      </a:endParaRPr>
                    </a:p>
                  </a:txBody>
                  <a:tcPr marL="0" marR="0" marT="0" marB="0"/>
                </a:tc>
                <a:extLst>
                  <a:ext uri="{0D108BD9-81ED-4DB2-BD59-A6C34878D82A}">
                    <a16:rowId xmlns:a16="http://schemas.microsoft.com/office/drawing/2014/main" val="10005"/>
                  </a:ext>
                </a:extLst>
              </a:tr>
              <a:tr h="355600">
                <a:tc>
                  <a:txBody>
                    <a:bodyPr/>
                    <a:lstStyle/>
                    <a:p>
                      <a:pPr marL="31750">
                        <a:lnSpc>
                          <a:spcPct val="100000"/>
                        </a:lnSpc>
                        <a:spcBef>
                          <a:spcPts val="155"/>
                        </a:spcBef>
                      </a:pPr>
                      <a:r>
                        <a:rPr sz="1800" dirty="0">
                          <a:latin typeface="Arial"/>
                          <a:cs typeface="Arial"/>
                        </a:rPr>
                        <a:t>•</a:t>
                      </a:r>
                      <a:endParaRPr sz="1800">
                        <a:latin typeface="Arial"/>
                        <a:cs typeface="Arial"/>
                      </a:endParaRPr>
                    </a:p>
                  </a:txBody>
                  <a:tcPr marL="0" marR="0" marT="19685" marB="0"/>
                </a:tc>
                <a:tc>
                  <a:txBody>
                    <a:bodyPr/>
                    <a:lstStyle/>
                    <a:p>
                      <a:pPr marL="46990">
                        <a:lnSpc>
                          <a:spcPct val="100000"/>
                        </a:lnSpc>
                        <a:spcBef>
                          <a:spcPts val="155"/>
                        </a:spcBef>
                      </a:pPr>
                      <a:r>
                        <a:rPr sz="1800" spc="-5" dirty="0">
                          <a:latin typeface="宋体"/>
                          <a:cs typeface="宋体"/>
                        </a:rPr>
                        <a:t>知识存在但未被充分调用</a:t>
                      </a:r>
                      <a:endParaRPr sz="1800">
                        <a:latin typeface="宋体"/>
                        <a:cs typeface="宋体"/>
                      </a:endParaRPr>
                    </a:p>
                  </a:txBody>
                  <a:tcPr marL="0" marR="0" marT="19685" marB="0"/>
                </a:tc>
                <a:tc>
                  <a:txBody>
                    <a:bodyPr/>
                    <a:lstStyle/>
                    <a:p>
                      <a:pPr>
                        <a:lnSpc>
                          <a:spcPct val="100000"/>
                        </a:lnSpc>
                      </a:pPr>
                      <a:endParaRPr sz="1500">
                        <a:latin typeface="Times New Roman"/>
                        <a:cs typeface="Times New Roman"/>
                      </a:endParaRPr>
                    </a:p>
                  </a:txBody>
                  <a:tcPr marL="0" marR="0" marT="0" marB="0"/>
                </a:tc>
                <a:extLst>
                  <a:ext uri="{0D108BD9-81ED-4DB2-BD59-A6C34878D82A}">
                    <a16:rowId xmlns:a16="http://schemas.microsoft.com/office/drawing/2014/main" val="10006"/>
                  </a:ext>
                </a:extLst>
              </a:tr>
              <a:tr h="356235">
                <a:tc>
                  <a:txBody>
                    <a:bodyPr/>
                    <a:lstStyle/>
                    <a:p>
                      <a:pPr marL="31750">
                        <a:lnSpc>
                          <a:spcPct val="100000"/>
                        </a:lnSpc>
                        <a:spcBef>
                          <a:spcPts val="155"/>
                        </a:spcBef>
                      </a:pPr>
                      <a:r>
                        <a:rPr sz="1800" dirty="0">
                          <a:latin typeface="Arial"/>
                          <a:cs typeface="Arial"/>
                        </a:rPr>
                        <a:t>•</a:t>
                      </a:r>
                      <a:endParaRPr sz="1800">
                        <a:latin typeface="Arial"/>
                        <a:cs typeface="Arial"/>
                      </a:endParaRPr>
                    </a:p>
                  </a:txBody>
                  <a:tcPr marL="0" marR="0" marT="19685" marB="0"/>
                </a:tc>
                <a:tc>
                  <a:txBody>
                    <a:bodyPr/>
                    <a:lstStyle/>
                    <a:p>
                      <a:pPr marL="46990">
                        <a:lnSpc>
                          <a:spcPct val="100000"/>
                        </a:lnSpc>
                        <a:spcBef>
                          <a:spcPts val="155"/>
                        </a:spcBef>
                      </a:pPr>
                      <a:r>
                        <a:rPr sz="1800" spc="-5" dirty="0">
                          <a:latin typeface="宋体"/>
                          <a:cs typeface="宋体"/>
                        </a:rPr>
                        <a:t>经验存在但未被有效链接</a:t>
                      </a:r>
                      <a:endParaRPr sz="1800">
                        <a:latin typeface="宋体"/>
                        <a:cs typeface="宋体"/>
                      </a:endParaRPr>
                    </a:p>
                  </a:txBody>
                  <a:tcPr marL="0" marR="0" marT="19685" marB="0"/>
                </a:tc>
                <a:tc>
                  <a:txBody>
                    <a:bodyPr/>
                    <a:lstStyle/>
                    <a:p>
                      <a:pPr>
                        <a:lnSpc>
                          <a:spcPct val="100000"/>
                        </a:lnSpc>
                      </a:pPr>
                      <a:endParaRPr sz="1500">
                        <a:latin typeface="Times New Roman"/>
                        <a:cs typeface="Times New Roman"/>
                      </a:endParaRPr>
                    </a:p>
                  </a:txBody>
                  <a:tcPr marL="0" marR="0" marT="0" marB="0"/>
                </a:tc>
                <a:extLst>
                  <a:ext uri="{0D108BD9-81ED-4DB2-BD59-A6C34878D82A}">
                    <a16:rowId xmlns:a16="http://schemas.microsoft.com/office/drawing/2014/main" val="10007"/>
                  </a:ext>
                </a:extLst>
              </a:tr>
              <a:tr h="316865">
                <a:tc>
                  <a:txBody>
                    <a:bodyPr/>
                    <a:lstStyle/>
                    <a:p>
                      <a:pPr marL="31750">
                        <a:lnSpc>
                          <a:spcPct val="100000"/>
                        </a:lnSpc>
                        <a:spcBef>
                          <a:spcPts val="155"/>
                        </a:spcBef>
                      </a:pPr>
                      <a:r>
                        <a:rPr sz="1800" dirty="0">
                          <a:latin typeface="Arial"/>
                          <a:cs typeface="Arial"/>
                        </a:rPr>
                        <a:t>•</a:t>
                      </a:r>
                      <a:endParaRPr sz="1800">
                        <a:latin typeface="Arial"/>
                        <a:cs typeface="Arial"/>
                      </a:endParaRPr>
                    </a:p>
                  </a:txBody>
                  <a:tcPr marL="0" marR="0" marT="19685" marB="0"/>
                </a:tc>
                <a:tc>
                  <a:txBody>
                    <a:bodyPr/>
                    <a:lstStyle/>
                    <a:p>
                      <a:pPr marL="46990">
                        <a:lnSpc>
                          <a:spcPct val="100000"/>
                        </a:lnSpc>
                        <a:spcBef>
                          <a:spcPts val="155"/>
                        </a:spcBef>
                      </a:pPr>
                      <a:r>
                        <a:rPr sz="1800" spc="-5" dirty="0">
                          <a:latin typeface="宋体"/>
                          <a:cs typeface="宋体"/>
                        </a:rPr>
                        <a:t>洞察存在但未被清晰表达</a:t>
                      </a:r>
                      <a:endParaRPr sz="1800">
                        <a:latin typeface="宋体"/>
                        <a:cs typeface="宋体"/>
                      </a:endParaRPr>
                    </a:p>
                  </a:txBody>
                  <a:tcPr marL="0" marR="0" marT="19685" marB="0"/>
                </a:tc>
                <a:tc>
                  <a:txBody>
                    <a:bodyPr/>
                    <a:lstStyle/>
                    <a:p>
                      <a:pPr>
                        <a:lnSpc>
                          <a:spcPct val="100000"/>
                        </a:lnSpc>
                      </a:pPr>
                      <a:endParaRPr sz="1500">
                        <a:latin typeface="Times New Roman"/>
                        <a:cs typeface="Times New Roman"/>
                      </a:endParaRPr>
                    </a:p>
                  </a:txBody>
                  <a:tcPr marL="0" marR="0" marT="0" marB="0"/>
                </a:tc>
                <a:extLst>
                  <a:ext uri="{0D108BD9-81ED-4DB2-BD59-A6C34878D82A}">
                    <a16:rowId xmlns:a16="http://schemas.microsoft.com/office/drawing/2014/main" val="10008"/>
                  </a:ext>
                </a:extLst>
              </a:tr>
            </a:tbl>
          </a:graphicData>
        </a:graphic>
      </p:graphicFrame>
      <p:sp>
        <p:nvSpPr>
          <p:cNvPr id="6" name="object 6"/>
          <p:cNvSpPr/>
          <p:nvPr/>
        </p:nvSpPr>
        <p:spPr>
          <a:xfrm>
            <a:off x="1038860" y="5593079"/>
            <a:ext cx="9909810" cy="845819"/>
          </a:xfrm>
          <a:custGeom>
            <a:avLst/>
            <a:gdLst/>
            <a:ahLst/>
            <a:cxnLst/>
            <a:rect l="l" t="t" r="r" b="b"/>
            <a:pathLst>
              <a:path w="9909810" h="845820">
                <a:moveTo>
                  <a:pt x="9909810" y="845820"/>
                </a:moveTo>
                <a:lnTo>
                  <a:pt x="0" y="845820"/>
                </a:lnTo>
                <a:lnTo>
                  <a:pt x="0" y="0"/>
                </a:lnTo>
                <a:lnTo>
                  <a:pt x="9909810" y="0"/>
                </a:lnTo>
                <a:lnTo>
                  <a:pt x="9909810" y="6350"/>
                </a:lnTo>
                <a:lnTo>
                  <a:pt x="12700" y="6350"/>
                </a:lnTo>
                <a:lnTo>
                  <a:pt x="6350" y="12700"/>
                </a:lnTo>
                <a:lnTo>
                  <a:pt x="12700" y="12700"/>
                </a:lnTo>
                <a:lnTo>
                  <a:pt x="12700" y="833120"/>
                </a:lnTo>
                <a:lnTo>
                  <a:pt x="6350" y="833120"/>
                </a:lnTo>
                <a:lnTo>
                  <a:pt x="12700" y="839470"/>
                </a:lnTo>
                <a:lnTo>
                  <a:pt x="9909810" y="839470"/>
                </a:lnTo>
                <a:lnTo>
                  <a:pt x="9909810" y="845820"/>
                </a:lnTo>
                <a:close/>
              </a:path>
              <a:path w="9909810" h="845820">
                <a:moveTo>
                  <a:pt x="12700" y="12700"/>
                </a:moveTo>
                <a:lnTo>
                  <a:pt x="6350" y="12700"/>
                </a:lnTo>
                <a:lnTo>
                  <a:pt x="12700" y="6350"/>
                </a:lnTo>
                <a:lnTo>
                  <a:pt x="12700" y="12700"/>
                </a:lnTo>
                <a:close/>
              </a:path>
              <a:path w="9909810" h="845820">
                <a:moveTo>
                  <a:pt x="9897110" y="12700"/>
                </a:moveTo>
                <a:lnTo>
                  <a:pt x="12700" y="12700"/>
                </a:lnTo>
                <a:lnTo>
                  <a:pt x="12700" y="6350"/>
                </a:lnTo>
                <a:lnTo>
                  <a:pt x="9897110" y="6350"/>
                </a:lnTo>
                <a:lnTo>
                  <a:pt x="9897110" y="12700"/>
                </a:lnTo>
                <a:close/>
              </a:path>
              <a:path w="9909810" h="845820">
                <a:moveTo>
                  <a:pt x="9897110" y="839470"/>
                </a:moveTo>
                <a:lnTo>
                  <a:pt x="9897110" y="6350"/>
                </a:lnTo>
                <a:lnTo>
                  <a:pt x="9903460" y="12700"/>
                </a:lnTo>
                <a:lnTo>
                  <a:pt x="9909810" y="12700"/>
                </a:lnTo>
                <a:lnTo>
                  <a:pt x="9909810" y="833120"/>
                </a:lnTo>
                <a:lnTo>
                  <a:pt x="9903460" y="833120"/>
                </a:lnTo>
                <a:lnTo>
                  <a:pt x="9897110" y="839470"/>
                </a:lnTo>
                <a:close/>
              </a:path>
              <a:path w="9909810" h="845820">
                <a:moveTo>
                  <a:pt x="9909810" y="12700"/>
                </a:moveTo>
                <a:lnTo>
                  <a:pt x="9903460" y="12700"/>
                </a:lnTo>
                <a:lnTo>
                  <a:pt x="9897110" y="6350"/>
                </a:lnTo>
                <a:lnTo>
                  <a:pt x="9909810" y="6350"/>
                </a:lnTo>
                <a:lnTo>
                  <a:pt x="9909810" y="12700"/>
                </a:lnTo>
                <a:close/>
              </a:path>
              <a:path w="9909810" h="845820">
                <a:moveTo>
                  <a:pt x="12700" y="839470"/>
                </a:moveTo>
                <a:lnTo>
                  <a:pt x="6350" y="833120"/>
                </a:lnTo>
                <a:lnTo>
                  <a:pt x="12700" y="833120"/>
                </a:lnTo>
                <a:lnTo>
                  <a:pt x="12700" y="839470"/>
                </a:lnTo>
                <a:close/>
              </a:path>
              <a:path w="9909810" h="845820">
                <a:moveTo>
                  <a:pt x="9897110" y="839470"/>
                </a:moveTo>
                <a:lnTo>
                  <a:pt x="12700" y="839470"/>
                </a:lnTo>
                <a:lnTo>
                  <a:pt x="12700" y="833120"/>
                </a:lnTo>
                <a:lnTo>
                  <a:pt x="9897110" y="833120"/>
                </a:lnTo>
                <a:lnTo>
                  <a:pt x="9897110" y="839470"/>
                </a:lnTo>
                <a:close/>
              </a:path>
              <a:path w="9909810" h="845820">
                <a:moveTo>
                  <a:pt x="9909810" y="839470"/>
                </a:moveTo>
                <a:lnTo>
                  <a:pt x="9897110" y="839470"/>
                </a:lnTo>
                <a:lnTo>
                  <a:pt x="9903460" y="833120"/>
                </a:lnTo>
                <a:lnTo>
                  <a:pt x="9909810" y="833120"/>
                </a:lnTo>
                <a:lnTo>
                  <a:pt x="9909810" y="839470"/>
                </a:lnTo>
                <a:close/>
              </a:path>
            </a:pathLst>
          </a:custGeom>
          <a:solidFill>
            <a:srgbClr val="D9D9D9"/>
          </a:solidFill>
        </p:spPr>
        <p:txBody>
          <a:bodyPr wrap="square" lIns="0" tIns="0" rIns="0" bIns="0" rtlCol="0"/>
          <a:lstStyle/>
          <a:p>
            <a:endParaRPr/>
          </a:p>
        </p:txBody>
      </p:sp>
      <p:sp>
        <p:nvSpPr>
          <p:cNvPr id="7" name="object 7"/>
          <p:cNvSpPr txBox="1"/>
          <p:nvPr/>
        </p:nvSpPr>
        <p:spPr>
          <a:xfrm>
            <a:off x="2715895" y="5680583"/>
            <a:ext cx="6663055" cy="609600"/>
          </a:xfrm>
          <a:prstGeom prst="rect">
            <a:avLst/>
          </a:prstGeom>
        </p:spPr>
        <p:txBody>
          <a:bodyPr vert="horz" wrap="square" lIns="0" tIns="60960" rIns="0" bIns="0" rtlCol="0">
            <a:spAutoFit/>
          </a:bodyPr>
          <a:lstStyle/>
          <a:p>
            <a:pPr algn="ctr">
              <a:lnSpc>
                <a:spcPct val="100000"/>
              </a:lnSpc>
              <a:spcBef>
                <a:spcPts val="480"/>
              </a:spcBef>
            </a:pPr>
            <a:r>
              <a:rPr sz="1600" spc="-20" dirty="0">
                <a:latin typeface="宋体"/>
                <a:cs typeface="宋体"/>
              </a:rPr>
              <a:t>本质：知识唤醒是认知主体在</a:t>
            </a:r>
            <a:r>
              <a:rPr sz="1600" spc="-10" dirty="0">
                <a:latin typeface="Arial"/>
                <a:cs typeface="Arial"/>
              </a:rPr>
              <a:t>AI</a:t>
            </a:r>
            <a:r>
              <a:rPr sz="1600" spc="-20" dirty="0">
                <a:latin typeface="宋体"/>
                <a:cs typeface="宋体"/>
              </a:rPr>
              <a:t>辅助下的主动建构过</a:t>
            </a:r>
            <a:r>
              <a:rPr sz="1600" spc="-50" dirty="0">
                <a:latin typeface="宋体"/>
                <a:cs typeface="宋体"/>
              </a:rPr>
              <a:t>程</a:t>
            </a:r>
            <a:endParaRPr sz="1600">
              <a:latin typeface="宋体"/>
              <a:cs typeface="宋体"/>
            </a:endParaRPr>
          </a:p>
          <a:p>
            <a:pPr algn="ctr">
              <a:lnSpc>
                <a:spcPct val="100000"/>
              </a:lnSpc>
              <a:spcBef>
                <a:spcPts val="380"/>
              </a:spcBef>
            </a:pPr>
            <a:r>
              <a:rPr sz="1600" spc="-20" dirty="0">
                <a:latin typeface="宋体"/>
                <a:cs typeface="宋体"/>
              </a:rPr>
              <a:t>目标：通过认知触发</a:t>
            </a:r>
            <a:r>
              <a:rPr sz="1600" spc="-10" dirty="0">
                <a:latin typeface="Arial"/>
                <a:cs typeface="Arial"/>
              </a:rPr>
              <a:t>-</a:t>
            </a:r>
            <a:r>
              <a:rPr sz="1600" spc="-20" dirty="0">
                <a:latin typeface="宋体"/>
                <a:cs typeface="宋体"/>
              </a:rPr>
              <a:t>系统激活</a:t>
            </a:r>
            <a:r>
              <a:rPr sz="1600" spc="-10" dirty="0">
                <a:latin typeface="Arial"/>
                <a:cs typeface="Arial"/>
              </a:rPr>
              <a:t>-</a:t>
            </a:r>
            <a:r>
              <a:rPr sz="1600" spc="-20" dirty="0">
                <a:latin typeface="宋体"/>
                <a:cs typeface="宋体"/>
              </a:rPr>
              <a:t>整体重构，实现知识的深度调动和创新生</a:t>
            </a:r>
            <a:r>
              <a:rPr sz="1600" spc="-50" dirty="0">
                <a:latin typeface="宋体"/>
                <a:cs typeface="宋体"/>
              </a:rPr>
              <a:t>成</a:t>
            </a:r>
            <a:endParaRPr sz="1600">
              <a:latin typeface="宋体"/>
              <a:cs typeface="宋体"/>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4184" y="804811"/>
            <a:ext cx="1983105" cy="299720"/>
          </a:xfrm>
          <a:prstGeom prst="rect">
            <a:avLst/>
          </a:prstGeom>
        </p:spPr>
        <p:txBody>
          <a:bodyPr vert="horz" wrap="square" lIns="0" tIns="12700" rIns="0" bIns="0" rtlCol="0">
            <a:spAutoFit/>
          </a:bodyPr>
          <a:lstStyle/>
          <a:p>
            <a:pPr marL="12700">
              <a:lnSpc>
                <a:spcPct val="100000"/>
              </a:lnSpc>
              <a:spcBef>
                <a:spcPts val="100"/>
              </a:spcBef>
              <a:tabLst>
                <a:tab pos="365760" algn="l"/>
              </a:tabLst>
            </a:pPr>
            <a:r>
              <a:rPr sz="1800" spc="-25" dirty="0">
                <a:solidFill>
                  <a:srgbClr val="000000"/>
                </a:solidFill>
              </a:rPr>
              <a:t>1.</a:t>
            </a:r>
            <a:r>
              <a:rPr sz="1800" dirty="0">
                <a:solidFill>
                  <a:srgbClr val="000000"/>
                </a:solidFill>
              </a:rPr>
              <a:t>	</a:t>
            </a:r>
            <a:r>
              <a:rPr sz="1800" spc="-10" dirty="0">
                <a:solidFill>
                  <a:srgbClr val="000000"/>
                </a:solidFill>
              </a:rPr>
              <a:t>知识的基本属性</a:t>
            </a:r>
            <a:endParaRPr sz="1800"/>
          </a:p>
        </p:txBody>
      </p:sp>
      <p:sp>
        <p:nvSpPr>
          <p:cNvPr id="3" name="object 3"/>
          <p:cNvSpPr txBox="1"/>
          <p:nvPr/>
        </p:nvSpPr>
        <p:spPr>
          <a:xfrm>
            <a:off x="764184" y="1079131"/>
            <a:ext cx="3282950" cy="1450340"/>
          </a:xfrm>
          <a:prstGeom prst="rect">
            <a:avLst/>
          </a:prstGeom>
        </p:spPr>
        <p:txBody>
          <a:bodyPr vert="horz" wrap="square" lIns="0" tIns="94615" rIns="0" bIns="0" rtlCol="0">
            <a:spAutoFit/>
          </a:bodyPr>
          <a:lstStyle/>
          <a:p>
            <a:pPr marL="298450" indent="-285750">
              <a:lnSpc>
                <a:spcPct val="100000"/>
              </a:lnSpc>
              <a:spcBef>
                <a:spcPts val="745"/>
              </a:spcBef>
              <a:buFont typeface="Arial"/>
              <a:buChar char="•"/>
              <a:tabLst>
                <a:tab pos="297815" algn="l"/>
                <a:tab pos="298450" algn="l"/>
              </a:tabLst>
            </a:pPr>
            <a:r>
              <a:rPr sz="1800" spc="-5" dirty="0">
                <a:latin typeface="宋体"/>
                <a:cs typeface="宋体"/>
              </a:rPr>
              <a:t>沉淀性：知识是经验的累积</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spc="-5" dirty="0">
                <a:latin typeface="宋体"/>
                <a:cs typeface="宋体"/>
              </a:rPr>
              <a:t>关联性：知识是网络化的</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spc="-5" dirty="0">
                <a:latin typeface="宋体"/>
                <a:cs typeface="宋体"/>
              </a:rPr>
              <a:t>情境性：知识嵌入具体场景</a:t>
            </a:r>
            <a:endParaRPr sz="1800">
              <a:latin typeface="宋体"/>
              <a:cs typeface="宋体"/>
            </a:endParaRPr>
          </a:p>
          <a:p>
            <a:pPr marL="298450" indent="-285750">
              <a:lnSpc>
                <a:spcPct val="100000"/>
              </a:lnSpc>
              <a:spcBef>
                <a:spcPts val="645"/>
              </a:spcBef>
              <a:buFont typeface="Arial"/>
              <a:buChar char="•"/>
              <a:tabLst>
                <a:tab pos="297815" algn="l"/>
                <a:tab pos="298450" algn="l"/>
              </a:tabLst>
            </a:pPr>
            <a:r>
              <a:rPr sz="1800" spc="-5" dirty="0">
                <a:latin typeface="宋体"/>
                <a:cs typeface="宋体"/>
              </a:rPr>
              <a:t>涌现性：新知识从连接中产生</a:t>
            </a:r>
            <a:endParaRPr sz="1800">
              <a:latin typeface="宋体"/>
              <a:cs typeface="宋体"/>
            </a:endParaRPr>
          </a:p>
        </p:txBody>
      </p:sp>
      <p:sp>
        <p:nvSpPr>
          <p:cNvPr id="4" name="object 4"/>
          <p:cNvSpPr txBox="1"/>
          <p:nvPr/>
        </p:nvSpPr>
        <p:spPr>
          <a:xfrm>
            <a:off x="776884" y="2860306"/>
            <a:ext cx="3498850" cy="1450340"/>
          </a:xfrm>
          <a:prstGeom prst="rect">
            <a:avLst/>
          </a:prstGeom>
        </p:spPr>
        <p:txBody>
          <a:bodyPr vert="horz" wrap="square" lIns="0" tIns="94615" rIns="0" bIns="0" rtlCol="0">
            <a:spAutoFit/>
          </a:bodyPr>
          <a:lstStyle/>
          <a:p>
            <a:pPr>
              <a:lnSpc>
                <a:spcPct val="100000"/>
              </a:lnSpc>
              <a:spcBef>
                <a:spcPts val="745"/>
              </a:spcBef>
              <a:tabLst>
                <a:tab pos="427990" algn="l"/>
              </a:tabLst>
            </a:pPr>
            <a:r>
              <a:rPr sz="1800" b="1" spc="-25" dirty="0">
                <a:latin typeface="Microsoft JhengHei"/>
                <a:cs typeface="Microsoft JhengHei"/>
              </a:rPr>
              <a:t>2.</a:t>
            </a:r>
            <a:r>
              <a:rPr sz="1800" b="1" dirty="0">
                <a:latin typeface="Microsoft JhengHei"/>
                <a:cs typeface="Microsoft JhengHei"/>
              </a:rPr>
              <a:t>	</a:t>
            </a:r>
            <a:r>
              <a:rPr sz="1800" b="1" spc="-10" dirty="0">
                <a:latin typeface="Microsoft JhengHei"/>
                <a:cs typeface="Microsoft JhengHei"/>
              </a:rPr>
              <a:t>唤醒的核心机制</a:t>
            </a:r>
            <a:endParaRPr sz="1800">
              <a:latin typeface="Microsoft JhengHei"/>
              <a:cs typeface="Microsoft JhengHei"/>
            </a:endParaRPr>
          </a:p>
          <a:p>
            <a:pPr marL="285115" indent="-285115">
              <a:lnSpc>
                <a:spcPct val="100000"/>
              </a:lnSpc>
              <a:spcBef>
                <a:spcPts val="645"/>
              </a:spcBef>
              <a:buFont typeface="Arial"/>
              <a:buChar char="•"/>
              <a:tabLst>
                <a:tab pos="285115" algn="l"/>
                <a:tab pos="285750" algn="l"/>
              </a:tabLst>
            </a:pPr>
            <a:r>
              <a:rPr sz="1800" spc="-5" dirty="0">
                <a:latin typeface="宋体"/>
                <a:cs typeface="宋体"/>
              </a:rPr>
              <a:t>认知激活：打破固有思维模式</a:t>
            </a:r>
            <a:endParaRPr sz="1800">
              <a:latin typeface="宋体"/>
              <a:cs typeface="宋体"/>
            </a:endParaRPr>
          </a:p>
          <a:p>
            <a:pPr marL="285115" indent="-285115">
              <a:lnSpc>
                <a:spcPct val="100000"/>
              </a:lnSpc>
              <a:spcBef>
                <a:spcPts val="645"/>
              </a:spcBef>
              <a:buFont typeface="Arial"/>
              <a:buChar char="•"/>
              <a:tabLst>
                <a:tab pos="285115" algn="l"/>
                <a:tab pos="285750" algn="l"/>
              </a:tabLst>
            </a:pPr>
            <a:r>
              <a:rPr sz="1800" spc="-5" dirty="0">
                <a:latin typeface="宋体"/>
                <a:cs typeface="宋体"/>
              </a:rPr>
              <a:t>经验映射：连接具体实践场景</a:t>
            </a:r>
            <a:endParaRPr sz="1800">
              <a:latin typeface="宋体"/>
              <a:cs typeface="宋体"/>
            </a:endParaRPr>
          </a:p>
          <a:p>
            <a:pPr marL="285115" indent="-285115">
              <a:lnSpc>
                <a:spcPct val="100000"/>
              </a:lnSpc>
              <a:spcBef>
                <a:spcPts val="645"/>
              </a:spcBef>
              <a:buFont typeface="Arial"/>
              <a:buChar char="•"/>
              <a:tabLst>
                <a:tab pos="285115" algn="l"/>
                <a:tab pos="285750" algn="l"/>
              </a:tabLst>
            </a:pPr>
            <a:r>
              <a:rPr sz="1800" spc="-5" dirty="0">
                <a:latin typeface="宋体"/>
                <a:cs typeface="宋体"/>
              </a:rPr>
              <a:t>创造性重组：产生新的知识连接</a:t>
            </a:r>
            <a:endParaRPr sz="1800">
              <a:latin typeface="宋体"/>
              <a:cs typeface="宋体"/>
            </a:endParaRPr>
          </a:p>
        </p:txBody>
      </p:sp>
      <p:sp>
        <p:nvSpPr>
          <p:cNvPr id="5" name="object 5"/>
          <p:cNvSpPr txBox="1"/>
          <p:nvPr/>
        </p:nvSpPr>
        <p:spPr>
          <a:xfrm>
            <a:off x="776884" y="4641481"/>
            <a:ext cx="3041650" cy="1450340"/>
          </a:xfrm>
          <a:prstGeom prst="rect">
            <a:avLst/>
          </a:prstGeom>
        </p:spPr>
        <p:txBody>
          <a:bodyPr vert="horz" wrap="square" lIns="0" tIns="94615" rIns="0" bIns="0" rtlCol="0">
            <a:spAutoFit/>
          </a:bodyPr>
          <a:lstStyle/>
          <a:p>
            <a:pPr>
              <a:lnSpc>
                <a:spcPct val="100000"/>
              </a:lnSpc>
              <a:spcBef>
                <a:spcPts val="745"/>
              </a:spcBef>
              <a:tabLst>
                <a:tab pos="427990" algn="l"/>
              </a:tabLst>
            </a:pPr>
            <a:r>
              <a:rPr sz="1800" b="1" spc="-25" dirty="0">
                <a:latin typeface="Microsoft JhengHei"/>
                <a:cs typeface="Microsoft JhengHei"/>
              </a:rPr>
              <a:t>3.</a:t>
            </a:r>
            <a:r>
              <a:rPr sz="1800" b="1" dirty="0">
                <a:latin typeface="Microsoft JhengHei"/>
                <a:cs typeface="Microsoft JhengHei"/>
              </a:rPr>
              <a:t>	</a:t>
            </a:r>
            <a:r>
              <a:rPr sz="1800" b="1" spc="-70" dirty="0">
                <a:latin typeface="Microsoft JhengHei"/>
                <a:cs typeface="Microsoft JhengHei"/>
              </a:rPr>
              <a:t>AI</a:t>
            </a:r>
            <a:r>
              <a:rPr sz="1800" b="1" spc="-10" dirty="0">
                <a:latin typeface="Microsoft JhengHei"/>
                <a:cs typeface="Microsoft JhengHei"/>
              </a:rPr>
              <a:t>辅助的三重角色</a:t>
            </a:r>
            <a:endParaRPr sz="1800">
              <a:latin typeface="Microsoft JhengHei"/>
              <a:cs typeface="Microsoft JhengHei"/>
            </a:endParaRPr>
          </a:p>
          <a:p>
            <a:pPr marL="285115" indent="-285115">
              <a:lnSpc>
                <a:spcPct val="100000"/>
              </a:lnSpc>
              <a:spcBef>
                <a:spcPts val="645"/>
              </a:spcBef>
              <a:buFont typeface="Arial"/>
              <a:buChar char="•"/>
              <a:tabLst>
                <a:tab pos="285115" algn="l"/>
                <a:tab pos="285750" algn="l"/>
              </a:tabLst>
            </a:pPr>
            <a:r>
              <a:rPr sz="1800" spc="-5" dirty="0">
                <a:latin typeface="宋体"/>
                <a:cs typeface="宋体"/>
              </a:rPr>
              <a:t>认知催化剂：提供新视角</a:t>
            </a:r>
            <a:endParaRPr sz="1800">
              <a:latin typeface="宋体"/>
              <a:cs typeface="宋体"/>
            </a:endParaRPr>
          </a:p>
          <a:p>
            <a:pPr marL="285115" indent="-285115">
              <a:lnSpc>
                <a:spcPct val="100000"/>
              </a:lnSpc>
              <a:spcBef>
                <a:spcPts val="645"/>
              </a:spcBef>
              <a:buFont typeface="Arial"/>
              <a:buChar char="•"/>
              <a:tabLst>
                <a:tab pos="285115" algn="l"/>
                <a:tab pos="285750" algn="l"/>
              </a:tabLst>
            </a:pPr>
            <a:r>
              <a:rPr sz="1800" spc="-5" dirty="0">
                <a:latin typeface="宋体"/>
                <a:cs typeface="宋体"/>
              </a:rPr>
              <a:t>知识连接器：建立关联网络</a:t>
            </a:r>
            <a:endParaRPr sz="1800">
              <a:latin typeface="宋体"/>
              <a:cs typeface="宋体"/>
            </a:endParaRPr>
          </a:p>
          <a:p>
            <a:pPr marL="285115" indent="-285115">
              <a:lnSpc>
                <a:spcPct val="100000"/>
              </a:lnSpc>
              <a:spcBef>
                <a:spcPts val="645"/>
              </a:spcBef>
              <a:buFont typeface="Arial"/>
              <a:buChar char="•"/>
              <a:tabLst>
                <a:tab pos="285115" algn="l"/>
                <a:tab pos="285750" algn="l"/>
              </a:tabLst>
            </a:pPr>
            <a:r>
              <a:rPr sz="1800" spc="-5" dirty="0">
                <a:latin typeface="宋体"/>
                <a:cs typeface="宋体"/>
              </a:rPr>
              <a:t>创新助推器：促进知识重组</a:t>
            </a:r>
            <a:endParaRPr sz="1800">
              <a:latin typeface="宋体"/>
              <a:cs typeface="宋体"/>
            </a:endParaRPr>
          </a:p>
        </p:txBody>
      </p:sp>
      <p:sp>
        <p:nvSpPr>
          <p:cNvPr id="6" name="object 6"/>
          <p:cNvSpPr/>
          <p:nvPr/>
        </p:nvSpPr>
        <p:spPr>
          <a:xfrm>
            <a:off x="4594148" y="993698"/>
            <a:ext cx="2184400" cy="3898900"/>
          </a:xfrm>
          <a:custGeom>
            <a:avLst/>
            <a:gdLst/>
            <a:ahLst/>
            <a:cxnLst/>
            <a:rect l="l" t="t" r="r" b="b"/>
            <a:pathLst>
              <a:path w="2184400" h="3898900">
                <a:moveTo>
                  <a:pt x="303034" y="12699"/>
                </a:moveTo>
                <a:lnTo>
                  <a:pt x="266242" y="12699"/>
                </a:lnTo>
                <a:lnTo>
                  <a:pt x="274993" y="0"/>
                </a:lnTo>
                <a:lnTo>
                  <a:pt x="312000" y="0"/>
                </a:lnTo>
                <a:lnTo>
                  <a:pt x="303034" y="12699"/>
                </a:lnTo>
                <a:close/>
              </a:path>
              <a:path w="2184400" h="3898900">
                <a:moveTo>
                  <a:pt x="1917801" y="12699"/>
                </a:moveTo>
                <a:lnTo>
                  <a:pt x="1881009" y="12699"/>
                </a:lnTo>
                <a:lnTo>
                  <a:pt x="1872043" y="0"/>
                </a:lnTo>
                <a:lnTo>
                  <a:pt x="1909063" y="0"/>
                </a:lnTo>
                <a:lnTo>
                  <a:pt x="1917801" y="12699"/>
                </a:lnTo>
                <a:close/>
              </a:path>
              <a:path w="2184400" h="3898900">
                <a:moveTo>
                  <a:pt x="251472" y="25399"/>
                </a:moveTo>
                <a:lnTo>
                  <a:pt x="232181" y="25399"/>
                </a:lnTo>
                <a:lnTo>
                  <a:pt x="240550" y="12699"/>
                </a:lnTo>
                <a:lnTo>
                  <a:pt x="259943" y="12699"/>
                </a:lnTo>
                <a:lnTo>
                  <a:pt x="251472" y="25399"/>
                </a:lnTo>
                <a:close/>
              </a:path>
              <a:path w="2184400" h="3898900">
                <a:moveTo>
                  <a:pt x="1951862" y="25399"/>
                </a:moveTo>
                <a:lnTo>
                  <a:pt x="1932571" y="25399"/>
                </a:lnTo>
                <a:lnTo>
                  <a:pt x="1924100" y="12699"/>
                </a:lnTo>
                <a:lnTo>
                  <a:pt x="1943493" y="12699"/>
                </a:lnTo>
                <a:lnTo>
                  <a:pt x="1951862" y="25399"/>
                </a:lnTo>
                <a:close/>
              </a:path>
              <a:path w="2184400" h="3898900">
                <a:moveTo>
                  <a:pt x="218884" y="38099"/>
                </a:moveTo>
                <a:lnTo>
                  <a:pt x="199707" y="38099"/>
                </a:lnTo>
                <a:lnTo>
                  <a:pt x="207670" y="25399"/>
                </a:lnTo>
                <a:lnTo>
                  <a:pt x="226974" y="25399"/>
                </a:lnTo>
                <a:lnTo>
                  <a:pt x="218884" y="38099"/>
                </a:lnTo>
                <a:close/>
              </a:path>
              <a:path w="2184400" h="3898900">
                <a:moveTo>
                  <a:pt x="1984336" y="38099"/>
                </a:moveTo>
                <a:lnTo>
                  <a:pt x="1965159" y="38099"/>
                </a:lnTo>
                <a:lnTo>
                  <a:pt x="1957070" y="25399"/>
                </a:lnTo>
                <a:lnTo>
                  <a:pt x="1976386" y="25399"/>
                </a:lnTo>
                <a:lnTo>
                  <a:pt x="1984336" y="38099"/>
                </a:lnTo>
                <a:close/>
              </a:path>
              <a:path w="2184400" h="3898900">
                <a:moveTo>
                  <a:pt x="195529" y="50799"/>
                </a:moveTo>
                <a:lnTo>
                  <a:pt x="176504" y="50799"/>
                </a:lnTo>
                <a:lnTo>
                  <a:pt x="184124" y="38099"/>
                </a:lnTo>
                <a:lnTo>
                  <a:pt x="203288" y="38099"/>
                </a:lnTo>
                <a:lnTo>
                  <a:pt x="195529" y="50799"/>
                </a:lnTo>
                <a:close/>
              </a:path>
              <a:path w="2184400" h="3898900">
                <a:moveTo>
                  <a:pt x="2007539" y="50799"/>
                </a:moveTo>
                <a:lnTo>
                  <a:pt x="1988515" y="50799"/>
                </a:lnTo>
                <a:lnTo>
                  <a:pt x="1980755" y="38099"/>
                </a:lnTo>
                <a:lnTo>
                  <a:pt x="1999919" y="38099"/>
                </a:lnTo>
                <a:lnTo>
                  <a:pt x="2007539" y="50799"/>
                </a:lnTo>
                <a:close/>
              </a:path>
              <a:path w="2184400" h="3898900">
                <a:moveTo>
                  <a:pt x="173164" y="63499"/>
                </a:moveTo>
                <a:lnTo>
                  <a:pt x="154381" y="63499"/>
                </a:lnTo>
                <a:lnTo>
                  <a:pt x="161632" y="50799"/>
                </a:lnTo>
                <a:lnTo>
                  <a:pt x="180581" y="50799"/>
                </a:lnTo>
                <a:lnTo>
                  <a:pt x="173164" y="63499"/>
                </a:lnTo>
                <a:close/>
              </a:path>
              <a:path w="2184400" h="3898900">
                <a:moveTo>
                  <a:pt x="2029663" y="63499"/>
                </a:moveTo>
                <a:lnTo>
                  <a:pt x="2010879" y="63499"/>
                </a:lnTo>
                <a:lnTo>
                  <a:pt x="2003463" y="50799"/>
                </a:lnTo>
                <a:lnTo>
                  <a:pt x="2022411" y="50799"/>
                </a:lnTo>
                <a:lnTo>
                  <a:pt x="2029663" y="63499"/>
                </a:lnTo>
                <a:close/>
              </a:path>
              <a:path w="2184400" h="3898900">
                <a:moveTo>
                  <a:pt x="151879" y="76199"/>
                </a:moveTo>
                <a:lnTo>
                  <a:pt x="140271" y="76199"/>
                </a:lnTo>
                <a:lnTo>
                  <a:pt x="147256" y="63499"/>
                </a:lnTo>
                <a:lnTo>
                  <a:pt x="158927" y="63499"/>
                </a:lnTo>
                <a:lnTo>
                  <a:pt x="151879" y="76199"/>
                </a:lnTo>
                <a:close/>
              </a:path>
              <a:path w="2184400" h="3898900">
                <a:moveTo>
                  <a:pt x="2043785" y="76199"/>
                </a:moveTo>
                <a:lnTo>
                  <a:pt x="2032177" y="76199"/>
                </a:lnTo>
                <a:lnTo>
                  <a:pt x="2025129" y="63499"/>
                </a:lnTo>
                <a:lnTo>
                  <a:pt x="2036787" y="63499"/>
                </a:lnTo>
                <a:lnTo>
                  <a:pt x="2043785" y="76199"/>
                </a:lnTo>
                <a:close/>
              </a:path>
              <a:path w="2184400" h="3898900">
                <a:moveTo>
                  <a:pt x="138315" y="88899"/>
                </a:moveTo>
                <a:lnTo>
                  <a:pt x="126682" y="88899"/>
                </a:lnTo>
                <a:lnTo>
                  <a:pt x="133413" y="76199"/>
                </a:lnTo>
                <a:lnTo>
                  <a:pt x="145110" y="76199"/>
                </a:lnTo>
                <a:lnTo>
                  <a:pt x="138315" y="88899"/>
                </a:lnTo>
                <a:close/>
              </a:path>
              <a:path w="2184400" h="3898900">
                <a:moveTo>
                  <a:pt x="2057361" y="88899"/>
                </a:moveTo>
                <a:lnTo>
                  <a:pt x="2045728" y="88899"/>
                </a:lnTo>
                <a:lnTo>
                  <a:pt x="2038946" y="76199"/>
                </a:lnTo>
                <a:lnTo>
                  <a:pt x="2050630" y="76199"/>
                </a:lnTo>
                <a:lnTo>
                  <a:pt x="2057361" y="88899"/>
                </a:lnTo>
                <a:close/>
              </a:path>
              <a:path w="2184400" h="3898900">
                <a:moveTo>
                  <a:pt x="118998" y="101599"/>
                </a:moveTo>
                <a:lnTo>
                  <a:pt x="107378" y="101599"/>
                </a:lnTo>
                <a:lnTo>
                  <a:pt x="113664" y="88899"/>
                </a:lnTo>
                <a:lnTo>
                  <a:pt x="125374" y="88899"/>
                </a:lnTo>
                <a:lnTo>
                  <a:pt x="118998" y="101599"/>
                </a:lnTo>
                <a:close/>
              </a:path>
              <a:path w="2184400" h="3898900">
                <a:moveTo>
                  <a:pt x="2076665" y="101599"/>
                </a:moveTo>
                <a:lnTo>
                  <a:pt x="2065045" y="101599"/>
                </a:lnTo>
                <a:lnTo>
                  <a:pt x="2058682" y="88899"/>
                </a:lnTo>
                <a:lnTo>
                  <a:pt x="2070379" y="88899"/>
                </a:lnTo>
                <a:lnTo>
                  <a:pt x="2076665" y="101599"/>
                </a:lnTo>
                <a:close/>
              </a:path>
              <a:path w="2184400" h="3898900">
                <a:moveTo>
                  <a:pt x="106819" y="114299"/>
                </a:moveTo>
                <a:lnTo>
                  <a:pt x="95237" y="114299"/>
                </a:lnTo>
                <a:lnTo>
                  <a:pt x="101231" y="101599"/>
                </a:lnTo>
                <a:lnTo>
                  <a:pt x="112902" y="101599"/>
                </a:lnTo>
                <a:lnTo>
                  <a:pt x="106819" y="114299"/>
                </a:lnTo>
                <a:close/>
              </a:path>
              <a:path w="2184400" h="3898900">
                <a:moveTo>
                  <a:pt x="2088807" y="114299"/>
                </a:moveTo>
                <a:lnTo>
                  <a:pt x="2077224" y="114299"/>
                </a:lnTo>
                <a:lnTo>
                  <a:pt x="2071141" y="101599"/>
                </a:lnTo>
                <a:lnTo>
                  <a:pt x="2082812" y="101599"/>
                </a:lnTo>
                <a:lnTo>
                  <a:pt x="2088807" y="114299"/>
                </a:lnTo>
                <a:close/>
              </a:path>
              <a:path w="2184400" h="3898900">
                <a:moveTo>
                  <a:pt x="84277" y="139699"/>
                </a:moveTo>
                <a:lnTo>
                  <a:pt x="78193" y="139699"/>
                </a:lnTo>
                <a:lnTo>
                  <a:pt x="83718" y="126999"/>
                </a:lnTo>
                <a:lnTo>
                  <a:pt x="89395" y="114299"/>
                </a:lnTo>
                <a:lnTo>
                  <a:pt x="101015" y="114299"/>
                </a:lnTo>
                <a:lnTo>
                  <a:pt x="95237" y="126999"/>
                </a:lnTo>
                <a:lnTo>
                  <a:pt x="89738" y="126999"/>
                </a:lnTo>
                <a:lnTo>
                  <a:pt x="84277" y="139699"/>
                </a:lnTo>
                <a:close/>
              </a:path>
              <a:path w="2184400" h="3898900">
                <a:moveTo>
                  <a:pt x="2105850" y="139699"/>
                </a:moveTo>
                <a:lnTo>
                  <a:pt x="2099767" y="139699"/>
                </a:lnTo>
                <a:lnTo>
                  <a:pt x="2094306" y="126999"/>
                </a:lnTo>
                <a:lnTo>
                  <a:pt x="2088807" y="126999"/>
                </a:lnTo>
                <a:lnTo>
                  <a:pt x="2083028" y="114299"/>
                </a:lnTo>
                <a:lnTo>
                  <a:pt x="2094649" y="114299"/>
                </a:lnTo>
                <a:lnTo>
                  <a:pt x="2100326" y="126999"/>
                </a:lnTo>
                <a:lnTo>
                  <a:pt x="2105850" y="139699"/>
                </a:lnTo>
                <a:close/>
              </a:path>
              <a:path w="2184400" h="3898900">
                <a:moveTo>
                  <a:pt x="73939" y="152399"/>
                </a:moveTo>
                <a:lnTo>
                  <a:pt x="67640" y="152399"/>
                </a:lnTo>
                <a:lnTo>
                  <a:pt x="72834" y="139699"/>
                </a:lnTo>
                <a:lnTo>
                  <a:pt x="79082" y="139699"/>
                </a:lnTo>
                <a:lnTo>
                  <a:pt x="73939" y="152399"/>
                </a:lnTo>
                <a:close/>
              </a:path>
              <a:path w="2184400" h="3898900">
                <a:moveTo>
                  <a:pt x="2116404" y="152399"/>
                </a:moveTo>
                <a:lnTo>
                  <a:pt x="2110104" y="152399"/>
                </a:lnTo>
                <a:lnTo>
                  <a:pt x="2104961" y="139699"/>
                </a:lnTo>
                <a:lnTo>
                  <a:pt x="2111209" y="139699"/>
                </a:lnTo>
                <a:lnTo>
                  <a:pt x="2116404" y="152399"/>
                </a:lnTo>
                <a:close/>
              </a:path>
              <a:path w="2184400" h="3898900">
                <a:moveTo>
                  <a:pt x="69024" y="165099"/>
                </a:moveTo>
                <a:lnTo>
                  <a:pt x="57759" y="165099"/>
                </a:lnTo>
                <a:lnTo>
                  <a:pt x="62610" y="152399"/>
                </a:lnTo>
                <a:lnTo>
                  <a:pt x="74002" y="152399"/>
                </a:lnTo>
                <a:lnTo>
                  <a:pt x="69024" y="165099"/>
                </a:lnTo>
                <a:close/>
              </a:path>
              <a:path w="2184400" h="3898900">
                <a:moveTo>
                  <a:pt x="2126284" y="165099"/>
                </a:moveTo>
                <a:lnTo>
                  <a:pt x="2115019" y="165099"/>
                </a:lnTo>
                <a:lnTo>
                  <a:pt x="2110041" y="152399"/>
                </a:lnTo>
                <a:lnTo>
                  <a:pt x="2121433" y="152399"/>
                </a:lnTo>
                <a:lnTo>
                  <a:pt x="2126284" y="165099"/>
                </a:lnTo>
                <a:close/>
              </a:path>
              <a:path w="2184400" h="3898900">
                <a:moveTo>
                  <a:pt x="51053" y="190499"/>
                </a:moveTo>
                <a:lnTo>
                  <a:pt x="44246" y="190499"/>
                </a:lnTo>
                <a:lnTo>
                  <a:pt x="48577" y="177799"/>
                </a:lnTo>
                <a:lnTo>
                  <a:pt x="53073" y="165099"/>
                </a:lnTo>
                <a:lnTo>
                  <a:pt x="64325" y="165099"/>
                </a:lnTo>
                <a:lnTo>
                  <a:pt x="59689" y="177799"/>
                </a:lnTo>
                <a:lnTo>
                  <a:pt x="55333" y="177799"/>
                </a:lnTo>
                <a:lnTo>
                  <a:pt x="51053" y="190499"/>
                </a:lnTo>
                <a:close/>
              </a:path>
              <a:path w="2184400" h="3898900">
                <a:moveTo>
                  <a:pt x="2139797" y="190499"/>
                </a:moveTo>
                <a:lnTo>
                  <a:pt x="2132990" y="190499"/>
                </a:lnTo>
                <a:lnTo>
                  <a:pt x="2128710" y="177799"/>
                </a:lnTo>
                <a:lnTo>
                  <a:pt x="2124354" y="177799"/>
                </a:lnTo>
                <a:lnTo>
                  <a:pt x="2119718" y="165099"/>
                </a:lnTo>
                <a:lnTo>
                  <a:pt x="2130971" y="165099"/>
                </a:lnTo>
                <a:lnTo>
                  <a:pt x="2135466" y="177799"/>
                </a:lnTo>
                <a:lnTo>
                  <a:pt x="2139797" y="190499"/>
                </a:lnTo>
                <a:close/>
              </a:path>
              <a:path w="2184400" h="3898900">
                <a:moveTo>
                  <a:pt x="47002" y="203199"/>
                </a:moveTo>
                <a:lnTo>
                  <a:pt x="36156" y="203199"/>
                </a:lnTo>
                <a:lnTo>
                  <a:pt x="40106" y="190499"/>
                </a:lnTo>
                <a:lnTo>
                  <a:pt x="51104" y="190499"/>
                </a:lnTo>
                <a:lnTo>
                  <a:pt x="47002" y="203199"/>
                </a:lnTo>
                <a:close/>
              </a:path>
              <a:path w="2184400" h="3898900">
                <a:moveTo>
                  <a:pt x="2147887" y="203199"/>
                </a:moveTo>
                <a:lnTo>
                  <a:pt x="2137041" y="203199"/>
                </a:lnTo>
                <a:lnTo>
                  <a:pt x="2132939" y="190499"/>
                </a:lnTo>
                <a:lnTo>
                  <a:pt x="2143937" y="190499"/>
                </a:lnTo>
                <a:lnTo>
                  <a:pt x="2147887" y="203199"/>
                </a:lnTo>
                <a:close/>
              </a:path>
              <a:path w="2184400" h="3898900">
                <a:moveTo>
                  <a:pt x="32638" y="228599"/>
                </a:moveTo>
                <a:lnTo>
                  <a:pt x="25425" y="228599"/>
                </a:lnTo>
                <a:lnTo>
                  <a:pt x="28816" y="215899"/>
                </a:lnTo>
                <a:lnTo>
                  <a:pt x="32384" y="203199"/>
                </a:lnTo>
                <a:lnTo>
                  <a:pt x="43179" y="203199"/>
                </a:lnTo>
                <a:lnTo>
                  <a:pt x="39446" y="215899"/>
                </a:lnTo>
                <a:lnTo>
                  <a:pt x="35991" y="215899"/>
                </a:lnTo>
                <a:lnTo>
                  <a:pt x="32638" y="228599"/>
                </a:lnTo>
                <a:close/>
              </a:path>
              <a:path w="2184400" h="3898900">
                <a:moveTo>
                  <a:pt x="2158619" y="228599"/>
                </a:moveTo>
                <a:lnTo>
                  <a:pt x="2151405" y="228599"/>
                </a:lnTo>
                <a:lnTo>
                  <a:pt x="2148052" y="215899"/>
                </a:lnTo>
                <a:lnTo>
                  <a:pt x="2144598" y="215899"/>
                </a:lnTo>
                <a:lnTo>
                  <a:pt x="2140877" y="203199"/>
                </a:lnTo>
                <a:lnTo>
                  <a:pt x="2151659" y="203199"/>
                </a:lnTo>
                <a:lnTo>
                  <a:pt x="2155240" y="215899"/>
                </a:lnTo>
                <a:lnTo>
                  <a:pt x="2158619" y="228599"/>
                </a:lnTo>
                <a:close/>
              </a:path>
              <a:path w="2184400" h="3898900">
                <a:moveTo>
                  <a:pt x="23888" y="253999"/>
                </a:moveTo>
                <a:lnTo>
                  <a:pt x="16484" y="253999"/>
                </a:lnTo>
                <a:lnTo>
                  <a:pt x="19265" y="241299"/>
                </a:lnTo>
                <a:lnTo>
                  <a:pt x="22250" y="228599"/>
                </a:lnTo>
                <a:lnTo>
                  <a:pt x="32677" y="228599"/>
                </a:lnTo>
                <a:lnTo>
                  <a:pt x="29527" y="241299"/>
                </a:lnTo>
                <a:lnTo>
                  <a:pt x="26644" y="241299"/>
                </a:lnTo>
                <a:lnTo>
                  <a:pt x="23888" y="253999"/>
                </a:lnTo>
                <a:close/>
              </a:path>
              <a:path w="2184400" h="3898900">
                <a:moveTo>
                  <a:pt x="2167559" y="253999"/>
                </a:moveTo>
                <a:lnTo>
                  <a:pt x="2160155" y="253999"/>
                </a:lnTo>
                <a:lnTo>
                  <a:pt x="2157399" y="241299"/>
                </a:lnTo>
                <a:lnTo>
                  <a:pt x="2154516" y="241299"/>
                </a:lnTo>
                <a:lnTo>
                  <a:pt x="2151367" y="228599"/>
                </a:lnTo>
                <a:lnTo>
                  <a:pt x="2161794" y="228599"/>
                </a:lnTo>
                <a:lnTo>
                  <a:pt x="2164778" y="241299"/>
                </a:lnTo>
                <a:lnTo>
                  <a:pt x="2167559" y="253999"/>
                </a:lnTo>
                <a:close/>
              </a:path>
              <a:path w="2184400" h="3898900">
                <a:moveTo>
                  <a:pt x="15049" y="292099"/>
                </a:moveTo>
                <a:lnTo>
                  <a:pt x="7442" y="292099"/>
                </a:lnTo>
                <a:lnTo>
                  <a:pt x="9385" y="279399"/>
                </a:lnTo>
                <a:lnTo>
                  <a:pt x="11544" y="266699"/>
                </a:lnTo>
                <a:lnTo>
                  <a:pt x="13906" y="253999"/>
                </a:lnTo>
                <a:lnTo>
                  <a:pt x="23914" y="253999"/>
                </a:lnTo>
                <a:lnTo>
                  <a:pt x="21374" y="266699"/>
                </a:lnTo>
                <a:lnTo>
                  <a:pt x="19075" y="266699"/>
                </a:lnTo>
                <a:lnTo>
                  <a:pt x="16954" y="279399"/>
                </a:lnTo>
                <a:lnTo>
                  <a:pt x="15049" y="292099"/>
                </a:lnTo>
                <a:close/>
              </a:path>
              <a:path w="2184400" h="3898900">
                <a:moveTo>
                  <a:pt x="2176602" y="292099"/>
                </a:moveTo>
                <a:lnTo>
                  <a:pt x="2168994" y="292099"/>
                </a:lnTo>
                <a:lnTo>
                  <a:pt x="2167077" y="279399"/>
                </a:lnTo>
                <a:lnTo>
                  <a:pt x="2164969" y="266699"/>
                </a:lnTo>
                <a:lnTo>
                  <a:pt x="2162670" y="266699"/>
                </a:lnTo>
                <a:lnTo>
                  <a:pt x="2160130" y="253999"/>
                </a:lnTo>
                <a:lnTo>
                  <a:pt x="2170137" y="253999"/>
                </a:lnTo>
                <a:lnTo>
                  <a:pt x="2172500" y="266699"/>
                </a:lnTo>
                <a:lnTo>
                  <a:pt x="2174659" y="279399"/>
                </a:lnTo>
                <a:lnTo>
                  <a:pt x="2176602" y="292099"/>
                </a:lnTo>
                <a:close/>
              </a:path>
              <a:path w="2184400" h="3898900">
                <a:moveTo>
                  <a:pt x="10642" y="317499"/>
                </a:moveTo>
                <a:lnTo>
                  <a:pt x="2946" y="317499"/>
                </a:lnTo>
                <a:lnTo>
                  <a:pt x="4229" y="304799"/>
                </a:lnTo>
                <a:lnTo>
                  <a:pt x="5727" y="292099"/>
                </a:lnTo>
                <a:lnTo>
                  <a:pt x="13385" y="292099"/>
                </a:lnTo>
                <a:lnTo>
                  <a:pt x="11899" y="304799"/>
                </a:lnTo>
                <a:lnTo>
                  <a:pt x="10642" y="317499"/>
                </a:lnTo>
                <a:close/>
              </a:path>
              <a:path w="2184400" h="3898900">
                <a:moveTo>
                  <a:pt x="2181098" y="317499"/>
                </a:moveTo>
                <a:lnTo>
                  <a:pt x="2173401" y="317499"/>
                </a:lnTo>
                <a:lnTo>
                  <a:pt x="2172131" y="304799"/>
                </a:lnTo>
                <a:lnTo>
                  <a:pt x="2170658" y="292099"/>
                </a:lnTo>
                <a:lnTo>
                  <a:pt x="2178316" y="292099"/>
                </a:lnTo>
                <a:lnTo>
                  <a:pt x="2179828" y="304799"/>
                </a:lnTo>
                <a:lnTo>
                  <a:pt x="2181098" y="317499"/>
                </a:lnTo>
                <a:close/>
              </a:path>
              <a:path w="2184400" h="3898900">
                <a:moveTo>
                  <a:pt x="7886" y="355599"/>
                </a:moveTo>
                <a:lnTo>
                  <a:pt x="114" y="355599"/>
                </a:lnTo>
                <a:lnTo>
                  <a:pt x="482" y="342899"/>
                </a:lnTo>
                <a:lnTo>
                  <a:pt x="1066" y="330199"/>
                </a:lnTo>
                <a:lnTo>
                  <a:pt x="1892" y="317499"/>
                </a:lnTo>
                <a:lnTo>
                  <a:pt x="9626" y="317499"/>
                </a:lnTo>
                <a:lnTo>
                  <a:pt x="8813" y="330199"/>
                </a:lnTo>
                <a:lnTo>
                  <a:pt x="8242" y="342899"/>
                </a:lnTo>
                <a:lnTo>
                  <a:pt x="7886" y="355599"/>
                </a:lnTo>
                <a:close/>
              </a:path>
              <a:path w="2184400" h="3898900">
                <a:moveTo>
                  <a:pt x="2183930" y="355599"/>
                </a:moveTo>
                <a:lnTo>
                  <a:pt x="2176157" y="355599"/>
                </a:lnTo>
                <a:lnTo>
                  <a:pt x="2175802" y="342899"/>
                </a:lnTo>
                <a:lnTo>
                  <a:pt x="2175217" y="330199"/>
                </a:lnTo>
                <a:lnTo>
                  <a:pt x="2174417" y="317499"/>
                </a:lnTo>
                <a:lnTo>
                  <a:pt x="2182152" y="317499"/>
                </a:lnTo>
                <a:lnTo>
                  <a:pt x="2182977" y="330199"/>
                </a:lnTo>
                <a:lnTo>
                  <a:pt x="2183574" y="342899"/>
                </a:lnTo>
                <a:lnTo>
                  <a:pt x="2183930" y="355599"/>
                </a:lnTo>
                <a:close/>
              </a:path>
              <a:path w="2184400" h="3898900">
                <a:moveTo>
                  <a:pt x="7772" y="3530600"/>
                </a:moveTo>
                <a:lnTo>
                  <a:pt x="0" y="3530600"/>
                </a:lnTo>
                <a:lnTo>
                  <a:pt x="0" y="355599"/>
                </a:lnTo>
                <a:lnTo>
                  <a:pt x="7772" y="355599"/>
                </a:lnTo>
                <a:lnTo>
                  <a:pt x="7772" y="3530600"/>
                </a:lnTo>
                <a:close/>
              </a:path>
              <a:path w="2184400" h="3898900">
                <a:moveTo>
                  <a:pt x="2184044" y="3530600"/>
                </a:moveTo>
                <a:lnTo>
                  <a:pt x="2176272" y="3530600"/>
                </a:lnTo>
                <a:lnTo>
                  <a:pt x="2176272" y="355599"/>
                </a:lnTo>
                <a:lnTo>
                  <a:pt x="2184044" y="355599"/>
                </a:lnTo>
                <a:lnTo>
                  <a:pt x="2184044" y="3530600"/>
                </a:lnTo>
                <a:close/>
              </a:path>
              <a:path w="2184400" h="3898900">
                <a:moveTo>
                  <a:pt x="9626" y="3568700"/>
                </a:moveTo>
                <a:lnTo>
                  <a:pt x="1892" y="3568700"/>
                </a:lnTo>
                <a:lnTo>
                  <a:pt x="1066" y="3556000"/>
                </a:lnTo>
                <a:lnTo>
                  <a:pt x="482" y="3543300"/>
                </a:lnTo>
                <a:lnTo>
                  <a:pt x="114" y="3530600"/>
                </a:lnTo>
                <a:lnTo>
                  <a:pt x="7886" y="3530600"/>
                </a:lnTo>
                <a:lnTo>
                  <a:pt x="8242" y="3543300"/>
                </a:lnTo>
                <a:lnTo>
                  <a:pt x="8826" y="3556000"/>
                </a:lnTo>
                <a:lnTo>
                  <a:pt x="9626" y="3568700"/>
                </a:lnTo>
                <a:close/>
              </a:path>
              <a:path w="2184400" h="3898900">
                <a:moveTo>
                  <a:pt x="2182152" y="3568700"/>
                </a:moveTo>
                <a:lnTo>
                  <a:pt x="2174417" y="3568700"/>
                </a:lnTo>
                <a:lnTo>
                  <a:pt x="2175230" y="3556000"/>
                </a:lnTo>
                <a:lnTo>
                  <a:pt x="2175814" y="3543300"/>
                </a:lnTo>
                <a:lnTo>
                  <a:pt x="2176157" y="3530600"/>
                </a:lnTo>
                <a:lnTo>
                  <a:pt x="2183930" y="3530600"/>
                </a:lnTo>
                <a:lnTo>
                  <a:pt x="2183574" y="3543300"/>
                </a:lnTo>
                <a:lnTo>
                  <a:pt x="2182977" y="3556000"/>
                </a:lnTo>
                <a:lnTo>
                  <a:pt x="2182152" y="3568700"/>
                </a:lnTo>
                <a:close/>
              </a:path>
              <a:path w="2184400" h="3898900">
                <a:moveTo>
                  <a:pt x="13385" y="3594100"/>
                </a:moveTo>
                <a:lnTo>
                  <a:pt x="5727" y="3594100"/>
                </a:lnTo>
                <a:lnTo>
                  <a:pt x="4229" y="3581400"/>
                </a:lnTo>
                <a:lnTo>
                  <a:pt x="2946" y="3568700"/>
                </a:lnTo>
                <a:lnTo>
                  <a:pt x="10642" y="3568700"/>
                </a:lnTo>
                <a:lnTo>
                  <a:pt x="11912" y="3581400"/>
                </a:lnTo>
                <a:lnTo>
                  <a:pt x="13385" y="3594100"/>
                </a:lnTo>
                <a:close/>
              </a:path>
              <a:path w="2184400" h="3898900">
                <a:moveTo>
                  <a:pt x="2178316" y="3594100"/>
                </a:moveTo>
                <a:lnTo>
                  <a:pt x="2170658" y="3594100"/>
                </a:lnTo>
                <a:lnTo>
                  <a:pt x="2172144" y="3581400"/>
                </a:lnTo>
                <a:lnTo>
                  <a:pt x="2173401" y="3568700"/>
                </a:lnTo>
                <a:lnTo>
                  <a:pt x="2181098" y="3568700"/>
                </a:lnTo>
                <a:lnTo>
                  <a:pt x="2179828" y="3581400"/>
                </a:lnTo>
                <a:lnTo>
                  <a:pt x="2178316" y="3594100"/>
                </a:lnTo>
                <a:close/>
              </a:path>
              <a:path w="2184400" h="3898900">
                <a:moveTo>
                  <a:pt x="23914" y="3632200"/>
                </a:moveTo>
                <a:lnTo>
                  <a:pt x="13906" y="3632200"/>
                </a:lnTo>
                <a:lnTo>
                  <a:pt x="11544" y="3619500"/>
                </a:lnTo>
                <a:lnTo>
                  <a:pt x="9385" y="3606800"/>
                </a:lnTo>
                <a:lnTo>
                  <a:pt x="7442" y="3594100"/>
                </a:lnTo>
                <a:lnTo>
                  <a:pt x="15049" y="3594100"/>
                </a:lnTo>
                <a:lnTo>
                  <a:pt x="16967" y="3606800"/>
                </a:lnTo>
                <a:lnTo>
                  <a:pt x="19075" y="3619500"/>
                </a:lnTo>
                <a:lnTo>
                  <a:pt x="21374" y="3619500"/>
                </a:lnTo>
                <a:lnTo>
                  <a:pt x="23914" y="3632200"/>
                </a:lnTo>
                <a:close/>
              </a:path>
              <a:path w="2184400" h="3898900">
                <a:moveTo>
                  <a:pt x="2170137" y="3632200"/>
                </a:moveTo>
                <a:lnTo>
                  <a:pt x="2160130" y="3632200"/>
                </a:lnTo>
                <a:lnTo>
                  <a:pt x="2162670" y="3619500"/>
                </a:lnTo>
                <a:lnTo>
                  <a:pt x="2164969" y="3619500"/>
                </a:lnTo>
                <a:lnTo>
                  <a:pt x="2167102" y="3606800"/>
                </a:lnTo>
                <a:lnTo>
                  <a:pt x="2168994" y="3594100"/>
                </a:lnTo>
                <a:lnTo>
                  <a:pt x="2176602" y="3594100"/>
                </a:lnTo>
                <a:lnTo>
                  <a:pt x="2174659" y="3606800"/>
                </a:lnTo>
                <a:lnTo>
                  <a:pt x="2172500" y="3619500"/>
                </a:lnTo>
                <a:lnTo>
                  <a:pt x="2170137" y="3632200"/>
                </a:lnTo>
                <a:close/>
              </a:path>
              <a:path w="2184400" h="3898900">
                <a:moveTo>
                  <a:pt x="32677" y="3657600"/>
                </a:moveTo>
                <a:lnTo>
                  <a:pt x="22250" y="3657600"/>
                </a:lnTo>
                <a:lnTo>
                  <a:pt x="19265" y="3644900"/>
                </a:lnTo>
                <a:lnTo>
                  <a:pt x="16484" y="3632200"/>
                </a:lnTo>
                <a:lnTo>
                  <a:pt x="23888" y="3632200"/>
                </a:lnTo>
                <a:lnTo>
                  <a:pt x="26644" y="3644900"/>
                </a:lnTo>
                <a:lnTo>
                  <a:pt x="29527" y="3644900"/>
                </a:lnTo>
                <a:lnTo>
                  <a:pt x="32677" y="3657600"/>
                </a:lnTo>
                <a:close/>
              </a:path>
              <a:path w="2184400" h="3898900">
                <a:moveTo>
                  <a:pt x="2161794" y="3657600"/>
                </a:moveTo>
                <a:lnTo>
                  <a:pt x="2151367" y="3657600"/>
                </a:lnTo>
                <a:lnTo>
                  <a:pt x="2154516" y="3644900"/>
                </a:lnTo>
                <a:lnTo>
                  <a:pt x="2157399" y="3644900"/>
                </a:lnTo>
                <a:lnTo>
                  <a:pt x="2160155" y="3632200"/>
                </a:lnTo>
                <a:lnTo>
                  <a:pt x="2167559" y="3632200"/>
                </a:lnTo>
                <a:lnTo>
                  <a:pt x="2164778" y="3644900"/>
                </a:lnTo>
                <a:lnTo>
                  <a:pt x="2161794" y="3657600"/>
                </a:lnTo>
                <a:close/>
              </a:path>
              <a:path w="2184400" h="3898900">
                <a:moveTo>
                  <a:pt x="43179" y="3683000"/>
                </a:moveTo>
                <a:lnTo>
                  <a:pt x="32384" y="3683000"/>
                </a:lnTo>
                <a:lnTo>
                  <a:pt x="28816" y="3670300"/>
                </a:lnTo>
                <a:lnTo>
                  <a:pt x="25425" y="3657600"/>
                </a:lnTo>
                <a:lnTo>
                  <a:pt x="32638" y="3657600"/>
                </a:lnTo>
                <a:lnTo>
                  <a:pt x="35991" y="3670300"/>
                </a:lnTo>
                <a:lnTo>
                  <a:pt x="39446" y="3670300"/>
                </a:lnTo>
                <a:lnTo>
                  <a:pt x="43179" y="3683000"/>
                </a:lnTo>
                <a:close/>
              </a:path>
              <a:path w="2184400" h="3898900">
                <a:moveTo>
                  <a:pt x="2151659" y="3683000"/>
                </a:moveTo>
                <a:lnTo>
                  <a:pt x="2140877" y="3683000"/>
                </a:lnTo>
                <a:lnTo>
                  <a:pt x="2144598" y="3670300"/>
                </a:lnTo>
                <a:lnTo>
                  <a:pt x="2148052" y="3670300"/>
                </a:lnTo>
                <a:lnTo>
                  <a:pt x="2151405" y="3657600"/>
                </a:lnTo>
                <a:lnTo>
                  <a:pt x="2158619" y="3657600"/>
                </a:lnTo>
                <a:lnTo>
                  <a:pt x="2155240" y="3670300"/>
                </a:lnTo>
                <a:lnTo>
                  <a:pt x="2151659" y="3683000"/>
                </a:lnTo>
                <a:close/>
              </a:path>
              <a:path w="2184400" h="3898900">
                <a:moveTo>
                  <a:pt x="47053" y="3695700"/>
                </a:moveTo>
                <a:lnTo>
                  <a:pt x="40106" y="3695700"/>
                </a:lnTo>
                <a:lnTo>
                  <a:pt x="36156" y="3683000"/>
                </a:lnTo>
                <a:lnTo>
                  <a:pt x="43129" y="3683000"/>
                </a:lnTo>
                <a:lnTo>
                  <a:pt x="47053" y="3695700"/>
                </a:lnTo>
                <a:close/>
              </a:path>
              <a:path w="2184400" h="3898900">
                <a:moveTo>
                  <a:pt x="2143937" y="3695700"/>
                </a:moveTo>
                <a:lnTo>
                  <a:pt x="2137003" y="3695700"/>
                </a:lnTo>
                <a:lnTo>
                  <a:pt x="2140915" y="3683000"/>
                </a:lnTo>
                <a:lnTo>
                  <a:pt x="2147887" y="3683000"/>
                </a:lnTo>
                <a:lnTo>
                  <a:pt x="2143937" y="3695700"/>
                </a:lnTo>
                <a:close/>
              </a:path>
              <a:path w="2184400" h="3898900">
                <a:moveTo>
                  <a:pt x="64325" y="3721100"/>
                </a:moveTo>
                <a:lnTo>
                  <a:pt x="53073" y="3721100"/>
                </a:lnTo>
                <a:lnTo>
                  <a:pt x="48577" y="3708400"/>
                </a:lnTo>
                <a:lnTo>
                  <a:pt x="44246" y="3695700"/>
                </a:lnTo>
                <a:lnTo>
                  <a:pt x="51053" y="3695700"/>
                </a:lnTo>
                <a:lnTo>
                  <a:pt x="55333" y="3708400"/>
                </a:lnTo>
                <a:lnTo>
                  <a:pt x="59689" y="3708400"/>
                </a:lnTo>
                <a:lnTo>
                  <a:pt x="64325" y="3721100"/>
                </a:lnTo>
                <a:close/>
              </a:path>
              <a:path w="2184400" h="3898900">
                <a:moveTo>
                  <a:pt x="2130971" y="3721100"/>
                </a:moveTo>
                <a:lnTo>
                  <a:pt x="2119718" y="3721100"/>
                </a:lnTo>
                <a:lnTo>
                  <a:pt x="2124354" y="3708400"/>
                </a:lnTo>
                <a:lnTo>
                  <a:pt x="2128710" y="3708400"/>
                </a:lnTo>
                <a:lnTo>
                  <a:pt x="2132990" y="3695700"/>
                </a:lnTo>
                <a:lnTo>
                  <a:pt x="2139797" y="3695700"/>
                </a:lnTo>
                <a:lnTo>
                  <a:pt x="2135466" y="3708400"/>
                </a:lnTo>
                <a:lnTo>
                  <a:pt x="2130971" y="3721100"/>
                </a:lnTo>
                <a:close/>
              </a:path>
              <a:path w="2184400" h="3898900">
                <a:moveTo>
                  <a:pt x="74002" y="3733800"/>
                </a:moveTo>
                <a:lnTo>
                  <a:pt x="62610" y="3733800"/>
                </a:lnTo>
                <a:lnTo>
                  <a:pt x="57759" y="3721100"/>
                </a:lnTo>
                <a:lnTo>
                  <a:pt x="69024" y="3721100"/>
                </a:lnTo>
                <a:lnTo>
                  <a:pt x="74002" y="3733800"/>
                </a:lnTo>
                <a:close/>
              </a:path>
              <a:path w="2184400" h="3898900">
                <a:moveTo>
                  <a:pt x="2121433" y="3733800"/>
                </a:moveTo>
                <a:lnTo>
                  <a:pt x="2110041" y="3733800"/>
                </a:lnTo>
                <a:lnTo>
                  <a:pt x="2115019" y="3721100"/>
                </a:lnTo>
                <a:lnTo>
                  <a:pt x="2126284" y="3721100"/>
                </a:lnTo>
                <a:lnTo>
                  <a:pt x="2121433" y="3733800"/>
                </a:lnTo>
                <a:close/>
              </a:path>
              <a:path w="2184400" h="3898900">
                <a:moveTo>
                  <a:pt x="79082" y="3746500"/>
                </a:moveTo>
                <a:lnTo>
                  <a:pt x="72834" y="3746500"/>
                </a:lnTo>
                <a:lnTo>
                  <a:pt x="67640" y="3733800"/>
                </a:lnTo>
                <a:lnTo>
                  <a:pt x="73939" y="3733800"/>
                </a:lnTo>
                <a:lnTo>
                  <a:pt x="79082" y="3746500"/>
                </a:lnTo>
                <a:close/>
              </a:path>
              <a:path w="2184400" h="3898900">
                <a:moveTo>
                  <a:pt x="2111209" y="3746500"/>
                </a:moveTo>
                <a:lnTo>
                  <a:pt x="2104961" y="3746500"/>
                </a:lnTo>
                <a:lnTo>
                  <a:pt x="2110104" y="3733800"/>
                </a:lnTo>
                <a:lnTo>
                  <a:pt x="2116404" y="3733800"/>
                </a:lnTo>
                <a:lnTo>
                  <a:pt x="2111209" y="3746500"/>
                </a:lnTo>
                <a:close/>
              </a:path>
              <a:path w="2184400" h="3898900">
                <a:moveTo>
                  <a:pt x="101015" y="3771900"/>
                </a:moveTo>
                <a:lnTo>
                  <a:pt x="89395" y="3771900"/>
                </a:lnTo>
                <a:lnTo>
                  <a:pt x="83718" y="3759200"/>
                </a:lnTo>
                <a:lnTo>
                  <a:pt x="78193" y="3746500"/>
                </a:lnTo>
                <a:lnTo>
                  <a:pt x="84277" y="3746500"/>
                </a:lnTo>
                <a:lnTo>
                  <a:pt x="89738" y="3759200"/>
                </a:lnTo>
                <a:lnTo>
                  <a:pt x="95237" y="3759200"/>
                </a:lnTo>
                <a:lnTo>
                  <a:pt x="101015" y="3771900"/>
                </a:lnTo>
                <a:close/>
              </a:path>
              <a:path w="2184400" h="3898900">
                <a:moveTo>
                  <a:pt x="2094649" y="3771900"/>
                </a:moveTo>
                <a:lnTo>
                  <a:pt x="2083028" y="3771900"/>
                </a:lnTo>
                <a:lnTo>
                  <a:pt x="2088807" y="3759200"/>
                </a:lnTo>
                <a:lnTo>
                  <a:pt x="2094306" y="3759200"/>
                </a:lnTo>
                <a:lnTo>
                  <a:pt x="2099767" y="3746500"/>
                </a:lnTo>
                <a:lnTo>
                  <a:pt x="2105850" y="3746500"/>
                </a:lnTo>
                <a:lnTo>
                  <a:pt x="2100326" y="3759200"/>
                </a:lnTo>
                <a:lnTo>
                  <a:pt x="2094649" y="3771900"/>
                </a:lnTo>
                <a:close/>
              </a:path>
              <a:path w="2184400" h="3898900">
                <a:moveTo>
                  <a:pt x="112902" y="3784600"/>
                </a:moveTo>
                <a:lnTo>
                  <a:pt x="101231" y="3784600"/>
                </a:lnTo>
                <a:lnTo>
                  <a:pt x="95237" y="3771900"/>
                </a:lnTo>
                <a:lnTo>
                  <a:pt x="106819" y="3771900"/>
                </a:lnTo>
                <a:lnTo>
                  <a:pt x="112902" y="3784600"/>
                </a:lnTo>
                <a:close/>
              </a:path>
              <a:path w="2184400" h="3898900">
                <a:moveTo>
                  <a:pt x="2082812" y="3784600"/>
                </a:moveTo>
                <a:lnTo>
                  <a:pt x="2071141" y="3784600"/>
                </a:lnTo>
                <a:lnTo>
                  <a:pt x="2077224" y="3771900"/>
                </a:lnTo>
                <a:lnTo>
                  <a:pt x="2088807" y="3771900"/>
                </a:lnTo>
                <a:lnTo>
                  <a:pt x="2082812" y="3784600"/>
                </a:lnTo>
                <a:close/>
              </a:path>
              <a:path w="2184400" h="3898900">
                <a:moveTo>
                  <a:pt x="125374" y="3797300"/>
                </a:moveTo>
                <a:lnTo>
                  <a:pt x="113664" y="3797300"/>
                </a:lnTo>
                <a:lnTo>
                  <a:pt x="107378" y="3784600"/>
                </a:lnTo>
                <a:lnTo>
                  <a:pt x="118998" y="3784600"/>
                </a:lnTo>
                <a:lnTo>
                  <a:pt x="125374" y="3797300"/>
                </a:lnTo>
                <a:close/>
              </a:path>
              <a:path w="2184400" h="3898900">
                <a:moveTo>
                  <a:pt x="2070379" y="3797300"/>
                </a:moveTo>
                <a:lnTo>
                  <a:pt x="2058682" y="3797300"/>
                </a:lnTo>
                <a:lnTo>
                  <a:pt x="2065045" y="3784600"/>
                </a:lnTo>
                <a:lnTo>
                  <a:pt x="2076665" y="3784600"/>
                </a:lnTo>
                <a:lnTo>
                  <a:pt x="2070379" y="3797300"/>
                </a:lnTo>
                <a:close/>
              </a:path>
              <a:path w="2184400" h="3898900">
                <a:moveTo>
                  <a:pt x="145110" y="3810000"/>
                </a:moveTo>
                <a:lnTo>
                  <a:pt x="133413" y="3810000"/>
                </a:lnTo>
                <a:lnTo>
                  <a:pt x="126682" y="3797300"/>
                </a:lnTo>
                <a:lnTo>
                  <a:pt x="138315" y="3797300"/>
                </a:lnTo>
                <a:lnTo>
                  <a:pt x="145110" y="3810000"/>
                </a:lnTo>
                <a:close/>
              </a:path>
              <a:path w="2184400" h="3898900">
                <a:moveTo>
                  <a:pt x="2050630" y="3810000"/>
                </a:moveTo>
                <a:lnTo>
                  <a:pt x="2038946" y="3810000"/>
                </a:lnTo>
                <a:lnTo>
                  <a:pt x="2045728" y="3797300"/>
                </a:lnTo>
                <a:lnTo>
                  <a:pt x="2057361" y="3797300"/>
                </a:lnTo>
                <a:lnTo>
                  <a:pt x="2050630" y="3810000"/>
                </a:lnTo>
                <a:close/>
              </a:path>
              <a:path w="2184400" h="3898900">
                <a:moveTo>
                  <a:pt x="158927" y="3822700"/>
                </a:moveTo>
                <a:lnTo>
                  <a:pt x="147256" y="3822700"/>
                </a:lnTo>
                <a:lnTo>
                  <a:pt x="140271" y="3810000"/>
                </a:lnTo>
                <a:lnTo>
                  <a:pt x="151879" y="3810000"/>
                </a:lnTo>
                <a:lnTo>
                  <a:pt x="158927" y="3822700"/>
                </a:lnTo>
                <a:close/>
              </a:path>
              <a:path w="2184400" h="3898900">
                <a:moveTo>
                  <a:pt x="2036787" y="3822700"/>
                </a:moveTo>
                <a:lnTo>
                  <a:pt x="2025129" y="3822700"/>
                </a:lnTo>
                <a:lnTo>
                  <a:pt x="2032177" y="3810000"/>
                </a:lnTo>
                <a:lnTo>
                  <a:pt x="2043785" y="3810000"/>
                </a:lnTo>
                <a:lnTo>
                  <a:pt x="2036787" y="3822700"/>
                </a:lnTo>
                <a:close/>
              </a:path>
              <a:path w="2184400" h="3898900">
                <a:moveTo>
                  <a:pt x="180581" y="3835400"/>
                </a:moveTo>
                <a:lnTo>
                  <a:pt x="161632" y="3835400"/>
                </a:lnTo>
                <a:lnTo>
                  <a:pt x="154381" y="3822700"/>
                </a:lnTo>
                <a:lnTo>
                  <a:pt x="173164" y="3822700"/>
                </a:lnTo>
                <a:lnTo>
                  <a:pt x="180581" y="3835400"/>
                </a:lnTo>
                <a:close/>
              </a:path>
              <a:path w="2184400" h="3898900">
                <a:moveTo>
                  <a:pt x="2022411" y="3835400"/>
                </a:moveTo>
                <a:lnTo>
                  <a:pt x="2003463" y="3835400"/>
                </a:lnTo>
                <a:lnTo>
                  <a:pt x="2010879" y="3822700"/>
                </a:lnTo>
                <a:lnTo>
                  <a:pt x="2029663" y="3822700"/>
                </a:lnTo>
                <a:lnTo>
                  <a:pt x="2022411" y="3835400"/>
                </a:lnTo>
                <a:close/>
              </a:path>
              <a:path w="2184400" h="3898900">
                <a:moveTo>
                  <a:pt x="203288" y="3848100"/>
                </a:moveTo>
                <a:lnTo>
                  <a:pt x="184124" y="3848100"/>
                </a:lnTo>
                <a:lnTo>
                  <a:pt x="176504" y="3835400"/>
                </a:lnTo>
                <a:lnTo>
                  <a:pt x="195529" y="3835400"/>
                </a:lnTo>
                <a:lnTo>
                  <a:pt x="203288" y="3848100"/>
                </a:lnTo>
                <a:close/>
              </a:path>
              <a:path w="2184400" h="3898900">
                <a:moveTo>
                  <a:pt x="1999919" y="3848100"/>
                </a:moveTo>
                <a:lnTo>
                  <a:pt x="1980755" y="3848100"/>
                </a:lnTo>
                <a:lnTo>
                  <a:pt x="1988515" y="3835400"/>
                </a:lnTo>
                <a:lnTo>
                  <a:pt x="2007539" y="3835400"/>
                </a:lnTo>
                <a:lnTo>
                  <a:pt x="1999919" y="3848100"/>
                </a:lnTo>
                <a:close/>
              </a:path>
              <a:path w="2184400" h="3898900">
                <a:moveTo>
                  <a:pt x="226974" y="3860800"/>
                </a:moveTo>
                <a:lnTo>
                  <a:pt x="207670" y="3860800"/>
                </a:lnTo>
                <a:lnTo>
                  <a:pt x="199707" y="3848100"/>
                </a:lnTo>
                <a:lnTo>
                  <a:pt x="218884" y="3848100"/>
                </a:lnTo>
                <a:lnTo>
                  <a:pt x="226974" y="3860800"/>
                </a:lnTo>
                <a:close/>
              </a:path>
              <a:path w="2184400" h="3898900">
                <a:moveTo>
                  <a:pt x="1976386" y="3860800"/>
                </a:moveTo>
                <a:lnTo>
                  <a:pt x="1957070" y="3860800"/>
                </a:lnTo>
                <a:lnTo>
                  <a:pt x="1965159" y="3848100"/>
                </a:lnTo>
                <a:lnTo>
                  <a:pt x="1984336" y="3848100"/>
                </a:lnTo>
                <a:lnTo>
                  <a:pt x="1976386" y="3860800"/>
                </a:lnTo>
                <a:close/>
              </a:path>
              <a:path w="2184400" h="3898900">
                <a:moveTo>
                  <a:pt x="259943" y="3873500"/>
                </a:moveTo>
                <a:lnTo>
                  <a:pt x="232181" y="3873500"/>
                </a:lnTo>
                <a:lnTo>
                  <a:pt x="223900" y="3860800"/>
                </a:lnTo>
                <a:lnTo>
                  <a:pt x="251472" y="3860800"/>
                </a:lnTo>
                <a:lnTo>
                  <a:pt x="259943" y="3873500"/>
                </a:lnTo>
                <a:close/>
              </a:path>
              <a:path w="2184400" h="3898900">
                <a:moveTo>
                  <a:pt x="1951862" y="3873500"/>
                </a:moveTo>
                <a:lnTo>
                  <a:pt x="1924100" y="3873500"/>
                </a:lnTo>
                <a:lnTo>
                  <a:pt x="1932571" y="3860800"/>
                </a:lnTo>
                <a:lnTo>
                  <a:pt x="1960143" y="3860800"/>
                </a:lnTo>
                <a:lnTo>
                  <a:pt x="1951862" y="3873500"/>
                </a:lnTo>
                <a:close/>
              </a:path>
              <a:path w="2184400" h="3898900">
                <a:moveTo>
                  <a:pt x="312000" y="3886200"/>
                </a:moveTo>
                <a:lnTo>
                  <a:pt x="274993" y="3886200"/>
                </a:lnTo>
                <a:lnTo>
                  <a:pt x="266242" y="3873500"/>
                </a:lnTo>
                <a:lnTo>
                  <a:pt x="303034" y="3873500"/>
                </a:lnTo>
                <a:lnTo>
                  <a:pt x="312000" y="3886200"/>
                </a:lnTo>
                <a:close/>
              </a:path>
              <a:path w="2184400" h="3898900">
                <a:moveTo>
                  <a:pt x="1909063" y="3886200"/>
                </a:moveTo>
                <a:lnTo>
                  <a:pt x="1872043" y="3886200"/>
                </a:lnTo>
                <a:lnTo>
                  <a:pt x="1881009" y="3873500"/>
                </a:lnTo>
                <a:lnTo>
                  <a:pt x="1917801" y="3873500"/>
                </a:lnTo>
                <a:lnTo>
                  <a:pt x="1909063" y="3886200"/>
                </a:lnTo>
                <a:close/>
              </a:path>
              <a:path w="2184400" h="3898900">
                <a:moveTo>
                  <a:pt x="1826894" y="3898900"/>
                </a:moveTo>
                <a:lnTo>
                  <a:pt x="357149" y="3898900"/>
                </a:lnTo>
                <a:lnTo>
                  <a:pt x="347738" y="3886200"/>
                </a:lnTo>
                <a:lnTo>
                  <a:pt x="1836305" y="3886200"/>
                </a:lnTo>
                <a:lnTo>
                  <a:pt x="1826894" y="3898900"/>
                </a:lnTo>
                <a:close/>
              </a:path>
            </a:pathLst>
          </a:custGeom>
          <a:solidFill>
            <a:srgbClr val="2590EB"/>
          </a:solidFill>
        </p:spPr>
        <p:txBody>
          <a:bodyPr wrap="square" lIns="0" tIns="0" rIns="0" bIns="0" rtlCol="0"/>
          <a:lstStyle/>
          <a:p>
            <a:endParaRPr/>
          </a:p>
        </p:txBody>
      </p:sp>
      <p:sp>
        <p:nvSpPr>
          <p:cNvPr id="7" name="object 7"/>
          <p:cNvSpPr txBox="1"/>
          <p:nvPr/>
        </p:nvSpPr>
        <p:spPr>
          <a:xfrm>
            <a:off x="4738751" y="1253883"/>
            <a:ext cx="1673860" cy="3437890"/>
          </a:xfrm>
          <a:prstGeom prst="rect">
            <a:avLst/>
          </a:prstGeom>
        </p:spPr>
        <p:txBody>
          <a:bodyPr vert="horz" wrap="square" lIns="0" tIns="12700" rIns="0" bIns="0" rtlCol="0">
            <a:spAutoFit/>
          </a:bodyPr>
          <a:lstStyle/>
          <a:p>
            <a:pPr marL="433070">
              <a:lnSpc>
                <a:spcPct val="100000"/>
              </a:lnSpc>
              <a:spcBef>
                <a:spcPts val="100"/>
              </a:spcBef>
            </a:pPr>
            <a:r>
              <a:rPr sz="1800" spc="-15" dirty="0">
                <a:latin typeface="宋体"/>
                <a:cs typeface="宋体"/>
              </a:rPr>
              <a:t>情感唤醒</a:t>
            </a:r>
            <a:endParaRPr sz="1800">
              <a:latin typeface="宋体"/>
              <a:cs typeface="宋体"/>
            </a:endParaRPr>
          </a:p>
          <a:p>
            <a:pPr marL="289560" indent="-276860">
              <a:lnSpc>
                <a:spcPct val="100000"/>
              </a:lnSpc>
              <a:spcBef>
                <a:spcPts val="1710"/>
              </a:spcBef>
              <a:buAutoNum type="arabicPeriod"/>
              <a:tabLst>
                <a:tab pos="289560" algn="l"/>
              </a:tabLst>
            </a:pPr>
            <a:r>
              <a:rPr sz="1800" spc="-10" dirty="0">
                <a:latin typeface="宋体"/>
                <a:cs typeface="宋体"/>
              </a:rPr>
              <a:t>基础情态激发</a:t>
            </a:r>
            <a:endParaRPr sz="1800">
              <a:latin typeface="宋体"/>
              <a:cs typeface="宋体"/>
            </a:endParaRPr>
          </a:p>
          <a:p>
            <a:pPr marL="410845" lvl="1" indent="-269875">
              <a:lnSpc>
                <a:spcPct val="100000"/>
              </a:lnSpc>
              <a:spcBef>
                <a:spcPts val="1140"/>
              </a:spcBef>
              <a:buChar char="•"/>
              <a:tabLst>
                <a:tab pos="411480" algn="l"/>
              </a:tabLst>
            </a:pPr>
            <a:r>
              <a:rPr sz="1600" spc="-35" dirty="0">
                <a:latin typeface="宋体"/>
                <a:cs typeface="宋体"/>
              </a:rPr>
              <a:t>惊异感</a:t>
            </a:r>
            <a:endParaRPr sz="1600">
              <a:latin typeface="宋体"/>
              <a:cs typeface="宋体"/>
            </a:endParaRPr>
          </a:p>
          <a:p>
            <a:pPr marL="406400" lvl="1" indent="-269875">
              <a:lnSpc>
                <a:spcPct val="100000"/>
              </a:lnSpc>
              <a:spcBef>
                <a:spcPts val="960"/>
              </a:spcBef>
              <a:buChar char="•"/>
              <a:tabLst>
                <a:tab pos="407034" algn="l"/>
              </a:tabLst>
            </a:pPr>
            <a:r>
              <a:rPr sz="1600" spc="-35" dirty="0">
                <a:latin typeface="宋体"/>
                <a:cs typeface="宋体"/>
              </a:rPr>
              <a:t>好奇心</a:t>
            </a:r>
            <a:endParaRPr sz="1600">
              <a:latin typeface="宋体"/>
              <a:cs typeface="宋体"/>
            </a:endParaRPr>
          </a:p>
          <a:p>
            <a:pPr marL="403860" lvl="1" indent="-269875">
              <a:lnSpc>
                <a:spcPct val="100000"/>
              </a:lnSpc>
              <a:spcBef>
                <a:spcPts val="880"/>
              </a:spcBef>
              <a:buChar char="•"/>
              <a:tabLst>
                <a:tab pos="404495" algn="l"/>
              </a:tabLst>
            </a:pPr>
            <a:r>
              <a:rPr sz="1600" spc="-35" dirty="0">
                <a:latin typeface="宋体"/>
                <a:cs typeface="宋体"/>
              </a:rPr>
              <a:t>探索欲</a:t>
            </a:r>
            <a:endParaRPr sz="1600">
              <a:latin typeface="宋体"/>
              <a:cs typeface="宋体"/>
            </a:endParaRPr>
          </a:p>
          <a:p>
            <a:pPr marL="311150" indent="-277495">
              <a:lnSpc>
                <a:spcPct val="100000"/>
              </a:lnSpc>
              <a:spcBef>
                <a:spcPts val="1115"/>
              </a:spcBef>
              <a:buAutoNum type="arabicPeriod"/>
              <a:tabLst>
                <a:tab pos="311785" algn="l"/>
              </a:tabLst>
            </a:pPr>
            <a:r>
              <a:rPr sz="1800" spc="-50" dirty="0">
                <a:latin typeface="宋体"/>
                <a:cs typeface="宋体"/>
              </a:rPr>
              <a:t>AI</a:t>
            </a:r>
            <a:r>
              <a:rPr sz="1800" spc="-15" dirty="0">
                <a:latin typeface="宋体"/>
                <a:cs typeface="宋体"/>
              </a:rPr>
              <a:t>辅助角色</a:t>
            </a:r>
            <a:endParaRPr sz="1800">
              <a:latin typeface="宋体"/>
              <a:cs typeface="宋体"/>
            </a:endParaRPr>
          </a:p>
          <a:p>
            <a:pPr marL="405130" lvl="1" indent="-269875">
              <a:lnSpc>
                <a:spcPct val="100000"/>
              </a:lnSpc>
              <a:spcBef>
                <a:spcPts val="1630"/>
              </a:spcBef>
              <a:buChar char="•"/>
              <a:tabLst>
                <a:tab pos="405765" algn="l"/>
              </a:tabLst>
            </a:pPr>
            <a:r>
              <a:rPr sz="1600" spc="-25" dirty="0">
                <a:latin typeface="宋体"/>
                <a:cs typeface="宋体"/>
              </a:rPr>
              <a:t>发现认知盲点</a:t>
            </a:r>
            <a:endParaRPr sz="1600">
              <a:latin typeface="宋体"/>
              <a:cs typeface="宋体"/>
            </a:endParaRPr>
          </a:p>
          <a:p>
            <a:pPr marL="386715" lvl="1" indent="-269875">
              <a:lnSpc>
                <a:spcPct val="100000"/>
              </a:lnSpc>
              <a:spcBef>
                <a:spcPts val="650"/>
              </a:spcBef>
              <a:buChar char="•"/>
              <a:tabLst>
                <a:tab pos="387350" algn="l"/>
              </a:tabLst>
            </a:pPr>
            <a:r>
              <a:rPr sz="1600" spc="-25" dirty="0">
                <a:latin typeface="宋体"/>
                <a:cs typeface="宋体"/>
              </a:rPr>
              <a:t>提供反常视角</a:t>
            </a:r>
            <a:endParaRPr sz="1600">
              <a:latin typeface="宋体"/>
              <a:cs typeface="宋体"/>
            </a:endParaRPr>
          </a:p>
          <a:p>
            <a:pPr marL="395605" lvl="1" indent="-269875">
              <a:lnSpc>
                <a:spcPct val="100000"/>
              </a:lnSpc>
              <a:spcBef>
                <a:spcPts val="785"/>
              </a:spcBef>
              <a:buChar char="•"/>
              <a:tabLst>
                <a:tab pos="396240" algn="l"/>
              </a:tabLst>
            </a:pPr>
            <a:r>
              <a:rPr sz="1600" spc="-25" dirty="0">
                <a:latin typeface="宋体"/>
                <a:cs typeface="宋体"/>
              </a:rPr>
              <a:t>创造思维碰撞</a:t>
            </a:r>
            <a:endParaRPr sz="1600">
              <a:latin typeface="宋体"/>
              <a:cs typeface="宋体"/>
            </a:endParaRPr>
          </a:p>
        </p:txBody>
      </p:sp>
      <p:sp>
        <p:nvSpPr>
          <p:cNvPr id="8" name="object 8"/>
          <p:cNvSpPr/>
          <p:nvPr/>
        </p:nvSpPr>
        <p:spPr>
          <a:xfrm>
            <a:off x="6981113" y="993698"/>
            <a:ext cx="2184400" cy="3898900"/>
          </a:xfrm>
          <a:custGeom>
            <a:avLst/>
            <a:gdLst/>
            <a:ahLst/>
            <a:cxnLst/>
            <a:rect l="l" t="t" r="r" b="b"/>
            <a:pathLst>
              <a:path w="2184400" h="3898900">
                <a:moveTo>
                  <a:pt x="303022" y="12699"/>
                </a:moveTo>
                <a:lnTo>
                  <a:pt x="266230" y="12699"/>
                </a:lnTo>
                <a:lnTo>
                  <a:pt x="274967" y="0"/>
                </a:lnTo>
                <a:lnTo>
                  <a:pt x="311988" y="0"/>
                </a:lnTo>
                <a:lnTo>
                  <a:pt x="303022" y="12699"/>
                </a:lnTo>
                <a:close/>
              </a:path>
              <a:path w="2184400" h="3898900">
                <a:moveTo>
                  <a:pt x="1917687" y="12699"/>
                </a:moveTo>
                <a:lnTo>
                  <a:pt x="1880908" y="12699"/>
                </a:lnTo>
                <a:lnTo>
                  <a:pt x="1871929" y="0"/>
                </a:lnTo>
                <a:lnTo>
                  <a:pt x="1908949" y="0"/>
                </a:lnTo>
                <a:lnTo>
                  <a:pt x="1917687" y="12699"/>
                </a:lnTo>
                <a:close/>
              </a:path>
              <a:path w="2184400" h="3898900">
                <a:moveTo>
                  <a:pt x="251460" y="25399"/>
                </a:moveTo>
                <a:lnTo>
                  <a:pt x="232168" y="25399"/>
                </a:lnTo>
                <a:lnTo>
                  <a:pt x="240538" y="12699"/>
                </a:lnTo>
                <a:lnTo>
                  <a:pt x="259930" y="12699"/>
                </a:lnTo>
                <a:lnTo>
                  <a:pt x="251460" y="25399"/>
                </a:lnTo>
                <a:close/>
              </a:path>
              <a:path w="2184400" h="3898900">
                <a:moveTo>
                  <a:pt x="1951748" y="25399"/>
                </a:moveTo>
                <a:lnTo>
                  <a:pt x="1932457" y="25399"/>
                </a:lnTo>
                <a:lnTo>
                  <a:pt x="1923986" y="12699"/>
                </a:lnTo>
                <a:lnTo>
                  <a:pt x="1943379" y="12699"/>
                </a:lnTo>
                <a:lnTo>
                  <a:pt x="1951748" y="25399"/>
                </a:lnTo>
                <a:close/>
              </a:path>
              <a:path w="2184400" h="3898900">
                <a:moveTo>
                  <a:pt x="218884" y="38099"/>
                </a:moveTo>
                <a:lnTo>
                  <a:pt x="199694" y="38099"/>
                </a:lnTo>
                <a:lnTo>
                  <a:pt x="207657" y="25399"/>
                </a:lnTo>
                <a:lnTo>
                  <a:pt x="226961" y="25399"/>
                </a:lnTo>
                <a:lnTo>
                  <a:pt x="218884" y="38099"/>
                </a:lnTo>
                <a:close/>
              </a:path>
              <a:path w="2184400" h="3898900">
                <a:moveTo>
                  <a:pt x="1984222" y="38099"/>
                </a:moveTo>
                <a:lnTo>
                  <a:pt x="1965045" y="38099"/>
                </a:lnTo>
                <a:lnTo>
                  <a:pt x="1956955" y="25399"/>
                </a:lnTo>
                <a:lnTo>
                  <a:pt x="1976259" y="25399"/>
                </a:lnTo>
                <a:lnTo>
                  <a:pt x="1984222" y="38099"/>
                </a:lnTo>
                <a:close/>
              </a:path>
              <a:path w="2184400" h="3898900">
                <a:moveTo>
                  <a:pt x="195516" y="50799"/>
                </a:moveTo>
                <a:lnTo>
                  <a:pt x="176491" y="50799"/>
                </a:lnTo>
                <a:lnTo>
                  <a:pt x="184111" y="38099"/>
                </a:lnTo>
                <a:lnTo>
                  <a:pt x="203276" y="38099"/>
                </a:lnTo>
                <a:lnTo>
                  <a:pt x="195516" y="50799"/>
                </a:lnTo>
                <a:close/>
              </a:path>
              <a:path w="2184400" h="3898900">
                <a:moveTo>
                  <a:pt x="2007425" y="50799"/>
                </a:moveTo>
                <a:lnTo>
                  <a:pt x="1988400" y="50799"/>
                </a:lnTo>
                <a:lnTo>
                  <a:pt x="1980641" y="38099"/>
                </a:lnTo>
                <a:lnTo>
                  <a:pt x="1999805" y="38099"/>
                </a:lnTo>
                <a:lnTo>
                  <a:pt x="2007425" y="50799"/>
                </a:lnTo>
                <a:close/>
              </a:path>
              <a:path w="2184400" h="3898900">
                <a:moveTo>
                  <a:pt x="173151" y="63499"/>
                </a:moveTo>
                <a:lnTo>
                  <a:pt x="154368" y="63499"/>
                </a:lnTo>
                <a:lnTo>
                  <a:pt x="161620" y="50799"/>
                </a:lnTo>
                <a:lnTo>
                  <a:pt x="180568" y="50799"/>
                </a:lnTo>
                <a:lnTo>
                  <a:pt x="173151" y="63499"/>
                </a:lnTo>
                <a:close/>
              </a:path>
              <a:path w="2184400" h="3898900">
                <a:moveTo>
                  <a:pt x="2029548" y="63499"/>
                </a:moveTo>
                <a:lnTo>
                  <a:pt x="2010765" y="63499"/>
                </a:lnTo>
                <a:lnTo>
                  <a:pt x="2003348" y="50799"/>
                </a:lnTo>
                <a:lnTo>
                  <a:pt x="2022297" y="50799"/>
                </a:lnTo>
                <a:lnTo>
                  <a:pt x="2029548" y="63499"/>
                </a:lnTo>
                <a:close/>
              </a:path>
              <a:path w="2184400" h="3898900">
                <a:moveTo>
                  <a:pt x="151866" y="76199"/>
                </a:moveTo>
                <a:lnTo>
                  <a:pt x="140258" y="76199"/>
                </a:lnTo>
                <a:lnTo>
                  <a:pt x="147243" y="63499"/>
                </a:lnTo>
                <a:lnTo>
                  <a:pt x="158915" y="63499"/>
                </a:lnTo>
                <a:lnTo>
                  <a:pt x="151866" y="76199"/>
                </a:lnTo>
                <a:close/>
              </a:path>
              <a:path w="2184400" h="3898900">
                <a:moveTo>
                  <a:pt x="2043658" y="76199"/>
                </a:moveTo>
                <a:lnTo>
                  <a:pt x="2032050" y="76199"/>
                </a:lnTo>
                <a:lnTo>
                  <a:pt x="2025002" y="63499"/>
                </a:lnTo>
                <a:lnTo>
                  <a:pt x="2036673" y="63499"/>
                </a:lnTo>
                <a:lnTo>
                  <a:pt x="2043658" y="76199"/>
                </a:lnTo>
                <a:close/>
              </a:path>
              <a:path w="2184400" h="3898900">
                <a:moveTo>
                  <a:pt x="138315" y="88899"/>
                </a:moveTo>
                <a:lnTo>
                  <a:pt x="126682" y="88899"/>
                </a:lnTo>
                <a:lnTo>
                  <a:pt x="133400" y="76199"/>
                </a:lnTo>
                <a:lnTo>
                  <a:pt x="145097" y="76199"/>
                </a:lnTo>
                <a:lnTo>
                  <a:pt x="138315" y="88899"/>
                </a:lnTo>
                <a:close/>
              </a:path>
              <a:path w="2184400" h="3898900">
                <a:moveTo>
                  <a:pt x="2057234" y="88899"/>
                </a:moveTo>
                <a:lnTo>
                  <a:pt x="2045601" y="88899"/>
                </a:lnTo>
                <a:lnTo>
                  <a:pt x="2038819" y="76199"/>
                </a:lnTo>
                <a:lnTo>
                  <a:pt x="2050516" y="76199"/>
                </a:lnTo>
                <a:lnTo>
                  <a:pt x="2057234" y="88899"/>
                </a:lnTo>
                <a:close/>
              </a:path>
              <a:path w="2184400" h="3898900">
                <a:moveTo>
                  <a:pt x="118986" y="101599"/>
                </a:moveTo>
                <a:lnTo>
                  <a:pt x="107365" y="101599"/>
                </a:lnTo>
                <a:lnTo>
                  <a:pt x="113665" y="88899"/>
                </a:lnTo>
                <a:lnTo>
                  <a:pt x="125361" y="88899"/>
                </a:lnTo>
                <a:lnTo>
                  <a:pt x="118986" y="101599"/>
                </a:lnTo>
                <a:close/>
              </a:path>
              <a:path w="2184400" h="3898900">
                <a:moveTo>
                  <a:pt x="2076551" y="101599"/>
                </a:moveTo>
                <a:lnTo>
                  <a:pt x="2064931" y="101599"/>
                </a:lnTo>
                <a:lnTo>
                  <a:pt x="2058555" y="88899"/>
                </a:lnTo>
                <a:lnTo>
                  <a:pt x="2070252" y="88899"/>
                </a:lnTo>
                <a:lnTo>
                  <a:pt x="2076551" y="101599"/>
                </a:lnTo>
                <a:close/>
              </a:path>
              <a:path w="2184400" h="3898900">
                <a:moveTo>
                  <a:pt x="106819" y="114299"/>
                </a:moveTo>
                <a:lnTo>
                  <a:pt x="95237" y="114299"/>
                </a:lnTo>
                <a:lnTo>
                  <a:pt x="101231" y="101599"/>
                </a:lnTo>
                <a:lnTo>
                  <a:pt x="112902" y="101599"/>
                </a:lnTo>
                <a:lnTo>
                  <a:pt x="106819" y="114299"/>
                </a:lnTo>
                <a:close/>
              </a:path>
              <a:path w="2184400" h="3898900">
                <a:moveTo>
                  <a:pt x="2088680" y="114299"/>
                </a:moveTo>
                <a:lnTo>
                  <a:pt x="2077097" y="114299"/>
                </a:lnTo>
                <a:lnTo>
                  <a:pt x="2071014" y="101599"/>
                </a:lnTo>
                <a:lnTo>
                  <a:pt x="2082685" y="101599"/>
                </a:lnTo>
                <a:lnTo>
                  <a:pt x="2088680" y="114299"/>
                </a:lnTo>
                <a:close/>
              </a:path>
              <a:path w="2184400" h="3898900">
                <a:moveTo>
                  <a:pt x="84277" y="139699"/>
                </a:moveTo>
                <a:lnTo>
                  <a:pt x="78193" y="139699"/>
                </a:lnTo>
                <a:lnTo>
                  <a:pt x="83705" y="126999"/>
                </a:lnTo>
                <a:lnTo>
                  <a:pt x="89395" y="114299"/>
                </a:lnTo>
                <a:lnTo>
                  <a:pt x="101015" y="114299"/>
                </a:lnTo>
                <a:lnTo>
                  <a:pt x="95237" y="126999"/>
                </a:lnTo>
                <a:lnTo>
                  <a:pt x="89738" y="126999"/>
                </a:lnTo>
                <a:lnTo>
                  <a:pt x="84277" y="139699"/>
                </a:lnTo>
                <a:close/>
              </a:path>
              <a:path w="2184400" h="3898900">
                <a:moveTo>
                  <a:pt x="2105723" y="139699"/>
                </a:moveTo>
                <a:lnTo>
                  <a:pt x="2099640" y="139699"/>
                </a:lnTo>
                <a:lnTo>
                  <a:pt x="2094179" y="126999"/>
                </a:lnTo>
                <a:lnTo>
                  <a:pt x="2088680" y="126999"/>
                </a:lnTo>
                <a:lnTo>
                  <a:pt x="2082901" y="114299"/>
                </a:lnTo>
                <a:lnTo>
                  <a:pt x="2094522" y="114299"/>
                </a:lnTo>
                <a:lnTo>
                  <a:pt x="2100211" y="126999"/>
                </a:lnTo>
                <a:lnTo>
                  <a:pt x="2105723" y="139699"/>
                </a:lnTo>
                <a:close/>
              </a:path>
              <a:path w="2184400" h="3898900">
                <a:moveTo>
                  <a:pt x="73939" y="152399"/>
                </a:moveTo>
                <a:lnTo>
                  <a:pt x="67640" y="152399"/>
                </a:lnTo>
                <a:lnTo>
                  <a:pt x="72834" y="139699"/>
                </a:lnTo>
                <a:lnTo>
                  <a:pt x="79082" y="139699"/>
                </a:lnTo>
                <a:lnTo>
                  <a:pt x="73939" y="152399"/>
                </a:lnTo>
                <a:close/>
              </a:path>
              <a:path w="2184400" h="3898900">
                <a:moveTo>
                  <a:pt x="2116277" y="152399"/>
                </a:moveTo>
                <a:lnTo>
                  <a:pt x="2109978" y="152399"/>
                </a:lnTo>
                <a:lnTo>
                  <a:pt x="2104834" y="139699"/>
                </a:lnTo>
                <a:lnTo>
                  <a:pt x="2111082" y="139699"/>
                </a:lnTo>
                <a:lnTo>
                  <a:pt x="2116277" y="152399"/>
                </a:lnTo>
                <a:close/>
              </a:path>
              <a:path w="2184400" h="3898900">
                <a:moveTo>
                  <a:pt x="69024" y="165099"/>
                </a:moveTo>
                <a:lnTo>
                  <a:pt x="57759" y="165099"/>
                </a:lnTo>
                <a:lnTo>
                  <a:pt x="62611" y="152399"/>
                </a:lnTo>
                <a:lnTo>
                  <a:pt x="73990" y="152399"/>
                </a:lnTo>
                <a:lnTo>
                  <a:pt x="69024" y="165099"/>
                </a:lnTo>
                <a:close/>
              </a:path>
              <a:path w="2184400" h="3898900">
                <a:moveTo>
                  <a:pt x="2126157" y="165099"/>
                </a:moveTo>
                <a:lnTo>
                  <a:pt x="2114892" y="165099"/>
                </a:lnTo>
                <a:lnTo>
                  <a:pt x="2109927" y="152399"/>
                </a:lnTo>
                <a:lnTo>
                  <a:pt x="2121306" y="152399"/>
                </a:lnTo>
                <a:lnTo>
                  <a:pt x="2126157" y="165099"/>
                </a:lnTo>
                <a:close/>
              </a:path>
              <a:path w="2184400" h="3898900">
                <a:moveTo>
                  <a:pt x="51054" y="190499"/>
                </a:moveTo>
                <a:lnTo>
                  <a:pt x="44246" y="190499"/>
                </a:lnTo>
                <a:lnTo>
                  <a:pt x="48564" y="177799"/>
                </a:lnTo>
                <a:lnTo>
                  <a:pt x="53073" y="165099"/>
                </a:lnTo>
                <a:lnTo>
                  <a:pt x="64325" y="165099"/>
                </a:lnTo>
                <a:lnTo>
                  <a:pt x="59690" y="177799"/>
                </a:lnTo>
                <a:lnTo>
                  <a:pt x="55333" y="177799"/>
                </a:lnTo>
                <a:lnTo>
                  <a:pt x="51054" y="190499"/>
                </a:lnTo>
                <a:close/>
              </a:path>
              <a:path w="2184400" h="3898900">
                <a:moveTo>
                  <a:pt x="2139670" y="190499"/>
                </a:moveTo>
                <a:lnTo>
                  <a:pt x="2132863" y="190499"/>
                </a:lnTo>
                <a:lnTo>
                  <a:pt x="2128583" y="177799"/>
                </a:lnTo>
                <a:lnTo>
                  <a:pt x="2124227" y="177799"/>
                </a:lnTo>
                <a:lnTo>
                  <a:pt x="2119591" y="165099"/>
                </a:lnTo>
                <a:lnTo>
                  <a:pt x="2130844" y="165099"/>
                </a:lnTo>
                <a:lnTo>
                  <a:pt x="2135352" y="177799"/>
                </a:lnTo>
                <a:lnTo>
                  <a:pt x="2139670" y="190499"/>
                </a:lnTo>
                <a:close/>
              </a:path>
              <a:path w="2184400" h="3898900">
                <a:moveTo>
                  <a:pt x="47002" y="203199"/>
                </a:moveTo>
                <a:lnTo>
                  <a:pt x="36156" y="203199"/>
                </a:lnTo>
                <a:lnTo>
                  <a:pt x="40106" y="190499"/>
                </a:lnTo>
                <a:lnTo>
                  <a:pt x="51104" y="190499"/>
                </a:lnTo>
                <a:lnTo>
                  <a:pt x="47002" y="203199"/>
                </a:lnTo>
                <a:close/>
              </a:path>
              <a:path w="2184400" h="3898900">
                <a:moveTo>
                  <a:pt x="2147760" y="203199"/>
                </a:moveTo>
                <a:lnTo>
                  <a:pt x="2136914" y="203199"/>
                </a:lnTo>
                <a:lnTo>
                  <a:pt x="2132812" y="190499"/>
                </a:lnTo>
                <a:lnTo>
                  <a:pt x="2143810" y="190499"/>
                </a:lnTo>
                <a:lnTo>
                  <a:pt x="2147760" y="203199"/>
                </a:lnTo>
                <a:close/>
              </a:path>
              <a:path w="2184400" h="3898900">
                <a:moveTo>
                  <a:pt x="32639" y="228599"/>
                </a:moveTo>
                <a:lnTo>
                  <a:pt x="25425" y="228599"/>
                </a:lnTo>
                <a:lnTo>
                  <a:pt x="28803" y="215899"/>
                </a:lnTo>
                <a:lnTo>
                  <a:pt x="32385" y="203199"/>
                </a:lnTo>
                <a:lnTo>
                  <a:pt x="43167" y="203199"/>
                </a:lnTo>
                <a:lnTo>
                  <a:pt x="39446" y="215899"/>
                </a:lnTo>
                <a:lnTo>
                  <a:pt x="35991" y="215899"/>
                </a:lnTo>
                <a:lnTo>
                  <a:pt x="32639" y="228599"/>
                </a:lnTo>
                <a:close/>
              </a:path>
              <a:path w="2184400" h="3898900">
                <a:moveTo>
                  <a:pt x="2158492" y="228599"/>
                </a:moveTo>
                <a:lnTo>
                  <a:pt x="2151278" y="228599"/>
                </a:lnTo>
                <a:lnTo>
                  <a:pt x="2147925" y="215899"/>
                </a:lnTo>
                <a:lnTo>
                  <a:pt x="2144471" y="215899"/>
                </a:lnTo>
                <a:lnTo>
                  <a:pt x="2140750" y="203199"/>
                </a:lnTo>
                <a:lnTo>
                  <a:pt x="2151532" y="203199"/>
                </a:lnTo>
                <a:lnTo>
                  <a:pt x="2155113" y="215899"/>
                </a:lnTo>
                <a:lnTo>
                  <a:pt x="2158492" y="228599"/>
                </a:lnTo>
                <a:close/>
              </a:path>
              <a:path w="2184400" h="3898900">
                <a:moveTo>
                  <a:pt x="23888" y="253999"/>
                </a:moveTo>
                <a:lnTo>
                  <a:pt x="16484" y="253999"/>
                </a:lnTo>
                <a:lnTo>
                  <a:pt x="19265" y="241299"/>
                </a:lnTo>
                <a:lnTo>
                  <a:pt x="22250" y="228599"/>
                </a:lnTo>
                <a:lnTo>
                  <a:pt x="32677" y="228599"/>
                </a:lnTo>
                <a:lnTo>
                  <a:pt x="29527" y="241299"/>
                </a:lnTo>
                <a:lnTo>
                  <a:pt x="26644" y="241299"/>
                </a:lnTo>
                <a:lnTo>
                  <a:pt x="23888" y="253999"/>
                </a:lnTo>
                <a:close/>
              </a:path>
              <a:path w="2184400" h="3898900">
                <a:moveTo>
                  <a:pt x="2167432" y="253999"/>
                </a:moveTo>
                <a:lnTo>
                  <a:pt x="2160028" y="253999"/>
                </a:lnTo>
                <a:lnTo>
                  <a:pt x="2157272" y="241299"/>
                </a:lnTo>
                <a:lnTo>
                  <a:pt x="2154389" y="241299"/>
                </a:lnTo>
                <a:lnTo>
                  <a:pt x="2151240" y="228599"/>
                </a:lnTo>
                <a:lnTo>
                  <a:pt x="2161667" y="228599"/>
                </a:lnTo>
                <a:lnTo>
                  <a:pt x="2164651" y="241299"/>
                </a:lnTo>
                <a:lnTo>
                  <a:pt x="2167432" y="253999"/>
                </a:lnTo>
                <a:close/>
              </a:path>
              <a:path w="2184400" h="3898900">
                <a:moveTo>
                  <a:pt x="15049" y="292099"/>
                </a:moveTo>
                <a:lnTo>
                  <a:pt x="7442" y="292099"/>
                </a:lnTo>
                <a:lnTo>
                  <a:pt x="9385" y="279399"/>
                </a:lnTo>
                <a:lnTo>
                  <a:pt x="11544" y="266699"/>
                </a:lnTo>
                <a:lnTo>
                  <a:pt x="13906" y="253999"/>
                </a:lnTo>
                <a:lnTo>
                  <a:pt x="23914" y="253999"/>
                </a:lnTo>
                <a:lnTo>
                  <a:pt x="21374" y="266699"/>
                </a:lnTo>
                <a:lnTo>
                  <a:pt x="19075" y="266699"/>
                </a:lnTo>
                <a:lnTo>
                  <a:pt x="16954" y="279399"/>
                </a:lnTo>
                <a:lnTo>
                  <a:pt x="15049" y="292099"/>
                </a:lnTo>
                <a:close/>
              </a:path>
              <a:path w="2184400" h="3898900">
                <a:moveTo>
                  <a:pt x="2176475" y="292099"/>
                </a:moveTo>
                <a:lnTo>
                  <a:pt x="2168867" y="292099"/>
                </a:lnTo>
                <a:lnTo>
                  <a:pt x="2166950" y="279399"/>
                </a:lnTo>
                <a:lnTo>
                  <a:pt x="2164842" y="266699"/>
                </a:lnTo>
                <a:lnTo>
                  <a:pt x="2162543" y="266699"/>
                </a:lnTo>
                <a:lnTo>
                  <a:pt x="2160003" y="253999"/>
                </a:lnTo>
                <a:lnTo>
                  <a:pt x="2170010" y="253999"/>
                </a:lnTo>
                <a:lnTo>
                  <a:pt x="2172373" y="266699"/>
                </a:lnTo>
                <a:lnTo>
                  <a:pt x="2174532" y="279399"/>
                </a:lnTo>
                <a:lnTo>
                  <a:pt x="2176475" y="292099"/>
                </a:lnTo>
                <a:close/>
              </a:path>
              <a:path w="2184400" h="3898900">
                <a:moveTo>
                  <a:pt x="10642" y="317499"/>
                </a:moveTo>
                <a:lnTo>
                  <a:pt x="2946" y="317499"/>
                </a:lnTo>
                <a:lnTo>
                  <a:pt x="4229" y="304799"/>
                </a:lnTo>
                <a:lnTo>
                  <a:pt x="5727" y="292099"/>
                </a:lnTo>
                <a:lnTo>
                  <a:pt x="13385" y="292099"/>
                </a:lnTo>
                <a:lnTo>
                  <a:pt x="11899" y="304799"/>
                </a:lnTo>
                <a:lnTo>
                  <a:pt x="10642" y="317499"/>
                </a:lnTo>
                <a:close/>
              </a:path>
              <a:path w="2184400" h="3898900">
                <a:moveTo>
                  <a:pt x="2180971" y="317499"/>
                </a:moveTo>
                <a:lnTo>
                  <a:pt x="2173274" y="317499"/>
                </a:lnTo>
                <a:lnTo>
                  <a:pt x="2172004" y="304799"/>
                </a:lnTo>
                <a:lnTo>
                  <a:pt x="2170531" y="292099"/>
                </a:lnTo>
                <a:lnTo>
                  <a:pt x="2178189" y="292099"/>
                </a:lnTo>
                <a:lnTo>
                  <a:pt x="2179688" y="304799"/>
                </a:lnTo>
                <a:lnTo>
                  <a:pt x="2180971" y="317499"/>
                </a:lnTo>
                <a:close/>
              </a:path>
              <a:path w="2184400" h="3898900">
                <a:moveTo>
                  <a:pt x="7886" y="355599"/>
                </a:moveTo>
                <a:lnTo>
                  <a:pt x="114" y="355599"/>
                </a:lnTo>
                <a:lnTo>
                  <a:pt x="482" y="342899"/>
                </a:lnTo>
                <a:lnTo>
                  <a:pt x="1066" y="330199"/>
                </a:lnTo>
                <a:lnTo>
                  <a:pt x="1892" y="317499"/>
                </a:lnTo>
                <a:lnTo>
                  <a:pt x="9626" y="317499"/>
                </a:lnTo>
                <a:lnTo>
                  <a:pt x="8813" y="330199"/>
                </a:lnTo>
                <a:lnTo>
                  <a:pt x="8242" y="342899"/>
                </a:lnTo>
                <a:lnTo>
                  <a:pt x="7886" y="355599"/>
                </a:lnTo>
                <a:close/>
              </a:path>
              <a:path w="2184400" h="3898900">
                <a:moveTo>
                  <a:pt x="2183803" y="355599"/>
                </a:moveTo>
                <a:lnTo>
                  <a:pt x="2176030" y="355599"/>
                </a:lnTo>
                <a:lnTo>
                  <a:pt x="2175675" y="342899"/>
                </a:lnTo>
                <a:lnTo>
                  <a:pt x="2175090" y="330199"/>
                </a:lnTo>
                <a:lnTo>
                  <a:pt x="2174290" y="317499"/>
                </a:lnTo>
                <a:lnTo>
                  <a:pt x="2182025" y="317499"/>
                </a:lnTo>
                <a:lnTo>
                  <a:pt x="2182850" y="330199"/>
                </a:lnTo>
                <a:lnTo>
                  <a:pt x="2183434" y="342899"/>
                </a:lnTo>
                <a:lnTo>
                  <a:pt x="2183803" y="355599"/>
                </a:lnTo>
                <a:close/>
              </a:path>
              <a:path w="2184400" h="3898900">
                <a:moveTo>
                  <a:pt x="7772" y="3530600"/>
                </a:moveTo>
                <a:lnTo>
                  <a:pt x="0" y="3530600"/>
                </a:lnTo>
                <a:lnTo>
                  <a:pt x="0" y="355599"/>
                </a:lnTo>
                <a:lnTo>
                  <a:pt x="7772" y="355599"/>
                </a:lnTo>
                <a:lnTo>
                  <a:pt x="7772" y="3530600"/>
                </a:lnTo>
                <a:close/>
              </a:path>
              <a:path w="2184400" h="3898900">
                <a:moveTo>
                  <a:pt x="2183917" y="3530600"/>
                </a:moveTo>
                <a:lnTo>
                  <a:pt x="2176145" y="3530600"/>
                </a:lnTo>
                <a:lnTo>
                  <a:pt x="2176145" y="355599"/>
                </a:lnTo>
                <a:lnTo>
                  <a:pt x="2183917" y="355599"/>
                </a:lnTo>
                <a:lnTo>
                  <a:pt x="2183917" y="3530600"/>
                </a:lnTo>
                <a:close/>
              </a:path>
              <a:path w="2184400" h="3898900">
                <a:moveTo>
                  <a:pt x="9626" y="3568700"/>
                </a:moveTo>
                <a:lnTo>
                  <a:pt x="1892" y="3568700"/>
                </a:lnTo>
                <a:lnTo>
                  <a:pt x="1066" y="3556000"/>
                </a:lnTo>
                <a:lnTo>
                  <a:pt x="482" y="3543300"/>
                </a:lnTo>
                <a:lnTo>
                  <a:pt x="114" y="3530600"/>
                </a:lnTo>
                <a:lnTo>
                  <a:pt x="7886" y="3530600"/>
                </a:lnTo>
                <a:lnTo>
                  <a:pt x="8242" y="3543300"/>
                </a:lnTo>
                <a:lnTo>
                  <a:pt x="8826" y="3556000"/>
                </a:lnTo>
                <a:lnTo>
                  <a:pt x="9626" y="3568700"/>
                </a:lnTo>
                <a:close/>
              </a:path>
              <a:path w="2184400" h="3898900">
                <a:moveTo>
                  <a:pt x="2182025" y="3568700"/>
                </a:moveTo>
                <a:lnTo>
                  <a:pt x="2174290" y="3568700"/>
                </a:lnTo>
                <a:lnTo>
                  <a:pt x="2175103" y="3556000"/>
                </a:lnTo>
                <a:lnTo>
                  <a:pt x="2175675" y="3543300"/>
                </a:lnTo>
                <a:lnTo>
                  <a:pt x="2176030" y="3530600"/>
                </a:lnTo>
                <a:lnTo>
                  <a:pt x="2183803" y="3530600"/>
                </a:lnTo>
                <a:lnTo>
                  <a:pt x="2183434" y="3543300"/>
                </a:lnTo>
                <a:lnTo>
                  <a:pt x="2182850" y="3556000"/>
                </a:lnTo>
                <a:lnTo>
                  <a:pt x="2182025" y="3568700"/>
                </a:lnTo>
                <a:close/>
              </a:path>
              <a:path w="2184400" h="3898900">
                <a:moveTo>
                  <a:pt x="13385" y="3594100"/>
                </a:moveTo>
                <a:lnTo>
                  <a:pt x="5727" y="3594100"/>
                </a:lnTo>
                <a:lnTo>
                  <a:pt x="4229" y="3581400"/>
                </a:lnTo>
                <a:lnTo>
                  <a:pt x="2946" y="3568700"/>
                </a:lnTo>
                <a:lnTo>
                  <a:pt x="10642" y="3568700"/>
                </a:lnTo>
                <a:lnTo>
                  <a:pt x="11912" y="3581400"/>
                </a:lnTo>
                <a:lnTo>
                  <a:pt x="13385" y="3594100"/>
                </a:lnTo>
                <a:close/>
              </a:path>
              <a:path w="2184400" h="3898900">
                <a:moveTo>
                  <a:pt x="2178189" y="3594100"/>
                </a:moveTo>
                <a:lnTo>
                  <a:pt x="2170531" y="3594100"/>
                </a:lnTo>
                <a:lnTo>
                  <a:pt x="2172017" y="3581400"/>
                </a:lnTo>
                <a:lnTo>
                  <a:pt x="2173274" y="3568700"/>
                </a:lnTo>
                <a:lnTo>
                  <a:pt x="2180971" y="3568700"/>
                </a:lnTo>
                <a:lnTo>
                  <a:pt x="2179688" y="3581400"/>
                </a:lnTo>
                <a:lnTo>
                  <a:pt x="2178189" y="3594100"/>
                </a:lnTo>
                <a:close/>
              </a:path>
              <a:path w="2184400" h="3898900">
                <a:moveTo>
                  <a:pt x="23914" y="3632200"/>
                </a:moveTo>
                <a:lnTo>
                  <a:pt x="13906" y="3632200"/>
                </a:lnTo>
                <a:lnTo>
                  <a:pt x="11544" y="3619500"/>
                </a:lnTo>
                <a:lnTo>
                  <a:pt x="9385" y="3606800"/>
                </a:lnTo>
                <a:lnTo>
                  <a:pt x="7442" y="3594100"/>
                </a:lnTo>
                <a:lnTo>
                  <a:pt x="15049" y="3594100"/>
                </a:lnTo>
                <a:lnTo>
                  <a:pt x="16967" y="3606800"/>
                </a:lnTo>
                <a:lnTo>
                  <a:pt x="19075" y="3619500"/>
                </a:lnTo>
                <a:lnTo>
                  <a:pt x="21374" y="3619500"/>
                </a:lnTo>
                <a:lnTo>
                  <a:pt x="23914" y="3632200"/>
                </a:lnTo>
                <a:close/>
              </a:path>
              <a:path w="2184400" h="3898900">
                <a:moveTo>
                  <a:pt x="2170010" y="3632200"/>
                </a:moveTo>
                <a:lnTo>
                  <a:pt x="2160003" y="3632200"/>
                </a:lnTo>
                <a:lnTo>
                  <a:pt x="2162543" y="3619500"/>
                </a:lnTo>
                <a:lnTo>
                  <a:pt x="2164842" y="3619500"/>
                </a:lnTo>
                <a:lnTo>
                  <a:pt x="2166962" y="3606800"/>
                </a:lnTo>
                <a:lnTo>
                  <a:pt x="2168867" y="3594100"/>
                </a:lnTo>
                <a:lnTo>
                  <a:pt x="2176475" y="3594100"/>
                </a:lnTo>
                <a:lnTo>
                  <a:pt x="2174532" y="3606800"/>
                </a:lnTo>
                <a:lnTo>
                  <a:pt x="2172373" y="3619500"/>
                </a:lnTo>
                <a:lnTo>
                  <a:pt x="2170010" y="3632200"/>
                </a:lnTo>
                <a:close/>
              </a:path>
              <a:path w="2184400" h="3898900">
                <a:moveTo>
                  <a:pt x="32677" y="3657600"/>
                </a:moveTo>
                <a:lnTo>
                  <a:pt x="22250" y="3657600"/>
                </a:lnTo>
                <a:lnTo>
                  <a:pt x="19265" y="3644900"/>
                </a:lnTo>
                <a:lnTo>
                  <a:pt x="16484" y="3632200"/>
                </a:lnTo>
                <a:lnTo>
                  <a:pt x="23888" y="3632200"/>
                </a:lnTo>
                <a:lnTo>
                  <a:pt x="26644" y="3644900"/>
                </a:lnTo>
                <a:lnTo>
                  <a:pt x="29527" y="3644900"/>
                </a:lnTo>
                <a:lnTo>
                  <a:pt x="32677" y="3657600"/>
                </a:lnTo>
                <a:close/>
              </a:path>
              <a:path w="2184400" h="3898900">
                <a:moveTo>
                  <a:pt x="2161667" y="3657600"/>
                </a:moveTo>
                <a:lnTo>
                  <a:pt x="2151240" y="3657600"/>
                </a:lnTo>
                <a:lnTo>
                  <a:pt x="2154389" y="3644900"/>
                </a:lnTo>
                <a:lnTo>
                  <a:pt x="2157272" y="3644900"/>
                </a:lnTo>
                <a:lnTo>
                  <a:pt x="2160028" y="3632200"/>
                </a:lnTo>
                <a:lnTo>
                  <a:pt x="2167432" y="3632200"/>
                </a:lnTo>
                <a:lnTo>
                  <a:pt x="2164651" y="3644900"/>
                </a:lnTo>
                <a:lnTo>
                  <a:pt x="2161667" y="3657600"/>
                </a:lnTo>
                <a:close/>
              </a:path>
              <a:path w="2184400" h="3898900">
                <a:moveTo>
                  <a:pt x="43167" y="3683000"/>
                </a:moveTo>
                <a:lnTo>
                  <a:pt x="32385" y="3683000"/>
                </a:lnTo>
                <a:lnTo>
                  <a:pt x="28803" y="3670300"/>
                </a:lnTo>
                <a:lnTo>
                  <a:pt x="25425" y="3657600"/>
                </a:lnTo>
                <a:lnTo>
                  <a:pt x="32639" y="3657600"/>
                </a:lnTo>
                <a:lnTo>
                  <a:pt x="35991" y="3670300"/>
                </a:lnTo>
                <a:lnTo>
                  <a:pt x="39446" y="3670300"/>
                </a:lnTo>
                <a:lnTo>
                  <a:pt x="43167" y="3683000"/>
                </a:lnTo>
                <a:close/>
              </a:path>
              <a:path w="2184400" h="3898900">
                <a:moveTo>
                  <a:pt x="2151532" y="3683000"/>
                </a:moveTo>
                <a:lnTo>
                  <a:pt x="2140750" y="3683000"/>
                </a:lnTo>
                <a:lnTo>
                  <a:pt x="2144471" y="3670300"/>
                </a:lnTo>
                <a:lnTo>
                  <a:pt x="2147925" y="3670300"/>
                </a:lnTo>
                <a:lnTo>
                  <a:pt x="2151278" y="3657600"/>
                </a:lnTo>
                <a:lnTo>
                  <a:pt x="2158492" y="3657600"/>
                </a:lnTo>
                <a:lnTo>
                  <a:pt x="2155113" y="3670300"/>
                </a:lnTo>
                <a:lnTo>
                  <a:pt x="2151532" y="3683000"/>
                </a:lnTo>
                <a:close/>
              </a:path>
              <a:path w="2184400" h="3898900">
                <a:moveTo>
                  <a:pt x="47040" y="3695700"/>
                </a:moveTo>
                <a:lnTo>
                  <a:pt x="40106" y="3695700"/>
                </a:lnTo>
                <a:lnTo>
                  <a:pt x="36156" y="3683000"/>
                </a:lnTo>
                <a:lnTo>
                  <a:pt x="43129" y="3683000"/>
                </a:lnTo>
                <a:lnTo>
                  <a:pt x="47040" y="3695700"/>
                </a:lnTo>
                <a:close/>
              </a:path>
              <a:path w="2184400" h="3898900">
                <a:moveTo>
                  <a:pt x="2143810" y="3695700"/>
                </a:moveTo>
                <a:lnTo>
                  <a:pt x="2136876" y="3695700"/>
                </a:lnTo>
                <a:lnTo>
                  <a:pt x="2140788" y="3683000"/>
                </a:lnTo>
                <a:lnTo>
                  <a:pt x="2147760" y="3683000"/>
                </a:lnTo>
                <a:lnTo>
                  <a:pt x="2143810" y="3695700"/>
                </a:lnTo>
                <a:close/>
              </a:path>
              <a:path w="2184400" h="3898900">
                <a:moveTo>
                  <a:pt x="64325" y="3721100"/>
                </a:moveTo>
                <a:lnTo>
                  <a:pt x="53073" y="3721100"/>
                </a:lnTo>
                <a:lnTo>
                  <a:pt x="48564" y="3708400"/>
                </a:lnTo>
                <a:lnTo>
                  <a:pt x="44246" y="3695700"/>
                </a:lnTo>
                <a:lnTo>
                  <a:pt x="51054" y="3695700"/>
                </a:lnTo>
                <a:lnTo>
                  <a:pt x="55333" y="3708400"/>
                </a:lnTo>
                <a:lnTo>
                  <a:pt x="59690" y="3708400"/>
                </a:lnTo>
                <a:lnTo>
                  <a:pt x="64325" y="3721100"/>
                </a:lnTo>
                <a:close/>
              </a:path>
              <a:path w="2184400" h="3898900">
                <a:moveTo>
                  <a:pt x="2130844" y="3721100"/>
                </a:moveTo>
                <a:lnTo>
                  <a:pt x="2119591" y="3721100"/>
                </a:lnTo>
                <a:lnTo>
                  <a:pt x="2124227" y="3708400"/>
                </a:lnTo>
                <a:lnTo>
                  <a:pt x="2128583" y="3708400"/>
                </a:lnTo>
                <a:lnTo>
                  <a:pt x="2132863" y="3695700"/>
                </a:lnTo>
                <a:lnTo>
                  <a:pt x="2139670" y="3695700"/>
                </a:lnTo>
                <a:lnTo>
                  <a:pt x="2135352" y="3708400"/>
                </a:lnTo>
                <a:lnTo>
                  <a:pt x="2130844" y="3721100"/>
                </a:lnTo>
                <a:close/>
              </a:path>
              <a:path w="2184400" h="3898900">
                <a:moveTo>
                  <a:pt x="73990" y="3733800"/>
                </a:moveTo>
                <a:lnTo>
                  <a:pt x="62611" y="3733800"/>
                </a:lnTo>
                <a:lnTo>
                  <a:pt x="57759" y="3721100"/>
                </a:lnTo>
                <a:lnTo>
                  <a:pt x="69024" y="3721100"/>
                </a:lnTo>
                <a:lnTo>
                  <a:pt x="73990" y="3733800"/>
                </a:lnTo>
                <a:close/>
              </a:path>
              <a:path w="2184400" h="3898900">
                <a:moveTo>
                  <a:pt x="2121306" y="3733800"/>
                </a:moveTo>
                <a:lnTo>
                  <a:pt x="2109927" y="3733800"/>
                </a:lnTo>
                <a:lnTo>
                  <a:pt x="2114892" y="3721100"/>
                </a:lnTo>
                <a:lnTo>
                  <a:pt x="2126157" y="3721100"/>
                </a:lnTo>
                <a:lnTo>
                  <a:pt x="2121306" y="3733800"/>
                </a:lnTo>
                <a:close/>
              </a:path>
              <a:path w="2184400" h="3898900">
                <a:moveTo>
                  <a:pt x="79082" y="3746500"/>
                </a:moveTo>
                <a:lnTo>
                  <a:pt x="72834" y="3746500"/>
                </a:lnTo>
                <a:lnTo>
                  <a:pt x="67640" y="3733800"/>
                </a:lnTo>
                <a:lnTo>
                  <a:pt x="73939" y="3733800"/>
                </a:lnTo>
                <a:lnTo>
                  <a:pt x="79082" y="3746500"/>
                </a:lnTo>
                <a:close/>
              </a:path>
              <a:path w="2184400" h="3898900">
                <a:moveTo>
                  <a:pt x="2111082" y="3746500"/>
                </a:moveTo>
                <a:lnTo>
                  <a:pt x="2104834" y="3746500"/>
                </a:lnTo>
                <a:lnTo>
                  <a:pt x="2109978" y="3733800"/>
                </a:lnTo>
                <a:lnTo>
                  <a:pt x="2116277" y="3733800"/>
                </a:lnTo>
                <a:lnTo>
                  <a:pt x="2111082" y="3746500"/>
                </a:lnTo>
                <a:close/>
              </a:path>
              <a:path w="2184400" h="3898900">
                <a:moveTo>
                  <a:pt x="101015" y="3771900"/>
                </a:moveTo>
                <a:lnTo>
                  <a:pt x="89395" y="3771900"/>
                </a:lnTo>
                <a:lnTo>
                  <a:pt x="83705" y="3759200"/>
                </a:lnTo>
                <a:lnTo>
                  <a:pt x="78193" y="3746500"/>
                </a:lnTo>
                <a:lnTo>
                  <a:pt x="84277" y="3746500"/>
                </a:lnTo>
                <a:lnTo>
                  <a:pt x="89738" y="3759200"/>
                </a:lnTo>
                <a:lnTo>
                  <a:pt x="95237" y="3759200"/>
                </a:lnTo>
                <a:lnTo>
                  <a:pt x="101015" y="3771900"/>
                </a:lnTo>
                <a:close/>
              </a:path>
              <a:path w="2184400" h="3898900">
                <a:moveTo>
                  <a:pt x="2094522" y="3771900"/>
                </a:moveTo>
                <a:lnTo>
                  <a:pt x="2082901" y="3771900"/>
                </a:lnTo>
                <a:lnTo>
                  <a:pt x="2088680" y="3759200"/>
                </a:lnTo>
                <a:lnTo>
                  <a:pt x="2094179" y="3759200"/>
                </a:lnTo>
                <a:lnTo>
                  <a:pt x="2099640" y="3746500"/>
                </a:lnTo>
                <a:lnTo>
                  <a:pt x="2105723" y="3746500"/>
                </a:lnTo>
                <a:lnTo>
                  <a:pt x="2100211" y="3759200"/>
                </a:lnTo>
                <a:lnTo>
                  <a:pt x="2094522" y="3771900"/>
                </a:lnTo>
                <a:close/>
              </a:path>
              <a:path w="2184400" h="3898900">
                <a:moveTo>
                  <a:pt x="112902" y="3784600"/>
                </a:moveTo>
                <a:lnTo>
                  <a:pt x="101231" y="3784600"/>
                </a:lnTo>
                <a:lnTo>
                  <a:pt x="95237" y="3771900"/>
                </a:lnTo>
                <a:lnTo>
                  <a:pt x="106819" y="3771900"/>
                </a:lnTo>
                <a:lnTo>
                  <a:pt x="112902" y="3784600"/>
                </a:lnTo>
                <a:close/>
              </a:path>
              <a:path w="2184400" h="3898900">
                <a:moveTo>
                  <a:pt x="2082685" y="3784600"/>
                </a:moveTo>
                <a:lnTo>
                  <a:pt x="2071014" y="3784600"/>
                </a:lnTo>
                <a:lnTo>
                  <a:pt x="2077097" y="3771900"/>
                </a:lnTo>
                <a:lnTo>
                  <a:pt x="2088680" y="3771900"/>
                </a:lnTo>
                <a:lnTo>
                  <a:pt x="2082685" y="3784600"/>
                </a:lnTo>
                <a:close/>
              </a:path>
              <a:path w="2184400" h="3898900">
                <a:moveTo>
                  <a:pt x="125361" y="3797300"/>
                </a:moveTo>
                <a:lnTo>
                  <a:pt x="113665" y="3797300"/>
                </a:lnTo>
                <a:lnTo>
                  <a:pt x="107365" y="3784600"/>
                </a:lnTo>
                <a:lnTo>
                  <a:pt x="118986" y="3784600"/>
                </a:lnTo>
                <a:lnTo>
                  <a:pt x="125361" y="3797300"/>
                </a:lnTo>
                <a:close/>
              </a:path>
              <a:path w="2184400" h="3898900">
                <a:moveTo>
                  <a:pt x="2070252" y="3797300"/>
                </a:moveTo>
                <a:lnTo>
                  <a:pt x="2058555" y="3797300"/>
                </a:lnTo>
                <a:lnTo>
                  <a:pt x="2064931" y="3784600"/>
                </a:lnTo>
                <a:lnTo>
                  <a:pt x="2076551" y="3784600"/>
                </a:lnTo>
                <a:lnTo>
                  <a:pt x="2070252" y="3797300"/>
                </a:lnTo>
                <a:close/>
              </a:path>
              <a:path w="2184400" h="3898900">
                <a:moveTo>
                  <a:pt x="145097" y="3810000"/>
                </a:moveTo>
                <a:lnTo>
                  <a:pt x="133400" y="3810000"/>
                </a:lnTo>
                <a:lnTo>
                  <a:pt x="126682" y="3797300"/>
                </a:lnTo>
                <a:lnTo>
                  <a:pt x="138315" y="3797300"/>
                </a:lnTo>
                <a:lnTo>
                  <a:pt x="145097" y="3810000"/>
                </a:lnTo>
                <a:close/>
              </a:path>
              <a:path w="2184400" h="3898900">
                <a:moveTo>
                  <a:pt x="2050516" y="3810000"/>
                </a:moveTo>
                <a:lnTo>
                  <a:pt x="2038819" y="3810000"/>
                </a:lnTo>
                <a:lnTo>
                  <a:pt x="2045601" y="3797300"/>
                </a:lnTo>
                <a:lnTo>
                  <a:pt x="2057234" y="3797300"/>
                </a:lnTo>
                <a:lnTo>
                  <a:pt x="2050516" y="3810000"/>
                </a:lnTo>
                <a:close/>
              </a:path>
              <a:path w="2184400" h="3898900">
                <a:moveTo>
                  <a:pt x="158915" y="3822700"/>
                </a:moveTo>
                <a:lnTo>
                  <a:pt x="147243" y="3822700"/>
                </a:lnTo>
                <a:lnTo>
                  <a:pt x="140258" y="3810000"/>
                </a:lnTo>
                <a:lnTo>
                  <a:pt x="151866" y="3810000"/>
                </a:lnTo>
                <a:lnTo>
                  <a:pt x="158915" y="3822700"/>
                </a:lnTo>
                <a:close/>
              </a:path>
              <a:path w="2184400" h="3898900">
                <a:moveTo>
                  <a:pt x="2036673" y="3822700"/>
                </a:moveTo>
                <a:lnTo>
                  <a:pt x="2025002" y="3822700"/>
                </a:lnTo>
                <a:lnTo>
                  <a:pt x="2032050" y="3810000"/>
                </a:lnTo>
                <a:lnTo>
                  <a:pt x="2043658" y="3810000"/>
                </a:lnTo>
                <a:lnTo>
                  <a:pt x="2036673" y="3822700"/>
                </a:lnTo>
                <a:close/>
              </a:path>
              <a:path w="2184400" h="3898900">
                <a:moveTo>
                  <a:pt x="180568" y="3835400"/>
                </a:moveTo>
                <a:lnTo>
                  <a:pt x="161620" y="3835400"/>
                </a:lnTo>
                <a:lnTo>
                  <a:pt x="154368" y="3822700"/>
                </a:lnTo>
                <a:lnTo>
                  <a:pt x="173151" y="3822700"/>
                </a:lnTo>
                <a:lnTo>
                  <a:pt x="180568" y="3835400"/>
                </a:lnTo>
                <a:close/>
              </a:path>
              <a:path w="2184400" h="3898900">
                <a:moveTo>
                  <a:pt x="2022297" y="3835400"/>
                </a:moveTo>
                <a:lnTo>
                  <a:pt x="2003348" y="3835400"/>
                </a:lnTo>
                <a:lnTo>
                  <a:pt x="2010765" y="3822700"/>
                </a:lnTo>
                <a:lnTo>
                  <a:pt x="2029548" y="3822700"/>
                </a:lnTo>
                <a:lnTo>
                  <a:pt x="2022297" y="3835400"/>
                </a:lnTo>
                <a:close/>
              </a:path>
              <a:path w="2184400" h="3898900">
                <a:moveTo>
                  <a:pt x="203276" y="3848100"/>
                </a:moveTo>
                <a:lnTo>
                  <a:pt x="184111" y="3848100"/>
                </a:lnTo>
                <a:lnTo>
                  <a:pt x="176491" y="3835400"/>
                </a:lnTo>
                <a:lnTo>
                  <a:pt x="195516" y="3835400"/>
                </a:lnTo>
                <a:lnTo>
                  <a:pt x="203276" y="3848100"/>
                </a:lnTo>
                <a:close/>
              </a:path>
              <a:path w="2184400" h="3898900">
                <a:moveTo>
                  <a:pt x="1999805" y="3848100"/>
                </a:moveTo>
                <a:lnTo>
                  <a:pt x="1980641" y="3848100"/>
                </a:lnTo>
                <a:lnTo>
                  <a:pt x="1988400" y="3835400"/>
                </a:lnTo>
                <a:lnTo>
                  <a:pt x="2007425" y="3835400"/>
                </a:lnTo>
                <a:lnTo>
                  <a:pt x="1999805" y="3848100"/>
                </a:lnTo>
                <a:close/>
              </a:path>
              <a:path w="2184400" h="3898900">
                <a:moveTo>
                  <a:pt x="226961" y="3860800"/>
                </a:moveTo>
                <a:lnTo>
                  <a:pt x="207657" y="3860800"/>
                </a:lnTo>
                <a:lnTo>
                  <a:pt x="199694" y="3848100"/>
                </a:lnTo>
                <a:lnTo>
                  <a:pt x="218884" y="3848100"/>
                </a:lnTo>
                <a:lnTo>
                  <a:pt x="226961" y="3860800"/>
                </a:lnTo>
                <a:close/>
              </a:path>
              <a:path w="2184400" h="3898900">
                <a:moveTo>
                  <a:pt x="1976259" y="3860800"/>
                </a:moveTo>
                <a:lnTo>
                  <a:pt x="1956955" y="3860800"/>
                </a:lnTo>
                <a:lnTo>
                  <a:pt x="1965045" y="3848100"/>
                </a:lnTo>
                <a:lnTo>
                  <a:pt x="1984222" y="3848100"/>
                </a:lnTo>
                <a:lnTo>
                  <a:pt x="1976259" y="3860800"/>
                </a:lnTo>
                <a:close/>
              </a:path>
              <a:path w="2184400" h="3898900">
                <a:moveTo>
                  <a:pt x="259930" y="3873500"/>
                </a:moveTo>
                <a:lnTo>
                  <a:pt x="232168" y="3873500"/>
                </a:lnTo>
                <a:lnTo>
                  <a:pt x="223888" y="3860800"/>
                </a:lnTo>
                <a:lnTo>
                  <a:pt x="251460" y="3860800"/>
                </a:lnTo>
                <a:lnTo>
                  <a:pt x="259930" y="3873500"/>
                </a:lnTo>
                <a:close/>
              </a:path>
              <a:path w="2184400" h="3898900">
                <a:moveTo>
                  <a:pt x="1951748" y="3873500"/>
                </a:moveTo>
                <a:lnTo>
                  <a:pt x="1923986" y="3873500"/>
                </a:lnTo>
                <a:lnTo>
                  <a:pt x="1932457" y="3860800"/>
                </a:lnTo>
                <a:lnTo>
                  <a:pt x="1960029" y="3860800"/>
                </a:lnTo>
                <a:lnTo>
                  <a:pt x="1951748" y="3873500"/>
                </a:lnTo>
                <a:close/>
              </a:path>
              <a:path w="2184400" h="3898900">
                <a:moveTo>
                  <a:pt x="311988" y="3886200"/>
                </a:moveTo>
                <a:lnTo>
                  <a:pt x="274967" y="3886200"/>
                </a:lnTo>
                <a:lnTo>
                  <a:pt x="266230" y="3873500"/>
                </a:lnTo>
                <a:lnTo>
                  <a:pt x="303022" y="3873500"/>
                </a:lnTo>
                <a:lnTo>
                  <a:pt x="311988" y="3886200"/>
                </a:lnTo>
                <a:close/>
              </a:path>
              <a:path w="2184400" h="3898900">
                <a:moveTo>
                  <a:pt x="1908949" y="3886200"/>
                </a:moveTo>
                <a:lnTo>
                  <a:pt x="1871929" y="3886200"/>
                </a:lnTo>
                <a:lnTo>
                  <a:pt x="1880908" y="3873500"/>
                </a:lnTo>
                <a:lnTo>
                  <a:pt x="1917687" y="3873500"/>
                </a:lnTo>
                <a:lnTo>
                  <a:pt x="1908949" y="3886200"/>
                </a:lnTo>
                <a:close/>
              </a:path>
              <a:path w="2184400" h="3898900">
                <a:moveTo>
                  <a:pt x="1826793" y="3898900"/>
                </a:moveTo>
                <a:lnTo>
                  <a:pt x="357124" y="3898900"/>
                </a:lnTo>
                <a:lnTo>
                  <a:pt x="347725" y="3886200"/>
                </a:lnTo>
                <a:lnTo>
                  <a:pt x="1836191" y="3886200"/>
                </a:lnTo>
                <a:lnTo>
                  <a:pt x="1826793" y="3898900"/>
                </a:lnTo>
                <a:close/>
              </a:path>
            </a:pathLst>
          </a:custGeom>
          <a:solidFill>
            <a:srgbClr val="2590EB"/>
          </a:solidFill>
        </p:spPr>
        <p:txBody>
          <a:bodyPr wrap="square" lIns="0" tIns="0" rIns="0" bIns="0" rtlCol="0"/>
          <a:lstStyle/>
          <a:p>
            <a:endParaRPr/>
          </a:p>
        </p:txBody>
      </p:sp>
      <p:sp>
        <p:nvSpPr>
          <p:cNvPr id="9" name="object 9"/>
          <p:cNvSpPr txBox="1"/>
          <p:nvPr/>
        </p:nvSpPr>
        <p:spPr>
          <a:xfrm>
            <a:off x="7592199" y="1245654"/>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经验唤醒</a:t>
            </a:r>
            <a:endParaRPr sz="1800">
              <a:latin typeface="宋体"/>
              <a:cs typeface="宋体"/>
            </a:endParaRPr>
          </a:p>
        </p:txBody>
      </p:sp>
      <p:sp>
        <p:nvSpPr>
          <p:cNvPr id="10" name="object 10"/>
          <p:cNvSpPr txBox="1"/>
          <p:nvPr/>
        </p:nvSpPr>
        <p:spPr>
          <a:xfrm>
            <a:off x="7163448" y="1614630"/>
            <a:ext cx="1675130" cy="3075940"/>
          </a:xfrm>
          <a:prstGeom prst="rect">
            <a:avLst/>
          </a:prstGeom>
        </p:spPr>
        <p:txBody>
          <a:bodyPr vert="horz" wrap="square" lIns="0" tIns="156845" rIns="0" bIns="0" rtlCol="0">
            <a:spAutoFit/>
          </a:bodyPr>
          <a:lstStyle/>
          <a:p>
            <a:pPr marL="289560" indent="-276860">
              <a:lnSpc>
                <a:spcPct val="100000"/>
              </a:lnSpc>
              <a:spcBef>
                <a:spcPts val="1235"/>
              </a:spcBef>
              <a:buAutoNum type="arabicPeriod"/>
              <a:tabLst>
                <a:tab pos="289560" algn="l"/>
              </a:tabLst>
            </a:pPr>
            <a:r>
              <a:rPr sz="1800" spc="-15" dirty="0">
                <a:latin typeface="宋体"/>
                <a:cs typeface="宋体"/>
              </a:rPr>
              <a:t>情境构建</a:t>
            </a:r>
            <a:endParaRPr sz="1800">
              <a:latin typeface="宋体"/>
              <a:cs typeface="宋体"/>
            </a:endParaRPr>
          </a:p>
          <a:p>
            <a:pPr marL="346075" lvl="1" indent="-269875">
              <a:lnSpc>
                <a:spcPct val="100000"/>
              </a:lnSpc>
              <a:spcBef>
                <a:spcPts val="1005"/>
              </a:spcBef>
              <a:buChar char="•"/>
              <a:tabLst>
                <a:tab pos="346710" algn="l"/>
              </a:tabLst>
            </a:pPr>
            <a:r>
              <a:rPr sz="1600" spc="-30" dirty="0">
                <a:latin typeface="宋体"/>
                <a:cs typeface="宋体"/>
              </a:rPr>
              <a:t>场景还原</a:t>
            </a:r>
            <a:endParaRPr sz="1600">
              <a:latin typeface="宋体"/>
              <a:cs typeface="宋体"/>
            </a:endParaRPr>
          </a:p>
          <a:p>
            <a:pPr marL="341630" lvl="1" indent="-269875">
              <a:lnSpc>
                <a:spcPct val="100000"/>
              </a:lnSpc>
              <a:spcBef>
                <a:spcPts val="975"/>
              </a:spcBef>
              <a:buChar char="•"/>
              <a:tabLst>
                <a:tab pos="342265" algn="l"/>
              </a:tabLst>
            </a:pPr>
            <a:r>
              <a:rPr sz="1600" spc="-30" dirty="0">
                <a:latin typeface="宋体"/>
                <a:cs typeface="宋体"/>
              </a:rPr>
              <a:t>多维模拟</a:t>
            </a:r>
            <a:endParaRPr sz="1600">
              <a:latin typeface="宋体"/>
              <a:cs typeface="宋体"/>
            </a:endParaRPr>
          </a:p>
          <a:p>
            <a:pPr marL="354330" lvl="1" indent="-269875">
              <a:lnSpc>
                <a:spcPct val="100000"/>
              </a:lnSpc>
              <a:spcBef>
                <a:spcPts val="944"/>
              </a:spcBef>
              <a:buChar char="•"/>
              <a:tabLst>
                <a:tab pos="354965" algn="l"/>
              </a:tabLst>
            </a:pPr>
            <a:r>
              <a:rPr sz="1600" spc="-30" dirty="0">
                <a:latin typeface="宋体"/>
                <a:cs typeface="宋体"/>
              </a:rPr>
              <a:t>经验链接</a:t>
            </a:r>
            <a:endParaRPr sz="1600">
              <a:latin typeface="宋体"/>
              <a:cs typeface="宋体"/>
            </a:endParaRPr>
          </a:p>
          <a:p>
            <a:pPr marL="290195" indent="-277495">
              <a:lnSpc>
                <a:spcPct val="100000"/>
              </a:lnSpc>
              <a:spcBef>
                <a:spcPts val="1190"/>
              </a:spcBef>
              <a:buAutoNum type="arabicPeriod"/>
              <a:tabLst>
                <a:tab pos="290830" algn="l"/>
              </a:tabLst>
            </a:pPr>
            <a:r>
              <a:rPr sz="1800" spc="-10" dirty="0">
                <a:latin typeface="宋体"/>
                <a:cs typeface="宋体"/>
              </a:rPr>
              <a:t>默会知识激活</a:t>
            </a:r>
            <a:endParaRPr sz="1800">
              <a:latin typeface="宋体"/>
              <a:cs typeface="宋体"/>
            </a:endParaRPr>
          </a:p>
          <a:p>
            <a:pPr marL="341630" lvl="1" indent="-269875">
              <a:lnSpc>
                <a:spcPct val="100000"/>
              </a:lnSpc>
              <a:spcBef>
                <a:spcPts val="1505"/>
              </a:spcBef>
              <a:buChar char="•"/>
              <a:tabLst>
                <a:tab pos="342265" algn="l"/>
              </a:tabLst>
            </a:pPr>
            <a:r>
              <a:rPr sz="1600" spc="-30" dirty="0">
                <a:latin typeface="宋体"/>
                <a:cs typeface="宋体"/>
              </a:rPr>
              <a:t>实践回溯</a:t>
            </a:r>
            <a:endParaRPr sz="1600">
              <a:latin typeface="宋体"/>
              <a:cs typeface="宋体"/>
            </a:endParaRPr>
          </a:p>
          <a:p>
            <a:pPr marL="341630" lvl="1" indent="-269875">
              <a:lnSpc>
                <a:spcPct val="100000"/>
              </a:lnSpc>
              <a:spcBef>
                <a:spcPts val="665"/>
              </a:spcBef>
              <a:buChar char="•"/>
              <a:tabLst>
                <a:tab pos="342265" algn="l"/>
              </a:tabLst>
            </a:pPr>
            <a:r>
              <a:rPr sz="1600" spc="-30" dirty="0">
                <a:latin typeface="宋体"/>
                <a:cs typeface="宋体"/>
              </a:rPr>
              <a:t>技能映射</a:t>
            </a:r>
            <a:endParaRPr sz="1600">
              <a:latin typeface="宋体"/>
              <a:cs typeface="宋体"/>
            </a:endParaRPr>
          </a:p>
          <a:p>
            <a:pPr marL="325755" lvl="1" indent="-269875">
              <a:lnSpc>
                <a:spcPct val="100000"/>
              </a:lnSpc>
              <a:spcBef>
                <a:spcPts val="755"/>
              </a:spcBef>
              <a:buChar char="•"/>
              <a:tabLst>
                <a:tab pos="326390" algn="l"/>
              </a:tabLst>
            </a:pPr>
            <a:r>
              <a:rPr sz="1600" spc="-25" dirty="0">
                <a:latin typeface="宋体"/>
                <a:cs typeface="宋体"/>
              </a:rPr>
              <a:t>隐性知识显现</a:t>
            </a:r>
            <a:endParaRPr sz="1600">
              <a:latin typeface="宋体"/>
              <a:cs typeface="宋体"/>
            </a:endParaRPr>
          </a:p>
        </p:txBody>
      </p:sp>
      <p:sp>
        <p:nvSpPr>
          <p:cNvPr id="11" name="object 11"/>
          <p:cNvSpPr/>
          <p:nvPr/>
        </p:nvSpPr>
        <p:spPr>
          <a:xfrm>
            <a:off x="9390938" y="993698"/>
            <a:ext cx="2184400" cy="3898900"/>
          </a:xfrm>
          <a:custGeom>
            <a:avLst/>
            <a:gdLst/>
            <a:ahLst/>
            <a:cxnLst/>
            <a:rect l="l" t="t" r="r" b="b"/>
            <a:pathLst>
              <a:path w="2184400" h="3898900">
                <a:moveTo>
                  <a:pt x="303022" y="12699"/>
                </a:moveTo>
                <a:lnTo>
                  <a:pt x="266230" y="12699"/>
                </a:lnTo>
                <a:lnTo>
                  <a:pt x="274967" y="0"/>
                </a:lnTo>
                <a:lnTo>
                  <a:pt x="311988" y="0"/>
                </a:lnTo>
                <a:lnTo>
                  <a:pt x="303022" y="12699"/>
                </a:lnTo>
                <a:close/>
              </a:path>
              <a:path w="2184400" h="3898900">
                <a:moveTo>
                  <a:pt x="1917687" y="12699"/>
                </a:moveTo>
                <a:lnTo>
                  <a:pt x="1880908" y="12699"/>
                </a:lnTo>
                <a:lnTo>
                  <a:pt x="1871929" y="0"/>
                </a:lnTo>
                <a:lnTo>
                  <a:pt x="1908949" y="0"/>
                </a:lnTo>
                <a:lnTo>
                  <a:pt x="1917687" y="12699"/>
                </a:lnTo>
                <a:close/>
              </a:path>
              <a:path w="2184400" h="3898900">
                <a:moveTo>
                  <a:pt x="251460" y="25399"/>
                </a:moveTo>
                <a:lnTo>
                  <a:pt x="232168" y="25399"/>
                </a:lnTo>
                <a:lnTo>
                  <a:pt x="240538" y="12699"/>
                </a:lnTo>
                <a:lnTo>
                  <a:pt x="259930" y="12699"/>
                </a:lnTo>
                <a:lnTo>
                  <a:pt x="251460" y="25399"/>
                </a:lnTo>
                <a:close/>
              </a:path>
              <a:path w="2184400" h="3898900">
                <a:moveTo>
                  <a:pt x="1951748" y="25399"/>
                </a:moveTo>
                <a:lnTo>
                  <a:pt x="1932457" y="25399"/>
                </a:lnTo>
                <a:lnTo>
                  <a:pt x="1923986" y="12699"/>
                </a:lnTo>
                <a:lnTo>
                  <a:pt x="1943379" y="12699"/>
                </a:lnTo>
                <a:lnTo>
                  <a:pt x="1951748" y="25399"/>
                </a:lnTo>
                <a:close/>
              </a:path>
              <a:path w="2184400" h="3898900">
                <a:moveTo>
                  <a:pt x="218884" y="38099"/>
                </a:moveTo>
                <a:lnTo>
                  <a:pt x="199694" y="38099"/>
                </a:lnTo>
                <a:lnTo>
                  <a:pt x="207657" y="25399"/>
                </a:lnTo>
                <a:lnTo>
                  <a:pt x="226961" y="25399"/>
                </a:lnTo>
                <a:lnTo>
                  <a:pt x="218884" y="38099"/>
                </a:lnTo>
                <a:close/>
              </a:path>
              <a:path w="2184400" h="3898900">
                <a:moveTo>
                  <a:pt x="1984222" y="38099"/>
                </a:moveTo>
                <a:lnTo>
                  <a:pt x="1965045" y="38099"/>
                </a:lnTo>
                <a:lnTo>
                  <a:pt x="1956955" y="25399"/>
                </a:lnTo>
                <a:lnTo>
                  <a:pt x="1976259" y="25399"/>
                </a:lnTo>
                <a:lnTo>
                  <a:pt x="1984222" y="38099"/>
                </a:lnTo>
                <a:close/>
              </a:path>
              <a:path w="2184400" h="3898900">
                <a:moveTo>
                  <a:pt x="195516" y="50799"/>
                </a:moveTo>
                <a:lnTo>
                  <a:pt x="176491" y="50799"/>
                </a:lnTo>
                <a:lnTo>
                  <a:pt x="184111" y="38099"/>
                </a:lnTo>
                <a:lnTo>
                  <a:pt x="203276" y="38099"/>
                </a:lnTo>
                <a:lnTo>
                  <a:pt x="195516" y="50799"/>
                </a:lnTo>
                <a:close/>
              </a:path>
              <a:path w="2184400" h="3898900">
                <a:moveTo>
                  <a:pt x="2007425" y="50799"/>
                </a:moveTo>
                <a:lnTo>
                  <a:pt x="1988400" y="50799"/>
                </a:lnTo>
                <a:lnTo>
                  <a:pt x="1980641" y="38099"/>
                </a:lnTo>
                <a:lnTo>
                  <a:pt x="1999805" y="38099"/>
                </a:lnTo>
                <a:lnTo>
                  <a:pt x="2007425" y="50799"/>
                </a:lnTo>
                <a:close/>
              </a:path>
              <a:path w="2184400" h="3898900">
                <a:moveTo>
                  <a:pt x="173151" y="63499"/>
                </a:moveTo>
                <a:lnTo>
                  <a:pt x="154368" y="63499"/>
                </a:lnTo>
                <a:lnTo>
                  <a:pt x="161620" y="50799"/>
                </a:lnTo>
                <a:lnTo>
                  <a:pt x="180568" y="50799"/>
                </a:lnTo>
                <a:lnTo>
                  <a:pt x="173151" y="63499"/>
                </a:lnTo>
                <a:close/>
              </a:path>
              <a:path w="2184400" h="3898900">
                <a:moveTo>
                  <a:pt x="2029548" y="63499"/>
                </a:moveTo>
                <a:lnTo>
                  <a:pt x="2010765" y="63499"/>
                </a:lnTo>
                <a:lnTo>
                  <a:pt x="2003348" y="50799"/>
                </a:lnTo>
                <a:lnTo>
                  <a:pt x="2022297" y="50799"/>
                </a:lnTo>
                <a:lnTo>
                  <a:pt x="2029548" y="63499"/>
                </a:lnTo>
                <a:close/>
              </a:path>
              <a:path w="2184400" h="3898900">
                <a:moveTo>
                  <a:pt x="151866" y="76199"/>
                </a:moveTo>
                <a:lnTo>
                  <a:pt x="140258" y="76199"/>
                </a:lnTo>
                <a:lnTo>
                  <a:pt x="147243" y="63499"/>
                </a:lnTo>
                <a:lnTo>
                  <a:pt x="158915" y="63499"/>
                </a:lnTo>
                <a:lnTo>
                  <a:pt x="151866" y="76199"/>
                </a:lnTo>
                <a:close/>
              </a:path>
              <a:path w="2184400" h="3898900">
                <a:moveTo>
                  <a:pt x="2043658" y="76199"/>
                </a:moveTo>
                <a:lnTo>
                  <a:pt x="2032050" y="76199"/>
                </a:lnTo>
                <a:lnTo>
                  <a:pt x="2025002" y="63499"/>
                </a:lnTo>
                <a:lnTo>
                  <a:pt x="2036673" y="63499"/>
                </a:lnTo>
                <a:lnTo>
                  <a:pt x="2043658" y="76199"/>
                </a:lnTo>
                <a:close/>
              </a:path>
              <a:path w="2184400" h="3898900">
                <a:moveTo>
                  <a:pt x="138315" y="88899"/>
                </a:moveTo>
                <a:lnTo>
                  <a:pt x="126682" y="88899"/>
                </a:lnTo>
                <a:lnTo>
                  <a:pt x="133400" y="76199"/>
                </a:lnTo>
                <a:lnTo>
                  <a:pt x="145097" y="76199"/>
                </a:lnTo>
                <a:lnTo>
                  <a:pt x="138315" y="88899"/>
                </a:lnTo>
                <a:close/>
              </a:path>
              <a:path w="2184400" h="3898900">
                <a:moveTo>
                  <a:pt x="2057234" y="88899"/>
                </a:moveTo>
                <a:lnTo>
                  <a:pt x="2045601" y="88899"/>
                </a:lnTo>
                <a:lnTo>
                  <a:pt x="2038819" y="76199"/>
                </a:lnTo>
                <a:lnTo>
                  <a:pt x="2050516" y="76199"/>
                </a:lnTo>
                <a:lnTo>
                  <a:pt x="2057234" y="88899"/>
                </a:lnTo>
                <a:close/>
              </a:path>
              <a:path w="2184400" h="3898900">
                <a:moveTo>
                  <a:pt x="118986" y="101599"/>
                </a:moveTo>
                <a:lnTo>
                  <a:pt x="107365" y="101599"/>
                </a:lnTo>
                <a:lnTo>
                  <a:pt x="113665" y="88899"/>
                </a:lnTo>
                <a:lnTo>
                  <a:pt x="125361" y="88899"/>
                </a:lnTo>
                <a:lnTo>
                  <a:pt x="118986" y="101599"/>
                </a:lnTo>
                <a:close/>
              </a:path>
              <a:path w="2184400" h="3898900">
                <a:moveTo>
                  <a:pt x="2076551" y="101599"/>
                </a:moveTo>
                <a:lnTo>
                  <a:pt x="2064931" y="101599"/>
                </a:lnTo>
                <a:lnTo>
                  <a:pt x="2058555" y="88899"/>
                </a:lnTo>
                <a:lnTo>
                  <a:pt x="2070252" y="88899"/>
                </a:lnTo>
                <a:lnTo>
                  <a:pt x="2076551" y="101599"/>
                </a:lnTo>
                <a:close/>
              </a:path>
              <a:path w="2184400" h="3898900">
                <a:moveTo>
                  <a:pt x="106819" y="114299"/>
                </a:moveTo>
                <a:lnTo>
                  <a:pt x="95237" y="114299"/>
                </a:lnTo>
                <a:lnTo>
                  <a:pt x="101231" y="101599"/>
                </a:lnTo>
                <a:lnTo>
                  <a:pt x="112902" y="101599"/>
                </a:lnTo>
                <a:lnTo>
                  <a:pt x="106819" y="114299"/>
                </a:lnTo>
                <a:close/>
              </a:path>
              <a:path w="2184400" h="3898900">
                <a:moveTo>
                  <a:pt x="2088680" y="114299"/>
                </a:moveTo>
                <a:lnTo>
                  <a:pt x="2077097" y="114299"/>
                </a:lnTo>
                <a:lnTo>
                  <a:pt x="2071014" y="101599"/>
                </a:lnTo>
                <a:lnTo>
                  <a:pt x="2082685" y="101599"/>
                </a:lnTo>
                <a:lnTo>
                  <a:pt x="2088680" y="114299"/>
                </a:lnTo>
                <a:close/>
              </a:path>
              <a:path w="2184400" h="3898900">
                <a:moveTo>
                  <a:pt x="84277" y="139699"/>
                </a:moveTo>
                <a:lnTo>
                  <a:pt x="78193" y="139699"/>
                </a:lnTo>
                <a:lnTo>
                  <a:pt x="83705" y="126999"/>
                </a:lnTo>
                <a:lnTo>
                  <a:pt x="89395" y="114299"/>
                </a:lnTo>
                <a:lnTo>
                  <a:pt x="101015" y="114299"/>
                </a:lnTo>
                <a:lnTo>
                  <a:pt x="95237" y="126999"/>
                </a:lnTo>
                <a:lnTo>
                  <a:pt x="89738" y="126999"/>
                </a:lnTo>
                <a:lnTo>
                  <a:pt x="84277" y="139699"/>
                </a:lnTo>
                <a:close/>
              </a:path>
              <a:path w="2184400" h="3898900">
                <a:moveTo>
                  <a:pt x="2105723" y="139699"/>
                </a:moveTo>
                <a:lnTo>
                  <a:pt x="2099640" y="139699"/>
                </a:lnTo>
                <a:lnTo>
                  <a:pt x="2094179" y="126999"/>
                </a:lnTo>
                <a:lnTo>
                  <a:pt x="2088680" y="126999"/>
                </a:lnTo>
                <a:lnTo>
                  <a:pt x="2082901" y="114299"/>
                </a:lnTo>
                <a:lnTo>
                  <a:pt x="2094522" y="114299"/>
                </a:lnTo>
                <a:lnTo>
                  <a:pt x="2100211" y="126999"/>
                </a:lnTo>
                <a:lnTo>
                  <a:pt x="2105723" y="139699"/>
                </a:lnTo>
                <a:close/>
              </a:path>
              <a:path w="2184400" h="3898900">
                <a:moveTo>
                  <a:pt x="73939" y="152399"/>
                </a:moveTo>
                <a:lnTo>
                  <a:pt x="67640" y="152399"/>
                </a:lnTo>
                <a:lnTo>
                  <a:pt x="72834" y="139699"/>
                </a:lnTo>
                <a:lnTo>
                  <a:pt x="79082" y="139699"/>
                </a:lnTo>
                <a:lnTo>
                  <a:pt x="73939" y="152399"/>
                </a:lnTo>
                <a:close/>
              </a:path>
              <a:path w="2184400" h="3898900">
                <a:moveTo>
                  <a:pt x="2116277" y="152399"/>
                </a:moveTo>
                <a:lnTo>
                  <a:pt x="2109978" y="152399"/>
                </a:lnTo>
                <a:lnTo>
                  <a:pt x="2104834" y="139699"/>
                </a:lnTo>
                <a:lnTo>
                  <a:pt x="2111082" y="139699"/>
                </a:lnTo>
                <a:lnTo>
                  <a:pt x="2116277" y="152399"/>
                </a:lnTo>
                <a:close/>
              </a:path>
              <a:path w="2184400" h="3898900">
                <a:moveTo>
                  <a:pt x="69024" y="165099"/>
                </a:moveTo>
                <a:lnTo>
                  <a:pt x="57759" y="165099"/>
                </a:lnTo>
                <a:lnTo>
                  <a:pt x="62611" y="152399"/>
                </a:lnTo>
                <a:lnTo>
                  <a:pt x="73990" y="152399"/>
                </a:lnTo>
                <a:lnTo>
                  <a:pt x="69024" y="165099"/>
                </a:lnTo>
                <a:close/>
              </a:path>
              <a:path w="2184400" h="3898900">
                <a:moveTo>
                  <a:pt x="2126157" y="165099"/>
                </a:moveTo>
                <a:lnTo>
                  <a:pt x="2114892" y="165099"/>
                </a:lnTo>
                <a:lnTo>
                  <a:pt x="2109927" y="152399"/>
                </a:lnTo>
                <a:lnTo>
                  <a:pt x="2121306" y="152399"/>
                </a:lnTo>
                <a:lnTo>
                  <a:pt x="2126157" y="165099"/>
                </a:lnTo>
                <a:close/>
              </a:path>
              <a:path w="2184400" h="3898900">
                <a:moveTo>
                  <a:pt x="51054" y="190499"/>
                </a:moveTo>
                <a:lnTo>
                  <a:pt x="44246" y="190499"/>
                </a:lnTo>
                <a:lnTo>
                  <a:pt x="48564" y="177799"/>
                </a:lnTo>
                <a:lnTo>
                  <a:pt x="53073" y="165099"/>
                </a:lnTo>
                <a:lnTo>
                  <a:pt x="64325" y="165099"/>
                </a:lnTo>
                <a:lnTo>
                  <a:pt x="59690" y="177799"/>
                </a:lnTo>
                <a:lnTo>
                  <a:pt x="55333" y="177799"/>
                </a:lnTo>
                <a:lnTo>
                  <a:pt x="51054" y="190499"/>
                </a:lnTo>
                <a:close/>
              </a:path>
              <a:path w="2184400" h="3898900">
                <a:moveTo>
                  <a:pt x="2139670" y="190499"/>
                </a:moveTo>
                <a:lnTo>
                  <a:pt x="2132863" y="190499"/>
                </a:lnTo>
                <a:lnTo>
                  <a:pt x="2128583" y="177799"/>
                </a:lnTo>
                <a:lnTo>
                  <a:pt x="2124227" y="177799"/>
                </a:lnTo>
                <a:lnTo>
                  <a:pt x="2119591" y="165099"/>
                </a:lnTo>
                <a:lnTo>
                  <a:pt x="2130844" y="165099"/>
                </a:lnTo>
                <a:lnTo>
                  <a:pt x="2135352" y="177799"/>
                </a:lnTo>
                <a:lnTo>
                  <a:pt x="2139670" y="190499"/>
                </a:lnTo>
                <a:close/>
              </a:path>
              <a:path w="2184400" h="3898900">
                <a:moveTo>
                  <a:pt x="47002" y="203199"/>
                </a:moveTo>
                <a:lnTo>
                  <a:pt x="36156" y="203199"/>
                </a:lnTo>
                <a:lnTo>
                  <a:pt x="40106" y="190499"/>
                </a:lnTo>
                <a:lnTo>
                  <a:pt x="51104" y="190499"/>
                </a:lnTo>
                <a:lnTo>
                  <a:pt x="47002" y="203199"/>
                </a:lnTo>
                <a:close/>
              </a:path>
              <a:path w="2184400" h="3898900">
                <a:moveTo>
                  <a:pt x="2147760" y="203199"/>
                </a:moveTo>
                <a:lnTo>
                  <a:pt x="2136914" y="203199"/>
                </a:lnTo>
                <a:lnTo>
                  <a:pt x="2132812" y="190499"/>
                </a:lnTo>
                <a:lnTo>
                  <a:pt x="2143810" y="190499"/>
                </a:lnTo>
                <a:lnTo>
                  <a:pt x="2147760" y="203199"/>
                </a:lnTo>
                <a:close/>
              </a:path>
              <a:path w="2184400" h="3898900">
                <a:moveTo>
                  <a:pt x="32639" y="228599"/>
                </a:moveTo>
                <a:lnTo>
                  <a:pt x="25425" y="228599"/>
                </a:lnTo>
                <a:lnTo>
                  <a:pt x="28803" y="215899"/>
                </a:lnTo>
                <a:lnTo>
                  <a:pt x="32385" y="203199"/>
                </a:lnTo>
                <a:lnTo>
                  <a:pt x="43167" y="203199"/>
                </a:lnTo>
                <a:lnTo>
                  <a:pt x="39446" y="215899"/>
                </a:lnTo>
                <a:lnTo>
                  <a:pt x="35991" y="215899"/>
                </a:lnTo>
                <a:lnTo>
                  <a:pt x="32639" y="228599"/>
                </a:lnTo>
                <a:close/>
              </a:path>
              <a:path w="2184400" h="3898900">
                <a:moveTo>
                  <a:pt x="2158492" y="228599"/>
                </a:moveTo>
                <a:lnTo>
                  <a:pt x="2151278" y="228599"/>
                </a:lnTo>
                <a:lnTo>
                  <a:pt x="2147925" y="215899"/>
                </a:lnTo>
                <a:lnTo>
                  <a:pt x="2144471" y="215899"/>
                </a:lnTo>
                <a:lnTo>
                  <a:pt x="2140750" y="203199"/>
                </a:lnTo>
                <a:lnTo>
                  <a:pt x="2151532" y="203199"/>
                </a:lnTo>
                <a:lnTo>
                  <a:pt x="2155113" y="215899"/>
                </a:lnTo>
                <a:lnTo>
                  <a:pt x="2158492" y="228599"/>
                </a:lnTo>
                <a:close/>
              </a:path>
              <a:path w="2184400" h="3898900">
                <a:moveTo>
                  <a:pt x="23888" y="253999"/>
                </a:moveTo>
                <a:lnTo>
                  <a:pt x="16484" y="253999"/>
                </a:lnTo>
                <a:lnTo>
                  <a:pt x="19265" y="241299"/>
                </a:lnTo>
                <a:lnTo>
                  <a:pt x="22250" y="228599"/>
                </a:lnTo>
                <a:lnTo>
                  <a:pt x="32677" y="228599"/>
                </a:lnTo>
                <a:lnTo>
                  <a:pt x="29527" y="241299"/>
                </a:lnTo>
                <a:lnTo>
                  <a:pt x="26644" y="241299"/>
                </a:lnTo>
                <a:lnTo>
                  <a:pt x="23888" y="253999"/>
                </a:lnTo>
                <a:close/>
              </a:path>
              <a:path w="2184400" h="3898900">
                <a:moveTo>
                  <a:pt x="2167432" y="253999"/>
                </a:moveTo>
                <a:lnTo>
                  <a:pt x="2160028" y="253999"/>
                </a:lnTo>
                <a:lnTo>
                  <a:pt x="2157272" y="241299"/>
                </a:lnTo>
                <a:lnTo>
                  <a:pt x="2154389" y="241299"/>
                </a:lnTo>
                <a:lnTo>
                  <a:pt x="2151240" y="228599"/>
                </a:lnTo>
                <a:lnTo>
                  <a:pt x="2161667" y="228599"/>
                </a:lnTo>
                <a:lnTo>
                  <a:pt x="2164651" y="241299"/>
                </a:lnTo>
                <a:lnTo>
                  <a:pt x="2167432" y="253999"/>
                </a:lnTo>
                <a:close/>
              </a:path>
              <a:path w="2184400" h="3898900">
                <a:moveTo>
                  <a:pt x="15049" y="292099"/>
                </a:moveTo>
                <a:lnTo>
                  <a:pt x="7442" y="292099"/>
                </a:lnTo>
                <a:lnTo>
                  <a:pt x="9385" y="279399"/>
                </a:lnTo>
                <a:lnTo>
                  <a:pt x="11544" y="266699"/>
                </a:lnTo>
                <a:lnTo>
                  <a:pt x="13906" y="253999"/>
                </a:lnTo>
                <a:lnTo>
                  <a:pt x="23914" y="253999"/>
                </a:lnTo>
                <a:lnTo>
                  <a:pt x="21374" y="266699"/>
                </a:lnTo>
                <a:lnTo>
                  <a:pt x="19075" y="266699"/>
                </a:lnTo>
                <a:lnTo>
                  <a:pt x="16954" y="279399"/>
                </a:lnTo>
                <a:lnTo>
                  <a:pt x="15049" y="292099"/>
                </a:lnTo>
                <a:close/>
              </a:path>
              <a:path w="2184400" h="3898900">
                <a:moveTo>
                  <a:pt x="2176475" y="292099"/>
                </a:moveTo>
                <a:lnTo>
                  <a:pt x="2168867" y="292099"/>
                </a:lnTo>
                <a:lnTo>
                  <a:pt x="2166950" y="279399"/>
                </a:lnTo>
                <a:lnTo>
                  <a:pt x="2164842" y="266699"/>
                </a:lnTo>
                <a:lnTo>
                  <a:pt x="2162543" y="266699"/>
                </a:lnTo>
                <a:lnTo>
                  <a:pt x="2160003" y="253999"/>
                </a:lnTo>
                <a:lnTo>
                  <a:pt x="2170010" y="253999"/>
                </a:lnTo>
                <a:lnTo>
                  <a:pt x="2172373" y="266699"/>
                </a:lnTo>
                <a:lnTo>
                  <a:pt x="2174532" y="279399"/>
                </a:lnTo>
                <a:lnTo>
                  <a:pt x="2176475" y="292099"/>
                </a:lnTo>
                <a:close/>
              </a:path>
              <a:path w="2184400" h="3898900">
                <a:moveTo>
                  <a:pt x="10642" y="317499"/>
                </a:moveTo>
                <a:lnTo>
                  <a:pt x="2946" y="317499"/>
                </a:lnTo>
                <a:lnTo>
                  <a:pt x="4229" y="304799"/>
                </a:lnTo>
                <a:lnTo>
                  <a:pt x="5727" y="292099"/>
                </a:lnTo>
                <a:lnTo>
                  <a:pt x="13385" y="292099"/>
                </a:lnTo>
                <a:lnTo>
                  <a:pt x="11899" y="304799"/>
                </a:lnTo>
                <a:lnTo>
                  <a:pt x="10642" y="317499"/>
                </a:lnTo>
                <a:close/>
              </a:path>
              <a:path w="2184400" h="3898900">
                <a:moveTo>
                  <a:pt x="2180971" y="317499"/>
                </a:moveTo>
                <a:lnTo>
                  <a:pt x="2173274" y="317499"/>
                </a:lnTo>
                <a:lnTo>
                  <a:pt x="2172004" y="304799"/>
                </a:lnTo>
                <a:lnTo>
                  <a:pt x="2170531" y="292099"/>
                </a:lnTo>
                <a:lnTo>
                  <a:pt x="2178189" y="292099"/>
                </a:lnTo>
                <a:lnTo>
                  <a:pt x="2179688" y="304799"/>
                </a:lnTo>
                <a:lnTo>
                  <a:pt x="2180971" y="317499"/>
                </a:lnTo>
                <a:close/>
              </a:path>
              <a:path w="2184400" h="3898900">
                <a:moveTo>
                  <a:pt x="7886" y="355599"/>
                </a:moveTo>
                <a:lnTo>
                  <a:pt x="114" y="355599"/>
                </a:lnTo>
                <a:lnTo>
                  <a:pt x="482" y="342899"/>
                </a:lnTo>
                <a:lnTo>
                  <a:pt x="1066" y="330199"/>
                </a:lnTo>
                <a:lnTo>
                  <a:pt x="1892" y="317499"/>
                </a:lnTo>
                <a:lnTo>
                  <a:pt x="9626" y="317499"/>
                </a:lnTo>
                <a:lnTo>
                  <a:pt x="8813" y="330199"/>
                </a:lnTo>
                <a:lnTo>
                  <a:pt x="8242" y="342899"/>
                </a:lnTo>
                <a:lnTo>
                  <a:pt x="7886" y="355599"/>
                </a:lnTo>
                <a:close/>
              </a:path>
              <a:path w="2184400" h="3898900">
                <a:moveTo>
                  <a:pt x="2183803" y="355599"/>
                </a:moveTo>
                <a:lnTo>
                  <a:pt x="2176030" y="355599"/>
                </a:lnTo>
                <a:lnTo>
                  <a:pt x="2175675" y="342899"/>
                </a:lnTo>
                <a:lnTo>
                  <a:pt x="2175090" y="330199"/>
                </a:lnTo>
                <a:lnTo>
                  <a:pt x="2174290" y="317499"/>
                </a:lnTo>
                <a:lnTo>
                  <a:pt x="2182025" y="317499"/>
                </a:lnTo>
                <a:lnTo>
                  <a:pt x="2182850" y="330199"/>
                </a:lnTo>
                <a:lnTo>
                  <a:pt x="2183434" y="342899"/>
                </a:lnTo>
                <a:lnTo>
                  <a:pt x="2183803" y="355599"/>
                </a:lnTo>
                <a:close/>
              </a:path>
              <a:path w="2184400" h="3898900">
                <a:moveTo>
                  <a:pt x="7772" y="3530600"/>
                </a:moveTo>
                <a:lnTo>
                  <a:pt x="0" y="3530600"/>
                </a:lnTo>
                <a:lnTo>
                  <a:pt x="0" y="355599"/>
                </a:lnTo>
                <a:lnTo>
                  <a:pt x="7772" y="355599"/>
                </a:lnTo>
                <a:lnTo>
                  <a:pt x="7772" y="3530600"/>
                </a:lnTo>
                <a:close/>
              </a:path>
              <a:path w="2184400" h="3898900">
                <a:moveTo>
                  <a:pt x="2183917" y="3530600"/>
                </a:moveTo>
                <a:lnTo>
                  <a:pt x="2176145" y="3530600"/>
                </a:lnTo>
                <a:lnTo>
                  <a:pt x="2176145" y="355599"/>
                </a:lnTo>
                <a:lnTo>
                  <a:pt x="2183917" y="355599"/>
                </a:lnTo>
                <a:lnTo>
                  <a:pt x="2183917" y="3530600"/>
                </a:lnTo>
                <a:close/>
              </a:path>
              <a:path w="2184400" h="3898900">
                <a:moveTo>
                  <a:pt x="9626" y="3568700"/>
                </a:moveTo>
                <a:lnTo>
                  <a:pt x="1892" y="3568700"/>
                </a:lnTo>
                <a:lnTo>
                  <a:pt x="1066" y="3556000"/>
                </a:lnTo>
                <a:lnTo>
                  <a:pt x="482" y="3543300"/>
                </a:lnTo>
                <a:lnTo>
                  <a:pt x="114" y="3530600"/>
                </a:lnTo>
                <a:lnTo>
                  <a:pt x="7886" y="3530600"/>
                </a:lnTo>
                <a:lnTo>
                  <a:pt x="8242" y="3543300"/>
                </a:lnTo>
                <a:lnTo>
                  <a:pt x="8826" y="3556000"/>
                </a:lnTo>
                <a:lnTo>
                  <a:pt x="9626" y="3568700"/>
                </a:lnTo>
                <a:close/>
              </a:path>
              <a:path w="2184400" h="3898900">
                <a:moveTo>
                  <a:pt x="2182025" y="3568700"/>
                </a:moveTo>
                <a:lnTo>
                  <a:pt x="2174290" y="3568700"/>
                </a:lnTo>
                <a:lnTo>
                  <a:pt x="2175103" y="3556000"/>
                </a:lnTo>
                <a:lnTo>
                  <a:pt x="2175675" y="3543300"/>
                </a:lnTo>
                <a:lnTo>
                  <a:pt x="2176030" y="3530600"/>
                </a:lnTo>
                <a:lnTo>
                  <a:pt x="2183803" y="3530600"/>
                </a:lnTo>
                <a:lnTo>
                  <a:pt x="2183434" y="3543300"/>
                </a:lnTo>
                <a:lnTo>
                  <a:pt x="2182850" y="3556000"/>
                </a:lnTo>
                <a:lnTo>
                  <a:pt x="2182025" y="3568700"/>
                </a:lnTo>
                <a:close/>
              </a:path>
              <a:path w="2184400" h="3898900">
                <a:moveTo>
                  <a:pt x="13385" y="3594100"/>
                </a:moveTo>
                <a:lnTo>
                  <a:pt x="5727" y="3594100"/>
                </a:lnTo>
                <a:lnTo>
                  <a:pt x="4229" y="3581400"/>
                </a:lnTo>
                <a:lnTo>
                  <a:pt x="2946" y="3568700"/>
                </a:lnTo>
                <a:lnTo>
                  <a:pt x="10642" y="3568700"/>
                </a:lnTo>
                <a:lnTo>
                  <a:pt x="11912" y="3581400"/>
                </a:lnTo>
                <a:lnTo>
                  <a:pt x="13385" y="3594100"/>
                </a:lnTo>
                <a:close/>
              </a:path>
              <a:path w="2184400" h="3898900">
                <a:moveTo>
                  <a:pt x="2178189" y="3594100"/>
                </a:moveTo>
                <a:lnTo>
                  <a:pt x="2170531" y="3594100"/>
                </a:lnTo>
                <a:lnTo>
                  <a:pt x="2172017" y="3581400"/>
                </a:lnTo>
                <a:lnTo>
                  <a:pt x="2173274" y="3568700"/>
                </a:lnTo>
                <a:lnTo>
                  <a:pt x="2180971" y="3568700"/>
                </a:lnTo>
                <a:lnTo>
                  <a:pt x="2179688" y="3581400"/>
                </a:lnTo>
                <a:lnTo>
                  <a:pt x="2178189" y="3594100"/>
                </a:lnTo>
                <a:close/>
              </a:path>
              <a:path w="2184400" h="3898900">
                <a:moveTo>
                  <a:pt x="23914" y="3632200"/>
                </a:moveTo>
                <a:lnTo>
                  <a:pt x="13906" y="3632200"/>
                </a:lnTo>
                <a:lnTo>
                  <a:pt x="11544" y="3619500"/>
                </a:lnTo>
                <a:lnTo>
                  <a:pt x="9385" y="3606800"/>
                </a:lnTo>
                <a:lnTo>
                  <a:pt x="7442" y="3594100"/>
                </a:lnTo>
                <a:lnTo>
                  <a:pt x="15049" y="3594100"/>
                </a:lnTo>
                <a:lnTo>
                  <a:pt x="16967" y="3606800"/>
                </a:lnTo>
                <a:lnTo>
                  <a:pt x="19075" y="3619500"/>
                </a:lnTo>
                <a:lnTo>
                  <a:pt x="21374" y="3619500"/>
                </a:lnTo>
                <a:lnTo>
                  <a:pt x="23914" y="3632200"/>
                </a:lnTo>
                <a:close/>
              </a:path>
              <a:path w="2184400" h="3898900">
                <a:moveTo>
                  <a:pt x="2170010" y="3632200"/>
                </a:moveTo>
                <a:lnTo>
                  <a:pt x="2160003" y="3632200"/>
                </a:lnTo>
                <a:lnTo>
                  <a:pt x="2162543" y="3619500"/>
                </a:lnTo>
                <a:lnTo>
                  <a:pt x="2164842" y="3619500"/>
                </a:lnTo>
                <a:lnTo>
                  <a:pt x="2166962" y="3606800"/>
                </a:lnTo>
                <a:lnTo>
                  <a:pt x="2168867" y="3594100"/>
                </a:lnTo>
                <a:lnTo>
                  <a:pt x="2176475" y="3594100"/>
                </a:lnTo>
                <a:lnTo>
                  <a:pt x="2174532" y="3606800"/>
                </a:lnTo>
                <a:lnTo>
                  <a:pt x="2172373" y="3619500"/>
                </a:lnTo>
                <a:lnTo>
                  <a:pt x="2170010" y="3632200"/>
                </a:lnTo>
                <a:close/>
              </a:path>
              <a:path w="2184400" h="3898900">
                <a:moveTo>
                  <a:pt x="32677" y="3657600"/>
                </a:moveTo>
                <a:lnTo>
                  <a:pt x="22250" y="3657600"/>
                </a:lnTo>
                <a:lnTo>
                  <a:pt x="19265" y="3644900"/>
                </a:lnTo>
                <a:lnTo>
                  <a:pt x="16484" y="3632200"/>
                </a:lnTo>
                <a:lnTo>
                  <a:pt x="23888" y="3632200"/>
                </a:lnTo>
                <a:lnTo>
                  <a:pt x="26644" y="3644900"/>
                </a:lnTo>
                <a:lnTo>
                  <a:pt x="29527" y="3644900"/>
                </a:lnTo>
                <a:lnTo>
                  <a:pt x="32677" y="3657600"/>
                </a:lnTo>
                <a:close/>
              </a:path>
              <a:path w="2184400" h="3898900">
                <a:moveTo>
                  <a:pt x="2161667" y="3657600"/>
                </a:moveTo>
                <a:lnTo>
                  <a:pt x="2151240" y="3657600"/>
                </a:lnTo>
                <a:lnTo>
                  <a:pt x="2154389" y="3644900"/>
                </a:lnTo>
                <a:lnTo>
                  <a:pt x="2157272" y="3644900"/>
                </a:lnTo>
                <a:lnTo>
                  <a:pt x="2160028" y="3632200"/>
                </a:lnTo>
                <a:lnTo>
                  <a:pt x="2167432" y="3632200"/>
                </a:lnTo>
                <a:lnTo>
                  <a:pt x="2164651" y="3644900"/>
                </a:lnTo>
                <a:lnTo>
                  <a:pt x="2161667" y="3657600"/>
                </a:lnTo>
                <a:close/>
              </a:path>
              <a:path w="2184400" h="3898900">
                <a:moveTo>
                  <a:pt x="43167" y="3683000"/>
                </a:moveTo>
                <a:lnTo>
                  <a:pt x="32385" y="3683000"/>
                </a:lnTo>
                <a:lnTo>
                  <a:pt x="28803" y="3670300"/>
                </a:lnTo>
                <a:lnTo>
                  <a:pt x="25425" y="3657600"/>
                </a:lnTo>
                <a:lnTo>
                  <a:pt x="32639" y="3657600"/>
                </a:lnTo>
                <a:lnTo>
                  <a:pt x="35991" y="3670300"/>
                </a:lnTo>
                <a:lnTo>
                  <a:pt x="39446" y="3670300"/>
                </a:lnTo>
                <a:lnTo>
                  <a:pt x="43167" y="3683000"/>
                </a:lnTo>
                <a:close/>
              </a:path>
              <a:path w="2184400" h="3898900">
                <a:moveTo>
                  <a:pt x="2151532" y="3683000"/>
                </a:moveTo>
                <a:lnTo>
                  <a:pt x="2140750" y="3683000"/>
                </a:lnTo>
                <a:lnTo>
                  <a:pt x="2144471" y="3670300"/>
                </a:lnTo>
                <a:lnTo>
                  <a:pt x="2147925" y="3670300"/>
                </a:lnTo>
                <a:lnTo>
                  <a:pt x="2151278" y="3657600"/>
                </a:lnTo>
                <a:lnTo>
                  <a:pt x="2158492" y="3657600"/>
                </a:lnTo>
                <a:lnTo>
                  <a:pt x="2155113" y="3670300"/>
                </a:lnTo>
                <a:lnTo>
                  <a:pt x="2151532" y="3683000"/>
                </a:lnTo>
                <a:close/>
              </a:path>
              <a:path w="2184400" h="3898900">
                <a:moveTo>
                  <a:pt x="47040" y="3695700"/>
                </a:moveTo>
                <a:lnTo>
                  <a:pt x="40106" y="3695700"/>
                </a:lnTo>
                <a:lnTo>
                  <a:pt x="36156" y="3683000"/>
                </a:lnTo>
                <a:lnTo>
                  <a:pt x="43129" y="3683000"/>
                </a:lnTo>
                <a:lnTo>
                  <a:pt x="47040" y="3695700"/>
                </a:lnTo>
                <a:close/>
              </a:path>
              <a:path w="2184400" h="3898900">
                <a:moveTo>
                  <a:pt x="2143810" y="3695700"/>
                </a:moveTo>
                <a:lnTo>
                  <a:pt x="2136876" y="3695700"/>
                </a:lnTo>
                <a:lnTo>
                  <a:pt x="2140788" y="3683000"/>
                </a:lnTo>
                <a:lnTo>
                  <a:pt x="2147760" y="3683000"/>
                </a:lnTo>
                <a:lnTo>
                  <a:pt x="2143810" y="3695700"/>
                </a:lnTo>
                <a:close/>
              </a:path>
              <a:path w="2184400" h="3898900">
                <a:moveTo>
                  <a:pt x="64325" y="3721100"/>
                </a:moveTo>
                <a:lnTo>
                  <a:pt x="53073" y="3721100"/>
                </a:lnTo>
                <a:lnTo>
                  <a:pt x="48564" y="3708400"/>
                </a:lnTo>
                <a:lnTo>
                  <a:pt x="44246" y="3695700"/>
                </a:lnTo>
                <a:lnTo>
                  <a:pt x="51054" y="3695700"/>
                </a:lnTo>
                <a:lnTo>
                  <a:pt x="55333" y="3708400"/>
                </a:lnTo>
                <a:lnTo>
                  <a:pt x="59690" y="3708400"/>
                </a:lnTo>
                <a:lnTo>
                  <a:pt x="64325" y="3721100"/>
                </a:lnTo>
                <a:close/>
              </a:path>
              <a:path w="2184400" h="3898900">
                <a:moveTo>
                  <a:pt x="2130844" y="3721100"/>
                </a:moveTo>
                <a:lnTo>
                  <a:pt x="2119591" y="3721100"/>
                </a:lnTo>
                <a:lnTo>
                  <a:pt x="2124227" y="3708400"/>
                </a:lnTo>
                <a:lnTo>
                  <a:pt x="2128583" y="3708400"/>
                </a:lnTo>
                <a:lnTo>
                  <a:pt x="2132863" y="3695700"/>
                </a:lnTo>
                <a:lnTo>
                  <a:pt x="2139670" y="3695700"/>
                </a:lnTo>
                <a:lnTo>
                  <a:pt x="2135352" y="3708400"/>
                </a:lnTo>
                <a:lnTo>
                  <a:pt x="2130844" y="3721100"/>
                </a:lnTo>
                <a:close/>
              </a:path>
              <a:path w="2184400" h="3898900">
                <a:moveTo>
                  <a:pt x="73990" y="3733800"/>
                </a:moveTo>
                <a:lnTo>
                  <a:pt x="62611" y="3733800"/>
                </a:lnTo>
                <a:lnTo>
                  <a:pt x="57759" y="3721100"/>
                </a:lnTo>
                <a:lnTo>
                  <a:pt x="69024" y="3721100"/>
                </a:lnTo>
                <a:lnTo>
                  <a:pt x="73990" y="3733800"/>
                </a:lnTo>
                <a:close/>
              </a:path>
              <a:path w="2184400" h="3898900">
                <a:moveTo>
                  <a:pt x="2121306" y="3733800"/>
                </a:moveTo>
                <a:lnTo>
                  <a:pt x="2109927" y="3733800"/>
                </a:lnTo>
                <a:lnTo>
                  <a:pt x="2114892" y="3721100"/>
                </a:lnTo>
                <a:lnTo>
                  <a:pt x="2126157" y="3721100"/>
                </a:lnTo>
                <a:lnTo>
                  <a:pt x="2121306" y="3733800"/>
                </a:lnTo>
                <a:close/>
              </a:path>
              <a:path w="2184400" h="3898900">
                <a:moveTo>
                  <a:pt x="79082" y="3746500"/>
                </a:moveTo>
                <a:lnTo>
                  <a:pt x="72834" y="3746500"/>
                </a:lnTo>
                <a:lnTo>
                  <a:pt x="67640" y="3733800"/>
                </a:lnTo>
                <a:lnTo>
                  <a:pt x="73939" y="3733800"/>
                </a:lnTo>
                <a:lnTo>
                  <a:pt x="79082" y="3746500"/>
                </a:lnTo>
                <a:close/>
              </a:path>
              <a:path w="2184400" h="3898900">
                <a:moveTo>
                  <a:pt x="2111082" y="3746500"/>
                </a:moveTo>
                <a:lnTo>
                  <a:pt x="2104834" y="3746500"/>
                </a:lnTo>
                <a:lnTo>
                  <a:pt x="2109978" y="3733800"/>
                </a:lnTo>
                <a:lnTo>
                  <a:pt x="2116277" y="3733800"/>
                </a:lnTo>
                <a:lnTo>
                  <a:pt x="2111082" y="3746500"/>
                </a:lnTo>
                <a:close/>
              </a:path>
              <a:path w="2184400" h="3898900">
                <a:moveTo>
                  <a:pt x="101015" y="3771900"/>
                </a:moveTo>
                <a:lnTo>
                  <a:pt x="89395" y="3771900"/>
                </a:lnTo>
                <a:lnTo>
                  <a:pt x="83705" y="3759200"/>
                </a:lnTo>
                <a:lnTo>
                  <a:pt x="78193" y="3746500"/>
                </a:lnTo>
                <a:lnTo>
                  <a:pt x="84277" y="3746500"/>
                </a:lnTo>
                <a:lnTo>
                  <a:pt x="89738" y="3759200"/>
                </a:lnTo>
                <a:lnTo>
                  <a:pt x="95237" y="3759200"/>
                </a:lnTo>
                <a:lnTo>
                  <a:pt x="101015" y="3771900"/>
                </a:lnTo>
                <a:close/>
              </a:path>
              <a:path w="2184400" h="3898900">
                <a:moveTo>
                  <a:pt x="2094522" y="3771900"/>
                </a:moveTo>
                <a:lnTo>
                  <a:pt x="2082901" y="3771900"/>
                </a:lnTo>
                <a:lnTo>
                  <a:pt x="2088680" y="3759200"/>
                </a:lnTo>
                <a:lnTo>
                  <a:pt x="2094179" y="3759200"/>
                </a:lnTo>
                <a:lnTo>
                  <a:pt x="2099640" y="3746500"/>
                </a:lnTo>
                <a:lnTo>
                  <a:pt x="2105723" y="3746500"/>
                </a:lnTo>
                <a:lnTo>
                  <a:pt x="2100211" y="3759200"/>
                </a:lnTo>
                <a:lnTo>
                  <a:pt x="2094522" y="3771900"/>
                </a:lnTo>
                <a:close/>
              </a:path>
              <a:path w="2184400" h="3898900">
                <a:moveTo>
                  <a:pt x="112902" y="3784600"/>
                </a:moveTo>
                <a:lnTo>
                  <a:pt x="101231" y="3784600"/>
                </a:lnTo>
                <a:lnTo>
                  <a:pt x="95237" y="3771900"/>
                </a:lnTo>
                <a:lnTo>
                  <a:pt x="106819" y="3771900"/>
                </a:lnTo>
                <a:lnTo>
                  <a:pt x="112902" y="3784600"/>
                </a:lnTo>
                <a:close/>
              </a:path>
              <a:path w="2184400" h="3898900">
                <a:moveTo>
                  <a:pt x="2082685" y="3784600"/>
                </a:moveTo>
                <a:lnTo>
                  <a:pt x="2071014" y="3784600"/>
                </a:lnTo>
                <a:lnTo>
                  <a:pt x="2077097" y="3771900"/>
                </a:lnTo>
                <a:lnTo>
                  <a:pt x="2088680" y="3771900"/>
                </a:lnTo>
                <a:lnTo>
                  <a:pt x="2082685" y="3784600"/>
                </a:lnTo>
                <a:close/>
              </a:path>
              <a:path w="2184400" h="3898900">
                <a:moveTo>
                  <a:pt x="125361" y="3797300"/>
                </a:moveTo>
                <a:lnTo>
                  <a:pt x="113665" y="3797300"/>
                </a:lnTo>
                <a:lnTo>
                  <a:pt x="107365" y="3784600"/>
                </a:lnTo>
                <a:lnTo>
                  <a:pt x="118986" y="3784600"/>
                </a:lnTo>
                <a:lnTo>
                  <a:pt x="125361" y="3797300"/>
                </a:lnTo>
                <a:close/>
              </a:path>
              <a:path w="2184400" h="3898900">
                <a:moveTo>
                  <a:pt x="2070252" y="3797300"/>
                </a:moveTo>
                <a:lnTo>
                  <a:pt x="2058555" y="3797300"/>
                </a:lnTo>
                <a:lnTo>
                  <a:pt x="2064931" y="3784600"/>
                </a:lnTo>
                <a:lnTo>
                  <a:pt x="2076551" y="3784600"/>
                </a:lnTo>
                <a:lnTo>
                  <a:pt x="2070252" y="3797300"/>
                </a:lnTo>
                <a:close/>
              </a:path>
              <a:path w="2184400" h="3898900">
                <a:moveTo>
                  <a:pt x="145097" y="3810000"/>
                </a:moveTo>
                <a:lnTo>
                  <a:pt x="133400" y="3810000"/>
                </a:lnTo>
                <a:lnTo>
                  <a:pt x="126682" y="3797300"/>
                </a:lnTo>
                <a:lnTo>
                  <a:pt x="138315" y="3797300"/>
                </a:lnTo>
                <a:lnTo>
                  <a:pt x="145097" y="3810000"/>
                </a:lnTo>
                <a:close/>
              </a:path>
              <a:path w="2184400" h="3898900">
                <a:moveTo>
                  <a:pt x="2050516" y="3810000"/>
                </a:moveTo>
                <a:lnTo>
                  <a:pt x="2038819" y="3810000"/>
                </a:lnTo>
                <a:lnTo>
                  <a:pt x="2045601" y="3797300"/>
                </a:lnTo>
                <a:lnTo>
                  <a:pt x="2057234" y="3797300"/>
                </a:lnTo>
                <a:lnTo>
                  <a:pt x="2050516" y="3810000"/>
                </a:lnTo>
                <a:close/>
              </a:path>
              <a:path w="2184400" h="3898900">
                <a:moveTo>
                  <a:pt x="158915" y="3822700"/>
                </a:moveTo>
                <a:lnTo>
                  <a:pt x="147243" y="3822700"/>
                </a:lnTo>
                <a:lnTo>
                  <a:pt x="140258" y="3810000"/>
                </a:lnTo>
                <a:lnTo>
                  <a:pt x="151866" y="3810000"/>
                </a:lnTo>
                <a:lnTo>
                  <a:pt x="158915" y="3822700"/>
                </a:lnTo>
                <a:close/>
              </a:path>
              <a:path w="2184400" h="3898900">
                <a:moveTo>
                  <a:pt x="2036673" y="3822700"/>
                </a:moveTo>
                <a:lnTo>
                  <a:pt x="2025002" y="3822700"/>
                </a:lnTo>
                <a:lnTo>
                  <a:pt x="2032050" y="3810000"/>
                </a:lnTo>
                <a:lnTo>
                  <a:pt x="2043658" y="3810000"/>
                </a:lnTo>
                <a:lnTo>
                  <a:pt x="2036673" y="3822700"/>
                </a:lnTo>
                <a:close/>
              </a:path>
              <a:path w="2184400" h="3898900">
                <a:moveTo>
                  <a:pt x="180568" y="3835400"/>
                </a:moveTo>
                <a:lnTo>
                  <a:pt x="161620" y="3835400"/>
                </a:lnTo>
                <a:lnTo>
                  <a:pt x="154368" y="3822700"/>
                </a:lnTo>
                <a:lnTo>
                  <a:pt x="173151" y="3822700"/>
                </a:lnTo>
                <a:lnTo>
                  <a:pt x="180568" y="3835400"/>
                </a:lnTo>
                <a:close/>
              </a:path>
              <a:path w="2184400" h="3898900">
                <a:moveTo>
                  <a:pt x="2022297" y="3835400"/>
                </a:moveTo>
                <a:lnTo>
                  <a:pt x="2003348" y="3835400"/>
                </a:lnTo>
                <a:lnTo>
                  <a:pt x="2010765" y="3822700"/>
                </a:lnTo>
                <a:lnTo>
                  <a:pt x="2029548" y="3822700"/>
                </a:lnTo>
                <a:lnTo>
                  <a:pt x="2022297" y="3835400"/>
                </a:lnTo>
                <a:close/>
              </a:path>
              <a:path w="2184400" h="3898900">
                <a:moveTo>
                  <a:pt x="203276" y="3848100"/>
                </a:moveTo>
                <a:lnTo>
                  <a:pt x="184111" y="3848100"/>
                </a:lnTo>
                <a:lnTo>
                  <a:pt x="176491" y="3835400"/>
                </a:lnTo>
                <a:lnTo>
                  <a:pt x="195516" y="3835400"/>
                </a:lnTo>
                <a:lnTo>
                  <a:pt x="203276" y="3848100"/>
                </a:lnTo>
                <a:close/>
              </a:path>
              <a:path w="2184400" h="3898900">
                <a:moveTo>
                  <a:pt x="1999805" y="3848100"/>
                </a:moveTo>
                <a:lnTo>
                  <a:pt x="1980641" y="3848100"/>
                </a:lnTo>
                <a:lnTo>
                  <a:pt x="1988400" y="3835400"/>
                </a:lnTo>
                <a:lnTo>
                  <a:pt x="2007425" y="3835400"/>
                </a:lnTo>
                <a:lnTo>
                  <a:pt x="1999805" y="3848100"/>
                </a:lnTo>
                <a:close/>
              </a:path>
              <a:path w="2184400" h="3898900">
                <a:moveTo>
                  <a:pt x="226961" y="3860800"/>
                </a:moveTo>
                <a:lnTo>
                  <a:pt x="207657" y="3860800"/>
                </a:lnTo>
                <a:lnTo>
                  <a:pt x="199694" y="3848100"/>
                </a:lnTo>
                <a:lnTo>
                  <a:pt x="218884" y="3848100"/>
                </a:lnTo>
                <a:lnTo>
                  <a:pt x="226961" y="3860800"/>
                </a:lnTo>
                <a:close/>
              </a:path>
              <a:path w="2184400" h="3898900">
                <a:moveTo>
                  <a:pt x="1976259" y="3860800"/>
                </a:moveTo>
                <a:lnTo>
                  <a:pt x="1956955" y="3860800"/>
                </a:lnTo>
                <a:lnTo>
                  <a:pt x="1965045" y="3848100"/>
                </a:lnTo>
                <a:lnTo>
                  <a:pt x="1984222" y="3848100"/>
                </a:lnTo>
                <a:lnTo>
                  <a:pt x="1976259" y="3860800"/>
                </a:lnTo>
                <a:close/>
              </a:path>
              <a:path w="2184400" h="3898900">
                <a:moveTo>
                  <a:pt x="259930" y="3873500"/>
                </a:moveTo>
                <a:lnTo>
                  <a:pt x="232168" y="3873500"/>
                </a:lnTo>
                <a:lnTo>
                  <a:pt x="223888" y="3860800"/>
                </a:lnTo>
                <a:lnTo>
                  <a:pt x="251460" y="3860800"/>
                </a:lnTo>
                <a:lnTo>
                  <a:pt x="259930" y="3873500"/>
                </a:lnTo>
                <a:close/>
              </a:path>
              <a:path w="2184400" h="3898900">
                <a:moveTo>
                  <a:pt x="1951748" y="3873500"/>
                </a:moveTo>
                <a:lnTo>
                  <a:pt x="1923986" y="3873500"/>
                </a:lnTo>
                <a:lnTo>
                  <a:pt x="1932457" y="3860800"/>
                </a:lnTo>
                <a:lnTo>
                  <a:pt x="1960029" y="3860800"/>
                </a:lnTo>
                <a:lnTo>
                  <a:pt x="1951748" y="3873500"/>
                </a:lnTo>
                <a:close/>
              </a:path>
              <a:path w="2184400" h="3898900">
                <a:moveTo>
                  <a:pt x="311988" y="3886200"/>
                </a:moveTo>
                <a:lnTo>
                  <a:pt x="274967" y="3886200"/>
                </a:lnTo>
                <a:lnTo>
                  <a:pt x="266230" y="3873500"/>
                </a:lnTo>
                <a:lnTo>
                  <a:pt x="303022" y="3873500"/>
                </a:lnTo>
                <a:lnTo>
                  <a:pt x="311988" y="3886200"/>
                </a:lnTo>
                <a:close/>
              </a:path>
              <a:path w="2184400" h="3898900">
                <a:moveTo>
                  <a:pt x="1908949" y="3886200"/>
                </a:moveTo>
                <a:lnTo>
                  <a:pt x="1871929" y="3886200"/>
                </a:lnTo>
                <a:lnTo>
                  <a:pt x="1880908" y="3873500"/>
                </a:lnTo>
                <a:lnTo>
                  <a:pt x="1917687" y="3873500"/>
                </a:lnTo>
                <a:lnTo>
                  <a:pt x="1908949" y="3886200"/>
                </a:lnTo>
                <a:close/>
              </a:path>
              <a:path w="2184400" h="3898900">
                <a:moveTo>
                  <a:pt x="1826793" y="3898900"/>
                </a:moveTo>
                <a:lnTo>
                  <a:pt x="357124" y="3898900"/>
                </a:lnTo>
                <a:lnTo>
                  <a:pt x="347725" y="3886200"/>
                </a:lnTo>
                <a:lnTo>
                  <a:pt x="1836191" y="3886200"/>
                </a:lnTo>
                <a:lnTo>
                  <a:pt x="1826793" y="3898900"/>
                </a:lnTo>
                <a:close/>
              </a:path>
            </a:pathLst>
          </a:custGeom>
          <a:solidFill>
            <a:srgbClr val="2590EB"/>
          </a:solidFill>
        </p:spPr>
        <p:txBody>
          <a:bodyPr wrap="square" lIns="0" tIns="0" rIns="0" bIns="0" rtlCol="0"/>
          <a:lstStyle/>
          <a:p>
            <a:endParaRPr/>
          </a:p>
        </p:txBody>
      </p:sp>
      <p:sp>
        <p:nvSpPr>
          <p:cNvPr id="12" name="object 12"/>
          <p:cNvSpPr txBox="1"/>
          <p:nvPr/>
        </p:nvSpPr>
        <p:spPr>
          <a:xfrm>
            <a:off x="9557232" y="1238059"/>
            <a:ext cx="1602105" cy="3467735"/>
          </a:xfrm>
          <a:prstGeom prst="rect">
            <a:avLst/>
          </a:prstGeom>
        </p:spPr>
        <p:txBody>
          <a:bodyPr vert="horz" wrap="square" lIns="0" tIns="12700" rIns="0" bIns="0" rtlCol="0">
            <a:spAutoFit/>
          </a:bodyPr>
          <a:lstStyle/>
          <a:p>
            <a:pPr marL="455295">
              <a:lnSpc>
                <a:spcPct val="100000"/>
              </a:lnSpc>
              <a:spcBef>
                <a:spcPts val="100"/>
              </a:spcBef>
            </a:pPr>
            <a:r>
              <a:rPr sz="1800" spc="-15" dirty="0">
                <a:latin typeface="宋体"/>
                <a:cs typeface="宋体"/>
              </a:rPr>
              <a:t>关联唤醒</a:t>
            </a:r>
            <a:endParaRPr sz="1800">
              <a:latin typeface="宋体"/>
              <a:cs typeface="宋体"/>
            </a:endParaRPr>
          </a:p>
          <a:p>
            <a:pPr marL="289560" indent="-276860">
              <a:lnSpc>
                <a:spcPct val="100000"/>
              </a:lnSpc>
              <a:spcBef>
                <a:spcPts val="1689"/>
              </a:spcBef>
              <a:buAutoNum type="arabicPeriod"/>
              <a:tabLst>
                <a:tab pos="289560" algn="l"/>
              </a:tabLst>
            </a:pPr>
            <a:r>
              <a:rPr sz="1800" spc="-15" dirty="0">
                <a:latin typeface="宋体"/>
                <a:cs typeface="宋体"/>
              </a:rPr>
              <a:t>知识网络</a:t>
            </a:r>
            <a:endParaRPr sz="1800">
              <a:latin typeface="宋体"/>
              <a:cs typeface="宋体"/>
            </a:endParaRPr>
          </a:p>
          <a:p>
            <a:pPr marL="377825" lvl="1" indent="-269875">
              <a:lnSpc>
                <a:spcPct val="100000"/>
              </a:lnSpc>
              <a:spcBef>
                <a:spcPts val="1255"/>
              </a:spcBef>
              <a:buChar char="•"/>
              <a:tabLst>
                <a:tab pos="378460" algn="l"/>
              </a:tabLst>
            </a:pPr>
            <a:r>
              <a:rPr sz="1600" spc="-30" dirty="0">
                <a:latin typeface="宋体"/>
                <a:cs typeface="宋体"/>
              </a:rPr>
              <a:t>跨域联系</a:t>
            </a:r>
            <a:endParaRPr sz="1600">
              <a:latin typeface="宋体"/>
              <a:cs typeface="宋体"/>
            </a:endParaRPr>
          </a:p>
          <a:p>
            <a:pPr marL="389255" lvl="1" indent="-269875">
              <a:lnSpc>
                <a:spcPct val="100000"/>
              </a:lnSpc>
              <a:spcBef>
                <a:spcPts val="900"/>
              </a:spcBef>
              <a:buChar char="•"/>
              <a:tabLst>
                <a:tab pos="389890" algn="l"/>
              </a:tabLst>
            </a:pPr>
            <a:r>
              <a:rPr sz="1600" spc="-30" dirty="0">
                <a:latin typeface="宋体"/>
                <a:cs typeface="宋体"/>
              </a:rPr>
              <a:t>类比推理</a:t>
            </a:r>
            <a:endParaRPr sz="1600">
              <a:latin typeface="宋体"/>
              <a:cs typeface="宋体"/>
            </a:endParaRPr>
          </a:p>
          <a:p>
            <a:pPr marL="386715" lvl="1" indent="-269875">
              <a:lnSpc>
                <a:spcPct val="100000"/>
              </a:lnSpc>
              <a:spcBef>
                <a:spcPts val="900"/>
              </a:spcBef>
              <a:buChar char="•"/>
              <a:tabLst>
                <a:tab pos="387350" algn="l"/>
              </a:tabLst>
            </a:pPr>
            <a:r>
              <a:rPr sz="1600" spc="-30" dirty="0">
                <a:latin typeface="宋体"/>
                <a:cs typeface="宋体"/>
              </a:rPr>
              <a:t>整体观照</a:t>
            </a:r>
            <a:endParaRPr sz="1600">
              <a:latin typeface="宋体"/>
              <a:cs typeface="宋体"/>
            </a:endParaRPr>
          </a:p>
          <a:p>
            <a:pPr marL="300355" indent="-276860">
              <a:lnSpc>
                <a:spcPct val="100000"/>
              </a:lnSpc>
              <a:spcBef>
                <a:spcPts val="1390"/>
              </a:spcBef>
              <a:buAutoNum type="arabicPeriod"/>
              <a:tabLst>
                <a:tab pos="300355" algn="l"/>
              </a:tabLst>
            </a:pPr>
            <a:r>
              <a:rPr sz="1800" spc="-10" dirty="0">
                <a:latin typeface="宋体"/>
                <a:cs typeface="宋体"/>
              </a:rPr>
              <a:t>创造性连接</a:t>
            </a:r>
            <a:endParaRPr sz="1800">
              <a:latin typeface="宋体"/>
              <a:cs typeface="宋体"/>
            </a:endParaRPr>
          </a:p>
          <a:p>
            <a:pPr marL="370205" lvl="1" indent="-269875">
              <a:lnSpc>
                <a:spcPct val="100000"/>
              </a:lnSpc>
              <a:spcBef>
                <a:spcPts val="1430"/>
              </a:spcBef>
              <a:buChar char="•"/>
              <a:tabLst>
                <a:tab pos="370840" algn="l"/>
              </a:tabLst>
            </a:pPr>
            <a:r>
              <a:rPr sz="1600" spc="-25" dirty="0">
                <a:latin typeface="宋体"/>
                <a:cs typeface="宋体"/>
              </a:rPr>
              <a:t>新旧知识融合</a:t>
            </a:r>
            <a:endParaRPr sz="1600">
              <a:latin typeface="宋体"/>
              <a:cs typeface="宋体"/>
            </a:endParaRPr>
          </a:p>
          <a:p>
            <a:pPr marL="370205" lvl="1" indent="-269875">
              <a:lnSpc>
                <a:spcPct val="100000"/>
              </a:lnSpc>
              <a:spcBef>
                <a:spcPts val="810"/>
              </a:spcBef>
              <a:buChar char="•"/>
              <a:tabLst>
                <a:tab pos="370840" algn="l"/>
              </a:tabLst>
            </a:pPr>
            <a:r>
              <a:rPr sz="1600" spc="-30" dirty="0">
                <a:latin typeface="宋体"/>
                <a:cs typeface="宋体"/>
              </a:rPr>
              <a:t>跨学科整合</a:t>
            </a:r>
            <a:endParaRPr sz="1600">
              <a:latin typeface="宋体"/>
              <a:cs typeface="宋体"/>
            </a:endParaRPr>
          </a:p>
          <a:p>
            <a:pPr marL="365125" lvl="1" indent="-269875">
              <a:lnSpc>
                <a:spcPct val="100000"/>
              </a:lnSpc>
              <a:spcBef>
                <a:spcPts val="730"/>
              </a:spcBef>
              <a:buChar char="•"/>
              <a:tabLst>
                <a:tab pos="365760" algn="l"/>
              </a:tabLst>
            </a:pPr>
            <a:r>
              <a:rPr sz="1600" spc="-30" dirty="0">
                <a:latin typeface="宋体"/>
                <a:cs typeface="宋体"/>
              </a:rPr>
              <a:t>突破性联想</a:t>
            </a:r>
            <a:endParaRPr sz="1600">
              <a:latin typeface="宋体"/>
              <a:cs typeface="宋体"/>
            </a:endParaRPr>
          </a:p>
        </p:txBody>
      </p:sp>
      <p:sp>
        <p:nvSpPr>
          <p:cNvPr id="13" name="object 13"/>
          <p:cNvSpPr/>
          <p:nvPr/>
        </p:nvSpPr>
        <p:spPr>
          <a:xfrm>
            <a:off x="4620260" y="5222875"/>
            <a:ext cx="6969125" cy="966469"/>
          </a:xfrm>
          <a:custGeom>
            <a:avLst/>
            <a:gdLst/>
            <a:ahLst/>
            <a:cxnLst/>
            <a:rect l="l" t="t" r="r" b="b"/>
            <a:pathLst>
              <a:path w="6969125" h="966470">
                <a:moveTo>
                  <a:pt x="6969125" y="0"/>
                </a:moveTo>
                <a:lnTo>
                  <a:pt x="0" y="0"/>
                </a:lnTo>
                <a:lnTo>
                  <a:pt x="0" y="966470"/>
                </a:lnTo>
                <a:lnTo>
                  <a:pt x="6969125" y="966470"/>
                </a:lnTo>
                <a:lnTo>
                  <a:pt x="6969125" y="947420"/>
                </a:lnTo>
                <a:lnTo>
                  <a:pt x="6969125" y="928370"/>
                </a:lnTo>
                <a:lnTo>
                  <a:pt x="6969125" y="38100"/>
                </a:lnTo>
                <a:lnTo>
                  <a:pt x="6969125" y="19050"/>
                </a:lnTo>
                <a:lnTo>
                  <a:pt x="6969125" y="0"/>
                </a:lnTo>
                <a:close/>
              </a:path>
            </a:pathLst>
          </a:custGeom>
          <a:solidFill>
            <a:srgbClr val="DFEAF9"/>
          </a:solidFill>
        </p:spPr>
        <p:txBody>
          <a:bodyPr wrap="square" lIns="0" tIns="0" rIns="0" bIns="0" rtlCol="0"/>
          <a:lstStyle/>
          <a:p>
            <a:endParaRPr/>
          </a:p>
        </p:txBody>
      </p:sp>
      <p:sp>
        <p:nvSpPr>
          <p:cNvPr id="14" name="object 14"/>
          <p:cNvSpPr txBox="1"/>
          <p:nvPr/>
        </p:nvSpPr>
        <p:spPr>
          <a:xfrm>
            <a:off x="4639055" y="5242559"/>
            <a:ext cx="6931659" cy="928369"/>
          </a:xfrm>
          <a:prstGeom prst="rect">
            <a:avLst/>
          </a:prstGeom>
        </p:spPr>
        <p:txBody>
          <a:bodyPr vert="horz" wrap="square" lIns="0" tIns="168910" rIns="0" bIns="0" rtlCol="0">
            <a:spAutoFit/>
          </a:bodyPr>
          <a:lstStyle/>
          <a:p>
            <a:pPr marL="91440" marR="193675">
              <a:lnSpc>
                <a:spcPct val="109900"/>
              </a:lnSpc>
              <a:spcBef>
                <a:spcPts val="1330"/>
              </a:spcBef>
            </a:pPr>
            <a:r>
              <a:rPr sz="1600" spc="-20" dirty="0">
                <a:latin typeface="宋体"/>
                <a:cs typeface="宋体"/>
              </a:rPr>
              <a:t>知识唤醒的核心：通过情感</a:t>
            </a:r>
            <a:r>
              <a:rPr sz="1600" spc="-10" dirty="0">
                <a:latin typeface="Arial"/>
                <a:cs typeface="Arial"/>
              </a:rPr>
              <a:t>-</a:t>
            </a:r>
            <a:r>
              <a:rPr sz="1600" spc="-20" dirty="0">
                <a:latin typeface="宋体"/>
                <a:cs typeface="宋体"/>
              </a:rPr>
              <a:t>经验</a:t>
            </a:r>
            <a:r>
              <a:rPr sz="1600" spc="-10" dirty="0">
                <a:latin typeface="Arial"/>
                <a:cs typeface="Arial"/>
              </a:rPr>
              <a:t>-</a:t>
            </a:r>
            <a:r>
              <a:rPr sz="1600" spc="-20" dirty="0">
                <a:latin typeface="宋体"/>
                <a:cs typeface="宋体"/>
              </a:rPr>
              <a:t>关联的螺旋式上升，实现知识的深度调</a:t>
            </a:r>
            <a:r>
              <a:rPr sz="1600" spc="-50" dirty="0">
                <a:latin typeface="宋体"/>
                <a:cs typeface="宋体"/>
              </a:rPr>
              <a:t>动</a:t>
            </a:r>
            <a:r>
              <a:rPr sz="1600" spc="-20" dirty="0">
                <a:latin typeface="宋体"/>
                <a:cs typeface="宋体"/>
              </a:rPr>
              <a:t>与创新生</a:t>
            </a:r>
            <a:r>
              <a:rPr sz="1600" spc="-50" dirty="0">
                <a:latin typeface="宋体"/>
                <a:cs typeface="宋体"/>
              </a:rPr>
              <a:t>成</a:t>
            </a:r>
            <a:endParaRPr sz="1600">
              <a:latin typeface="宋体"/>
              <a:cs typeface="宋体"/>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241290" cy="634365"/>
          </a:xfrm>
          <a:prstGeom prst="rect">
            <a:avLst/>
          </a:prstGeom>
        </p:spPr>
        <p:txBody>
          <a:bodyPr vert="horz" wrap="square" lIns="0" tIns="12065" rIns="0" bIns="0" rtlCol="0">
            <a:spAutoFit/>
          </a:bodyPr>
          <a:lstStyle/>
          <a:p>
            <a:pPr marL="12700">
              <a:lnSpc>
                <a:spcPct val="100000"/>
              </a:lnSpc>
              <a:spcBef>
                <a:spcPts val="95"/>
              </a:spcBef>
            </a:pPr>
            <a:r>
              <a:rPr sz="4000" spc="270" dirty="0"/>
              <a:t>知识库</a:t>
            </a:r>
            <a:r>
              <a:rPr sz="4000" spc="275" dirty="0">
                <a:latin typeface="Arial"/>
                <a:cs typeface="Arial"/>
              </a:rPr>
              <a:t>+</a:t>
            </a:r>
            <a:r>
              <a:rPr sz="4000" spc="270" dirty="0"/>
              <a:t>知识唤醒框</a:t>
            </a:r>
            <a:r>
              <a:rPr sz="4000" spc="-50" dirty="0"/>
              <a:t>架</a:t>
            </a:r>
            <a:endParaRPr sz="4000">
              <a:latin typeface="Arial"/>
              <a:cs typeface="Arial"/>
            </a:endParaRPr>
          </a:p>
        </p:txBody>
      </p:sp>
      <p:sp>
        <p:nvSpPr>
          <p:cNvPr id="3" name="object 3"/>
          <p:cNvSpPr/>
          <p:nvPr/>
        </p:nvSpPr>
        <p:spPr>
          <a:xfrm>
            <a:off x="830021" y="1302473"/>
            <a:ext cx="4835525" cy="2149475"/>
          </a:xfrm>
          <a:custGeom>
            <a:avLst/>
            <a:gdLst/>
            <a:ahLst/>
            <a:cxnLst/>
            <a:rect l="l" t="t" r="r" b="b"/>
            <a:pathLst>
              <a:path w="4835525" h="2149475">
                <a:moveTo>
                  <a:pt x="4835525" y="2149475"/>
                </a:moveTo>
                <a:lnTo>
                  <a:pt x="0" y="2149475"/>
                </a:lnTo>
                <a:lnTo>
                  <a:pt x="0" y="0"/>
                </a:lnTo>
                <a:lnTo>
                  <a:pt x="4835525" y="0"/>
                </a:lnTo>
                <a:lnTo>
                  <a:pt x="4835525" y="6349"/>
                </a:lnTo>
                <a:lnTo>
                  <a:pt x="12700" y="6349"/>
                </a:lnTo>
                <a:lnTo>
                  <a:pt x="6350" y="12699"/>
                </a:lnTo>
                <a:lnTo>
                  <a:pt x="12700" y="12699"/>
                </a:lnTo>
                <a:lnTo>
                  <a:pt x="12700" y="2136775"/>
                </a:lnTo>
                <a:lnTo>
                  <a:pt x="6350" y="2136775"/>
                </a:lnTo>
                <a:lnTo>
                  <a:pt x="12700" y="2143125"/>
                </a:lnTo>
                <a:lnTo>
                  <a:pt x="4835525" y="2143124"/>
                </a:lnTo>
                <a:lnTo>
                  <a:pt x="4835525" y="2149475"/>
                </a:lnTo>
                <a:close/>
              </a:path>
              <a:path w="4835525" h="2149475">
                <a:moveTo>
                  <a:pt x="12700" y="12699"/>
                </a:moveTo>
                <a:lnTo>
                  <a:pt x="6350" y="12699"/>
                </a:lnTo>
                <a:lnTo>
                  <a:pt x="12700" y="6349"/>
                </a:lnTo>
                <a:lnTo>
                  <a:pt x="12700" y="12699"/>
                </a:lnTo>
                <a:close/>
              </a:path>
              <a:path w="4835525" h="2149475">
                <a:moveTo>
                  <a:pt x="4822825" y="12699"/>
                </a:moveTo>
                <a:lnTo>
                  <a:pt x="12700" y="12699"/>
                </a:lnTo>
                <a:lnTo>
                  <a:pt x="12700" y="6349"/>
                </a:lnTo>
                <a:lnTo>
                  <a:pt x="4822825" y="6349"/>
                </a:lnTo>
                <a:lnTo>
                  <a:pt x="4822825" y="12699"/>
                </a:lnTo>
                <a:close/>
              </a:path>
              <a:path w="4835525" h="2149475">
                <a:moveTo>
                  <a:pt x="4822825" y="2143125"/>
                </a:moveTo>
                <a:lnTo>
                  <a:pt x="4822825" y="6349"/>
                </a:lnTo>
                <a:lnTo>
                  <a:pt x="4829175" y="12699"/>
                </a:lnTo>
                <a:lnTo>
                  <a:pt x="4835525" y="12699"/>
                </a:lnTo>
                <a:lnTo>
                  <a:pt x="4835525" y="2136775"/>
                </a:lnTo>
                <a:lnTo>
                  <a:pt x="4829175" y="2136775"/>
                </a:lnTo>
                <a:lnTo>
                  <a:pt x="4822825" y="2143125"/>
                </a:lnTo>
                <a:close/>
              </a:path>
              <a:path w="4835525" h="2149475">
                <a:moveTo>
                  <a:pt x="4835525" y="12699"/>
                </a:moveTo>
                <a:lnTo>
                  <a:pt x="4829175" y="12699"/>
                </a:lnTo>
                <a:lnTo>
                  <a:pt x="4822825" y="6349"/>
                </a:lnTo>
                <a:lnTo>
                  <a:pt x="4835525" y="6349"/>
                </a:lnTo>
                <a:lnTo>
                  <a:pt x="4835525" y="12699"/>
                </a:lnTo>
                <a:close/>
              </a:path>
              <a:path w="4835525" h="2149475">
                <a:moveTo>
                  <a:pt x="12700" y="2143125"/>
                </a:moveTo>
                <a:lnTo>
                  <a:pt x="6350" y="2136775"/>
                </a:lnTo>
                <a:lnTo>
                  <a:pt x="12700" y="2136775"/>
                </a:lnTo>
                <a:lnTo>
                  <a:pt x="12700" y="2143125"/>
                </a:lnTo>
                <a:close/>
              </a:path>
              <a:path w="4835525" h="2149475">
                <a:moveTo>
                  <a:pt x="4822825" y="2143125"/>
                </a:moveTo>
                <a:lnTo>
                  <a:pt x="12700" y="2143125"/>
                </a:lnTo>
                <a:lnTo>
                  <a:pt x="12700" y="2136775"/>
                </a:lnTo>
                <a:lnTo>
                  <a:pt x="4822825" y="2136775"/>
                </a:lnTo>
                <a:lnTo>
                  <a:pt x="4822825" y="2143125"/>
                </a:lnTo>
                <a:close/>
              </a:path>
              <a:path w="4835525" h="2149475">
                <a:moveTo>
                  <a:pt x="4835525" y="2143124"/>
                </a:moveTo>
                <a:lnTo>
                  <a:pt x="4822825" y="2143125"/>
                </a:lnTo>
                <a:lnTo>
                  <a:pt x="4829175" y="2136775"/>
                </a:lnTo>
                <a:lnTo>
                  <a:pt x="4835525" y="2136775"/>
                </a:lnTo>
                <a:lnTo>
                  <a:pt x="4835525" y="2143124"/>
                </a:lnTo>
                <a:close/>
              </a:path>
            </a:pathLst>
          </a:custGeom>
          <a:solidFill>
            <a:srgbClr val="5F95E6"/>
          </a:solidFill>
        </p:spPr>
        <p:txBody>
          <a:bodyPr wrap="square" lIns="0" tIns="0" rIns="0" bIns="0" rtlCol="0"/>
          <a:lstStyle/>
          <a:p>
            <a:endParaRPr/>
          </a:p>
        </p:txBody>
      </p:sp>
      <p:sp>
        <p:nvSpPr>
          <p:cNvPr id="4" name="object 4"/>
          <p:cNvSpPr txBox="1"/>
          <p:nvPr/>
        </p:nvSpPr>
        <p:spPr>
          <a:xfrm>
            <a:off x="1373339" y="1926031"/>
            <a:ext cx="839469" cy="268605"/>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Microsoft JhengHei"/>
                <a:cs typeface="Microsoft JhengHei"/>
              </a:rPr>
              <a:t>感知层</a:t>
            </a:r>
            <a:r>
              <a:rPr sz="1600" b="1" spc="-50" dirty="0">
                <a:latin typeface="Microsoft JhengHei"/>
                <a:cs typeface="Microsoft JhengHei"/>
              </a:rPr>
              <a:t>面</a:t>
            </a:r>
            <a:endParaRPr sz="1600">
              <a:latin typeface="Microsoft JhengHei"/>
              <a:cs typeface="Microsoft JhengHei"/>
            </a:endParaRPr>
          </a:p>
        </p:txBody>
      </p:sp>
      <p:sp>
        <p:nvSpPr>
          <p:cNvPr id="5" name="object 5"/>
          <p:cNvSpPr txBox="1"/>
          <p:nvPr/>
        </p:nvSpPr>
        <p:spPr>
          <a:xfrm>
            <a:off x="1348574" y="2169159"/>
            <a:ext cx="1521460" cy="1081405"/>
          </a:xfrm>
          <a:prstGeom prst="rect">
            <a:avLst/>
          </a:prstGeom>
        </p:spPr>
        <p:txBody>
          <a:bodyPr vert="horz" wrap="square" lIns="0" tIns="125095" rIns="0" bIns="0" rtlCol="0">
            <a:spAutoFit/>
          </a:bodyPr>
          <a:lstStyle/>
          <a:p>
            <a:pPr marL="289560" indent="-269875">
              <a:lnSpc>
                <a:spcPct val="100000"/>
              </a:lnSpc>
              <a:spcBef>
                <a:spcPts val="985"/>
              </a:spcBef>
              <a:buChar char="•"/>
              <a:tabLst>
                <a:tab pos="290195" algn="l"/>
              </a:tabLst>
            </a:pPr>
            <a:r>
              <a:rPr sz="1600" spc="-25" dirty="0">
                <a:latin typeface="宋体"/>
                <a:cs typeface="宋体"/>
              </a:rPr>
              <a:t>直接经验体验</a:t>
            </a:r>
            <a:endParaRPr sz="1600">
              <a:latin typeface="宋体"/>
              <a:cs typeface="宋体"/>
            </a:endParaRPr>
          </a:p>
          <a:p>
            <a:pPr marL="286385" indent="-269875">
              <a:lnSpc>
                <a:spcPct val="100000"/>
              </a:lnSpc>
              <a:spcBef>
                <a:spcPts val="890"/>
              </a:spcBef>
              <a:buChar char="•"/>
              <a:tabLst>
                <a:tab pos="287020" algn="l"/>
              </a:tabLst>
            </a:pPr>
            <a:r>
              <a:rPr sz="1600" spc="-25" dirty="0">
                <a:latin typeface="宋体"/>
                <a:cs typeface="宋体"/>
              </a:rPr>
              <a:t>现场感知记忆</a:t>
            </a:r>
            <a:endParaRPr sz="1600">
              <a:latin typeface="宋体"/>
              <a:cs typeface="宋体"/>
            </a:endParaRPr>
          </a:p>
          <a:p>
            <a:pPr marL="281940" indent="-269240">
              <a:lnSpc>
                <a:spcPct val="100000"/>
              </a:lnSpc>
              <a:spcBef>
                <a:spcPts val="775"/>
              </a:spcBef>
              <a:buChar char="•"/>
              <a:tabLst>
                <a:tab pos="281940" algn="l"/>
              </a:tabLst>
            </a:pPr>
            <a:r>
              <a:rPr sz="1600" spc="-30" dirty="0">
                <a:latin typeface="宋体"/>
                <a:cs typeface="宋体"/>
              </a:rPr>
              <a:t>身体化技能</a:t>
            </a:r>
            <a:endParaRPr sz="1600">
              <a:latin typeface="宋体"/>
              <a:cs typeface="宋体"/>
            </a:endParaRPr>
          </a:p>
        </p:txBody>
      </p:sp>
      <p:sp>
        <p:nvSpPr>
          <p:cNvPr id="6" name="object 6"/>
          <p:cNvSpPr txBox="1"/>
          <p:nvPr/>
        </p:nvSpPr>
        <p:spPr>
          <a:xfrm>
            <a:off x="2491739" y="1433144"/>
            <a:ext cx="1981835" cy="76136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Microsoft JhengHei"/>
                <a:cs typeface="Microsoft JhengHei"/>
              </a:rPr>
              <a:t>人的具身知识库</a:t>
            </a:r>
            <a:endParaRPr sz="1800">
              <a:latin typeface="Microsoft JhengHei"/>
              <a:cs typeface="Microsoft JhengHei"/>
            </a:endParaRPr>
          </a:p>
          <a:p>
            <a:pPr marL="1154430">
              <a:lnSpc>
                <a:spcPct val="100000"/>
              </a:lnSpc>
              <a:spcBef>
                <a:spcPts val="1710"/>
              </a:spcBef>
            </a:pPr>
            <a:r>
              <a:rPr sz="1600" b="1" spc="-10" dirty="0">
                <a:latin typeface="Microsoft JhengHei"/>
                <a:cs typeface="Microsoft JhengHei"/>
              </a:rPr>
              <a:t>情境层</a:t>
            </a:r>
            <a:r>
              <a:rPr sz="1600" b="1" spc="-50" dirty="0">
                <a:latin typeface="Microsoft JhengHei"/>
                <a:cs typeface="Microsoft JhengHei"/>
              </a:rPr>
              <a:t>面</a:t>
            </a:r>
            <a:endParaRPr sz="1600">
              <a:latin typeface="Microsoft JhengHei"/>
              <a:cs typeface="Microsoft JhengHei"/>
            </a:endParaRPr>
          </a:p>
        </p:txBody>
      </p:sp>
      <p:sp>
        <p:nvSpPr>
          <p:cNvPr id="7" name="object 7"/>
          <p:cNvSpPr txBox="1"/>
          <p:nvPr/>
        </p:nvSpPr>
        <p:spPr>
          <a:xfrm>
            <a:off x="3645611" y="2186508"/>
            <a:ext cx="1310005" cy="1058545"/>
          </a:xfrm>
          <a:prstGeom prst="rect">
            <a:avLst/>
          </a:prstGeom>
        </p:spPr>
        <p:txBody>
          <a:bodyPr vert="horz" wrap="square" lIns="0" tIns="107950" rIns="0" bIns="0" rtlCol="0">
            <a:spAutoFit/>
          </a:bodyPr>
          <a:lstStyle/>
          <a:p>
            <a:pPr marL="281940" indent="-269240">
              <a:lnSpc>
                <a:spcPct val="100000"/>
              </a:lnSpc>
              <a:spcBef>
                <a:spcPts val="850"/>
              </a:spcBef>
              <a:buChar char="•"/>
              <a:tabLst>
                <a:tab pos="281940" algn="l"/>
              </a:tabLst>
            </a:pPr>
            <a:r>
              <a:rPr sz="1600" spc="-30" dirty="0">
                <a:latin typeface="宋体"/>
                <a:cs typeface="宋体"/>
              </a:rPr>
              <a:t>场景化记忆</a:t>
            </a:r>
            <a:endParaRPr sz="1600">
              <a:latin typeface="宋体"/>
              <a:cs typeface="宋体"/>
            </a:endParaRPr>
          </a:p>
          <a:p>
            <a:pPr marL="285750" indent="-269240">
              <a:lnSpc>
                <a:spcPct val="100000"/>
              </a:lnSpc>
              <a:spcBef>
                <a:spcPts val="750"/>
              </a:spcBef>
              <a:buChar char="•"/>
              <a:tabLst>
                <a:tab pos="285750" algn="l"/>
              </a:tabLst>
            </a:pPr>
            <a:r>
              <a:rPr sz="1600" spc="-30" dirty="0">
                <a:latin typeface="宋体"/>
                <a:cs typeface="宋体"/>
              </a:rPr>
              <a:t>实践经验</a:t>
            </a:r>
            <a:endParaRPr sz="1600">
              <a:latin typeface="宋体"/>
              <a:cs typeface="宋体"/>
            </a:endParaRPr>
          </a:p>
          <a:p>
            <a:pPr marL="301625" indent="-269240">
              <a:lnSpc>
                <a:spcPct val="100000"/>
              </a:lnSpc>
              <a:spcBef>
                <a:spcPts val="875"/>
              </a:spcBef>
              <a:buChar char="•"/>
              <a:tabLst>
                <a:tab pos="301625" algn="l"/>
              </a:tabLst>
            </a:pPr>
            <a:r>
              <a:rPr sz="1600" spc="-30" dirty="0">
                <a:latin typeface="宋体"/>
                <a:cs typeface="宋体"/>
              </a:rPr>
              <a:t>情境智慧</a:t>
            </a:r>
            <a:endParaRPr sz="1600">
              <a:latin typeface="宋体"/>
              <a:cs typeface="宋体"/>
            </a:endParaRPr>
          </a:p>
        </p:txBody>
      </p:sp>
      <p:sp>
        <p:nvSpPr>
          <p:cNvPr id="8" name="object 8"/>
          <p:cNvSpPr/>
          <p:nvPr/>
        </p:nvSpPr>
        <p:spPr>
          <a:xfrm>
            <a:off x="6107709" y="1293583"/>
            <a:ext cx="5168900" cy="2169160"/>
          </a:xfrm>
          <a:custGeom>
            <a:avLst/>
            <a:gdLst/>
            <a:ahLst/>
            <a:cxnLst/>
            <a:rect l="l" t="t" r="r" b="b"/>
            <a:pathLst>
              <a:path w="5168900" h="2169160">
                <a:moveTo>
                  <a:pt x="5168900" y="2168601"/>
                </a:moveTo>
                <a:lnTo>
                  <a:pt x="0" y="2168601"/>
                </a:lnTo>
                <a:lnTo>
                  <a:pt x="0" y="0"/>
                </a:lnTo>
                <a:lnTo>
                  <a:pt x="5168900" y="0"/>
                </a:lnTo>
                <a:lnTo>
                  <a:pt x="5168900" y="6350"/>
                </a:lnTo>
                <a:lnTo>
                  <a:pt x="12700" y="6350"/>
                </a:lnTo>
                <a:lnTo>
                  <a:pt x="6350" y="12700"/>
                </a:lnTo>
                <a:lnTo>
                  <a:pt x="12700" y="12700"/>
                </a:lnTo>
                <a:lnTo>
                  <a:pt x="12700" y="2155901"/>
                </a:lnTo>
                <a:lnTo>
                  <a:pt x="6350" y="2155901"/>
                </a:lnTo>
                <a:lnTo>
                  <a:pt x="12700" y="2162251"/>
                </a:lnTo>
                <a:lnTo>
                  <a:pt x="5168900" y="2162251"/>
                </a:lnTo>
                <a:lnTo>
                  <a:pt x="5168900" y="2168601"/>
                </a:lnTo>
                <a:close/>
              </a:path>
              <a:path w="5168900" h="2169160">
                <a:moveTo>
                  <a:pt x="12700" y="12700"/>
                </a:moveTo>
                <a:lnTo>
                  <a:pt x="6350" y="12700"/>
                </a:lnTo>
                <a:lnTo>
                  <a:pt x="12700" y="6350"/>
                </a:lnTo>
                <a:lnTo>
                  <a:pt x="12700" y="12700"/>
                </a:lnTo>
                <a:close/>
              </a:path>
              <a:path w="5168900" h="2169160">
                <a:moveTo>
                  <a:pt x="5156200" y="12700"/>
                </a:moveTo>
                <a:lnTo>
                  <a:pt x="12700" y="12700"/>
                </a:lnTo>
                <a:lnTo>
                  <a:pt x="12700" y="6350"/>
                </a:lnTo>
                <a:lnTo>
                  <a:pt x="5156200" y="6350"/>
                </a:lnTo>
                <a:lnTo>
                  <a:pt x="5156200" y="12700"/>
                </a:lnTo>
                <a:close/>
              </a:path>
              <a:path w="5168900" h="2169160">
                <a:moveTo>
                  <a:pt x="5156200" y="2162251"/>
                </a:moveTo>
                <a:lnTo>
                  <a:pt x="5156200" y="6350"/>
                </a:lnTo>
                <a:lnTo>
                  <a:pt x="5162550" y="12700"/>
                </a:lnTo>
                <a:lnTo>
                  <a:pt x="5168900" y="12700"/>
                </a:lnTo>
                <a:lnTo>
                  <a:pt x="5168900" y="2155901"/>
                </a:lnTo>
                <a:lnTo>
                  <a:pt x="5162550" y="2155901"/>
                </a:lnTo>
                <a:lnTo>
                  <a:pt x="5156200" y="2162251"/>
                </a:lnTo>
                <a:close/>
              </a:path>
              <a:path w="5168900" h="2169160">
                <a:moveTo>
                  <a:pt x="5168900" y="12700"/>
                </a:moveTo>
                <a:lnTo>
                  <a:pt x="5162550" y="12700"/>
                </a:lnTo>
                <a:lnTo>
                  <a:pt x="5156200" y="6350"/>
                </a:lnTo>
                <a:lnTo>
                  <a:pt x="5168900" y="6350"/>
                </a:lnTo>
                <a:lnTo>
                  <a:pt x="5168900" y="12700"/>
                </a:lnTo>
                <a:close/>
              </a:path>
              <a:path w="5168900" h="2169160">
                <a:moveTo>
                  <a:pt x="12700" y="2162251"/>
                </a:moveTo>
                <a:lnTo>
                  <a:pt x="6350" y="2155901"/>
                </a:lnTo>
                <a:lnTo>
                  <a:pt x="12700" y="2155901"/>
                </a:lnTo>
                <a:lnTo>
                  <a:pt x="12700" y="2162251"/>
                </a:lnTo>
                <a:close/>
              </a:path>
              <a:path w="5168900" h="2169160">
                <a:moveTo>
                  <a:pt x="5156200" y="2162251"/>
                </a:moveTo>
                <a:lnTo>
                  <a:pt x="12700" y="2162251"/>
                </a:lnTo>
                <a:lnTo>
                  <a:pt x="12700" y="2155901"/>
                </a:lnTo>
                <a:lnTo>
                  <a:pt x="5156200" y="2155901"/>
                </a:lnTo>
                <a:lnTo>
                  <a:pt x="5156200" y="2162251"/>
                </a:lnTo>
                <a:close/>
              </a:path>
              <a:path w="5168900" h="2169160">
                <a:moveTo>
                  <a:pt x="5168900" y="2162251"/>
                </a:moveTo>
                <a:lnTo>
                  <a:pt x="5156200" y="2162251"/>
                </a:lnTo>
                <a:lnTo>
                  <a:pt x="5162550" y="2155901"/>
                </a:lnTo>
                <a:lnTo>
                  <a:pt x="5168900" y="2155901"/>
                </a:lnTo>
                <a:lnTo>
                  <a:pt x="5168900" y="2162251"/>
                </a:lnTo>
                <a:close/>
              </a:path>
            </a:pathLst>
          </a:custGeom>
          <a:solidFill>
            <a:srgbClr val="5F95E6"/>
          </a:solidFill>
        </p:spPr>
        <p:txBody>
          <a:bodyPr wrap="square" lIns="0" tIns="0" rIns="0" bIns="0" rtlCol="0"/>
          <a:lstStyle/>
          <a:p>
            <a:endParaRPr/>
          </a:p>
        </p:txBody>
      </p:sp>
      <p:sp>
        <p:nvSpPr>
          <p:cNvPr id="9" name="object 9"/>
          <p:cNvSpPr txBox="1"/>
          <p:nvPr/>
        </p:nvSpPr>
        <p:spPr>
          <a:xfrm>
            <a:off x="6735838" y="1815337"/>
            <a:ext cx="1111250" cy="1073785"/>
          </a:xfrm>
          <a:prstGeom prst="rect">
            <a:avLst/>
          </a:prstGeom>
        </p:spPr>
        <p:txBody>
          <a:bodyPr vert="horz" wrap="square" lIns="0" tIns="121920" rIns="0" bIns="0" rtlCol="0">
            <a:spAutoFit/>
          </a:bodyPr>
          <a:lstStyle/>
          <a:p>
            <a:pPr marL="26034">
              <a:lnSpc>
                <a:spcPct val="100000"/>
              </a:lnSpc>
              <a:spcBef>
                <a:spcPts val="960"/>
              </a:spcBef>
            </a:pPr>
            <a:r>
              <a:rPr sz="1600" b="1" spc="-10" dirty="0">
                <a:latin typeface="Microsoft JhengHei"/>
                <a:cs typeface="Microsoft JhengHei"/>
              </a:rPr>
              <a:t>数据层</a:t>
            </a:r>
            <a:r>
              <a:rPr sz="1600" b="1" spc="-50" dirty="0">
                <a:latin typeface="Microsoft JhengHei"/>
                <a:cs typeface="Microsoft JhengHei"/>
              </a:rPr>
              <a:t>面</a:t>
            </a:r>
            <a:endParaRPr sz="1600">
              <a:latin typeface="Microsoft JhengHei"/>
              <a:cs typeface="Microsoft JhengHei"/>
            </a:endParaRPr>
          </a:p>
          <a:p>
            <a:pPr marL="281940" indent="-269240">
              <a:lnSpc>
                <a:spcPct val="100000"/>
              </a:lnSpc>
              <a:spcBef>
                <a:spcPts val="855"/>
              </a:spcBef>
              <a:buChar char="•"/>
              <a:tabLst>
                <a:tab pos="281940" algn="l"/>
              </a:tabLst>
            </a:pPr>
            <a:r>
              <a:rPr sz="1600" spc="-30" dirty="0">
                <a:latin typeface="宋体"/>
                <a:cs typeface="宋体"/>
              </a:rPr>
              <a:t>文本信息</a:t>
            </a:r>
            <a:endParaRPr sz="1600">
              <a:latin typeface="宋体"/>
              <a:cs typeface="宋体"/>
            </a:endParaRPr>
          </a:p>
          <a:p>
            <a:pPr marL="285750" indent="-269875">
              <a:lnSpc>
                <a:spcPct val="100000"/>
              </a:lnSpc>
              <a:spcBef>
                <a:spcPts val="775"/>
              </a:spcBef>
              <a:buChar char="•"/>
              <a:tabLst>
                <a:tab pos="286385" algn="l"/>
              </a:tabLst>
            </a:pPr>
            <a:r>
              <a:rPr sz="1600" spc="-30" dirty="0">
                <a:latin typeface="宋体"/>
                <a:cs typeface="宋体"/>
              </a:rPr>
              <a:t>逻辑规则</a:t>
            </a:r>
            <a:endParaRPr sz="1600">
              <a:latin typeface="宋体"/>
              <a:cs typeface="宋体"/>
            </a:endParaRPr>
          </a:p>
        </p:txBody>
      </p:sp>
      <p:sp>
        <p:nvSpPr>
          <p:cNvPr id="10" name="object 10"/>
          <p:cNvSpPr txBox="1"/>
          <p:nvPr/>
        </p:nvSpPr>
        <p:spPr>
          <a:xfrm>
            <a:off x="6735724" y="2980220"/>
            <a:ext cx="1310640" cy="268605"/>
          </a:xfrm>
          <a:prstGeom prst="rect">
            <a:avLst/>
          </a:prstGeom>
        </p:spPr>
        <p:txBody>
          <a:bodyPr vert="horz" wrap="square" lIns="0" tIns="12065" rIns="0" bIns="0" rtlCol="0">
            <a:spAutoFit/>
          </a:bodyPr>
          <a:lstStyle/>
          <a:p>
            <a:pPr marL="281940" indent="-269875">
              <a:lnSpc>
                <a:spcPct val="100000"/>
              </a:lnSpc>
              <a:spcBef>
                <a:spcPts val="95"/>
              </a:spcBef>
              <a:buChar char="•"/>
              <a:tabLst>
                <a:tab pos="282575" algn="l"/>
              </a:tabLst>
            </a:pPr>
            <a:r>
              <a:rPr sz="1600" spc="-30" dirty="0">
                <a:latin typeface="宋体"/>
                <a:cs typeface="宋体"/>
              </a:rPr>
              <a:t>形式化知识</a:t>
            </a:r>
            <a:endParaRPr sz="1600">
              <a:latin typeface="宋体"/>
              <a:cs typeface="宋体"/>
            </a:endParaRPr>
          </a:p>
        </p:txBody>
      </p:sp>
      <p:sp>
        <p:nvSpPr>
          <p:cNvPr id="11" name="object 11"/>
          <p:cNvSpPr txBox="1"/>
          <p:nvPr/>
        </p:nvSpPr>
        <p:spPr>
          <a:xfrm>
            <a:off x="7981429" y="1434681"/>
            <a:ext cx="2410460" cy="1449070"/>
          </a:xfrm>
          <a:prstGeom prst="rect">
            <a:avLst/>
          </a:prstGeom>
        </p:spPr>
        <p:txBody>
          <a:bodyPr vert="horz" wrap="square" lIns="0" tIns="12700" rIns="0" bIns="0" rtlCol="0">
            <a:spAutoFit/>
          </a:bodyPr>
          <a:lstStyle/>
          <a:p>
            <a:pPr marL="12700">
              <a:lnSpc>
                <a:spcPct val="100000"/>
              </a:lnSpc>
              <a:spcBef>
                <a:spcPts val="100"/>
              </a:spcBef>
            </a:pPr>
            <a:r>
              <a:rPr sz="1800" b="1" spc="-70" dirty="0">
                <a:latin typeface="Microsoft JhengHei"/>
                <a:cs typeface="Microsoft JhengHei"/>
              </a:rPr>
              <a:t>AI</a:t>
            </a:r>
            <a:r>
              <a:rPr sz="1800" b="1" spc="-10" dirty="0">
                <a:latin typeface="Microsoft JhengHei"/>
                <a:cs typeface="Microsoft JhengHei"/>
              </a:rPr>
              <a:t>的形式知识库</a:t>
            </a:r>
            <a:endParaRPr sz="1800">
              <a:latin typeface="Microsoft JhengHei"/>
              <a:cs typeface="Microsoft JhengHei"/>
            </a:endParaRPr>
          </a:p>
          <a:p>
            <a:pPr marL="1267460">
              <a:lnSpc>
                <a:spcPct val="100000"/>
              </a:lnSpc>
              <a:spcBef>
                <a:spcPts val="1695"/>
              </a:spcBef>
            </a:pPr>
            <a:r>
              <a:rPr sz="1600" b="1" spc="-10" dirty="0">
                <a:latin typeface="Microsoft JhengHei"/>
                <a:cs typeface="Microsoft JhengHei"/>
              </a:rPr>
              <a:t>模式层</a:t>
            </a:r>
            <a:r>
              <a:rPr sz="1600" b="1" spc="-50" dirty="0">
                <a:latin typeface="Microsoft JhengHei"/>
                <a:cs typeface="Microsoft JhengHei"/>
              </a:rPr>
              <a:t>面</a:t>
            </a:r>
            <a:endParaRPr sz="1600">
              <a:latin typeface="Microsoft JhengHei"/>
              <a:cs typeface="Microsoft JhengHei"/>
            </a:endParaRPr>
          </a:p>
          <a:p>
            <a:pPr marL="1584960" indent="-269875">
              <a:lnSpc>
                <a:spcPct val="100000"/>
              </a:lnSpc>
              <a:spcBef>
                <a:spcPts val="890"/>
              </a:spcBef>
              <a:buChar char="•"/>
              <a:tabLst>
                <a:tab pos="1585595" algn="l"/>
              </a:tabLst>
            </a:pPr>
            <a:r>
              <a:rPr sz="1600" spc="-30" dirty="0">
                <a:latin typeface="宋体"/>
                <a:cs typeface="宋体"/>
              </a:rPr>
              <a:t>统计规律</a:t>
            </a:r>
            <a:endParaRPr sz="1600">
              <a:latin typeface="宋体"/>
              <a:cs typeface="宋体"/>
            </a:endParaRPr>
          </a:p>
          <a:p>
            <a:pPr marL="1578610" indent="-269875">
              <a:lnSpc>
                <a:spcPct val="100000"/>
              </a:lnSpc>
              <a:spcBef>
                <a:spcPts val="700"/>
              </a:spcBef>
              <a:buChar char="•"/>
              <a:tabLst>
                <a:tab pos="1579245" algn="l"/>
              </a:tabLst>
            </a:pPr>
            <a:r>
              <a:rPr sz="1600" spc="-30" dirty="0">
                <a:latin typeface="宋体"/>
                <a:cs typeface="宋体"/>
              </a:rPr>
              <a:t>关联模式</a:t>
            </a:r>
            <a:endParaRPr sz="1600">
              <a:latin typeface="宋体"/>
              <a:cs typeface="宋体"/>
            </a:endParaRPr>
          </a:p>
        </p:txBody>
      </p:sp>
      <p:sp>
        <p:nvSpPr>
          <p:cNvPr id="12" name="object 12"/>
          <p:cNvSpPr txBox="1"/>
          <p:nvPr/>
        </p:nvSpPr>
        <p:spPr>
          <a:xfrm>
            <a:off x="9278937" y="2949244"/>
            <a:ext cx="1106805" cy="268605"/>
          </a:xfrm>
          <a:prstGeom prst="rect">
            <a:avLst/>
          </a:prstGeom>
        </p:spPr>
        <p:txBody>
          <a:bodyPr vert="horz" wrap="square" lIns="0" tIns="12065" rIns="0" bIns="0" rtlCol="0">
            <a:spAutoFit/>
          </a:bodyPr>
          <a:lstStyle/>
          <a:p>
            <a:pPr marL="281940" indent="-269240">
              <a:lnSpc>
                <a:spcPct val="100000"/>
              </a:lnSpc>
              <a:spcBef>
                <a:spcPts val="95"/>
              </a:spcBef>
              <a:buChar char="•"/>
              <a:tabLst>
                <a:tab pos="281940" algn="l"/>
              </a:tabLst>
            </a:pPr>
            <a:r>
              <a:rPr sz="1600" spc="-30" dirty="0">
                <a:latin typeface="宋体"/>
                <a:cs typeface="宋体"/>
              </a:rPr>
              <a:t>抽象概念</a:t>
            </a:r>
            <a:endParaRPr sz="1600">
              <a:latin typeface="宋体"/>
              <a:cs typeface="宋体"/>
            </a:endParaRPr>
          </a:p>
        </p:txBody>
      </p:sp>
      <p:grpSp>
        <p:nvGrpSpPr>
          <p:cNvPr id="13" name="object 13"/>
          <p:cNvGrpSpPr/>
          <p:nvPr/>
        </p:nvGrpSpPr>
        <p:grpSpPr>
          <a:xfrm>
            <a:off x="832561" y="3665689"/>
            <a:ext cx="10462895" cy="2620010"/>
            <a:chOff x="832561" y="3665689"/>
            <a:chExt cx="10462895" cy="2620010"/>
          </a:xfrm>
        </p:grpSpPr>
        <p:sp>
          <p:nvSpPr>
            <p:cNvPr id="14" name="object 14"/>
            <p:cNvSpPr/>
            <p:nvPr/>
          </p:nvSpPr>
          <p:spPr>
            <a:xfrm>
              <a:off x="952538" y="3669499"/>
              <a:ext cx="10339705" cy="2599690"/>
            </a:xfrm>
            <a:custGeom>
              <a:avLst/>
              <a:gdLst/>
              <a:ahLst/>
              <a:cxnLst/>
              <a:rect l="l" t="t" r="r" b="b"/>
              <a:pathLst>
                <a:path w="10339705" h="2599690">
                  <a:moveTo>
                    <a:pt x="0" y="0"/>
                  </a:moveTo>
                  <a:lnTo>
                    <a:pt x="10325100" y="0"/>
                  </a:lnTo>
                </a:path>
                <a:path w="10339705" h="2599690">
                  <a:moveTo>
                    <a:pt x="10339082" y="8864"/>
                  </a:moveTo>
                  <a:lnTo>
                    <a:pt x="10339082" y="2599664"/>
                  </a:lnTo>
                </a:path>
              </a:pathLst>
            </a:custGeom>
            <a:ln w="7620">
              <a:solidFill>
                <a:srgbClr val="5F95E6"/>
              </a:solidFill>
              <a:prstDash val="sysDash"/>
            </a:ln>
          </p:spPr>
          <p:txBody>
            <a:bodyPr wrap="square" lIns="0" tIns="0" rIns="0" bIns="0" rtlCol="0"/>
            <a:lstStyle/>
            <a:p>
              <a:endParaRPr/>
            </a:p>
          </p:txBody>
        </p:sp>
        <p:sp>
          <p:nvSpPr>
            <p:cNvPr id="15" name="object 15"/>
            <p:cNvSpPr/>
            <p:nvPr/>
          </p:nvSpPr>
          <p:spPr>
            <a:xfrm>
              <a:off x="849706" y="6281889"/>
              <a:ext cx="10431780" cy="0"/>
            </a:xfrm>
            <a:custGeom>
              <a:avLst/>
              <a:gdLst/>
              <a:ahLst/>
              <a:cxnLst/>
              <a:rect l="l" t="t" r="r" b="b"/>
              <a:pathLst>
                <a:path w="10431780">
                  <a:moveTo>
                    <a:pt x="0" y="0"/>
                  </a:moveTo>
                  <a:lnTo>
                    <a:pt x="10431780" y="0"/>
                  </a:lnTo>
                </a:path>
              </a:pathLst>
            </a:custGeom>
            <a:ln w="7620">
              <a:solidFill>
                <a:srgbClr val="5F95E6"/>
              </a:solidFill>
              <a:prstDash val="sysDash"/>
            </a:ln>
          </p:spPr>
          <p:txBody>
            <a:bodyPr wrap="square" lIns="0" tIns="0" rIns="0" bIns="0" rtlCol="0"/>
            <a:lstStyle/>
            <a:p>
              <a:endParaRPr/>
            </a:p>
          </p:txBody>
        </p:sp>
        <p:sp>
          <p:nvSpPr>
            <p:cNvPr id="16" name="object 16"/>
            <p:cNvSpPr/>
            <p:nvPr/>
          </p:nvSpPr>
          <p:spPr>
            <a:xfrm>
              <a:off x="836371" y="3681564"/>
              <a:ext cx="0" cy="2590800"/>
            </a:xfrm>
            <a:custGeom>
              <a:avLst/>
              <a:gdLst/>
              <a:ahLst/>
              <a:cxnLst/>
              <a:rect l="l" t="t" r="r" b="b"/>
              <a:pathLst>
                <a:path h="2590800">
                  <a:moveTo>
                    <a:pt x="0" y="0"/>
                  </a:moveTo>
                  <a:lnTo>
                    <a:pt x="0" y="2590800"/>
                  </a:lnTo>
                </a:path>
              </a:pathLst>
            </a:custGeom>
            <a:ln w="7620">
              <a:solidFill>
                <a:srgbClr val="5F95E6"/>
              </a:solidFill>
              <a:prstDash val="sysDash"/>
            </a:ln>
          </p:spPr>
          <p:txBody>
            <a:bodyPr wrap="square" lIns="0" tIns="0" rIns="0" bIns="0" rtlCol="0"/>
            <a:lstStyle/>
            <a:p>
              <a:endParaRPr/>
            </a:p>
          </p:txBody>
        </p:sp>
        <p:sp>
          <p:nvSpPr>
            <p:cNvPr id="17" name="object 17"/>
            <p:cNvSpPr/>
            <p:nvPr/>
          </p:nvSpPr>
          <p:spPr>
            <a:xfrm>
              <a:off x="847166" y="3665689"/>
              <a:ext cx="83820" cy="7620"/>
            </a:xfrm>
            <a:custGeom>
              <a:avLst/>
              <a:gdLst/>
              <a:ahLst/>
              <a:cxnLst/>
              <a:rect l="l" t="t" r="r" b="b"/>
              <a:pathLst>
                <a:path w="83819" h="7620">
                  <a:moveTo>
                    <a:pt x="30480" y="0"/>
                  </a:moveTo>
                  <a:lnTo>
                    <a:pt x="0" y="0"/>
                  </a:lnTo>
                  <a:lnTo>
                    <a:pt x="0" y="7620"/>
                  </a:lnTo>
                  <a:lnTo>
                    <a:pt x="30480" y="7620"/>
                  </a:lnTo>
                  <a:lnTo>
                    <a:pt x="30480" y="0"/>
                  </a:lnTo>
                  <a:close/>
                </a:path>
                <a:path w="83819" h="7620">
                  <a:moveTo>
                    <a:pt x="83820" y="0"/>
                  </a:moveTo>
                  <a:lnTo>
                    <a:pt x="53340" y="0"/>
                  </a:lnTo>
                  <a:lnTo>
                    <a:pt x="53340" y="7620"/>
                  </a:lnTo>
                  <a:lnTo>
                    <a:pt x="83820" y="7620"/>
                  </a:lnTo>
                  <a:lnTo>
                    <a:pt x="83820" y="0"/>
                  </a:lnTo>
                  <a:close/>
                </a:path>
              </a:pathLst>
            </a:custGeom>
            <a:solidFill>
              <a:srgbClr val="5F95E6"/>
            </a:solidFill>
          </p:spPr>
          <p:txBody>
            <a:bodyPr wrap="square" lIns="0" tIns="0" rIns="0" bIns="0" rtlCol="0"/>
            <a:lstStyle/>
            <a:p>
              <a:endParaRPr/>
            </a:p>
          </p:txBody>
        </p:sp>
      </p:grpSp>
      <p:sp>
        <p:nvSpPr>
          <p:cNvPr id="18" name="object 18"/>
          <p:cNvSpPr txBox="1"/>
          <p:nvPr/>
        </p:nvSpPr>
        <p:spPr>
          <a:xfrm>
            <a:off x="1011783" y="4121505"/>
            <a:ext cx="3333115" cy="1487170"/>
          </a:xfrm>
          <a:prstGeom prst="rect">
            <a:avLst/>
          </a:prstGeom>
        </p:spPr>
        <p:txBody>
          <a:bodyPr vert="horz" wrap="square" lIns="0" tIns="123189" rIns="0" bIns="0" rtlCol="0">
            <a:spAutoFit/>
          </a:bodyPr>
          <a:lstStyle/>
          <a:p>
            <a:pPr marL="52069">
              <a:lnSpc>
                <a:spcPct val="100000"/>
              </a:lnSpc>
              <a:spcBef>
                <a:spcPts val="969"/>
              </a:spcBef>
            </a:pPr>
            <a:r>
              <a:rPr sz="1600" b="1" dirty="0">
                <a:latin typeface="Microsoft JhengHei"/>
                <a:cs typeface="Microsoft JhengHei"/>
              </a:rPr>
              <a:t>1</a:t>
            </a:r>
            <a:r>
              <a:rPr sz="1600" b="1" spc="5" dirty="0">
                <a:latin typeface="Microsoft JhengHei"/>
                <a:cs typeface="Microsoft JhengHei"/>
              </a:rPr>
              <a:t>. 具身经验激活</a:t>
            </a:r>
            <a:endParaRPr sz="1600">
              <a:latin typeface="Microsoft JhengHei"/>
              <a:cs typeface="Microsoft JhengHei"/>
            </a:endParaRPr>
          </a:p>
          <a:p>
            <a:pPr marL="12700" marR="5080">
              <a:lnSpc>
                <a:spcPct val="100000"/>
              </a:lnSpc>
              <a:spcBef>
                <a:spcPts val="869"/>
              </a:spcBef>
              <a:buChar char="•"/>
              <a:tabLst>
                <a:tab pos="281940" algn="l"/>
              </a:tabLst>
            </a:pPr>
            <a:r>
              <a:rPr sz="1600" spc="-20" dirty="0">
                <a:latin typeface="宋体"/>
                <a:cs typeface="宋体"/>
              </a:rPr>
              <a:t>场景回溯：通过</a:t>
            </a:r>
            <a:r>
              <a:rPr sz="1600" spc="-40" dirty="0">
                <a:latin typeface="宋体"/>
                <a:cs typeface="宋体"/>
              </a:rPr>
              <a:t>AI</a:t>
            </a:r>
            <a:r>
              <a:rPr sz="1600" spc="-25" dirty="0">
                <a:latin typeface="宋体"/>
                <a:cs typeface="宋体"/>
              </a:rPr>
              <a:t>提问触发具体经</a:t>
            </a:r>
            <a:r>
              <a:rPr sz="1600" spc="-35" dirty="0">
                <a:latin typeface="宋体"/>
                <a:cs typeface="宋体"/>
              </a:rPr>
              <a:t>验回忆</a:t>
            </a:r>
            <a:endParaRPr sz="1600">
              <a:latin typeface="宋体"/>
              <a:cs typeface="宋体"/>
            </a:endParaRPr>
          </a:p>
          <a:p>
            <a:pPr marL="12700" marR="199390">
              <a:lnSpc>
                <a:spcPct val="100000"/>
              </a:lnSpc>
              <a:spcBef>
                <a:spcPts val="170"/>
              </a:spcBef>
              <a:buChar char="•"/>
              <a:tabLst>
                <a:tab pos="281940" algn="l"/>
              </a:tabLst>
            </a:pPr>
            <a:r>
              <a:rPr sz="1600" spc="-25" dirty="0">
                <a:latin typeface="宋体"/>
                <a:cs typeface="宋体"/>
              </a:rPr>
              <a:t>感知唤醒：引导关注身体感觉和</a:t>
            </a:r>
            <a:r>
              <a:rPr sz="1600" spc="-30" dirty="0">
                <a:latin typeface="宋体"/>
                <a:cs typeface="宋体"/>
              </a:rPr>
              <a:t>情境感受</a:t>
            </a:r>
            <a:endParaRPr sz="1600">
              <a:latin typeface="宋体"/>
              <a:cs typeface="宋体"/>
            </a:endParaRPr>
          </a:p>
        </p:txBody>
      </p:sp>
      <p:sp>
        <p:nvSpPr>
          <p:cNvPr id="19" name="object 19"/>
          <p:cNvSpPr txBox="1"/>
          <p:nvPr/>
        </p:nvSpPr>
        <p:spPr>
          <a:xfrm>
            <a:off x="4827701" y="3808450"/>
            <a:ext cx="3150870" cy="1565275"/>
          </a:xfrm>
          <a:prstGeom prst="rect">
            <a:avLst/>
          </a:prstGeom>
        </p:spPr>
        <p:txBody>
          <a:bodyPr vert="horz" wrap="square" lIns="0" tIns="12700" rIns="0" bIns="0" rtlCol="0">
            <a:spAutoFit/>
          </a:bodyPr>
          <a:lstStyle/>
          <a:p>
            <a:pPr marL="261620">
              <a:lnSpc>
                <a:spcPct val="100000"/>
              </a:lnSpc>
              <a:spcBef>
                <a:spcPts val="100"/>
              </a:spcBef>
            </a:pPr>
            <a:r>
              <a:rPr sz="1800" b="1" spc="-10" dirty="0">
                <a:latin typeface="Microsoft JhengHei"/>
                <a:cs typeface="Microsoft JhengHei"/>
              </a:rPr>
              <a:t>知识唤醒桥接机制</a:t>
            </a:r>
            <a:endParaRPr sz="1800">
              <a:latin typeface="Microsoft JhengHei"/>
              <a:cs typeface="Microsoft JhengHei"/>
            </a:endParaRPr>
          </a:p>
          <a:p>
            <a:pPr marL="24130">
              <a:lnSpc>
                <a:spcPct val="100000"/>
              </a:lnSpc>
              <a:spcBef>
                <a:spcPts val="1350"/>
              </a:spcBef>
            </a:pPr>
            <a:r>
              <a:rPr sz="1600" b="1" dirty="0">
                <a:latin typeface="Microsoft JhengHei"/>
                <a:cs typeface="Microsoft JhengHei"/>
              </a:rPr>
              <a:t>2</a:t>
            </a:r>
            <a:r>
              <a:rPr sz="1600" b="1" spc="10" dirty="0">
                <a:latin typeface="Microsoft JhengHei"/>
                <a:cs typeface="Microsoft JhengHei"/>
              </a:rPr>
              <a:t>. 形式化转换</a:t>
            </a:r>
            <a:endParaRPr sz="1600">
              <a:latin typeface="Microsoft JhengHei"/>
              <a:cs typeface="Microsoft JhengHei"/>
            </a:endParaRPr>
          </a:p>
          <a:p>
            <a:pPr marL="12700" marR="17145">
              <a:lnSpc>
                <a:spcPct val="100000"/>
              </a:lnSpc>
              <a:spcBef>
                <a:spcPts val="710"/>
              </a:spcBef>
              <a:buChar char="•"/>
              <a:tabLst>
                <a:tab pos="281940" algn="l"/>
              </a:tabLst>
            </a:pPr>
            <a:r>
              <a:rPr sz="1600" spc="-25" dirty="0">
                <a:latin typeface="宋体"/>
                <a:cs typeface="宋体"/>
              </a:rPr>
              <a:t>经验描述：将具身体验转化为清</a:t>
            </a:r>
            <a:r>
              <a:rPr sz="1600" spc="-35" dirty="0">
                <a:latin typeface="宋体"/>
                <a:cs typeface="宋体"/>
              </a:rPr>
              <a:t>晰表达</a:t>
            </a:r>
            <a:endParaRPr sz="1600">
              <a:latin typeface="宋体"/>
              <a:cs typeface="宋体"/>
            </a:endParaRPr>
          </a:p>
          <a:p>
            <a:pPr marL="294005" indent="-269875">
              <a:lnSpc>
                <a:spcPct val="100000"/>
              </a:lnSpc>
              <a:spcBef>
                <a:spcPts val="220"/>
              </a:spcBef>
              <a:buChar char="•"/>
              <a:tabLst>
                <a:tab pos="294005" algn="l"/>
              </a:tabLst>
            </a:pPr>
            <a:r>
              <a:rPr sz="1600" spc="-25" dirty="0">
                <a:latin typeface="宋体"/>
                <a:cs typeface="宋体"/>
              </a:rPr>
              <a:t>结构化：建立经验与概念的连接</a:t>
            </a:r>
            <a:endParaRPr sz="1600">
              <a:latin typeface="宋体"/>
              <a:cs typeface="宋体"/>
            </a:endParaRPr>
          </a:p>
        </p:txBody>
      </p:sp>
      <p:sp>
        <p:nvSpPr>
          <p:cNvPr id="20" name="object 20"/>
          <p:cNvSpPr txBox="1"/>
          <p:nvPr/>
        </p:nvSpPr>
        <p:spPr>
          <a:xfrm>
            <a:off x="8292465" y="4067314"/>
            <a:ext cx="2935605" cy="791210"/>
          </a:xfrm>
          <a:prstGeom prst="rect">
            <a:avLst/>
          </a:prstGeom>
        </p:spPr>
        <p:txBody>
          <a:bodyPr vert="horz" wrap="square" lIns="0" tIns="151765" rIns="0" bIns="0" rtlCol="0">
            <a:spAutoFit/>
          </a:bodyPr>
          <a:lstStyle/>
          <a:p>
            <a:pPr marL="81280">
              <a:lnSpc>
                <a:spcPct val="100000"/>
              </a:lnSpc>
              <a:spcBef>
                <a:spcPts val="1195"/>
              </a:spcBef>
            </a:pPr>
            <a:r>
              <a:rPr sz="1600" b="1" dirty="0">
                <a:latin typeface="Microsoft JhengHei"/>
                <a:cs typeface="Microsoft JhengHei"/>
              </a:rPr>
              <a:t>3</a:t>
            </a:r>
            <a:r>
              <a:rPr sz="1600" b="1" spc="100" dirty="0">
                <a:latin typeface="Microsoft JhengHei"/>
                <a:cs typeface="Microsoft JhengHei"/>
              </a:rPr>
              <a:t>. </a:t>
            </a:r>
            <a:r>
              <a:rPr sz="1600" b="1" spc="-65" dirty="0">
                <a:latin typeface="Microsoft JhengHei"/>
                <a:cs typeface="Microsoft JhengHei"/>
              </a:rPr>
              <a:t>AI</a:t>
            </a:r>
            <a:r>
              <a:rPr sz="1600" b="1" spc="-20" dirty="0">
                <a:latin typeface="Microsoft JhengHei"/>
                <a:cs typeface="Microsoft JhengHei"/>
              </a:rPr>
              <a:t>增强整合</a:t>
            </a:r>
            <a:endParaRPr sz="1600">
              <a:latin typeface="Microsoft JhengHei"/>
              <a:cs typeface="Microsoft JhengHei"/>
            </a:endParaRPr>
          </a:p>
          <a:p>
            <a:pPr marL="281940" indent="-269240">
              <a:lnSpc>
                <a:spcPct val="100000"/>
              </a:lnSpc>
              <a:spcBef>
                <a:spcPts val="1095"/>
              </a:spcBef>
              <a:buChar char="•"/>
              <a:tabLst>
                <a:tab pos="281940" algn="l"/>
              </a:tabLst>
            </a:pPr>
            <a:r>
              <a:rPr sz="1600" spc="-25" dirty="0">
                <a:latin typeface="宋体"/>
                <a:cs typeface="宋体"/>
              </a:rPr>
              <a:t>知识扩充：补充相关形式知识</a:t>
            </a:r>
            <a:endParaRPr sz="1600">
              <a:latin typeface="宋体"/>
              <a:cs typeface="宋体"/>
            </a:endParaRPr>
          </a:p>
        </p:txBody>
      </p:sp>
      <p:sp>
        <p:nvSpPr>
          <p:cNvPr id="21" name="object 21"/>
          <p:cNvSpPr txBox="1"/>
          <p:nvPr/>
        </p:nvSpPr>
        <p:spPr>
          <a:xfrm>
            <a:off x="8299450" y="5146586"/>
            <a:ext cx="2935605" cy="268605"/>
          </a:xfrm>
          <a:prstGeom prst="rect">
            <a:avLst/>
          </a:prstGeom>
        </p:spPr>
        <p:txBody>
          <a:bodyPr vert="horz" wrap="square" lIns="0" tIns="12065" rIns="0" bIns="0" rtlCol="0">
            <a:spAutoFit/>
          </a:bodyPr>
          <a:lstStyle/>
          <a:p>
            <a:pPr marL="281940" indent="-269240">
              <a:lnSpc>
                <a:spcPct val="100000"/>
              </a:lnSpc>
              <a:spcBef>
                <a:spcPts val="95"/>
              </a:spcBef>
              <a:buChar char="•"/>
              <a:tabLst>
                <a:tab pos="281940" algn="l"/>
              </a:tabLst>
            </a:pPr>
            <a:r>
              <a:rPr sz="1600" spc="-25" dirty="0">
                <a:latin typeface="宋体"/>
                <a:cs typeface="宋体"/>
              </a:rPr>
              <a:t>模式识别：发现更深层的联系</a:t>
            </a:r>
            <a:endParaRPr sz="1600">
              <a:latin typeface="宋体"/>
              <a:cs typeface="宋体"/>
            </a:endParaRPr>
          </a:p>
        </p:txBody>
      </p:sp>
      <p:sp>
        <p:nvSpPr>
          <p:cNvPr id="22" name="object 22"/>
          <p:cNvSpPr/>
          <p:nvPr/>
        </p:nvSpPr>
        <p:spPr>
          <a:xfrm>
            <a:off x="1068743" y="5277332"/>
            <a:ext cx="9991090" cy="803910"/>
          </a:xfrm>
          <a:custGeom>
            <a:avLst/>
            <a:gdLst/>
            <a:ahLst/>
            <a:cxnLst/>
            <a:rect l="l" t="t" r="r" b="b"/>
            <a:pathLst>
              <a:path w="9991090" h="803910">
                <a:moveTo>
                  <a:pt x="9990569" y="803808"/>
                </a:moveTo>
                <a:lnTo>
                  <a:pt x="0" y="803808"/>
                </a:lnTo>
                <a:lnTo>
                  <a:pt x="0" y="0"/>
                </a:lnTo>
                <a:lnTo>
                  <a:pt x="9932492" y="0"/>
                </a:lnTo>
                <a:lnTo>
                  <a:pt x="9990569" y="0"/>
                </a:lnTo>
                <a:lnTo>
                  <a:pt x="9990569" y="803808"/>
                </a:lnTo>
                <a:close/>
              </a:path>
            </a:pathLst>
          </a:custGeom>
          <a:solidFill>
            <a:srgbClr val="FFFFFF">
              <a:alpha val="10198"/>
            </a:srgbClr>
          </a:solidFill>
        </p:spPr>
        <p:txBody>
          <a:bodyPr wrap="square" lIns="0" tIns="0" rIns="0" bIns="0" rtlCol="0"/>
          <a:lstStyle/>
          <a:p>
            <a:endParaRPr/>
          </a:p>
        </p:txBody>
      </p:sp>
      <p:sp>
        <p:nvSpPr>
          <p:cNvPr id="23" name="object 23"/>
          <p:cNvSpPr txBox="1"/>
          <p:nvPr/>
        </p:nvSpPr>
        <p:spPr>
          <a:xfrm>
            <a:off x="2491663" y="5492622"/>
            <a:ext cx="6518275" cy="696595"/>
          </a:xfrm>
          <a:prstGeom prst="rect">
            <a:avLst/>
          </a:prstGeom>
        </p:spPr>
        <p:txBody>
          <a:bodyPr vert="horz" wrap="square" lIns="0" tIns="104139" rIns="0" bIns="0" rtlCol="0">
            <a:spAutoFit/>
          </a:bodyPr>
          <a:lstStyle/>
          <a:p>
            <a:pPr marL="2040255">
              <a:lnSpc>
                <a:spcPct val="100000"/>
              </a:lnSpc>
              <a:spcBef>
                <a:spcPts val="819"/>
              </a:spcBef>
            </a:pPr>
            <a:r>
              <a:rPr sz="1600" b="1" spc="-10" dirty="0">
                <a:latin typeface="Microsoft JhengHei"/>
                <a:cs typeface="Microsoft JhengHei"/>
              </a:rPr>
              <a:t>最终输出：融合具身性的高质量内</a:t>
            </a:r>
            <a:r>
              <a:rPr sz="1600" b="1" spc="-50" dirty="0">
                <a:latin typeface="Microsoft JhengHei"/>
                <a:cs typeface="Microsoft JhengHei"/>
              </a:rPr>
              <a:t>容</a:t>
            </a:r>
            <a:endParaRPr sz="1600">
              <a:latin typeface="Microsoft JhengHei"/>
              <a:cs typeface="Microsoft JhengHei"/>
            </a:endParaRPr>
          </a:p>
          <a:p>
            <a:pPr marL="12700">
              <a:lnSpc>
                <a:spcPct val="100000"/>
              </a:lnSpc>
              <a:spcBef>
                <a:spcPts val="725"/>
              </a:spcBef>
            </a:pPr>
            <a:r>
              <a:rPr sz="1600" spc="-20" dirty="0">
                <a:latin typeface="宋体"/>
                <a:cs typeface="宋体"/>
              </a:rPr>
              <a:t>将人的具身经验与</a:t>
            </a:r>
            <a:r>
              <a:rPr sz="1600" spc="-40" dirty="0">
                <a:latin typeface="宋体"/>
                <a:cs typeface="宋体"/>
              </a:rPr>
              <a:t>AI</a:t>
            </a:r>
            <a:r>
              <a:rPr sz="1600" spc="-20" dirty="0">
                <a:latin typeface="宋体"/>
                <a:cs typeface="宋体"/>
              </a:rPr>
              <a:t>的形式知识有机结合，产生既有深度又有温度的内</a:t>
            </a:r>
            <a:r>
              <a:rPr sz="1600" spc="-50" dirty="0">
                <a:latin typeface="宋体"/>
                <a:cs typeface="宋体"/>
              </a:rPr>
              <a:t>容</a:t>
            </a:r>
            <a:endParaRPr sz="1600">
              <a:latin typeface="宋体"/>
              <a:cs typeface="宋体"/>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854" y="234314"/>
            <a:ext cx="5490845" cy="634365"/>
          </a:xfrm>
          <a:prstGeom prst="rect">
            <a:avLst/>
          </a:prstGeom>
        </p:spPr>
        <p:txBody>
          <a:bodyPr vert="horz" wrap="square" lIns="0" tIns="12065" rIns="0" bIns="0" rtlCol="0">
            <a:spAutoFit/>
          </a:bodyPr>
          <a:lstStyle/>
          <a:p>
            <a:pPr marL="12700">
              <a:lnSpc>
                <a:spcPct val="100000"/>
              </a:lnSpc>
              <a:spcBef>
                <a:spcPts val="95"/>
              </a:spcBef>
            </a:pPr>
            <a:r>
              <a:rPr sz="4000" spc="280" dirty="0">
                <a:latin typeface="Arial"/>
                <a:cs typeface="Arial"/>
              </a:rPr>
              <a:t>AI</a:t>
            </a:r>
            <a:r>
              <a:rPr sz="4000" spc="270" dirty="0"/>
              <a:t>使用层次与突破路</a:t>
            </a:r>
            <a:r>
              <a:rPr sz="4000" spc="-50" dirty="0"/>
              <a:t>径</a:t>
            </a:r>
            <a:endParaRPr sz="4000">
              <a:latin typeface="Arial"/>
              <a:cs typeface="Arial"/>
            </a:endParaRPr>
          </a:p>
        </p:txBody>
      </p:sp>
      <p:sp>
        <p:nvSpPr>
          <p:cNvPr id="3" name="object 3"/>
          <p:cNvSpPr/>
          <p:nvPr/>
        </p:nvSpPr>
        <p:spPr>
          <a:xfrm>
            <a:off x="5082019" y="4422013"/>
            <a:ext cx="6394450" cy="1045844"/>
          </a:xfrm>
          <a:custGeom>
            <a:avLst/>
            <a:gdLst/>
            <a:ahLst/>
            <a:cxnLst/>
            <a:rect l="l" t="t" r="r" b="b"/>
            <a:pathLst>
              <a:path w="6394450" h="1045845">
                <a:moveTo>
                  <a:pt x="6394221" y="1045654"/>
                </a:moveTo>
                <a:lnTo>
                  <a:pt x="6392659" y="1044143"/>
                </a:lnTo>
                <a:lnTo>
                  <a:pt x="6383337" y="1035050"/>
                </a:lnTo>
                <a:lnTo>
                  <a:pt x="5332857" y="10604"/>
                </a:lnTo>
                <a:lnTo>
                  <a:pt x="5331307" y="9093"/>
                </a:lnTo>
                <a:lnTo>
                  <a:pt x="5321986" y="0"/>
                </a:lnTo>
                <a:lnTo>
                  <a:pt x="1072235" y="0"/>
                </a:lnTo>
                <a:lnTo>
                  <a:pt x="0" y="1045654"/>
                </a:lnTo>
                <a:lnTo>
                  <a:pt x="6394221" y="1045654"/>
                </a:lnTo>
                <a:close/>
              </a:path>
            </a:pathLst>
          </a:custGeom>
          <a:solidFill>
            <a:srgbClr val="DFEAF9"/>
          </a:solidFill>
        </p:spPr>
        <p:txBody>
          <a:bodyPr wrap="square" lIns="0" tIns="0" rIns="0" bIns="0" rtlCol="0"/>
          <a:lstStyle/>
          <a:p>
            <a:endParaRPr/>
          </a:p>
        </p:txBody>
      </p:sp>
      <p:sp>
        <p:nvSpPr>
          <p:cNvPr id="4" name="object 4"/>
          <p:cNvSpPr txBox="1"/>
          <p:nvPr/>
        </p:nvSpPr>
        <p:spPr>
          <a:xfrm>
            <a:off x="6995426" y="4556028"/>
            <a:ext cx="2705735" cy="687070"/>
          </a:xfrm>
          <a:prstGeom prst="rect">
            <a:avLst/>
          </a:prstGeom>
        </p:spPr>
        <p:txBody>
          <a:bodyPr vert="horz" wrap="square" lIns="0" tIns="120650" rIns="0" bIns="0" rtlCol="0">
            <a:spAutoFit/>
          </a:bodyPr>
          <a:lstStyle/>
          <a:p>
            <a:pPr marL="763270">
              <a:lnSpc>
                <a:spcPct val="100000"/>
              </a:lnSpc>
              <a:spcBef>
                <a:spcPts val="950"/>
              </a:spcBef>
            </a:pPr>
            <a:r>
              <a:rPr sz="1600" spc="-20" dirty="0">
                <a:solidFill>
                  <a:srgbClr val="333333"/>
                </a:solidFill>
                <a:latin typeface="宋体"/>
                <a:cs typeface="宋体"/>
              </a:rPr>
              <a:t>基础使用</a:t>
            </a:r>
            <a:r>
              <a:rPr sz="1600" spc="-50" dirty="0">
                <a:solidFill>
                  <a:srgbClr val="333333"/>
                </a:solidFill>
                <a:latin typeface="宋体"/>
                <a:cs typeface="宋体"/>
              </a:rPr>
              <a:t>层</a:t>
            </a:r>
            <a:endParaRPr sz="1600">
              <a:latin typeface="宋体"/>
              <a:cs typeface="宋体"/>
            </a:endParaRPr>
          </a:p>
          <a:p>
            <a:pPr marL="12700">
              <a:lnSpc>
                <a:spcPct val="100000"/>
              </a:lnSpc>
              <a:spcBef>
                <a:spcPts val="755"/>
              </a:spcBef>
            </a:pPr>
            <a:r>
              <a:rPr sz="1400" spc="-95" dirty="0">
                <a:solidFill>
                  <a:srgbClr val="666666"/>
                </a:solidFill>
                <a:latin typeface="宋体"/>
                <a:cs typeface="宋体"/>
              </a:rPr>
              <a:t>单一任务 / 简单提示词 / 被动应用</a:t>
            </a:r>
            <a:endParaRPr sz="1400">
              <a:latin typeface="宋体"/>
              <a:cs typeface="宋体"/>
            </a:endParaRPr>
          </a:p>
        </p:txBody>
      </p:sp>
      <p:sp>
        <p:nvSpPr>
          <p:cNvPr id="5" name="object 5"/>
          <p:cNvSpPr/>
          <p:nvPr/>
        </p:nvSpPr>
        <p:spPr>
          <a:xfrm>
            <a:off x="6143383" y="3386962"/>
            <a:ext cx="4271645" cy="1045844"/>
          </a:xfrm>
          <a:custGeom>
            <a:avLst/>
            <a:gdLst/>
            <a:ahLst/>
            <a:cxnLst/>
            <a:rect l="l" t="t" r="r" b="b"/>
            <a:pathLst>
              <a:path w="4271645" h="1045845">
                <a:moveTo>
                  <a:pt x="4271492" y="1045654"/>
                </a:moveTo>
                <a:lnTo>
                  <a:pt x="4269930" y="1044143"/>
                </a:lnTo>
                <a:lnTo>
                  <a:pt x="4260608" y="1035050"/>
                </a:lnTo>
                <a:lnTo>
                  <a:pt x="3210128" y="10604"/>
                </a:lnTo>
                <a:lnTo>
                  <a:pt x="3208578" y="9093"/>
                </a:lnTo>
                <a:lnTo>
                  <a:pt x="3199257" y="0"/>
                </a:lnTo>
                <a:lnTo>
                  <a:pt x="1072235" y="0"/>
                </a:lnTo>
                <a:lnTo>
                  <a:pt x="0" y="1045654"/>
                </a:lnTo>
                <a:lnTo>
                  <a:pt x="4271492" y="1045654"/>
                </a:lnTo>
                <a:close/>
              </a:path>
            </a:pathLst>
          </a:custGeom>
          <a:solidFill>
            <a:srgbClr val="9FC0EF"/>
          </a:solidFill>
        </p:spPr>
        <p:txBody>
          <a:bodyPr wrap="square" lIns="0" tIns="0" rIns="0" bIns="0" rtlCol="0"/>
          <a:lstStyle/>
          <a:p>
            <a:endParaRPr/>
          </a:p>
        </p:txBody>
      </p:sp>
      <p:sp>
        <p:nvSpPr>
          <p:cNvPr id="6" name="object 6"/>
          <p:cNvSpPr txBox="1"/>
          <p:nvPr/>
        </p:nvSpPr>
        <p:spPr>
          <a:xfrm>
            <a:off x="6837946" y="3461886"/>
            <a:ext cx="2883535" cy="728345"/>
          </a:xfrm>
          <a:prstGeom prst="rect">
            <a:avLst/>
          </a:prstGeom>
        </p:spPr>
        <p:txBody>
          <a:bodyPr vert="horz" wrap="square" lIns="0" tIns="142240" rIns="0" bIns="0" rtlCol="0">
            <a:spAutoFit/>
          </a:bodyPr>
          <a:lstStyle/>
          <a:p>
            <a:pPr marR="18415" algn="ctr">
              <a:lnSpc>
                <a:spcPct val="100000"/>
              </a:lnSpc>
              <a:spcBef>
                <a:spcPts val="1120"/>
              </a:spcBef>
            </a:pPr>
            <a:r>
              <a:rPr sz="1600" spc="-20" dirty="0">
                <a:solidFill>
                  <a:srgbClr val="333333"/>
                </a:solidFill>
                <a:latin typeface="宋体"/>
                <a:cs typeface="宋体"/>
              </a:rPr>
              <a:t>进阶使用</a:t>
            </a:r>
            <a:r>
              <a:rPr sz="1600" spc="-50" dirty="0">
                <a:solidFill>
                  <a:srgbClr val="333333"/>
                </a:solidFill>
                <a:latin typeface="宋体"/>
                <a:cs typeface="宋体"/>
              </a:rPr>
              <a:t>层</a:t>
            </a:r>
            <a:endParaRPr sz="1600">
              <a:latin typeface="宋体"/>
              <a:cs typeface="宋体"/>
            </a:endParaRPr>
          </a:p>
          <a:p>
            <a:pPr algn="ctr">
              <a:lnSpc>
                <a:spcPct val="100000"/>
              </a:lnSpc>
              <a:spcBef>
                <a:spcPts val="910"/>
              </a:spcBef>
            </a:pPr>
            <a:r>
              <a:rPr sz="1400" spc="-95" dirty="0">
                <a:solidFill>
                  <a:srgbClr val="666666"/>
                </a:solidFill>
                <a:latin typeface="宋体"/>
                <a:cs typeface="宋体"/>
              </a:rPr>
              <a:t>任务组合 / 结构化提示词 / 主动优化</a:t>
            </a:r>
            <a:endParaRPr sz="1400">
              <a:latin typeface="宋体"/>
              <a:cs typeface="宋体"/>
            </a:endParaRPr>
          </a:p>
        </p:txBody>
      </p:sp>
      <p:sp>
        <p:nvSpPr>
          <p:cNvPr id="7" name="object 7"/>
          <p:cNvSpPr/>
          <p:nvPr/>
        </p:nvSpPr>
        <p:spPr>
          <a:xfrm>
            <a:off x="7204735" y="2349804"/>
            <a:ext cx="2148840" cy="1048385"/>
          </a:xfrm>
          <a:custGeom>
            <a:avLst/>
            <a:gdLst/>
            <a:ahLst/>
            <a:cxnLst/>
            <a:rect l="l" t="t" r="r" b="b"/>
            <a:pathLst>
              <a:path w="2148840" h="1048385">
                <a:moveTo>
                  <a:pt x="2148789" y="1047762"/>
                </a:moveTo>
                <a:lnTo>
                  <a:pt x="2147227" y="1046251"/>
                </a:lnTo>
                <a:lnTo>
                  <a:pt x="2137905" y="1037158"/>
                </a:lnTo>
                <a:lnTo>
                  <a:pt x="1085875" y="11201"/>
                </a:lnTo>
                <a:lnTo>
                  <a:pt x="1074394" y="0"/>
                </a:lnTo>
                <a:lnTo>
                  <a:pt x="0" y="1047762"/>
                </a:lnTo>
                <a:lnTo>
                  <a:pt x="2148789" y="1047762"/>
                </a:lnTo>
                <a:close/>
              </a:path>
            </a:pathLst>
          </a:custGeom>
          <a:solidFill>
            <a:srgbClr val="2069D2"/>
          </a:solidFill>
        </p:spPr>
        <p:txBody>
          <a:bodyPr wrap="square" lIns="0" tIns="0" rIns="0" bIns="0" rtlCol="0"/>
          <a:lstStyle/>
          <a:p>
            <a:endParaRPr/>
          </a:p>
        </p:txBody>
      </p:sp>
      <p:sp>
        <p:nvSpPr>
          <p:cNvPr id="8" name="object 8"/>
          <p:cNvSpPr txBox="1"/>
          <p:nvPr/>
        </p:nvSpPr>
        <p:spPr>
          <a:xfrm>
            <a:off x="6995426" y="2608859"/>
            <a:ext cx="2883535" cy="691515"/>
          </a:xfrm>
          <a:prstGeom prst="rect">
            <a:avLst/>
          </a:prstGeom>
        </p:spPr>
        <p:txBody>
          <a:bodyPr vert="horz" wrap="square" lIns="0" tIns="122555" rIns="0" bIns="0" rtlCol="0">
            <a:spAutoFit/>
          </a:bodyPr>
          <a:lstStyle/>
          <a:p>
            <a:pPr marL="763270">
              <a:lnSpc>
                <a:spcPct val="100000"/>
              </a:lnSpc>
              <a:spcBef>
                <a:spcPts val="965"/>
              </a:spcBef>
            </a:pPr>
            <a:r>
              <a:rPr sz="1600" spc="-20" dirty="0">
                <a:solidFill>
                  <a:srgbClr val="333333"/>
                </a:solidFill>
                <a:latin typeface="宋体"/>
                <a:cs typeface="宋体"/>
              </a:rPr>
              <a:t>创新使用</a:t>
            </a:r>
            <a:r>
              <a:rPr sz="1600" spc="-50" dirty="0">
                <a:solidFill>
                  <a:srgbClr val="333333"/>
                </a:solidFill>
                <a:latin typeface="宋体"/>
                <a:cs typeface="宋体"/>
              </a:rPr>
              <a:t>层</a:t>
            </a:r>
            <a:endParaRPr sz="1600">
              <a:latin typeface="宋体"/>
              <a:cs typeface="宋体"/>
            </a:endParaRPr>
          </a:p>
          <a:p>
            <a:pPr marL="12700">
              <a:lnSpc>
                <a:spcPct val="100000"/>
              </a:lnSpc>
              <a:spcBef>
                <a:spcPts val="775"/>
              </a:spcBef>
            </a:pPr>
            <a:r>
              <a:rPr sz="1400" spc="-95" dirty="0">
                <a:solidFill>
                  <a:srgbClr val="666666"/>
                </a:solidFill>
                <a:latin typeface="宋体"/>
                <a:cs typeface="宋体"/>
              </a:rPr>
              <a:t>流程再造 / 提示词艺术 / 创造性应用</a:t>
            </a:r>
            <a:endParaRPr sz="1400">
              <a:latin typeface="宋体"/>
              <a:cs typeface="宋体"/>
            </a:endParaRPr>
          </a:p>
        </p:txBody>
      </p:sp>
      <p:sp>
        <p:nvSpPr>
          <p:cNvPr id="9" name="object 9"/>
          <p:cNvSpPr txBox="1"/>
          <p:nvPr/>
        </p:nvSpPr>
        <p:spPr>
          <a:xfrm>
            <a:off x="1123314" y="2022475"/>
            <a:ext cx="1879600" cy="1806575"/>
          </a:xfrm>
          <a:prstGeom prst="rect">
            <a:avLst/>
          </a:prstGeom>
        </p:spPr>
        <p:txBody>
          <a:bodyPr vert="horz" wrap="square" lIns="0" tIns="94615" rIns="0" bIns="0" rtlCol="0">
            <a:spAutoFit/>
          </a:bodyPr>
          <a:lstStyle/>
          <a:p>
            <a:pPr marL="12700">
              <a:lnSpc>
                <a:spcPct val="100000"/>
              </a:lnSpc>
              <a:spcBef>
                <a:spcPts val="745"/>
              </a:spcBef>
            </a:pPr>
            <a:r>
              <a:rPr sz="1800" b="1" spc="-10" dirty="0">
                <a:latin typeface="Microsoft JhengHei"/>
                <a:cs typeface="Microsoft JhengHei"/>
              </a:rPr>
              <a:t>突破路径：</a:t>
            </a:r>
            <a:endParaRPr sz="1800">
              <a:latin typeface="Microsoft JhengHei"/>
              <a:cs typeface="Microsoft JhengHei"/>
            </a:endParaRPr>
          </a:p>
          <a:p>
            <a:pPr marL="266700" indent="-254000">
              <a:lnSpc>
                <a:spcPct val="100000"/>
              </a:lnSpc>
              <a:spcBef>
                <a:spcPts val="645"/>
              </a:spcBef>
              <a:buFont typeface="Arial"/>
              <a:buAutoNum type="arabicPeriod"/>
              <a:tabLst>
                <a:tab pos="266700" algn="l"/>
              </a:tabLst>
            </a:pPr>
            <a:r>
              <a:rPr sz="1800" spc="-10" dirty="0">
                <a:latin typeface="宋体"/>
                <a:cs typeface="宋体"/>
              </a:rPr>
              <a:t>建立提示词体系</a:t>
            </a:r>
            <a:endParaRPr sz="1800">
              <a:latin typeface="宋体"/>
              <a:cs typeface="宋体"/>
            </a:endParaRPr>
          </a:p>
          <a:p>
            <a:pPr marL="266700" indent="-254000">
              <a:lnSpc>
                <a:spcPct val="100000"/>
              </a:lnSpc>
              <a:spcBef>
                <a:spcPts val="645"/>
              </a:spcBef>
              <a:buFont typeface="Arial"/>
              <a:buAutoNum type="arabicPeriod"/>
              <a:tabLst>
                <a:tab pos="266700" algn="l"/>
              </a:tabLst>
            </a:pPr>
            <a:r>
              <a:rPr sz="1800" spc="-10" dirty="0">
                <a:latin typeface="宋体"/>
                <a:cs typeface="宋体"/>
              </a:rPr>
              <a:t>设计协作流程</a:t>
            </a:r>
            <a:endParaRPr sz="1800">
              <a:latin typeface="宋体"/>
              <a:cs typeface="宋体"/>
            </a:endParaRPr>
          </a:p>
          <a:p>
            <a:pPr marL="266700" indent="-254000">
              <a:lnSpc>
                <a:spcPct val="100000"/>
              </a:lnSpc>
              <a:spcBef>
                <a:spcPts val="645"/>
              </a:spcBef>
              <a:buFont typeface="Arial"/>
              <a:buAutoNum type="arabicPeriod"/>
              <a:tabLst>
                <a:tab pos="266700" algn="l"/>
              </a:tabLst>
            </a:pPr>
            <a:r>
              <a:rPr sz="1800" spc="-10" dirty="0">
                <a:latin typeface="宋体"/>
                <a:cs typeface="宋体"/>
              </a:rPr>
              <a:t>发展创新方法</a:t>
            </a:r>
            <a:endParaRPr sz="1800">
              <a:latin typeface="宋体"/>
              <a:cs typeface="宋体"/>
            </a:endParaRPr>
          </a:p>
          <a:p>
            <a:pPr marL="266700" indent="-254000">
              <a:lnSpc>
                <a:spcPct val="100000"/>
              </a:lnSpc>
              <a:spcBef>
                <a:spcPts val="645"/>
              </a:spcBef>
              <a:buFont typeface="Arial"/>
              <a:buAutoNum type="arabicPeriod"/>
              <a:tabLst>
                <a:tab pos="266700" algn="l"/>
              </a:tabLst>
            </a:pPr>
            <a:r>
              <a:rPr sz="1800" spc="-10" dirty="0">
                <a:latin typeface="宋体"/>
                <a:cs typeface="宋体"/>
              </a:rPr>
              <a:t>打造个人特色</a:t>
            </a:r>
            <a:endParaRPr sz="1800">
              <a:latin typeface="宋体"/>
              <a:cs typeface="宋体"/>
            </a:endParaRPr>
          </a:p>
        </p:txBody>
      </p:sp>
      <p:sp>
        <p:nvSpPr>
          <p:cNvPr id="10" name="object 10"/>
          <p:cNvSpPr txBox="1"/>
          <p:nvPr/>
        </p:nvSpPr>
        <p:spPr>
          <a:xfrm>
            <a:off x="1538605" y="4411979"/>
            <a:ext cx="1168400" cy="1259840"/>
          </a:xfrm>
          <a:prstGeom prst="rect">
            <a:avLst/>
          </a:prstGeom>
        </p:spPr>
        <p:txBody>
          <a:bodyPr vert="horz" wrap="square" lIns="0" tIns="12700" rIns="0" bIns="0" rtlCol="0">
            <a:spAutoFit/>
          </a:bodyPr>
          <a:lstStyle/>
          <a:p>
            <a:pPr marL="12700" marR="5080">
              <a:lnSpc>
                <a:spcPct val="150000"/>
              </a:lnSpc>
              <a:spcBef>
                <a:spcPts val="100"/>
              </a:spcBef>
            </a:pPr>
            <a:r>
              <a:rPr sz="1800" spc="-10" dirty="0">
                <a:latin typeface="宋体"/>
                <a:cs typeface="宋体"/>
              </a:rPr>
              <a:t>独特工作流</a:t>
            </a:r>
            <a:r>
              <a:rPr sz="1800" spc="-15" dirty="0">
                <a:solidFill>
                  <a:srgbClr val="333333"/>
                </a:solidFill>
                <a:latin typeface="宋体"/>
                <a:cs typeface="宋体"/>
              </a:rPr>
              <a:t>方法创新</a:t>
            </a:r>
            <a:r>
              <a:rPr sz="1800" spc="-50" dirty="0">
                <a:solidFill>
                  <a:srgbClr val="333333"/>
                </a:solidFill>
                <a:latin typeface="宋体"/>
                <a:cs typeface="宋体"/>
              </a:rPr>
              <a:t> </a:t>
            </a:r>
            <a:r>
              <a:rPr sz="1800" spc="-15" dirty="0">
                <a:solidFill>
                  <a:srgbClr val="333333"/>
                </a:solidFill>
                <a:latin typeface="宋体"/>
                <a:cs typeface="宋体"/>
              </a:rPr>
              <a:t>领域整合</a:t>
            </a:r>
            <a:endParaRPr sz="1800">
              <a:latin typeface="宋体"/>
              <a:cs typeface="宋体"/>
            </a:endParaRPr>
          </a:p>
        </p:txBody>
      </p:sp>
      <p:pic>
        <p:nvPicPr>
          <p:cNvPr id="11" name="object 11"/>
          <p:cNvPicPr/>
          <p:nvPr/>
        </p:nvPicPr>
        <p:blipFill>
          <a:blip r:embed="rId2" cstate="print"/>
          <a:stretch>
            <a:fillRect/>
          </a:stretch>
        </p:blipFill>
        <p:spPr>
          <a:xfrm>
            <a:off x="1148093" y="4605020"/>
            <a:ext cx="219061" cy="203200"/>
          </a:xfrm>
          <a:prstGeom prst="rect">
            <a:avLst/>
          </a:prstGeom>
        </p:spPr>
      </p:pic>
      <p:pic>
        <p:nvPicPr>
          <p:cNvPr id="12" name="object 12"/>
          <p:cNvPicPr/>
          <p:nvPr/>
        </p:nvPicPr>
        <p:blipFill>
          <a:blip r:embed="rId3" cstate="print"/>
          <a:stretch>
            <a:fillRect/>
          </a:stretch>
        </p:blipFill>
        <p:spPr>
          <a:xfrm>
            <a:off x="1148093" y="5017770"/>
            <a:ext cx="219061" cy="203200"/>
          </a:xfrm>
          <a:prstGeom prst="rect">
            <a:avLst/>
          </a:prstGeom>
        </p:spPr>
      </p:pic>
      <p:pic>
        <p:nvPicPr>
          <p:cNvPr id="13" name="object 13"/>
          <p:cNvPicPr/>
          <p:nvPr/>
        </p:nvPicPr>
        <p:blipFill>
          <a:blip r:embed="rId4" cstate="print"/>
          <a:stretch>
            <a:fillRect/>
          </a:stretch>
        </p:blipFill>
        <p:spPr>
          <a:xfrm>
            <a:off x="1163968" y="5430520"/>
            <a:ext cx="219061" cy="2032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14178" y="1760246"/>
            <a:ext cx="3080951" cy="3864179"/>
          </a:xfrm>
          <a:prstGeom prst="rect">
            <a:avLst/>
          </a:prstGeom>
        </p:spPr>
      </p:pic>
      <p:sp>
        <p:nvSpPr>
          <p:cNvPr id="3" name="object 3"/>
          <p:cNvSpPr txBox="1">
            <a:spLocks noGrp="1"/>
          </p:cNvSpPr>
          <p:nvPr>
            <p:ph type="title"/>
          </p:nvPr>
        </p:nvSpPr>
        <p:spPr>
          <a:xfrm>
            <a:off x="78739" y="0"/>
            <a:ext cx="3454400" cy="848360"/>
          </a:xfrm>
          <a:prstGeom prst="rect">
            <a:avLst/>
          </a:prstGeom>
        </p:spPr>
        <p:txBody>
          <a:bodyPr vert="horz" wrap="square" lIns="0" tIns="12700" rIns="0" bIns="0" rtlCol="0">
            <a:spAutoFit/>
          </a:bodyPr>
          <a:lstStyle/>
          <a:p>
            <a:pPr marL="12700">
              <a:lnSpc>
                <a:spcPct val="100000"/>
              </a:lnSpc>
              <a:spcBef>
                <a:spcPts val="100"/>
              </a:spcBef>
            </a:pPr>
            <a:r>
              <a:rPr sz="5400" b="0" spc="-10" dirty="0">
                <a:solidFill>
                  <a:srgbClr val="000000"/>
                </a:solidFill>
                <a:latin typeface="宋体"/>
                <a:cs typeface="宋体"/>
              </a:rPr>
              <a:t>感谢聆听！</a:t>
            </a:r>
            <a:endParaRPr sz="5400">
              <a:latin typeface="宋体"/>
              <a:cs typeface="宋体"/>
            </a:endParaRPr>
          </a:p>
        </p:txBody>
      </p:sp>
      <p:pic>
        <p:nvPicPr>
          <p:cNvPr id="4" name="object 4"/>
          <p:cNvPicPr/>
          <p:nvPr/>
        </p:nvPicPr>
        <p:blipFill>
          <a:blip r:embed="rId3" cstate="print"/>
          <a:stretch>
            <a:fillRect/>
          </a:stretch>
        </p:blipFill>
        <p:spPr>
          <a:xfrm>
            <a:off x="7180343" y="2035674"/>
            <a:ext cx="3552692" cy="32663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5302</Words>
  <Application>Microsoft Office PowerPoint</Application>
  <PresentationFormat>宽屏</PresentationFormat>
  <Paragraphs>1447</Paragraphs>
  <Slides>47</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47</vt:i4>
      </vt:variant>
    </vt:vector>
  </HeadingPairs>
  <TitlesOfParts>
    <vt:vector size="53" baseType="lpstr">
      <vt:lpstr>Microsoft JhengHei</vt:lpstr>
      <vt:lpstr>宋体</vt:lpstr>
      <vt:lpstr>Arial</vt:lpstr>
      <vt:lpstr>Calibri</vt:lpstr>
      <vt:lpstr>Times New Roman</vt:lpstr>
      <vt:lpstr>Office Theme</vt:lpstr>
      <vt:lpstr>元叙事提示框架： 设计生成自反性文本的高阶提示(一)</vt:lpstr>
      <vt:lpstr>元叙事提示框架： 设计生成自反性文本的高阶提示(二)</vt:lpstr>
      <vt:lpstr>元叙事提示框架： 设计生成自反性文本的高阶提示(三)</vt:lpstr>
      <vt:lpstr>文案写作的提示语设计</vt:lpstr>
      <vt:lpstr>信息传递：设计清晰、精准的信息框架提示语</vt:lpstr>
      <vt:lpstr>情感共鸣：设计触发情感反应的提示语</vt:lpstr>
      <vt:lpstr>行动引导：设计促进决策和行动的提示语</vt:lpstr>
      <vt:lpstr>营销策划的提示语设计</vt:lpstr>
      <vt:lpstr>创意概念：设计激发创新思维的提示语</vt:lpstr>
      <vt:lpstr>传播策略：设计精准定位的传播方案提示语</vt:lpstr>
      <vt:lpstr>执行方案：设计可操作的行动计划提示语</vt:lpstr>
      <vt:lpstr>品牌故事的提示语设计</vt:lpstr>
      <vt:lpstr>品牌定位：在市场中找到独特位置</vt:lpstr>
      <vt:lpstr>价值主张：传递独特的品牌价值</vt:lpstr>
      <vt:lpstr>未来愿景：描绘品牌的长远目标</vt:lpstr>
      <vt:lpstr>年终总结的提示语设计</vt:lpstr>
      <vt:lpstr>玩转微信公众号：内容生产的提示语策略</vt:lpstr>
      <vt:lpstr>创作引导提示语（一）</vt:lpstr>
      <vt:lpstr>创作引导提示语（二）</vt:lpstr>
      <vt:lpstr>创作引导提示语（三）</vt:lpstr>
      <vt:lpstr>场景化应用策略</vt:lpstr>
      <vt:lpstr>驾驭微博：短平快传播中的提示语设计</vt:lpstr>
      <vt:lpstr>内容策略的提示设计（一）</vt:lpstr>
      <vt:lpstr>内容策略的提示设计（二）</vt:lpstr>
      <vt:lpstr>话题与标签应用</vt:lpstr>
      <vt:lpstr>传播策略的提示设计</vt:lpstr>
      <vt:lpstr>布局小红书：种草社区的提示语设计</vt:lpstr>
      <vt:lpstr>种草文案的提示语设计</vt:lpstr>
      <vt:lpstr>文案创作的提示语示例（一）</vt:lpstr>
      <vt:lpstr>文案创作的提示语示例（二）</vt:lpstr>
      <vt:lpstr>掌握抖音：短视频内容的提示语设计</vt:lpstr>
      <vt:lpstr>提示语策略：提升AI生成抖音文案与脚本的技巧</vt:lpstr>
      <vt:lpstr>实际操作：优化提示语在抖音内容创作中的应用</vt:lpstr>
      <vt:lpstr>提示词工程：精准指引 效能增益</vt:lpstr>
      <vt:lpstr>提示词框架：逻辑锚定 思维引导</vt:lpstr>
      <vt:lpstr>三重概率：多层互动 逐层精炼</vt:lpstr>
      <vt:lpstr>人机共生时代的能力培养体系</vt:lpstr>
      <vt:lpstr>四大核心能力</vt:lpstr>
      <vt:lpstr>AI进阶使用</vt:lpstr>
      <vt:lpstr>人机共生质量影响因素分析：人vs机器</vt:lpstr>
      <vt:lpstr>AI进阶使用</vt:lpstr>
      <vt:lpstr>AI辅助知识生成进化</vt:lpstr>
      <vt:lpstr>关于“知识唤醒”的第一性问题</vt:lpstr>
      <vt:lpstr>1. 知识的基本属性</vt:lpstr>
      <vt:lpstr>知识库+知识唤醒框架</vt:lpstr>
      <vt:lpstr>AI使用层次与突破路径</vt:lpstr>
      <vt:lpstr>感谢聆听！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杨光剑</dc:creator>
  <cp:lastModifiedBy>阿白</cp:lastModifiedBy>
  <cp:revision>1</cp:revision>
  <dcterms:created xsi:type="dcterms:W3CDTF">2025-02-11T03:14:38Z</dcterms:created>
  <dcterms:modified xsi:type="dcterms:W3CDTF">2025-02-11T03:17:05Z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2025-02-04T00:00:00Z</vt:filetime>
  </property>
  <property fmtid="{D5CDD505-2E9C-101B-9397-08002B2CF9AE}" pid="3" name="Creator">
    <vt:lpwstr>WPS 演示</vt:lpwstr>
  </property>
  <property fmtid="{D5CDD505-2E9C-101B-9397-08002B2CF9AE}" pid="4" name="LastSaved">
    <vt:filetime>2025-02-11T00:00:00Z</vt:filetime>
  </property>
</Properties>
</file>